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4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5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6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76173d898f4495" /><Relationship Type="http://schemas.openxmlformats.org/officeDocument/2006/relationships/extended-properties" Target="/docProps/app.xml" Id="Rddfcc3f1d2e84028" /><Relationship Type="http://schemas.openxmlformats.org/officeDocument/2006/relationships/officeDocument" Target="/ppt/presentation.xml" Id="R85c17df055394e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3657f806ab4ad1"/>
  </p:sldMasterIdLst>
  <p:notesMasterIdLst>
    <p:notesMasterId xmlns:r="http://schemas.openxmlformats.org/officeDocument/2006/relationships" r:id="R9b6fc464e7fa4de2"/>
  </p:notesMasterIdLst>
  <p:sldIdLst>
    <p:sldId xmlns:r="http://schemas.openxmlformats.org/officeDocument/2006/relationships" id="256" r:id="R4c19711dbedd4d6b"/>
    <p:sldId xmlns:r="http://schemas.openxmlformats.org/officeDocument/2006/relationships" id="257" r:id="R1d2c6632935c4dc4"/>
    <p:sldId xmlns:r="http://schemas.openxmlformats.org/officeDocument/2006/relationships" id="258" r:id="Rc5a1c4a9b57643a1"/>
    <p:sldId xmlns:r="http://schemas.openxmlformats.org/officeDocument/2006/relationships" id="259" r:id="Ra67c4925a9334bc7"/>
    <p:sldId xmlns:r="http://schemas.openxmlformats.org/officeDocument/2006/relationships" id="260" r:id="R9f8cd9dd1ce746db"/>
    <p:sldId xmlns:r="http://schemas.openxmlformats.org/officeDocument/2006/relationships" id="261" r:id="Rbfed199f3b1f4286"/>
  </p:sldIdLst>
  <p:sldSz cx="15240000" cy="107727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d7bdbb471d4daa" /><Relationship Type="http://schemas.openxmlformats.org/officeDocument/2006/relationships/slideMaster" Target="/ppt/slideMasters/slideMaster1.xml" Id="R593657f806ab4ad1" /><Relationship Type="http://schemas.openxmlformats.org/officeDocument/2006/relationships/notesMaster" Target="/ppt/notesMasters/notesMaster1.xml" Id="R9b6fc464e7fa4de2" /><Relationship Type="http://schemas.openxmlformats.org/officeDocument/2006/relationships/presProps" Target="/ppt/presProps.xml" Id="Rad5856cb9e774641" /><Relationship Type="http://schemas.openxmlformats.org/officeDocument/2006/relationships/tableStyles" Target="/ppt/tableStyles.xml" Id="R83a8fce7babf4ed5" /><Relationship Type="http://schemas.openxmlformats.org/officeDocument/2006/relationships/slide" Target="/ppt/slides/slide1.xml" Id="R4c19711dbedd4d6b" /><Relationship Type="http://schemas.openxmlformats.org/officeDocument/2006/relationships/slide" Target="/ppt/slides/slide2.xml" Id="R1d2c6632935c4dc4" /><Relationship Type="http://schemas.openxmlformats.org/officeDocument/2006/relationships/slide" Target="/ppt/slides/slide3.xml" Id="Rc5a1c4a9b57643a1" /><Relationship Type="http://schemas.openxmlformats.org/officeDocument/2006/relationships/slide" Target="/ppt/slides/slide4.xml" Id="Ra67c4925a9334bc7" /><Relationship Type="http://schemas.openxmlformats.org/officeDocument/2006/relationships/slide" Target="/ppt/slides/slide5.xml" Id="R9f8cd9dd1ce746db" /><Relationship Type="http://schemas.openxmlformats.org/officeDocument/2006/relationships/slide" Target="/ppt/slides/slide6.xml" Id="Rbfed199f3b1f42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2551b39ac747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5e48a8b4b047f6" /><Relationship Type="http://schemas.openxmlformats.org/officeDocument/2006/relationships/notesMaster" Target="/ppt/notesMasters/notesMaster1.xml" Id="R62554f88587f40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4fd7b3e0dd4752" /><Relationship Type="http://schemas.openxmlformats.org/officeDocument/2006/relationships/notesMaster" Target="/ppt/notesMasters/notesMaster1.xml" Id="R6636c0ff58b14e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bf2b98551a4276" /><Relationship Type="http://schemas.openxmlformats.org/officeDocument/2006/relationships/notesMaster" Target="/ppt/notesMasters/notesMaster1.xml" Id="R633dab739e1248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78b656faea4607" /><Relationship Type="http://schemas.openxmlformats.org/officeDocument/2006/relationships/notesMaster" Target="/ppt/notesMasters/notesMaster1.xml" Id="R983069b286b043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72fbf44adb488c" /><Relationship Type="http://schemas.openxmlformats.org/officeDocument/2006/relationships/notesMaster" Target="/ppt/notesMasters/notesMaster1.xml" Id="Rd0a16d89c49f47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375b367b094b7d" /><Relationship Type="http://schemas.openxmlformats.org/officeDocument/2006/relationships/notesMaster" Target="/ppt/notesMasters/notesMaster1.xml" Id="R6c0e2f493ab14a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C:/Users/seolh/Documents/GitHub/Auto_Trading/src/auto_trading/ops/deneb_live.py</a:t>
            </a:r>
          </a:p>
          <a:p xmlns:a="http://schemas.openxmlformats.org/drawingml/2006/main">
            <a:r>
              <a:t>C:/Users/seolh/Documents/GitHub/Auto_Trading/src/auto_trading/ops/deneb_guard.py</a:t>
            </a:r>
          </a:p>
          <a:p xmlns:a="http://schemas.openxmlformats.org/drawingml/2006/main">
            <a:r>
              <a:t>C:/Users/seolh/Documents/GitHub/Auto_Trading/src/auto_trading/ops/polaris.py</a:t>
            </a:r>
          </a:p>
          <a:p xmlns:a="http://schemas.openxmlformats.org/drawingml/2006/main">
            <a:r>
              <a:t>독립 Codex 시안. 최종 보고서 월 납입 범위5만~100만원·5만원 간격, 5/10/15/20년. 이번 대표값20만원. 기존 전략·운영 설정은 변경하지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C:/Users/seolh/Documents/GitHub/Auto_Trading/src/auto_trading/ops/mf_paper.py</a:t>
            </a:r>
          </a:p>
          <a:p xmlns:a="http://schemas.openxmlformats.org/drawingml/2006/main">
            <a:r>
              <a:t>C:/Users/seolh/Documents/GitHub/Auto_Trading/scripts/run_brake_183.py</a:t>
            </a:r>
          </a:p>
          <a:p xmlns:a="http://schemas.openxmlformats.org/drawingml/2006/main">
            <a:r>
              <a:t>https://www.proshares.com/our-etfs/leveraged-and-inverse/tqqq</a:t>
            </a:r>
          </a:p>
          <a:p xmlns:a="http://schemas.openxmlformats.org/drawingml/2006/main">
            <a:r>
              <a:t>독립 Codex 시안. 최종 보고서 월 납입 범위5만~100만원·5만원 간격, 5/10/15/20년. 이번 대표값20만원. 기존 전략·운영 설정은 변경하지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C:/Users/seolh/Documents/GitHub/Auto_Trading/reports/deneb_polaris_report_20261017/codex_independent/calculation_spec.json</a:t>
            </a:r>
          </a:p>
          <a:p xmlns:a="http://schemas.openxmlformats.org/drawingml/2006/main">
            <a:r>
              <a:t>C:/Users/seolh/Documents/GitHub/Auto_Trading/scripts/run_brake_184.py</a:t>
            </a:r>
          </a:p>
          <a:p xmlns:a="http://schemas.openxmlformats.org/drawingml/2006/main">
            <a:r>
              <a:t>독립 Codex 시안. 최종 보고서 월 납입 범위5만~100만원·5만원 간격, 5/10/15/20년. 이번 대표값20만원. 기존 전략·운영 설정은 변경하지 않는다.</a:t>
            </a:r>
          </a:p>
          <a:p xmlns:a="http://schemas.openxmlformats.org/drawingml/2006/main">
            <a:r>
              <a:t>합성 TQQQ는 QQQ 일 수익3배에서 연4%/252 가정 비용 차감. 초기SCHD35 USD·환율1300원·분기배당즉시재투자·소수주·편도0.15%·세전. 가격정체: QQQ/SCHD가격·DPS성장0. 성장중급락: 5년차전반QQQ-35%·SCHD-20%가격괴리,6~7년차괴리회복,5년차이후DPS20%영구삭감후3%성장. 가정은 시장추정치가 아니며 순서가 수익의 좋고 나쁨 순서도 아니다. 합성 평일 달력·기존종가회계로 실행parity 미인증. 5만~100만원·5만원 간격240조건 산술 보존. 자동 비중변경/실거래 승인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C:/Users/seolh/Documents/GitHub/Auto_Trading/scripts/run_brake_184.py</a:t>
            </a:r>
          </a:p>
          <a:p xmlns:a="http://schemas.openxmlformats.org/drawingml/2006/main">
            <a:r>
              <a:t>C:/Users/seolh/Documents/GitHub/Auto_Trading/src/auto_trading/ops/deneb_guard.py</a:t>
            </a:r>
          </a:p>
          <a:p xmlns:a="http://schemas.openxmlformats.org/drawingml/2006/main">
            <a:r>
              <a:t>C:/Users/seolh/Documents/GitHub/Auto_Trading/reports/deneb_polaris_report_20261017/six_layouts/calculation_spec.json</a:t>
            </a:r>
          </a:p>
          <a:p xmlns:a="http://schemas.openxmlformats.org/drawingml/2006/main">
            <a:r>
              <a:t>독립 Codex 시안. 최종 보고서 월 납입 범위5만~100만원·5만원 간격, 5/10/15/20년. 이번 대표값20만원. 기존 전략·운영 설정은 변경하지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C:/Users/seolh/Documents/GitHub/Auto_Trading/src/auto_trading/ops/polaris.py</a:t>
            </a:r>
          </a:p>
          <a:p xmlns:a="http://schemas.openxmlformats.org/drawingml/2006/main">
            <a:r>
              <a:t>https://www.ishares.com/us/products/239456/ishares-710-year-treasury-bond-etf</a:t>
            </a:r>
          </a:p>
          <a:p xmlns:a="http://schemas.openxmlformats.org/drawingml/2006/main">
            <a:r>
              <a:t>https://www.spdrgoldshares.com/usa/gldm/</a:t>
            </a:r>
          </a:p>
          <a:p xmlns:a="http://schemas.openxmlformats.org/drawingml/2006/main">
            <a:r>
              <a:t>독립 Codex 시안. 최종 보고서 월 납입 범위5만~100만원·5만원 간격, 5/10/15/20년. 이번 대표값20만원. 기존 전략·운영 설정은 변경하지 않는다.</a:t>
            </a:r>
          </a:p>
          <a:p xmlns:a="http://schemas.openxmlformats.org/drawingml/2006/main">
            <a:r>
              <a:t>100만원·주식50/국채30/금20→60/20/20은 가격추정이 아닌 비용전 금액회계 예시. 실제 구현은4개ETF 각각정수주·허용호가·승인·실제체결을 따름. 금리상승은채권가격위험이며 금도보장헤지 아님. 이 시안에서새TP/손절/전환을구현하지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C:/Users/seolh/Documents/GitHub/Auto_Trading/reports/deneb_polaris_report_20261017/six_layouts/calculation_result.json</a:t>
            </a:r>
          </a:p>
          <a:p xmlns:a="http://schemas.openxmlformats.org/drawingml/2006/main">
            <a:r>
              <a:t>C:/Users/seolh/Documents/GitHub/Auto_Trading/reports/deneb_polaris_report_20261017/six_layouts/calculation_spec.json</a:t>
            </a:r>
          </a:p>
          <a:p xmlns:a="http://schemas.openxmlformats.org/drawingml/2006/main">
            <a:r>
              <a:t>독립 Codex 시안. 최종 보고서 월 납입 범위5만~100만원·5만원 간격, 5/10/15/20년. 이번 대표값20만원. 기존 전략·운영 설정은 변경하지 않는다.</a:t>
            </a:r>
          </a:p>
          <a:p xmlns:a="http://schemas.openxmlformats.org/drawingml/2006/main">
            <a:r>
              <a:t>사용자 첨부의 병렬선그래프+하단공통표 형식만 참고. 기존 Codex원장을재사용하고 Claude산출물/계산은미사용. 동일기간176개월원금3520만원. 적금12개월단리·기존만기금동일금리예금이월·일부연도발생이자포함. 5%제외. 중간낙폭은납입영향을제외한단위가치의고점대비하락. 지정가체결·원천세·환전·환율·정수주미검증, 실제계좌성과/미래보장아님.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5fb9b947f840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0d3b53f2ff4c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f01ad8ec194c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2e6324638a4c7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16b79769ba4bf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f277e3390542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F6B98B-18B7-47E3-9BCC-81D49415B2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069715"/>
            <a:ext cx="12192000" cy="1556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B407673-1439-4FC5-B2AC-C12A3607E0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5925026"/>
            <a:ext cx="10668000" cy="119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F301CF7-55D3-4592-AAEB-3817D60A2D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488656"/>
            <a:ext cx="12192000" cy="1795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B7E205-B833-470D-A025-9022969BF9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37883"/>
            <a:ext cx="13525500" cy="1316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960F59F-A149-46C5-A04D-56112AB4A1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992438"/>
            <a:ext cx="13525500" cy="670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55DACB-8E9D-499F-B202-A1E9BFFF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37883"/>
            <a:ext cx="13525500" cy="1316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820011-03B4-49BE-8EA8-8A35EE274A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992438"/>
            <a:ext cx="6286500" cy="670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536CDFE-CEFB-450E-89D7-954D9D4B55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992438"/>
            <a:ext cx="6286500" cy="670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272D35-1F55-44BE-B072-CBF2ADAFA9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37883"/>
            <a:ext cx="13525500" cy="1316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EBA027-4B94-43AE-8FB5-8AE1BB07E9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992438"/>
            <a:ext cx="6286500" cy="670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6169af5cad419e" /><Relationship Type="http://schemas.openxmlformats.org/officeDocument/2006/relationships/slideLayout" Target="/ppt/slideLayouts/slideLayout1.xml" Id="R1f32144bce984d40" /><Relationship Type="http://schemas.openxmlformats.org/officeDocument/2006/relationships/slideLayout" Target="/ppt/slideLayouts/slideLayout2.xml" Id="R826209a1e37a4ee7" /><Relationship Type="http://schemas.openxmlformats.org/officeDocument/2006/relationships/slideLayout" Target="/ppt/slideLayouts/slideLayout3.xml" Id="R03e2750accbe42ef" /><Relationship Type="http://schemas.openxmlformats.org/officeDocument/2006/relationships/slideLayout" Target="/ppt/slideLayouts/slideLayout4.xml" Id="R5797f25742a84163" /><Relationship Type="http://schemas.openxmlformats.org/officeDocument/2006/relationships/slideLayout" Target="/ppt/slideLayouts/slideLayout5.xml" Id="R9c198fdefba84cbf" /><Relationship Type="http://schemas.openxmlformats.org/officeDocument/2006/relationships/slideLayout" Target="/ppt/slideLayouts/slideLayout6.xml" Id="R3cf3cbe71aa74f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32144bce984d40"/>
    <p:sldLayoutId xmlns:r="http://schemas.openxmlformats.org/officeDocument/2006/relationships" id="2147483650" r:id="R826209a1e37a4ee7"/>
    <p:sldLayoutId xmlns:r="http://schemas.openxmlformats.org/officeDocument/2006/relationships" id="2147483651" r:id="R03e2750accbe42ef"/>
    <p:sldLayoutId xmlns:r="http://schemas.openxmlformats.org/officeDocument/2006/relationships" id="2147483652" r:id="R5797f25742a84163"/>
    <p:sldLayoutId xmlns:r="http://schemas.openxmlformats.org/officeDocument/2006/relationships" id="2147483653" r:id="R9c198fdefba84cbf"/>
    <p:sldLayoutId xmlns:r="http://schemas.openxmlformats.org/officeDocument/2006/relationships" id="2147483654" r:id="R3cf3cbe71aa74f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1b34e625df4989" /><Relationship Type="http://schemas.openxmlformats.org/officeDocument/2006/relationships/chart" Target="/ppt/slides/charts/chart1.xml" Id="R2571631b7c2e41d7" /><Relationship Type="http://schemas.openxmlformats.org/officeDocument/2006/relationships/chart" Target="/ppt/slides/charts/chart2.xml" Id="Rb50ba585a9664528" /><Relationship Type="http://schemas.openxmlformats.org/officeDocument/2006/relationships/notesSlide" Target="/ppt/notesSlides/notesSlide1.xml" Id="R6b0893c9693845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ec4abc8d93490c" /><Relationship Type="http://schemas.openxmlformats.org/officeDocument/2006/relationships/chart" Target="/ppt/slides/charts/chart3.xml" Id="R0e0223edf6fc4d16" /><Relationship Type="http://schemas.openxmlformats.org/officeDocument/2006/relationships/notesSlide" Target="/ppt/notesSlides/notesSlide2.xml" Id="R327212a861fe4f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10b26fece842e0" /><Relationship Type="http://schemas.openxmlformats.org/officeDocument/2006/relationships/chart" Target="/ppt/slides/charts/chart4.xml" Id="Rffc978d518f04d16" /><Relationship Type="http://schemas.openxmlformats.org/officeDocument/2006/relationships/notesSlide" Target="/ppt/notesSlides/notesSlide3.xml" Id="Rc6558694e5534f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1f589012bf4661" /><Relationship Type="http://schemas.openxmlformats.org/officeDocument/2006/relationships/chart" Target="/ppt/slides/charts/chart5.xml" Id="Rd15ae23524854b27" /><Relationship Type="http://schemas.openxmlformats.org/officeDocument/2006/relationships/notesSlide" Target="/ppt/notesSlides/notesSlide4.xml" Id="R1a979c11565a44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9b38705db84331" /><Relationship Type="http://schemas.openxmlformats.org/officeDocument/2006/relationships/chart" Target="/ppt/slides/charts/chart6.xml" Id="Recdc68242c9d4f0a" /><Relationship Type="http://schemas.openxmlformats.org/officeDocument/2006/relationships/notesSlide" Target="/ppt/notesSlides/notesSlide5.xml" Id="Rb917703980154d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a26ce73e7c4763" /><Relationship Type="http://schemas.openxmlformats.org/officeDocument/2006/relationships/chart" Target="/ppt/slides/charts/chart7.xml" Id="R18880cce436d4cb9" /><Relationship Type="http://schemas.openxmlformats.org/officeDocument/2006/relationships/chart" Target="/ppt/slides/charts/chart8.xml" Id="R85675e0432034247" /><Relationship Type="http://schemas.openxmlformats.org/officeDocument/2006/relationships/notesSlide" Target="/ppt/notesSlides/notesSlide6.xml" Id="Rcba40aac3cab410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배분</c:v>
          </c:tx>
          <c:dPt>
            <c:idx val="0"/>
            <c:spPr>
              <a:solidFill xmlns:a="http://schemas.openxmlformats.org/drawingml/2006/main">
                <a:srgbClr val="174D3B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8052A2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c:spPr>
          </c:dPt>
          <c:cat>
            <c:strRef>
              <c:f>'Chart Data'!$A$2:$A$3</c:f>
              <c:strCache>
                <c:ptCount val="2"/>
                <c:pt idx="0">
                  <c:v>TQQQ 최대 60%</c:v>
                </c:pt>
                <c:pt idx="1">
                  <c:v>SCHD 40% 기준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0.6</c:v>
                </c:pt>
                <c:pt idx="1">
                  <c:v>0.4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0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배분</c:v>
          </c:tx>
          <c:dPt>
            <c:idx val="0"/>
            <c:spPr>
              <a:solidFill xmlns:a="http://schemas.openxmlformats.org/drawingml/2006/main">
                <a:srgbClr val="2767B7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8052A2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147F88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BE8B1B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c:spPr>
          </c:dPt>
          <c:cat>
            <c:strRef>
              <c:f>'Chart Data'!$A$2:$A$5</c:f>
              <c:strCache>
                <c:ptCount val="4"/>
                <c:pt idx="0">
                  <c:v>SPYM 30%</c:v>
                </c:pt>
                <c:pt idx="1">
                  <c:v>QQQM 30%</c:v>
                </c:pt>
                <c:pt idx="2">
                  <c:v>IEF 20%</c:v>
                </c:pt>
                <c:pt idx="3">
                  <c:v>GLDM 20%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0.3</c:v>
                </c:pt>
                <c:pt idx="1">
                  <c:v>0.3</c:v>
                </c:pt>
                <c:pt idx="2">
                  <c:v>0.2</c:v>
                </c:pt>
                <c:pt idx="3">
                  <c:v>0.2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0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TQQQ</c:v>
          </c:tx>
          <c:spPr>
            <a:ln xmlns:a="http://schemas.openxmlformats.org/drawingml/2006/main" w="24765">
              <a:solidFill>
                <a:srgbClr val="174D3B"/>
              </a:solidFill>
              <a:prstDash val="solid"/>
            </a:ln>
          </c:spPr>
          <c:marker>
            <c:symbol val="none"/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0.15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</c:numCache>
            </c:numRef>
          </c:xVal>
          <c:yVal>
            <c:numRef>
              <c:f>'Chart Data'!$B$2:$B$5</c:f>
              <c:numCache>
                <c:formatCode>0%</c:formatCode>
                <c:ptCount val="4"/>
                <c:pt idx="0">
                  <c:v>0.6</c:v>
                </c:pt>
                <c:pt idx="1">
                  <c:v>0.6</c:v>
                </c:pt>
                <c:pt idx="2">
                  <c:v>0.4</c:v>
                </c:pt>
                <c:pt idx="3">
                  <c:v>0.3</c:v>
                </c:pt>
              </c:numCache>
            </c:numRef>
          </c:yVal>
        </c:ser>
        <c:ser>
          <c:idx val="1"/>
          <c:order val="1"/>
          <c:tx>
            <c:v>SCHD</c:v>
          </c:tx>
          <c:spPr>
            <a:ln xmlns:a="http://schemas.openxmlformats.org/drawingml/2006/main" w="24765">
              <a:solidFill>
                <a:srgbClr val="8052A2"/>
              </a:solidFill>
              <a:prstDash val="solid"/>
            </a:ln>
          </c:spPr>
          <c:marker>
            <c:symbol val="none"/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0.15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</c:numCache>
            </c:numRef>
          </c:xVal>
          <c:yVal>
            <c:numRef>
              <c:f>'Chart Data'!$D$2:$D$5</c:f>
              <c:numCache>
                <c:formatCode>0%</c:formatCode>
                <c:ptCount val="4"/>
                <c:pt idx="0">
                  <c:v>0.4</c:v>
                </c:pt>
                <c:pt idx="1">
                  <c:v>0.4</c:v>
                </c:pt>
                <c:pt idx="2">
                  <c:v>0.6</c:v>
                </c:pt>
                <c:pt idx="3">
                  <c:v>0.7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0.45"/>
          <c:min val="0.1"/>
        </c:scaling>
        <c:delete val="0"/>
        <c:axPos val="b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가격 정체</c:v>
          </c:tx>
          <c:spPr>
            <a:ln xmlns:a="http://schemas.openxmlformats.org/drawingml/2006/main" w="24765">
              <a:solidFill>
                <a:srgbClr val="C2692B"/>
              </a:solidFill>
              <a:prstDash val="solid"/>
            </a:ln>
          </c:spPr>
          <c:marker>
            <c:symbol val="none"/>
          </c:marker>
          <c:xVal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Data'!$B$2:$B$21</c:f>
              <c:numCache>
                <c:formatCode>#,##0</c:formatCode>
                <c:ptCount val="20"/>
                <c:pt idx="0">
                  <c:v>1.78788801956</c:v>
                </c:pt>
                <c:pt idx="1">
                  <c:v>4.62082216338</c:v>
                </c:pt>
                <c:pt idx="2">
                  <c:v>7.41781881926</c:v>
                </c:pt>
                <c:pt idx="3">
                  <c:v>10.179575671</c:v>
                </c:pt>
                <c:pt idx="4">
                  <c:v>16.927763562</c:v>
                </c:pt>
                <c:pt idx="5">
                  <c:v>22.1163533072</c:v>
                </c:pt>
                <c:pt idx="6">
                  <c:v>27.3498125309</c:v>
                </c:pt>
                <c:pt idx="7">
                  <c:v>32.6281613123</c:v>
                </c:pt>
                <c:pt idx="8">
                  <c:v>38.2496969637</c:v>
                </c:pt>
                <c:pt idx="9">
                  <c:v>46.2278755144</c:v>
                </c:pt>
                <c:pt idx="10">
                  <c:v>54.9008754943</c:v>
                </c:pt>
                <c:pt idx="11">
                  <c:v>63.8370072743</c:v>
                </c:pt>
                <c:pt idx="12">
                  <c:v>73.0442540601</c:v>
                </c:pt>
                <c:pt idx="13">
                  <c:v>82.5308412617</c:v>
                </c:pt>
                <c:pt idx="14">
                  <c:v>92.3052438412</c:v>
                </c:pt>
                <c:pt idx="15">
                  <c:v>102.376193884</c:v>
                </c:pt>
                <c:pt idx="16">
                  <c:v>112.752688401</c:v>
                </c:pt>
                <c:pt idx="17">
                  <c:v>123.443997363</c:v>
                </c:pt>
                <c:pt idx="18">
                  <c:v>134.459671986</c:v>
                </c:pt>
                <c:pt idx="19">
                  <c:v>145.809553261</c:v>
                </c:pt>
              </c:numCache>
            </c:numRef>
          </c:yVal>
        </c:ser>
        <c:ser>
          <c:idx val="1"/>
          <c:order val="1"/>
          <c:tx>
            <c:v>완만한 성장</c:v>
          </c:tx>
          <c:spPr>
            <a:ln xmlns:a="http://schemas.openxmlformats.org/drawingml/2006/main" w="24765">
              <a:solidFill>
                <a:srgbClr val="174D3B"/>
              </a:solidFill>
              <a:prstDash val="solid"/>
            </a:ln>
          </c:spPr>
          <c:marker>
            <c:symbol val="none"/>
          </c:marker>
          <c:xVal>
            <c:numRef>
              <c:f>'Chart Data'!$C$2:$C$21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Data'!$D$2:$D$21</c:f>
              <c:numCache>
                <c:formatCode>#,##0</c:formatCode>
                <c:ptCount val="20"/>
                <c:pt idx="0">
                  <c:v>1.82288632424</c:v>
                </c:pt>
                <c:pt idx="1">
                  <c:v>4.98955990874</c:v>
                </c:pt>
                <c:pt idx="2">
                  <c:v>8.50135460143</c:v>
                </c:pt>
                <c:pt idx="3">
                  <c:v>12.3945118682</c:v>
                </c:pt>
                <c:pt idx="4">
                  <c:v>16.7113173231</c:v>
                </c:pt>
                <c:pt idx="5">
                  <c:v>21.4999341105</c:v>
                </c:pt>
                <c:pt idx="6">
                  <c:v>26.8150710411</c:v>
                </c:pt>
                <c:pt idx="7">
                  <c:v>32.7200314021</c:v>
                </c:pt>
                <c:pt idx="8">
                  <c:v>39.2650593445</c:v>
                </c:pt>
                <c:pt idx="9">
                  <c:v>46.5079512222</c:v>
                </c:pt>
                <c:pt idx="10">
                  <c:v>54.5391725065</c:v>
                </c:pt>
                <c:pt idx="11">
                  <c:v>63.4579768332</c:v>
                </c:pt>
                <c:pt idx="12">
                  <c:v>73.3676126861</c:v>
                </c:pt>
                <c:pt idx="13">
                  <c:v>84.3780556665</c:v>
                </c:pt>
                <c:pt idx="14">
                  <c:v>96.5468461488</c:v>
                </c:pt>
                <c:pt idx="15">
                  <c:v>110.035771827</c:v>
                </c:pt>
                <c:pt idx="16">
                  <c:v>125.002214196</c:v>
                </c:pt>
                <c:pt idx="17">
                  <c:v>141.642049628</c:v>
                </c:pt>
                <c:pt idx="18">
                  <c:v>160.1022228</c:v>
                </c:pt>
                <c:pt idx="19">
                  <c:v>180.57517874</c:v>
                </c:pt>
              </c:numCache>
            </c:numRef>
          </c:yVal>
        </c:ser>
        <c:ser>
          <c:idx val="2"/>
          <c:order val="2"/>
          <c:tx>
            <c:v>성장 중 급락</c:v>
          </c:tx>
          <c:spPr>
            <a:ln xmlns:a="http://schemas.openxmlformats.org/drawingml/2006/main" w="24765">
              <a:solidFill>
                <a:srgbClr val="2767B7"/>
              </a:solidFill>
              <a:prstDash val="solid"/>
            </a:ln>
          </c:spPr>
          <c:marker>
            <c:symbol val="none"/>
          </c:marker>
          <c:xVal>
            <c:numRef>
              <c:f>'Chart Data'!$E$2:$E$21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Data'!$F$2:$F$21</c:f>
              <c:numCache>
                <c:formatCode>#,##0</c:formatCode>
                <c:ptCount val="20"/>
                <c:pt idx="0">
                  <c:v>1.82288632424</c:v>
                </c:pt>
                <c:pt idx="1">
                  <c:v>4.98955990874</c:v>
                </c:pt>
                <c:pt idx="2">
                  <c:v>8.50135460143</c:v>
                </c:pt>
                <c:pt idx="3">
                  <c:v>12.3945118682</c:v>
                </c:pt>
                <c:pt idx="4">
                  <c:v>15.3751486983</c:v>
                </c:pt>
                <c:pt idx="5">
                  <c:v>19.9815112607</c:v>
                </c:pt>
                <c:pt idx="6">
                  <c:v>33.6896834271</c:v>
                </c:pt>
                <c:pt idx="7">
                  <c:v>45.4527504269</c:v>
                </c:pt>
                <c:pt idx="8">
                  <c:v>52.6774254006</c:v>
                </c:pt>
                <c:pt idx="9">
                  <c:v>60.6497312955</c:v>
                </c:pt>
                <c:pt idx="10">
                  <c:v>69.4683848281</c:v>
                </c:pt>
                <c:pt idx="11">
                  <c:v>79.2404868347</c:v>
                </c:pt>
                <c:pt idx="12">
                  <c:v>90.0748862661</c:v>
                </c:pt>
                <c:pt idx="13">
                  <c:v>102.086851236</c:v>
                </c:pt>
                <c:pt idx="14">
                  <c:v>115.325974949</c:v>
                </c:pt>
                <c:pt idx="15">
                  <c:v>129.966473591</c:v>
                </c:pt>
                <c:pt idx="16">
                  <c:v>146.17340757</c:v>
                </c:pt>
                <c:pt idx="17">
                  <c:v>164.153768536</c:v>
                </c:pt>
                <c:pt idx="18">
                  <c:v>184.054495814</c:v>
                </c:pt>
                <c:pt idx="19">
                  <c:v>206.073133421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4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majorUnit val="60"/>
      </c:valAx>
      <c:valAx>
        <c:axId val="48650112"/>
        <c:scaling>
          <c:orientation val="minMax"/>
          <c:max val="2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하락 방어 사용</c:v>
          </c:tx>
          <c:spPr>
            <a:solidFill xmlns:a="http://schemas.openxmlformats.org/drawingml/2006/main">
              <a:srgbClr val="174D3B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2018년 4분기</c:v>
                </c:pt>
                <c:pt idx="1">
                  <c:v>2020년 코로나</c:v>
                </c:pt>
                <c:pt idx="2">
                  <c:v>2022년 금리 인상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-0.3067</c:v>
                </c:pt>
                <c:pt idx="1">
                  <c:v>-0.312</c:v>
                </c:pt>
                <c:pt idx="2">
                  <c:v>-0.2764</c:v>
                </c:pt>
              </c:numCache>
            </c:numRef>
          </c:val>
        </c:ser>
        <c:ser>
          <c:idx val="1"/>
          <c:order val="1"/>
          <c:tx>
            <c:v>하락 방어 제외</c:v>
          </c:tx>
          <c:spPr>
            <a:solidFill xmlns:a="http://schemas.openxmlformats.org/drawingml/2006/main">
              <a:srgbClr val="C2692B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2018년 4분기</c:v>
                </c:pt>
                <c:pt idx="1">
                  <c:v>2020년 코로나</c:v>
                </c:pt>
                <c:pt idx="2">
                  <c:v>2022년 금리 인상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-0.3799</c:v>
                </c:pt>
                <c:pt idx="1">
                  <c:v>-0.521</c:v>
                </c:pt>
                <c:pt idx="2">
                  <c:v>-0.5119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242923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t"/>
        <c:numFmt formatCode="General"/>
        <c:majorTickMark val="none"/>
        <c:minorTickMark val="none"/>
        <c:tickLblPos val="high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0"/>
          <c:min val="-0.6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주식</c:v>
          </c:tx>
          <c:spPr>
            <a:solidFill xmlns:a="http://schemas.openxmlformats.org/drawingml/2006/main">
              <a:srgbClr val="174D3B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조정 전 예시</c:v>
                </c:pt>
                <c:pt idx="1">
                  <c:v>목표 비중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0.5</c:v>
                </c:pt>
                <c:pt idx="1">
                  <c:v>0.6</c:v>
                </c:pt>
              </c:numCache>
            </c:numRef>
          </c:val>
        </c:ser>
        <c:ser>
          <c:idx val="1"/>
          <c:order val="1"/>
          <c:tx>
            <c:v>미국 국채</c:v>
          </c:tx>
          <c:spPr>
            <a:solidFill xmlns:a="http://schemas.openxmlformats.org/drawingml/2006/main">
              <a:srgbClr val="147F88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조정 전 예시</c:v>
                </c:pt>
                <c:pt idx="1">
                  <c:v>목표 비중</c:v>
                </c:pt>
              </c:strCache>
            </c:strRef>
          </c:cat>
          <c:val>
            <c:numRef>
              <c:f>'Chart Data'!$D$2:$D$3</c:f>
              <c:numCache>
                <c:formatCode>0%</c:formatCode>
                <c:ptCount val="2"/>
                <c:pt idx="0">
                  <c:v>0.3</c:v>
                </c:pt>
                <c:pt idx="1">
                  <c:v>0.2</c:v>
                </c:pt>
              </c:numCache>
            </c:numRef>
          </c:val>
        </c:ser>
        <c:ser>
          <c:idx val="2"/>
          <c:order val="2"/>
          <c:tx>
            <c:v>금</c:v>
          </c:tx>
          <c:spPr>
            <a:solidFill xmlns:a="http://schemas.openxmlformats.org/drawingml/2006/main">
              <a:srgbClr val="BE8B1B"/>
            </a:solidFill>
          </c:spPr>
          <c:invertIfNegative val="0"/>
          <c:cat>
            <c:strRef>
              <c:f>'Chart Data'!$E$2:$E$3</c:f>
              <c:strCache>
                <c:ptCount val="2"/>
                <c:pt idx="0">
                  <c:v>조정 전 예시</c:v>
                </c:pt>
                <c:pt idx="1">
                  <c:v>목표 비중</c:v>
                </c:pt>
              </c:strCache>
            </c:strRef>
          </c:cat>
          <c:val>
            <c:numRef>
              <c:f>'Chart Data'!$F$2:$F$3</c:f>
              <c:numCache>
                <c:formatCode>0%</c:formatCode>
                <c:ptCount val="2"/>
                <c:pt idx="0">
                  <c:v>0.2</c:v>
                </c:pt>
                <c:pt idx="1">
                  <c:v>0.2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Polaris</c:v>
          </c:tx>
          <c:spPr>
            <a:ln xmlns:a="http://schemas.openxmlformats.org/drawingml/2006/main" w="24765">
              <a:solidFill>
                <a:srgbClr val="BE8B1B"/>
              </a:solidFill>
              <a:prstDash val="solid"/>
            </a:ln>
          </c:spPr>
          <c:marker>
            <c:symbol val="none"/>
          </c:marker>
          <c:xVal>
            <c:numRef>
              <c:f>'Chart Data'!$A$2:$A$177</c:f>
              <c:numCache>
                <c:formatCode>General</c:formatCode>
                <c:ptCount val="176"/>
                <c:pt idx="0">
                  <c:v>2012.08196721</c:v>
                </c:pt>
                <c:pt idx="1">
                  <c:v>2012.16120219</c:v>
                </c:pt>
                <c:pt idx="2">
                  <c:v>2012.2431694</c:v>
                </c:pt>
                <c:pt idx="3">
                  <c:v>2012.32786885</c:v>
                </c:pt>
                <c:pt idx="4">
                  <c:v>2012.41256831</c:v>
                </c:pt>
                <c:pt idx="5">
                  <c:v>2012.49180328</c:v>
                </c:pt>
                <c:pt idx="6">
                  <c:v>2012.57923497</c:v>
                </c:pt>
                <c:pt idx="7">
                  <c:v>2012.66393443</c:v>
                </c:pt>
                <c:pt idx="8">
                  <c:v>2012.74043716</c:v>
                </c:pt>
                <c:pt idx="9">
                  <c:v>2012.83060109</c:v>
                </c:pt>
                <c:pt idx="10">
                  <c:v>2012.91256831</c:v>
                </c:pt>
                <c:pt idx="11">
                  <c:v>2012.99726776</c:v>
                </c:pt>
                <c:pt idx="12">
                  <c:v>2013.08219178</c:v>
                </c:pt>
                <c:pt idx="13">
                  <c:v>2013.15890411</c:v>
                </c:pt>
                <c:pt idx="14">
                  <c:v>2013.23561644</c:v>
                </c:pt>
                <c:pt idx="15">
                  <c:v>2013.3260274</c:v>
                </c:pt>
                <c:pt idx="16">
                  <c:v>2013.4109589</c:v>
                </c:pt>
                <c:pt idx="17">
                  <c:v>2013.48767123</c:v>
                </c:pt>
                <c:pt idx="18">
                  <c:v>2013.57808219</c:v>
                </c:pt>
                <c:pt idx="19">
                  <c:v>2013.66027397</c:v>
                </c:pt>
                <c:pt idx="20">
                  <c:v>2013.74520548</c:v>
                </c:pt>
                <c:pt idx="21">
                  <c:v>2013.83013699</c:v>
                </c:pt>
                <c:pt idx="22">
                  <c:v>2013.90958904</c:v>
                </c:pt>
                <c:pt idx="23">
                  <c:v>2013.99726027</c:v>
                </c:pt>
                <c:pt idx="24">
                  <c:v>2014.08219178</c:v>
                </c:pt>
                <c:pt idx="25">
                  <c:v>2014.15890411</c:v>
                </c:pt>
                <c:pt idx="26">
                  <c:v>2014.24383562</c:v>
                </c:pt>
                <c:pt idx="27">
                  <c:v>2014.3260274</c:v>
                </c:pt>
                <c:pt idx="28">
                  <c:v>2014.40821918</c:v>
                </c:pt>
                <c:pt idx="29">
                  <c:v>2014.49315068</c:v>
                </c:pt>
                <c:pt idx="30">
                  <c:v>2014.57808219</c:v>
                </c:pt>
                <c:pt idx="31">
                  <c:v>2014.65753425</c:v>
                </c:pt>
                <c:pt idx="32">
                  <c:v>2014.74520548</c:v>
                </c:pt>
                <c:pt idx="33">
                  <c:v>2014.83013699</c:v>
                </c:pt>
                <c:pt idx="34">
                  <c:v>2014.90684932</c:v>
                </c:pt>
                <c:pt idx="35">
                  <c:v>2014.99726027</c:v>
                </c:pt>
                <c:pt idx="36">
                  <c:v>2015.07945205</c:v>
                </c:pt>
                <c:pt idx="37">
                  <c:v>2015.15616438</c:v>
                </c:pt>
                <c:pt idx="38">
                  <c:v>2015.24383562</c:v>
                </c:pt>
                <c:pt idx="39">
                  <c:v>2015.3260274</c:v>
                </c:pt>
                <c:pt idx="40">
                  <c:v>2015.40547945</c:v>
                </c:pt>
                <c:pt idx="41">
                  <c:v>2015.49315068</c:v>
                </c:pt>
                <c:pt idx="42">
                  <c:v>2015.57808219</c:v>
                </c:pt>
                <c:pt idx="43">
                  <c:v>2015.6630137</c:v>
                </c:pt>
                <c:pt idx="44">
                  <c:v>2015.74520548</c:v>
                </c:pt>
                <c:pt idx="45">
                  <c:v>2015.82739726</c:v>
                </c:pt>
                <c:pt idx="46">
                  <c:v>2015.91232877</c:v>
                </c:pt>
                <c:pt idx="47">
                  <c:v>2015.99726027</c:v>
                </c:pt>
                <c:pt idx="48">
                  <c:v>2016.07650273</c:v>
                </c:pt>
                <c:pt idx="49">
                  <c:v>2016.16120219</c:v>
                </c:pt>
                <c:pt idx="50">
                  <c:v>2016.24590164</c:v>
                </c:pt>
                <c:pt idx="51">
                  <c:v>2016.32513661</c:v>
                </c:pt>
                <c:pt idx="52">
                  <c:v>2016.41256831</c:v>
                </c:pt>
                <c:pt idx="53">
                  <c:v>2016.49453552</c:v>
                </c:pt>
                <c:pt idx="54">
                  <c:v>2016.57377049</c:v>
                </c:pt>
                <c:pt idx="55">
                  <c:v>2016.66393443</c:v>
                </c:pt>
                <c:pt idx="56">
                  <c:v>2016.74590164</c:v>
                </c:pt>
                <c:pt idx="57">
                  <c:v>2016.83060109</c:v>
                </c:pt>
                <c:pt idx="58">
                  <c:v>2016.91256831</c:v>
                </c:pt>
                <c:pt idx="59">
                  <c:v>2016.99453552</c:v>
                </c:pt>
                <c:pt idx="60">
                  <c:v>2017.08219178</c:v>
                </c:pt>
                <c:pt idx="61">
                  <c:v>2017.15890411</c:v>
                </c:pt>
                <c:pt idx="62">
                  <c:v>2017.24383562</c:v>
                </c:pt>
                <c:pt idx="63">
                  <c:v>2017.32054795</c:v>
                </c:pt>
                <c:pt idx="64">
                  <c:v>2017.4109589</c:v>
                </c:pt>
                <c:pt idx="65">
                  <c:v>2017.49315068</c:v>
                </c:pt>
                <c:pt idx="66">
                  <c:v>2017.57808219</c:v>
                </c:pt>
                <c:pt idx="67">
                  <c:v>2017.6630137</c:v>
                </c:pt>
                <c:pt idx="68">
                  <c:v>2017.74246575</c:v>
                </c:pt>
                <c:pt idx="69">
                  <c:v>2017.83013699</c:v>
                </c:pt>
                <c:pt idx="70">
                  <c:v>2017.91232877</c:v>
                </c:pt>
                <c:pt idx="71">
                  <c:v>2017.99178082</c:v>
                </c:pt>
                <c:pt idx="72">
                  <c:v>2018.08219178</c:v>
                </c:pt>
                <c:pt idx="73">
                  <c:v>2018.15890411</c:v>
                </c:pt>
                <c:pt idx="74">
                  <c:v>2018.23835616</c:v>
                </c:pt>
                <c:pt idx="75">
                  <c:v>2018.3260274</c:v>
                </c:pt>
                <c:pt idx="76">
                  <c:v>2018.4109589</c:v>
                </c:pt>
                <c:pt idx="77">
                  <c:v>2018.49041096</c:v>
                </c:pt>
                <c:pt idx="78">
                  <c:v>2018.57808219</c:v>
                </c:pt>
                <c:pt idx="79">
                  <c:v>2018.6630137</c:v>
                </c:pt>
                <c:pt idx="80">
                  <c:v>2018.73972603</c:v>
                </c:pt>
                <c:pt idx="81">
                  <c:v>2018.83013699</c:v>
                </c:pt>
                <c:pt idx="82">
                  <c:v>2018.91232877</c:v>
                </c:pt>
                <c:pt idx="83">
                  <c:v>2018.99726027</c:v>
                </c:pt>
                <c:pt idx="84">
                  <c:v>2019.08219178</c:v>
                </c:pt>
                <c:pt idx="85">
                  <c:v>2019.15890411</c:v>
                </c:pt>
                <c:pt idx="86">
                  <c:v>2019.23835616</c:v>
                </c:pt>
                <c:pt idx="87">
                  <c:v>2019.3260274</c:v>
                </c:pt>
                <c:pt idx="88">
                  <c:v>2019.4109589</c:v>
                </c:pt>
                <c:pt idx="89">
                  <c:v>2019.48767123</c:v>
                </c:pt>
                <c:pt idx="90">
                  <c:v>2019.57808219</c:v>
                </c:pt>
                <c:pt idx="91">
                  <c:v>2019.66027397</c:v>
                </c:pt>
                <c:pt idx="92">
                  <c:v>2019.74520548</c:v>
                </c:pt>
                <c:pt idx="93">
                  <c:v>2019.83013699</c:v>
                </c:pt>
                <c:pt idx="94">
                  <c:v>2019.90958904</c:v>
                </c:pt>
                <c:pt idx="95">
                  <c:v>2019.99726027</c:v>
                </c:pt>
                <c:pt idx="96">
                  <c:v>2020.08196721</c:v>
                </c:pt>
                <c:pt idx="97">
                  <c:v>2020.15846995</c:v>
                </c:pt>
                <c:pt idx="98">
                  <c:v>2020.24590164</c:v>
                </c:pt>
                <c:pt idx="99">
                  <c:v>2020.32786885</c:v>
                </c:pt>
                <c:pt idx="100">
                  <c:v>2020.40710383</c:v>
                </c:pt>
                <c:pt idx="101">
                  <c:v>2020.49453552</c:v>
                </c:pt>
                <c:pt idx="102">
                  <c:v>2020.57923497</c:v>
                </c:pt>
                <c:pt idx="103">
                  <c:v>2020.66393443</c:v>
                </c:pt>
                <c:pt idx="104">
                  <c:v>2020.74590164</c:v>
                </c:pt>
                <c:pt idx="105">
                  <c:v>2020.82786885</c:v>
                </c:pt>
                <c:pt idx="106">
                  <c:v>2020.91256831</c:v>
                </c:pt>
                <c:pt idx="107">
                  <c:v>2020.99726776</c:v>
                </c:pt>
                <c:pt idx="108">
                  <c:v>2021.07671233</c:v>
                </c:pt>
                <c:pt idx="109">
                  <c:v>2021.15342466</c:v>
                </c:pt>
                <c:pt idx="110">
                  <c:v>2021.24383562</c:v>
                </c:pt>
                <c:pt idx="111">
                  <c:v>2021.3260274</c:v>
                </c:pt>
                <c:pt idx="112">
                  <c:v>2021.40273973</c:v>
                </c:pt>
                <c:pt idx="113">
                  <c:v>2021.49315068</c:v>
                </c:pt>
                <c:pt idx="114">
                  <c:v>2021.57534247</c:v>
                </c:pt>
                <c:pt idx="115">
                  <c:v>2021.6630137</c:v>
                </c:pt>
                <c:pt idx="116">
                  <c:v>2021.74520548</c:v>
                </c:pt>
                <c:pt idx="117">
                  <c:v>2021.82465753</c:v>
                </c:pt>
                <c:pt idx="118">
                  <c:v>2021.91232877</c:v>
                </c:pt>
                <c:pt idx="119">
                  <c:v>2021.99726027</c:v>
                </c:pt>
                <c:pt idx="120">
                  <c:v>2022.08219178</c:v>
                </c:pt>
                <c:pt idx="121">
                  <c:v>2022.15890411</c:v>
                </c:pt>
                <c:pt idx="122">
                  <c:v>2022.24383562</c:v>
                </c:pt>
                <c:pt idx="123">
                  <c:v>2022.32328767</c:v>
                </c:pt>
                <c:pt idx="124">
                  <c:v>2022.4109589</c:v>
                </c:pt>
                <c:pt idx="125">
                  <c:v>2022.49315068</c:v>
                </c:pt>
                <c:pt idx="126">
                  <c:v>2022.57260274</c:v>
                </c:pt>
                <c:pt idx="127">
                  <c:v>2022.6630137</c:v>
                </c:pt>
                <c:pt idx="128">
                  <c:v>2022.74520548</c:v>
                </c:pt>
                <c:pt idx="129">
                  <c:v>2022.83013699</c:v>
                </c:pt>
                <c:pt idx="130">
                  <c:v>2022.91232877</c:v>
                </c:pt>
                <c:pt idx="131">
                  <c:v>2022.99452055</c:v>
                </c:pt>
                <c:pt idx="132">
                  <c:v>2023.08219178</c:v>
                </c:pt>
                <c:pt idx="133">
                  <c:v>2023.15890411</c:v>
                </c:pt>
                <c:pt idx="134">
                  <c:v>2023.24383562</c:v>
                </c:pt>
                <c:pt idx="135">
                  <c:v>2023.32054795</c:v>
                </c:pt>
                <c:pt idx="136">
                  <c:v>2023.4109589</c:v>
                </c:pt>
                <c:pt idx="137">
                  <c:v>2023.49315068</c:v>
                </c:pt>
                <c:pt idx="138">
                  <c:v>2023.57808219</c:v>
                </c:pt>
                <c:pt idx="139">
                  <c:v>2023.6630137</c:v>
                </c:pt>
                <c:pt idx="140">
                  <c:v>2023.74246575</c:v>
                </c:pt>
                <c:pt idx="141">
                  <c:v>2023.83013699</c:v>
                </c:pt>
                <c:pt idx="142">
                  <c:v>2023.91232877</c:v>
                </c:pt>
                <c:pt idx="143">
                  <c:v>2023.99178082</c:v>
                </c:pt>
                <c:pt idx="144">
                  <c:v>2024.08196721</c:v>
                </c:pt>
                <c:pt idx="145">
                  <c:v>2024.16120219</c:v>
                </c:pt>
                <c:pt idx="146">
                  <c:v>2024.23770492</c:v>
                </c:pt>
                <c:pt idx="147">
                  <c:v>2024.32786885</c:v>
                </c:pt>
                <c:pt idx="148">
                  <c:v>2024.41256831</c:v>
                </c:pt>
                <c:pt idx="149">
                  <c:v>2024.48907104</c:v>
                </c:pt>
                <c:pt idx="150">
                  <c:v>2024.57923497</c:v>
                </c:pt>
                <c:pt idx="151">
                  <c:v>2024.66120219</c:v>
                </c:pt>
                <c:pt idx="152">
                  <c:v>2024.74590164</c:v>
                </c:pt>
                <c:pt idx="153">
                  <c:v>2024.83060109</c:v>
                </c:pt>
                <c:pt idx="154">
                  <c:v>2024.90983607</c:v>
                </c:pt>
                <c:pt idx="155">
                  <c:v>2024.99726776</c:v>
                </c:pt>
                <c:pt idx="156">
                  <c:v>2025.08219178</c:v>
                </c:pt>
                <c:pt idx="157">
                  <c:v>2025.15890411</c:v>
                </c:pt>
                <c:pt idx="158">
                  <c:v>2025.24383562</c:v>
                </c:pt>
                <c:pt idx="159">
                  <c:v>2025.3260274</c:v>
                </c:pt>
                <c:pt idx="160">
                  <c:v>2025.40821918</c:v>
                </c:pt>
                <c:pt idx="161">
                  <c:v>2025.49315068</c:v>
                </c:pt>
                <c:pt idx="162">
                  <c:v>2025.57808219</c:v>
                </c:pt>
                <c:pt idx="163">
                  <c:v>2025.65753425</c:v>
                </c:pt>
                <c:pt idx="164">
                  <c:v>2025.74520548</c:v>
                </c:pt>
                <c:pt idx="165">
                  <c:v>2025.83013699</c:v>
                </c:pt>
                <c:pt idx="166">
                  <c:v>2025.90684932</c:v>
                </c:pt>
                <c:pt idx="167">
                  <c:v>2025.99726027</c:v>
                </c:pt>
                <c:pt idx="168">
                  <c:v>2026.07945205</c:v>
                </c:pt>
                <c:pt idx="169">
                  <c:v>2026.15616438</c:v>
                </c:pt>
                <c:pt idx="170">
                  <c:v>2026.24383562</c:v>
                </c:pt>
                <c:pt idx="171">
                  <c:v>2026.3260274</c:v>
                </c:pt>
                <c:pt idx="172">
                  <c:v>2026.40547945</c:v>
                </c:pt>
                <c:pt idx="173">
                  <c:v>2026.49315068</c:v>
                </c:pt>
                <c:pt idx="174">
                  <c:v>2026.57808219</c:v>
                </c:pt>
                <c:pt idx="175">
                  <c:v>2026.6630137</c:v>
                </c:pt>
              </c:numCache>
            </c:numRef>
          </c:xVal>
          <c:yVal>
            <c:numRef>
              <c:f>'Chart Data'!$B$2:$B$177</c:f>
              <c:numCache>
                <c:formatCode>#,##0</c:formatCode>
                <c:ptCount val="176"/>
                <c:pt idx="0">
                  <c:v>20.9348997657</c:v>
                </c:pt>
                <c:pt idx="1">
                  <c:v>41.7919729949</c:v>
                </c:pt>
                <c:pt idx="2">
                  <c:v>62.8106839782</c:v>
                </c:pt>
                <c:pt idx="3">
                  <c:v>82.5886255837</c:v>
                </c:pt>
                <c:pt idx="4">
                  <c:v>97.8129940488</c:v>
                </c:pt>
                <c:pt idx="5">
                  <c:v>121.230103729</c:v>
                </c:pt>
                <c:pt idx="6">
                  <c:v>142.706219626</c:v>
                </c:pt>
                <c:pt idx="7">
                  <c:v>168.077100953</c:v>
                </c:pt>
                <c:pt idx="8">
                  <c:v>191.618649065</c:v>
                </c:pt>
                <c:pt idx="9">
                  <c:v>205.643450651</c:v>
                </c:pt>
                <c:pt idx="10">
                  <c:v>226.981969657</c:v>
                </c:pt>
                <c:pt idx="11">
                  <c:v>245.654265378</c:v>
                </c:pt>
                <c:pt idx="12">
                  <c:v>270.523150866</c:v>
                </c:pt>
                <c:pt idx="13">
                  <c:v>289.494133619</c:v>
                </c:pt>
                <c:pt idx="14">
                  <c:v>316.532814737</c:v>
                </c:pt>
                <c:pt idx="15">
                  <c:v>337.010584323</c:v>
                </c:pt>
                <c:pt idx="16">
                  <c:v>356.853818886</c:v>
                </c:pt>
                <c:pt idx="17">
                  <c:v>362.278178367</c:v>
                </c:pt>
                <c:pt idx="18">
                  <c:v>400.566119948</c:v>
                </c:pt>
                <c:pt idx="19">
                  <c:v>419.548018698</c:v>
                </c:pt>
                <c:pt idx="20">
                  <c:v>447.265491908</c:v>
                </c:pt>
                <c:pt idx="21">
                  <c:v>481.208934242</c:v>
                </c:pt>
                <c:pt idx="22">
                  <c:v>504.570027518</c:v>
                </c:pt>
                <c:pt idx="23">
                  <c:v>527.278617993</c:v>
                </c:pt>
                <c:pt idx="24">
                  <c:v>545.227089855</c:v>
                </c:pt>
                <c:pt idx="25">
                  <c:v>589.642019407</c:v>
                </c:pt>
                <c:pt idx="26">
                  <c:v>601.664718037</c:v>
                </c:pt>
                <c:pt idx="27">
                  <c:v>623.8443492</c:v>
                </c:pt>
                <c:pt idx="28">
                  <c:v>655.322933276</c:v>
                </c:pt>
                <c:pt idx="29">
                  <c:v>694.139368139</c:v>
                </c:pt>
                <c:pt idx="30">
                  <c:v>708.13672549</c:v>
                </c:pt>
                <c:pt idx="31">
                  <c:v>751.012599286</c:v>
                </c:pt>
                <c:pt idx="32">
                  <c:v>755.042602737</c:v>
                </c:pt>
                <c:pt idx="33">
                  <c:v>784.557614067</c:v>
                </c:pt>
                <c:pt idx="34">
                  <c:v>823.45795545</c:v>
                </c:pt>
                <c:pt idx="35">
                  <c:v>839.428521077</c:v>
                </c:pt>
                <c:pt idx="36">
                  <c:v>868.595560135</c:v>
                </c:pt>
                <c:pt idx="37">
                  <c:v>906.577322567</c:v>
                </c:pt>
                <c:pt idx="38">
                  <c:v>913.285758092</c:v>
                </c:pt>
                <c:pt idx="39">
                  <c:v>939.963643638</c:v>
                </c:pt>
                <c:pt idx="40">
                  <c:v>970.397317726</c:v>
                </c:pt>
                <c:pt idx="41">
                  <c:v>970.737598533</c:v>
                </c:pt>
                <c:pt idx="42">
                  <c:v>1000.63665151</c:v>
                </c:pt>
                <c:pt idx="43">
                  <c:v>988.680501288</c:v>
                </c:pt>
                <c:pt idx="44">
                  <c:v>994.520873108</c:v>
                </c:pt>
                <c:pt idx="45">
                  <c:v>1077.6138947</c:v>
                </c:pt>
                <c:pt idx="46">
                  <c:v>1085.18150053</c:v>
                </c:pt>
                <c:pt idx="47">
                  <c:v>1092.07741171</c:v>
                </c:pt>
                <c:pt idx="48">
                  <c:v>1091.80871339</c:v>
                </c:pt>
                <c:pt idx="49">
                  <c:v>1135.24723738</c:v>
                </c:pt>
                <c:pt idx="50">
                  <c:v>1197.42519554</c:v>
                </c:pt>
                <c:pt idx="51">
                  <c:v>1219.98204471</c:v>
                </c:pt>
                <c:pt idx="52">
                  <c:v>1244.97912506</c:v>
                </c:pt>
                <c:pt idx="53">
                  <c:v>1288.15047472</c:v>
                </c:pt>
                <c:pt idx="54">
                  <c:v>1355.66577457</c:v>
                </c:pt>
                <c:pt idx="55">
                  <c:v>1368.55233957</c:v>
                </c:pt>
                <c:pt idx="56">
                  <c:v>1400.29553708</c:v>
                </c:pt>
                <c:pt idx="57">
                  <c:v>1394.10408901</c:v>
                </c:pt>
                <c:pt idx="58">
                  <c:v>1396.37114801</c:v>
                </c:pt>
                <c:pt idx="59">
                  <c:v>1424.04327591</c:v>
                </c:pt>
                <c:pt idx="60">
                  <c:v>1490.18111493</c:v>
                </c:pt>
                <c:pt idx="61">
                  <c:v>1559.65864016</c:v>
                </c:pt>
                <c:pt idx="62">
                  <c:v>1588.8506137</c:v>
                </c:pt>
                <c:pt idx="63">
                  <c:v>1635.9215568</c:v>
                </c:pt>
                <c:pt idx="64">
                  <c:v>1684.69689302</c:v>
                </c:pt>
                <c:pt idx="65">
                  <c:v>1686.7843579</c:v>
                </c:pt>
                <c:pt idx="66">
                  <c:v>1747.57197503</c:v>
                </c:pt>
                <c:pt idx="67">
                  <c:v>1800.09629521</c:v>
                </c:pt>
                <c:pt idx="68">
                  <c:v>1811.71605941</c:v>
                </c:pt>
                <c:pt idx="69">
                  <c:v>1866.60024485</c:v>
                </c:pt>
                <c:pt idx="70">
                  <c:v>1915.41359483</c:v>
                </c:pt>
                <c:pt idx="71">
                  <c:v>1954.66857684</c:v>
                </c:pt>
                <c:pt idx="72">
                  <c:v>2063.66448478</c:v>
                </c:pt>
                <c:pt idx="73">
                  <c:v>2040.3165014</c:v>
                </c:pt>
                <c:pt idx="74">
                  <c:v>2025.1019481</c:v>
                </c:pt>
                <c:pt idx="75">
                  <c:v>2042.70369204</c:v>
                </c:pt>
                <c:pt idx="76">
                  <c:v>2111.9369679</c:v>
                </c:pt>
                <c:pt idx="77">
                  <c:v>2128.74468721</c:v>
                </c:pt>
                <c:pt idx="78">
                  <c:v>2179.42603898</c:v>
                </c:pt>
                <c:pt idx="79">
                  <c:v>2255.31245798</c:v>
                </c:pt>
                <c:pt idx="80">
                  <c:v>2269.26327292</c:v>
                </c:pt>
                <c:pt idx="81">
                  <c:v>2187.91785398</c:v>
                </c:pt>
                <c:pt idx="82">
                  <c:v>2225.55506458</c:v>
                </c:pt>
                <c:pt idx="83">
                  <c:v>2163.06824567</c:v>
                </c:pt>
                <c:pt idx="84">
                  <c:v>2305.54425666</c:v>
                </c:pt>
                <c:pt idx="85">
                  <c:v>2362.81761801</c:v>
                </c:pt>
                <c:pt idx="86">
                  <c:v>2428.46289499</c:v>
                </c:pt>
                <c:pt idx="87">
                  <c:v>2512.9355049</c:v>
                </c:pt>
                <c:pt idx="88">
                  <c:v>2444.45305579</c:v>
                </c:pt>
                <c:pt idx="89">
                  <c:v>2616.60778993</c:v>
                </c:pt>
                <c:pt idx="90">
                  <c:v>2666.78812012</c:v>
                </c:pt>
                <c:pt idx="91">
                  <c:v>2722.20876217</c:v>
                </c:pt>
                <c:pt idx="92">
                  <c:v>2738.73550999</c:v>
                </c:pt>
                <c:pt idx="93">
                  <c:v>2828.6061781</c:v>
                </c:pt>
                <c:pt idx="94">
                  <c:v>2891.43773245</c:v>
                </c:pt>
                <c:pt idx="95">
                  <c:v>2986.56036359</c:v>
                </c:pt>
                <c:pt idx="96">
                  <c:v>3081.33317516</c:v>
                </c:pt>
                <c:pt idx="97">
                  <c:v>2986.20785467</c:v>
                </c:pt>
                <c:pt idx="98">
                  <c:v>2855.7885783</c:v>
                </c:pt>
                <c:pt idx="99">
                  <c:v>3144.77363972</c:v>
                </c:pt>
                <c:pt idx="100">
                  <c:v>3289.61812405</c:v>
                </c:pt>
                <c:pt idx="101">
                  <c:v>3409.05165913</c:v>
                </c:pt>
                <c:pt idx="102">
                  <c:v>3647.35002077</c:v>
                </c:pt>
                <c:pt idx="103">
                  <c:v>3857.51690926</c:v>
                </c:pt>
                <c:pt idx="104">
                  <c:v>3730.98290166</c:v>
                </c:pt>
                <c:pt idx="105">
                  <c:v>3673.29294866</c:v>
                </c:pt>
                <c:pt idx="106">
                  <c:v>3903.46216745</c:v>
                </c:pt>
                <c:pt idx="107">
                  <c:v>4077.40347613</c:v>
                </c:pt>
                <c:pt idx="108">
                  <c:v>4052.69918615</c:v>
                </c:pt>
                <c:pt idx="109">
                  <c:v>4035.01743087</c:v>
                </c:pt>
                <c:pt idx="110">
                  <c:v>4105.25765219</c:v>
                </c:pt>
                <c:pt idx="111">
                  <c:v>4304.04642885</c:v>
                </c:pt>
                <c:pt idx="112">
                  <c:v>4382.50950923</c:v>
                </c:pt>
                <c:pt idx="113">
                  <c:v>4462.07412578</c:v>
                </c:pt>
                <c:pt idx="114">
                  <c:v>4594.24057735</c:v>
                </c:pt>
                <c:pt idx="115">
                  <c:v>4714.0947589</c:v>
                </c:pt>
                <c:pt idx="116">
                  <c:v>4537.24056999</c:v>
                </c:pt>
                <c:pt idx="117">
                  <c:v>4777.23218956</c:v>
                </c:pt>
                <c:pt idx="118">
                  <c:v>4818.92904166</c:v>
                </c:pt>
                <c:pt idx="119">
                  <c:v>4946.49498155</c:v>
                </c:pt>
                <c:pt idx="120">
                  <c:v>4719.58692442</c:v>
                </c:pt>
                <c:pt idx="121">
                  <c:v>4692.4249583</c:v>
                </c:pt>
                <c:pt idx="122">
                  <c:v>4802.16355105</c:v>
                </c:pt>
                <c:pt idx="123">
                  <c:v>4443.8202901</c:v>
                </c:pt>
                <c:pt idx="124">
                  <c:v>4419.04462429</c:v>
                </c:pt>
                <c:pt idx="125">
                  <c:v>4196.99567562</c:v>
                </c:pt>
                <c:pt idx="126">
                  <c:v>4472.42403127</c:v>
                </c:pt>
                <c:pt idx="127">
                  <c:v>4308.44689231</c:v>
                </c:pt>
                <c:pt idx="128">
                  <c:v>4010.3580959</c:v>
                </c:pt>
                <c:pt idx="129">
                  <c:v>4142.28830407</c:v>
                </c:pt>
                <c:pt idx="130">
                  <c:v>4403.58187316</c:v>
                </c:pt>
                <c:pt idx="131">
                  <c:v>4239.6946401</c:v>
                </c:pt>
                <c:pt idx="132">
                  <c:v>4552.91494992</c:v>
                </c:pt>
                <c:pt idx="133">
                  <c:v>4453.01820716</c:v>
                </c:pt>
                <c:pt idx="134">
                  <c:v>4755.36115444</c:v>
                </c:pt>
                <c:pt idx="135">
                  <c:v>4820.96200922</c:v>
                </c:pt>
                <c:pt idx="136">
                  <c:v>4938.44434149</c:v>
                </c:pt>
                <c:pt idx="137">
                  <c:v>5119.49466822</c:v>
                </c:pt>
                <c:pt idx="138">
                  <c:v>5271.436089</c:v>
                </c:pt>
                <c:pt idx="139">
                  <c:v>5219.97643897</c:v>
                </c:pt>
                <c:pt idx="140">
                  <c:v>5000.6545699</c:v>
                </c:pt>
                <c:pt idx="141">
                  <c:v>5005.82620967</c:v>
                </c:pt>
                <c:pt idx="142">
                  <c:v>5402.77532403</c:v>
                </c:pt>
                <c:pt idx="143">
                  <c:v>5641.1385017</c:v>
                </c:pt>
                <c:pt idx="144">
                  <c:v>5704.77071088</c:v>
                </c:pt>
                <c:pt idx="145">
                  <c:v>5889.19913038</c:v>
                </c:pt>
                <c:pt idx="146">
                  <c:v>6097.21799244</c:v>
                </c:pt>
                <c:pt idx="147">
                  <c:v>5959.96942439</c:v>
                </c:pt>
                <c:pt idx="148">
                  <c:v>6222.18533008</c:v>
                </c:pt>
                <c:pt idx="149">
                  <c:v>6444.71489784</c:v>
                </c:pt>
                <c:pt idx="150">
                  <c:v>6557.62198693</c:v>
                </c:pt>
                <c:pt idx="151">
                  <c:v>6690.93688819</c:v>
                </c:pt>
                <c:pt idx="152">
                  <c:v>6894.28811752</c:v>
                </c:pt>
                <c:pt idx="153">
                  <c:v>6895.02372499</c:v>
                </c:pt>
                <c:pt idx="154">
                  <c:v>7114.72774332</c:v>
                </c:pt>
                <c:pt idx="155">
                  <c:v>7040.44740889</c:v>
                </c:pt>
                <c:pt idx="156">
                  <c:v>7268.2015284</c:v>
                </c:pt>
                <c:pt idx="157">
                  <c:v>7269.19721814</c:v>
                </c:pt>
                <c:pt idx="158">
                  <c:v>7159.01703495</c:v>
                </c:pt>
                <c:pt idx="159">
                  <c:v>7296.20196487</c:v>
                </c:pt>
                <c:pt idx="160">
                  <c:v>7609.68479764</c:v>
                </c:pt>
                <c:pt idx="161">
                  <c:v>7912.90420709</c:v>
                </c:pt>
                <c:pt idx="162">
                  <c:v>8022.8111527</c:v>
                </c:pt>
                <c:pt idx="163">
                  <c:v>8227.5729233</c:v>
                </c:pt>
                <c:pt idx="164">
                  <c:v>8694.29861692</c:v>
                </c:pt>
                <c:pt idx="165">
                  <c:v>8982.25447226</c:v>
                </c:pt>
                <c:pt idx="166">
                  <c:v>9096.68713469</c:v>
                </c:pt>
                <c:pt idx="167">
                  <c:v>9129.10731231</c:v>
                </c:pt>
                <c:pt idx="168">
                  <c:v>9446.06812242</c:v>
                </c:pt>
                <c:pt idx="169">
                  <c:v>9603.19411053</c:v>
                </c:pt>
                <c:pt idx="170">
                  <c:v>9061.78171197</c:v>
                </c:pt>
                <c:pt idx="171">
                  <c:v>9732.86954857</c:v>
                </c:pt>
                <c:pt idx="172">
                  <c:v>10193.1783604</c:v>
                </c:pt>
                <c:pt idx="173">
                  <c:v>9952.92148751</c:v>
                </c:pt>
                <c:pt idx="174">
                  <c:v>9744.75357692</c:v>
                </c:pt>
                <c:pt idx="175">
                  <c:v>10153.4796372</c:v>
                </c:pt>
              </c:numCache>
            </c:numRef>
          </c:yVal>
        </c:ser>
        <c:ser>
          <c:idx val="1"/>
          <c:order val="1"/>
          <c:tx>
            <c:v>적금 4%</c:v>
          </c:tx>
          <c:spPr>
            <a:ln xmlns:a="http://schemas.openxmlformats.org/drawingml/2006/main" w="24765">
              <a:solidFill>
                <a:srgbClr val="2767B7"/>
              </a:solidFill>
              <a:prstDash val="solid"/>
            </a:ln>
          </c:spPr>
          <c:marker>
            <c:symbol val="none"/>
          </c:marker>
          <c:xVal>
            <c:numRef>
              <c:f>'Chart Data'!$C$2:$C$177</c:f>
              <c:numCache>
                <c:formatCode>General</c:formatCode>
                <c:ptCount val="176"/>
                <c:pt idx="0">
                  <c:v>2012.08196721</c:v>
                </c:pt>
                <c:pt idx="1">
                  <c:v>2012.16120219</c:v>
                </c:pt>
                <c:pt idx="2">
                  <c:v>2012.2431694</c:v>
                </c:pt>
                <c:pt idx="3">
                  <c:v>2012.32786885</c:v>
                </c:pt>
                <c:pt idx="4">
                  <c:v>2012.41256831</c:v>
                </c:pt>
                <c:pt idx="5">
                  <c:v>2012.49180328</c:v>
                </c:pt>
                <c:pt idx="6">
                  <c:v>2012.57923497</c:v>
                </c:pt>
                <c:pt idx="7">
                  <c:v>2012.66393443</c:v>
                </c:pt>
                <c:pt idx="8">
                  <c:v>2012.74043716</c:v>
                </c:pt>
                <c:pt idx="9">
                  <c:v>2012.83060109</c:v>
                </c:pt>
                <c:pt idx="10">
                  <c:v>2012.91256831</c:v>
                </c:pt>
                <c:pt idx="11">
                  <c:v>2012.99726776</c:v>
                </c:pt>
                <c:pt idx="12">
                  <c:v>2013.08219178</c:v>
                </c:pt>
                <c:pt idx="13">
                  <c:v>2013.15890411</c:v>
                </c:pt>
                <c:pt idx="14">
                  <c:v>2013.23561644</c:v>
                </c:pt>
                <c:pt idx="15">
                  <c:v>2013.3260274</c:v>
                </c:pt>
                <c:pt idx="16">
                  <c:v>2013.4109589</c:v>
                </c:pt>
                <c:pt idx="17">
                  <c:v>2013.48767123</c:v>
                </c:pt>
                <c:pt idx="18">
                  <c:v>2013.57808219</c:v>
                </c:pt>
                <c:pt idx="19">
                  <c:v>2013.66027397</c:v>
                </c:pt>
                <c:pt idx="20">
                  <c:v>2013.74520548</c:v>
                </c:pt>
                <c:pt idx="21">
                  <c:v>2013.83013699</c:v>
                </c:pt>
                <c:pt idx="22">
                  <c:v>2013.90958904</c:v>
                </c:pt>
                <c:pt idx="23">
                  <c:v>2013.99726027</c:v>
                </c:pt>
                <c:pt idx="24">
                  <c:v>2014.08219178</c:v>
                </c:pt>
                <c:pt idx="25">
                  <c:v>2014.15890411</c:v>
                </c:pt>
                <c:pt idx="26">
                  <c:v>2014.24383562</c:v>
                </c:pt>
                <c:pt idx="27">
                  <c:v>2014.3260274</c:v>
                </c:pt>
                <c:pt idx="28">
                  <c:v>2014.40821918</c:v>
                </c:pt>
                <c:pt idx="29">
                  <c:v>2014.49315068</c:v>
                </c:pt>
                <c:pt idx="30">
                  <c:v>2014.57808219</c:v>
                </c:pt>
                <c:pt idx="31">
                  <c:v>2014.65753425</c:v>
                </c:pt>
                <c:pt idx="32">
                  <c:v>2014.74520548</c:v>
                </c:pt>
                <c:pt idx="33">
                  <c:v>2014.83013699</c:v>
                </c:pt>
                <c:pt idx="34">
                  <c:v>2014.90684932</c:v>
                </c:pt>
                <c:pt idx="35">
                  <c:v>2014.99726027</c:v>
                </c:pt>
                <c:pt idx="36">
                  <c:v>2015.07945205</c:v>
                </c:pt>
                <c:pt idx="37">
                  <c:v>2015.15616438</c:v>
                </c:pt>
                <c:pt idx="38">
                  <c:v>2015.24383562</c:v>
                </c:pt>
                <c:pt idx="39">
                  <c:v>2015.3260274</c:v>
                </c:pt>
                <c:pt idx="40">
                  <c:v>2015.40547945</c:v>
                </c:pt>
                <c:pt idx="41">
                  <c:v>2015.49315068</c:v>
                </c:pt>
                <c:pt idx="42">
                  <c:v>2015.57808219</c:v>
                </c:pt>
                <c:pt idx="43">
                  <c:v>2015.6630137</c:v>
                </c:pt>
                <c:pt idx="44">
                  <c:v>2015.74520548</c:v>
                </c:pt>
                <c:pt idx="45">
                  <c:v>2015.82739726</c:v>
                </c:pt>
                <c:pt idx="46">
                  <c:v>2015.91232877</c:v>
                </c:pt>
                <c:pt idx="47">
                  <c:v>2015.99726027</c:v>
                </c:pt>
                <c:pt idx="48">
                  <c:v>2016.07650273</c:v>
                </c:pt>
                <c:pt idx="49">
                  <c:v>2016.16120219</c:v>
                </c:pt>
                <c:pt idx="50">
                  <c:v>2016.24590164</c:v>
                </c:pt>
                <c:pt idx="51">
                  <c:v>2016.32513661</c:v>
                </c:pt>
                <c:pt idx="52">
                  <c:v>2016.41256831</c:v>
                </c:pt>
                <c:pt idx="53">
                  <c:v>2016.49453552</c:v>
                </c:pt>
                <c:pt idx="54">
                  <c:v>2016.57377049</c:v>
                </c:pt>
                <c:pt idx="55">
                  <c:v>2016.66393443</c:v>
                </c:pt>
                <c:pt idx="56">
                  <c:v>2016.74590164</c:v>
                </c:pt>
                <c:pt idx="57">
                  <c:v>2016.83060109</c:v>
                </c:pt>
                <c:pt idx="58">
                  <c:v>2016.91256831</c:v>
                </c:pt>
                <c:pt idx="59">
                  <c:v>2016.99453552</c:v>
                </c:pt>
                <c:pt idx="60">
                  <c:v>2017.08219178</c:v>
                </c:pt>
                <c:pt idx="61">
                  <c:v>2017.15890411</c:v>
                </c:pt>
                <c:pt idx="62">
                  <c:v>2017.24383562</c:v>
                </c:pt>
                <c:pt idx="63">
                  <c:v>2017.32054795</c:v>
                </c:pt>
                <c:pt idx="64">
                  <c:v>2017.4109589</c:v>
                </c:pt>
                <c:pt idx="65">
                  <c:v>2017.49315068</c:v>
                </c:pt>
                <c:pt idx="66">
                  <c:v>2017.57808219</c:v>
                </c:pt>
                <c:pt idx="67">
                  <c:v>2017.6630137</c:v>
                </c:pt>
                <c:pt idx="68">
                  <c:v>2017.74246575</c:v>
                </c:pt>
                <c:pt idx="69">
                  <c:v>2017.83013699</c:v>
                </c:pt>
                <c:pt idx="70">
                  <c:v>2017.91232877</c:v>
                </c:pt>
                <c:pt idx="71">
                  <c:v>2017.99178082</c:v>
                </c:pt>
                <c:pt idx="72">
                  <c:v>2018.08219178</c:v>
                </c:pt>
                <c:pt idx="73">
                  <c:v>2018.15890411</c:v>
                </c:pt>
                <c:pt idx="74">
                  <c:v>2018.23835616</c:v>
                </c:pt>
                <c:pt idx="75">
                  <c:v>2018.3260274</c:v>
                </c:pt>
                <c:pt idx="76">
                  <c:v>2018.4109589</c:v>
                </c:pt>
                <c:pt idx="77">
                  <c:v>2018.49041096</c:v>
                </c:pt>
                <c:pt idx="78">
                  <c:v>2018.57808219</c:v>
                </c:pt>
                <c:pt idx="79">
                  <c:v>2018.6630137</c:v>
                </c:pt>
                <c:pt idx="80">
                  <c:v>2018.73972603</c:v>
                </c:pt>
                <c:pt idx="81">
                  <c:v>2018.83013699</c:v>
                </c:pt>
                <c:pt idx="82">
                  <c:v>2018.91232877</c:v>
                </c:pt>
                <c:pt idx="83">
                  <c:v>2018.99726027</c:v>
                </c:pt>
                <c:pt idx="84">
                  <c:v>2019.08219178</c:v>
                </c:pt>
                <c:pt idx="85">
                  <c:v>2019.15890411</c:v>
                </c:pt>
                <c:pt idx="86">
                  <c:v>2019.23835616</c:v>
                </c:pt>
                <c:pt idx="87">
                  <c:v>2019.3260274</c:v>
                </c:pt>
                <c:pt idx="88">
                  <c:v>2019.4109589</c:v>
                </c:pt>
                <c:pt idx="89">
                  <c:v>2019.48767123</c:v>
                </c:pt>
                <c:pt idx="90">
                  <c:v>2019.57808219</c:v>
                </c:pt>
                <c:pt idx="91">
                  <c:v>2019.66027397</c:v>
                </c:pt>
                <c:pt idx="92">
                  <c:v>2019.74520548</c:v>
                </c:pt>
                <c:pt idx="93">
                  <c:v>2019.83013699</c:v>
                </c:pt>
                <c:pt idx="94">
                  <c:v>2019.90958904</c:v>
                </c:pt>
                <c:pt idx="95">
                  <c:v>2019.99726027</c:v>
                </c:pt>
                <c:pt idx="96">
                  <c:v>2020.08196721</c:v>
                </c:pt>
                <c:pt idx="97">
                  <c:v>2020.15846995</c:v>
                </c:pt>
                <c:pt idx="98">
                  <c:v>2020.24590164</c:v>
                </c:pt>
                <c:pt idx="99">
                  <c:v>2020.32786885</c:v>
                </c:pt>
                <c:pt idx="100">
                  <c:v>2020.40710383</c:v>
                </c:pt>
                <c:pt idx="101">
                  <c:v>2020.49453552</c:v>
                </c:pt>
                <c:pt idx="102">
                  <c:v>2020.57923497</c:v>
                </c:pt>
                <c:pt idx="103">
                  <c:v>2020.66393443</c:v>
                </c:pt>
                <c:pt idx="104">
                  <c:v>2020.74590164</c:v>
                </c:pt>
                <c:pt idx="105">
                  <c:v>2020.82786885</c:v>
                </c:pt>
                <c:pt idx="106">
                  <c:v>2020.91256831</c:v>
                </c:pt>
                <c:pt idx="107">
                  <c:v>2020.99726776</c:v>
                </c:pt>
                <c:pt idx="108">
                  <c:v>2021.07671233</c:v>
                </c:pt>
                <c:pt idx="109">
                  <c:v>2021.15342466</c:v>
                </c:pt>
                <c:pt idx="110">
                  <c:v>2021.24383562</c:v>
                </c:pt>
                <c:pt idx="111">
                  <c:v>2021.3260274</c:v>
                </c:pt>
                <c:pt idx="112">
                  <c:v>2021.40273973</c:v>
                </c:pt>
                <c:pt idx="113">
                  <c:v>2021.49315068</c:v>
                </c:pt>
                <c:pt idx="114">
                  <c:v>2021.57534247</c:v>
                </c:pt>
                <c:pt idx="115">
                  <c:v>2021.6630137</c:v>
                </c:pt>
                <c:pt idx="116">
                  <c:v>2021.74520548</c:v>
                </c:pt>
                <c:pt idx="117">
                  <c:v>2021.82465753</c:v>
                </c:pt>
                <c:pt idx="118">
                  <c:v>2021.91232877</c:v>
                </c:pt>
                <c:pt idx="119">
                  <c:v>2021.99726027</c:v>
                </c:pt>
                <c:pt idx="120">
                  <c:v>2022.08219178</c:v>
                </c:pt>
                <c:pt idx="121">
                  <c:v>2022.15890411</c:v>
                </c:pt>
                <c:pt idx="122">
                  <c:v>2022.24383562</c:v>
                </c:pt>
                <c:pt idx="123">
                  <c:v>2022.32328767</c:v>
                </c:pt>
                <c:pt idx="124">
                  <c:v>2022.4109589</c:v>
                </c:pt>
                <c:pt idx="125">
                  <c:v>2022.49315068</c:v>
                </c:pt>
                <c:pt idx="126">
                  <c:v>2022.57260274</c:v>
                </c:pt>
                <c:pt idx="127">
                  <c:v>2022.6630137</c:v>
                </c:pt>
                <c:pt idx="128">
                  <c:v>2022.74520548</c:v>
                </c:pt>
                <c:pt idx="129">
                  <c:v>2022.83013699</c:v>
                </c:pt>
                <c:pt idx="130">
                  <c:v>2022.91232877</c:v>
                </c:pt>
                <c:pt idx="131">
                  <c:v>2022.99452055</c:v>
                </c:pt>
                <c:pt idx="132">
                  <c:v>2023.08219178</c:v>
                </c:pt>
                <c:pt idx="133">
                  <c:v>2023.15890411</c:v>
                </c:pt>
                <c:pt idx="134">
                  <c:v>2023.24383562</c:v>
                </c:pt>
                <c:pt idx="135">
                  <c:v>2023.32054795</c:v>
                </c:pt>
                <c:pt idx="136">
                  <c:v>2023.4109589</c:v>
                </c:pt>
                <c:pt idx="137">
                  <c:v>2023.49315068</c:v>
                </c:pt>
                <c:pt idx="138">
                  <c:v>2023.57808219</c:v>
                </c:pt>
                <c:pt idx="139">
                  <c:v>2023.6630137</c:v>
                </c:pt>
                <c:pt idx="140">
                  <c:v>2023.74246575</c:v>
                </c:pt>
                <c:pt idx="141">
                  <c:v>2023.83013699</c:v>
                </c:pt>
                <c:pt idx="142">
                  <c:v>2023.91232877</c:v>
                </c:pt>
                <c:pt idx="143">
                  <c:v>2023.99178082</c:v>
                </c:pt>
                <c:pt idx="144">
                  <c:v>2024.08196721</c:v>
                </c:pt>
                <c:pt idx="145">
                  <c:v>2024.16120219</c:v>
                </c:pt>
                <c:pt idx="146">
                  <c:v>2024.23770492</c:v>
                </c:pt>
                <c:pt idx="147">
                  <c:v>2024.32786885</c:v>
                </c:pt>
                <c:pt idx="148">
                  <c:v>2024.41256831</c:v>
                </c:pt>
                <c:pt idx="149">
                  <c:v>2024.48907104</c:v>
                </c:pt>
                <c:pt idx="150">
                  <c:v>2024.57923497</c:v>
                </c:pt>
                <c:pt idx="151">
                  <c:v>2024.66120219</c:v>
                </c:pt>
                <c:pt idx="152">
                  <c:v>2024.74590164</c:v>
                </c:pt>
                <c:pt idx="153">
                  <c:v>2024.83060109</c:v>
                </c:pt>
                <c:pt idx="154">
                  <c:v>2024.90983607</c:v>
                </c:pt>
                <c:pt idx="155">
                  <c:v>2024.99726776</c:v>
                </c:pt>
                <c:pt idx="156">
                  <c:v>2025.08219178</c:v>
                </c:pt>
                <c:pt idx="157">
                  <c:v>2025.15890411</c:v>
                </c:pt>
                <c:pt idx="158">
                  <c:v>2025.24383562</c:v>
                </c:pt>
                <c:pt idx="159">
                  <c:v>2025.3260274</c:v>
                </c:pt>
                <c:pt idx="160">
                  <c:v>2025.40821918</c:v>
                </c:pt>
                <c:pt idx="161">
                  <c:v>2025.49315068</c:v>
                </c:pt>
                <c:pt idx="162">
                  <c:v>2025.57808219</c:v>
                </c:pt>
                <c:pt idx="163">
                  <c:v>2025.65753425</c:v>
                </c:pt>
                <c:pt idx="164">
                  <c:v>2025.74520548</c:v>
                </c:pt>
                <c:pt idx="165">
                  <c:v>2025.83013699</c:v>
                </c:pt>
                <c:pt idx="166">
                  <c:v>2025.90684932</c:v>
                </c:pt>
                <c:pt idx="167">
                  <c:v>2025.99726027</c:v>
                </c:pt>
                <c:pt idx="168">
                  <c:v>2026.07945205</c:v>
                </c:pt>
                <c:pt idx="169">
                  <c:v>2026.15616438</c:v>
                </c:pt>
                <c:pt idx="170">
                  <c:v>2026.24383562</c:v>
                </c:pt>
                <c:pt idx="171">
                  <c:v>2026.3260274</c:v>
                </c:pt>
                <c:pt idx="172">
                  <c:v>2026.40547945</c:v>
                </c:pt>
                <c:pt idx="173">
                  <c:v>2026.49315068</c:v>
                </c:pt>
                <c:pt idx="174">
                  <c:v>2026.57808219</c:v>
                </c:pt>
                <c:pt idx="175">
                  <c:v>2026.6630137</c:v>
                </c:pt>
              </c:numCache>
            </c:numRef>
          </c:xVal>
          <c:yVal>
            <c:numRef>
              <c:f>'Chart Data'!$D$2:$D$177</c:f>
              <c:numCache>
                <c:formatCode>#,##0</c:formatCode>
                <c:ptCount val="176"/>
                <c:pt idx="0">
                  <c:v>20.0666666667</c:v>
                </c:pt>
                <c:pt idx="1">
                  <c:v>40.2</c:v>
                </c:pt>
                <c:pt idx="2">
                  <c:v>60.4</c:v>
                </c:pt>
                <c:pt idx="3">
                  <c:v>80.6666666667</c:v>
                </c:pt>
                <c:pt idx="4">
                  <c:v>101</c:v>
                </c:pt>
                <c:pt idx="5">
                  <c:v>121.4</c:v>
                </c:pt>
                <c:pt idx="6">
                  <c:v>141.866666667</c:v>
                </c:pt>
                <c:pt idx="7">
                  <c:v>162.4</c:v>
                </c:pt>
                <c:pt idx="8">
                  <c:v>183</c:v>
                </c:pt>
                <c:pt idx="9">
                  <c:v>203.666666667</c:v>
                </c:pt>
                <c:pt idx="10">
                  <c:v>224.4</c:v>
                </c:pt>
                <c:pt idx="11">
                  <c:v>245.2</c:v>
                </c:pt>
                <c:pt idx="12">
                  <c:v>266.084</c:v>
                </c:pt>
                <c:pt idx="13">
                  <c:v>287.034666667</c:v>
                </c:pt>
                <c:pt idx="14">
                  <c:v>308.052</c:v>
                </c:pt>
                <c:pt idx="15">
                  <c:v>329.136</c:v>
                </c:pt>
                <c:pt idx="16">
                  <c:v>350.286666667</c:v>
                </c:pt>
                <c:pt idx="17">
                  <c:v>371.504</c:v>
                </c:pt>
                <c:pt idx="18">
                  <c:v>392.788</c:v>
                </c:pt>
                <c:pt idx="19">
                  <c:v>414.138666667</c:v>
                </c:pt>
                <c:pt idx="20">
                  <c:v>435.556</c:v>
                </c:pt>
                <c:pt idx="21">
                  <c:v>457.04</c:v>
                </c:pt>
                <c:pt idx="22">
                  <c:v>478.590666667</c:v>
                </c:pt>
                <c:pt idx="23">
                  <c:v>500.208</c:v>
                </c:pt>
                <c:pt idx="24">
                  <c:v>521.942026667</c:v>
                </c:pt>
                <c:pt idx="25">
                  <c:v>543.74272</c:v>
                </c:pt>
                <c:pt idx="26">
                  <c:v>565.61008</c:v>
                </c:pt>
                <c:pt idx="27">
                  <c:v>587.544106667</c:v>
                </c:pt>
                <c:pt idx="28">
                  <c:v>609.5448</c:v>
                </c:pt>
                <c:pt idx="29">
                  <c:v>631.61216</c:v>
                </c:pt>
                <c:pt idx="30">
                  <c:v>653.746186667</c:v>
                </c:pt>
                <c:pt idx="31">
                  <c:v>675.94688</c:v>
                </c:pt>
                <c:pt idx="32">
                  <c:v>698.21424</c:v>
                </c:pt>
                <c:pt idx="33">
                  <c:v>720.548266667</c:v>
                </c:pt>
                <c:pt idx="34">
                  <c:v>742.94896</c:v>
                </c:pt>
                <c:pt idx="35">
                  <c:v>765.41632</c:v>
                </c:pt>
                <c:pt idx="36">
                  <c:v>788.0343744</c:v>
                </c:pt>
                <c:pt idx="37">
                  <c:v>810.719095467</c:v>
                </c:pt>
                <c:pt idx="38">
                  <c:v>833.4704832</c:v>
                </c:pt>
                <c:pt idx="39">
                  <c:v>856.2885376</c:v>
                </c:pt>
                <c:pt idx="40">
                  <c:v>879.173258667</c:v>
                </c:pt>
                <c:pt idx="41">
                  <c:v>902.1246464</c:v>
                </c:pt>
                <c:pt idx="42">
                  <c:v>925.1427008</c:v>
                </c:pt>
                <c:pt idx="43">
                  <c:v>948.227421867</c:v>
                </c:pt>
                <c:pt idx="44">
                  <c:v>971.3788096</c:v>
                </c:pt>
                <c:pt idx="45">
                  <c:v>994.596864</c:v>
                </c:pt>
                <c:pt idx="46">
                  <c:v>1017.88158507</c:v>
                </c:pt>
                <c:pt idx="47">
                  <c:v>1041.2329728</c:v>
                </c:pt>
                <c:pt idx="48">
                  <c:v>1064.77041604</c:v>
                </c:pt>
                <c:pt idx="49">
                  <c:v>1088.37452595</c:v>
                </c:pt>
                <c:pt idx="50">
                  <c:v>1112.04530253</c:v>
                </c:pt>
                <c:pt idx="51">
                  <c:v>1135.78274577</c:v>
                </c:pt>
                <c:pt idx="52">
                  <c:v>1159.58685568</c:v>
                </c:pt>
                <c:pt idx="53">
                  <c:v>1183.45763226</c:v>
                </c:pt>
                <c:pt idx="54">
                  <c:v>1207.3950755</c:v>
                </c:pt>
                <c:pt idx="55">
                  <c:v>1231.39918541</c:v>
                </c:pt>
                <c:pt idx="56">
                  <c:v>1255.46996198</c:v>
                </c:pt>
                <c:pt idx="57">
                  <c:v>1279.60740523</c:v>
                </c:pt>
                <c:pt idx="58">
                  <c:v>1303.81151514</c:v>
                </c:pt>
                <c:pt idx="59">
                  <c:v>1328.08229171</c:v>
                </c:pt>
                <c:pt idx="60">
                  <c:v>1352.57589935</c:v>
                </c:pt>
                <c:pt idx="61">
                  <c:v>1377.13617366</c:v>
                </c:pt>
                <c:pt idx="62">
                  <c:v>1401.76311463</c:v>
                </c:pt>
                <c:pt idx="63">
                  <c:v>1426.45672227</c:v>
                </c:pt>
                <c:pt idx="64">
                  <c:v>1451.21699657</c:v>
                </c:pt>
                <c:pt idx="65">
                  <c:v>1476.04393755</c:v>
                </c:pt>
                <c:pt idx="66">
                  <c:v>1500.93754519</c:v>
                </c:pt>
                <c:pt idx="67">
                  <c:v>1525.89781949</c:v>
                </c:pt>
                <c:pt idx="68">
                  <c:v>1550.92476046</c:v>
                </c:pt>
                <c:pt idx="69">
                  <c:v>1576.0183681</c:v>
                </c:pt>
                <c:pt idx="70">
                  <c:v>1601.17864241</c:v>
                </c:pt>
                <c:pt idx="71">
                  <c:v>1626.40558338</c:v>
                </c:pt>
                <c:pt idx="72">
                  <c:v>1651.89360199</c:v>
                </c:pt>
                <c:pt idx="73">
                  <c:v>1677.44828727</c:v>
                </c:pt>
                <c:pt idx="74">
                  <c:v>1703.06963921</c:v>
                </c:pt>
                <c:pt idx="75">
                  <c:v>1728.75765783</c:v>
                </c:pt>
                <c:pt idx="76">
                  <c:v>1754.5123431</c:v>
                </c:pt>
                <c:pt idx="77">
                  <c:v>1780.33369505</c:v>
                </c:pt>
                <c:pt idx="78">
                  <c:v>1806.22171366</c:v>
                </c:pt>
                <c:pt idx="79">
                  <c:v>1832.17639894</c:v>
                </c:pt>
                <c:pt idx="80">
                  <c:v>1858.19775088</c:v>
                </c:pt>
                <c:pt idx="81">
                  <c:v>1884.28576949</c:v>
                </c:pt>
                <c:pt idx="82">
                  <c:v>1910.44045477</c:v>
                </c:pt>
                <c:pt idx="83">
                  <c:v>1936.66180672</c:v>
                </c:pt>
                <c:pt idx="84">
                  <c:v>1963.18401274</c:v>
                </c:pt>
                <c:pt idx="85">
                  <c:v>1989.77288543</c:v>
                </c:pt>
                <c:pt idx="86">
                  <c:v>2016.42842478</c:v>
                </c:pt>
                <c:pt idx="87">
                  <c:v>2043.15063081</c:v>
                </c:pt>
                <c:pt idx="88">
                  <c:v>2069.93950349</c:v>
                </c:pt>
                <c:pt idx="89">
                  <c:v>2096.79504285</c:v>
                </c:pt>
                <c:pt idx="90">
                  <c:v>2123.71724887</c:v>
                </c:pt>
                <c:pt idx="91">
                  <c:v>2150.70612156</c:v>
                </c:pt>
                <c:pt idx="92">
                  <c:v>2177.76166092</c:v>
                </c:pt>
                <c:pt idx="93">
                  <c:v>2204.88386694</c:v>
                </c:pt>
                <c:pt idx="94">
                  <c:v>2232.07273963</c:v>
                </c:pt>
                <c:pt idx="95">
                  <c:v>2259.32827898</c:v>
                </c:pt>
                <c:pt idx="96">
                  <c:v>2286.92603991</c:v>
                </c:pt>
                <c:pt idx="97">
                  <c:v>2314.59046751</c:v>
                </c:pt>
                <c:pt idx="98">
                  <c:v>2342.32156177</c:v>
                </c:pt>
                <c:pt idx="99">
                  <c:v>2370.1193227</c:v>
                </c:pt>
                <c:pt idx="100">
                  <c:v>2397.9837503</c:v>
                </c:pt>
                <c:pt idx="101">
                  <c:v>2425.91484456</c:v>
                </c:pt>
                <c:pt idx="102">
                  <c:v>2453.91260549</c:v>
                </c:pt>
                <c:pt idx="103">
                  <c:v>2481.97703309</c:v>
                </c:pt>
                <c:pt idx="104">
                  <c:v>2510.10812735</c:v>
                </c:pt>
                <c:pt idx="105">
                  <c:v>2538.30588828</c:v>
                </c:pt>
                <c:pt idx="106">
                  <c:v>2566.57031588</c:v>
                </c:pt>
                <c:pt idx="107">
                  <c:v>2594.90141014</c:v>
                </c:pt>
                <c:pt idx="108">
                  <c:v>2623.61774818</c:v>
                </c:pt>
                <c:pt idx="109">
                  <c:v>2652.40075288</c:v>
                </c:pt>
                <c:pt idx="110">
                  <c:v>2681.25042425</c:v>
                </c:pt>
                <c:pt idx="111">
                  <c:v>2710.16676228</c:v>
                </c:pt>
                <c:pt idx="112">
                  <c:v>2739.14976698</c:v>
                </c:pt>
                <c:pt idx="113">
                  <c:v>2768.19943835</c:v>
                </c:pt>
                <c:pt idx="114">
                  <c:v>2797.31577638</c:v>
                </c:pt>
                <c:pt idx="115">
                  <c:v>2826.49878108</c:v>
                </c:pt>
                <c:pt idx="116">
                  <c:v>2855.74845245</c:v>
                </c:pt>
                <c:pt idx="117">
                  <c:v>2885.06479048</c:v>
                </c:pt>
                <c:pt idx="118">
                  <c:v>2914.44779518</c:v>
                </c:pt>
                <c:pt idx="119">
                  <c:v>2943.89746655</c:v>
                </c:pt>
                <c:pt idx="120">
                  <c:v>2973.77712477</c:v>
                </c:pt>
                <c:pt idx="121">
                  <c:v>3003.72344966</c:v>
                </c:pt>
                <c:pt idx="122">
                  <c:v>3033.73644121</c:v>
                </c:pt>
                <c:pt idx="123">
                  <c:v>3063.81609944</c:v>
                </c:pt>
                <c:pt idx="124">
                  <c:v>3093.96242433</c:v>
                </c:pt>
                <c:pt idx="125">
                  <c:v>3124.17541588</c:v>
                </c:pt>
                <c:pt idx="126">
                  <c:v>3154.4550741</c:v>
                </c:pt>
                <c:pt idx="127">
                  <c:v>3184.80139899</c:v>
                </c:pt>
                <c:pt idx="128">
                  <c:v>3215.21439055</c:v>
                </c:pt>
                <c:pt idx="129">
                  <c:v>3245.69404877</c:v>
                </c:pt>
                <c:pt idx="130">
                  <c:v>3276.24037366</c:v>
                </c:pt>
                <c:pt idx="131">
                  <c:v>3306.85336521</c:v>
                </c:pt>
                <c:pt idx="132">
                  <c:v>3337.94287643</c:v>
                </c:pt>
                <c:pt idx="133">
                  <c:v>3369.09905431</c:v>
                </c:pt>
                <c:pt idx="134">
                  <c:v>3400.32189886</c:v>
                </c:pt>
                <c:pt idx="135">
                  <c:v>3431.61141008</c:v>
                </c:pt>
                <c:pt idx="136">
                  <c:v>3462.96758796</c:v>
                </c:pt>
                <c:pt idx="137">
                  <c:v>3494.39043252</c:v>
                </c:pt>
                <c:pt idx="138">
                  <c:v>3525.87994373</c:v>
                </c:pt>
                <c:pt idx="139">
                  <c:v>3557.43612162</c:v>
                </c:pt>
                <c:pt idx="140">
                  <c:v>3589.05896617</c:v>
                </c:pt>
                <c:pt idx="141">
                  <c:v>3620.74847739</c:v>
                </c:pt>
                <c:pt idx="142">
                  <c:v>3652.50465527</c:v>
                </c:pt>
                <c:pt idx="143">
                  <c:v>3684.32749982</c:v>
                </c:pt>
                <c:pt idx="144">
                  <c:v>3716.67525815</c:v>
                </c:pt>
                <c:pt idx="145">
                  <c:v>3749.08968315</c:v>
                </c:pt>
                <c:pt idx="146">
                  <c:v>3781.57077482</c:v>
                </c:pt>
                <c:pt idx="147">
                  <c:v>3814.11853315</c:v>
                </c:pt>
                <c:pt idx="148">
                  <c:v>3846.73295815</c:v>
                </c:pt>
                <c:pt idx="149">
                  <c:v>3879.41404982</c:v>
                </c:pt>
                <c:pt idx="150">
                  <c:v>3912.16180815</c:v>
                </c:pt>
                <c:pt idx="151">
                  <c:v>3944.97623315</c:v>
                </c:pt>
                <c:pt idx="152">
                  <c:v>3977.85732481</c:v>
                </c:pt>
                <c:pt idx="153">
                  <c:v>4010.80508315</c:v>
                </c:pt>
                <c:pt idx="154">
                  <c:v>4043.81950815</c:v>
                </c:pt>
                <c:pt idx="155">
                  <c:v>4076.90059981</c:v>
                </c:pt>
                <c:pt idx="156">
                  <c:v>4110.55693515</c:v>
                </c:pt>
                <c:pt idx="157">
                  <c:v>4144.27993714</c:v>
                </c:pt>
                <c:pt idx="158">
                  <c:v>4178.06960581</c:v>
                </c:pt>
                <c:pt idx="159">
                  <c:v>4211.92594114</c:v>
                </c:pt>
                <c:pt idx="160">
                  <c:v>4245.84894314</c:v>
                </c:pt>
                <c:pt idx="161">
                  <c:v>4279.83861181</c:v>
                </c:pt>
                <c:pt idx="162">
                  <c:v>4313.89494714</c:v>
                </c:pt>
                <c:pt idx="163">
                  <c:v>4348.01794914</c:v>
                </c:pt>
                <c:pt idx="164">
                  <c:v>4382.20761781</c:v>
                </c:pt>
                <c:pt idx="165">
                  <c:v>4416.46395314</c:v>
                </c:pt>
                <c:pt idx="166">
                  <c:v>4450.78695514</c:v>
                </c:pt>
                <c:pt idx="167">
                  <c:v>4485.17662381</c:v>
                </c:pt>
                <c:pt idx="168">
                  <c:v>4520.19387922</c:v>
                </c:pt>
                <c:pt idx="169">
                  <c:v>4555.2778013</c:v>
                </c:pt>
                <c:pt idx="170">
                  <c:v>4590.42839004</c:v>
                </c:pt>
                <c:pt idx="171">
                  <c:v>4625.64564546</c:v>
                </c:pt>
                <c:pt idx="172">
                  <c:v>4660.92956754</c:v>
                </c:pt>
                <c:pt idx="173">
                  <c:v>4696.28015628</c:v>
                </c:pt>
                <c:pt idx="174">
                  <c:v>4731.69741169</c:v>
                </c:pt>
                <c:pt idx="175">
                  <c:v>4767.18133377</c:v>
                </c:pt>
              </c:numCache>
            </c:numRef>
          </c:yVal>
        </c:ser>
        <c:ser>
          <c:idx val="2"/>
          <c:order val="2"/>
          <c:tx>
            <c:v>적금 3%</c:v>
          </c:tx>
          <c:spPr>
            <a:ln xmlns:a="http://schemas.openxmlformats.org/drawingml/2006/main" w="24765">
              <a:solidFill>
                <a:srgbClr val="72ABE0"/>
              </a:solidFill>
              <a:prstDash val="solid"/>
            </a:ln>
          </c:spPr>
          <c:marker>
            <c:symbol val="none"/>
          </c:marker>
          <c:xVal>
            <c:numRef>
              <c:f>'Chart Data'!$E$2:$E$177</c:f>
              <c:numCache>
                <c:formatCode>General</c:formatCode>
                <c:ptCount val="176"/>
                <c:pt idx="0">
                  <c:v>2012.08196721</c:v>
                </c:pt>
                <c:pt idx="1">
                  <c:v>2012.16120219</c:v>
                </c:pt>
                <c:pt idx="2">
                  <c:v>2012.2431694</c:v>
                </c:pt>
                <c:pt idx="3">
                  <c:v>2012.32786885</c:v>
                </c:pt>
                <c:pt idx="4">
                  <c:v>2012.41256831</c:v>
                </c:pt>
                <c:pt idx="5">
                  <c:v>2012.49180328</c:v>
                </c:pt>
                <c:pt idx="6">
                  <c:v>2012.57923497</c:v>
                </c:pt>
                <c:pt idx="7">
                  <c:v>2012.66393443</c:v>
                </c:pt>
                <c:pt idx="8">
                  <c:v>2012.74043716</c:v>
                </c:pt>
                <c:pt idx="9">
                  <c:v>2012.83060109</c:v>
                </c:pt>
                <c:pt idx="10">
                  <c:v>2012.91256831</c:v>
                </c:pt>
                <c:pt idx="11">
                  <c:v>2012.99726776</c:v>
                </c:pt>
                <c:pt idx="12">
                  <c:v>2013.08219178</c:v>
                </c:pt>
                <c:pt idx="13">
                  <c:v>2013.15890411</c:v>
                </c:pt>
                <c:pt idx="14">
                  <c:v>2013.23561644</c:v>
                </c:pt>
                <c:pt idx="15">
                  <c:v>2013.3260274</c:v>
                </c:pt>
                <c:pt idx="16">
                  <c:v>2013.4109589</c:v>
                </c:pt>
                <c:pt idx="17">
                  <c:v>2013.48767123</c:v>
                </c:pt>
                <c:pt idx="18">
                  <c:v>2013.57808219</c:v>
                </c:pt>
                <c:pt idx="19">
                  <c:v>2013.66027397</c:v>
                </c:pt>
                <c:pt idx="20">
                  <c:v>2013.74520548</c:v>
                </c:pt>
                <c:pt idx="21">
                  <c:v>2013.83013699</c:v>
                </c:pt>
                <c:pt idx="22">
                  <c:v>2013.90958904</c:v>
                </c:pt>
                <c:pt idx="23">
                  <c:v>2013.99726027</c:v>
                </c:pt>
                <c:pt idx="24">
                  <c:v>2014.08219178</c:v>
                </c:pt>
                <c:pt idx="25">
                  <c:v>2014.15890411</c:v>
                </c:pt>
                <c:pt idx="26">
                  <c:v>2014.24383562</c:v>
                </c:pt>
                <c:pt idx="27">
                  <c:v>2014.3260274</c:v>
                </c:pt>
                <c:pt idx="28">
                  <c:v>2014.40821918</c:v>
                </c:pt>
                <c:pt idx="29">
                  <c:v>2014.49315068</c:v>
                </c:pt>
                <c:pt idx="30">
                  <c:v>2014.57808219</c:v>
                </c:pt>
                <c:pt idx="31">
                  <c:v>2014.65753425</c:v>
                </c:pt>
                <c:pt idx="32">
                  <c:v>2014.74520548</c:v>
                </c:pt>
                <c:pt idx="33">
                  <c:v>2014.83013699</c:v>
                </c:pt>
                <c:pt idx="34">
                  <c:v>2014.90684932</c:v>
                </c:pt>
                <c:pt idx="35">
                  <c:v>2014.99726027</c:v>
                </c:pt>
                <c:pt idx="36">
                  <c:v>2015.07945205</c:v>
                </c:pt>
                <c:pt idx="37">
                  <c:v>2015.15616438</c:v>
                </c:pt>
                <c:pt idx="38">
                  <c:v>2015.24383562</c:v>
                </c:pt>
                <c:pt idx="39">
                  <c:v>2015.3260274</c:v>
                </c:pt>
                <c:pt idx="40">
                  <c:v>2015.40547945</c:v>
                </c:pt>
                <c:pt idx="41">
                  <c:v>2015.49315068</c:v>
                </c:pt>
                <c:pt idx="42">
                  <c:v>2015.57808219</c:v>
                </c:pt>
                <c:pt idx="43">
                  <c:v>2015.6630137</c:v>
                </c:pt>
                <c:pt idx="44">
                  <c:v>2015.74520548</c:v>
                </c:pt>
                <c:pt idx="45">
                  <c:v>2015.82739726</c:v>
                </c:pt>
                <c:pt idx="46">
                  <c:v>2015.91232877</c:v>
                </c:pt>
                <c:pt idx="47">
                  <c:v>2015.99726027</c:v>
                </c:pt>
                <c:pt idx="48">
                  <c:v>2016.07650273</c:v>
                </c:pt>
                <c:pt idx="49">
                  <c:v>2016.16120219</c:v>
                </c:pt>
                <c:pt idx="50">
                  <c:v>2016.24590164</c:v>
                </c:pt>
                <c:pt idx="51">
                  <c:v>2016.32513661</c:v>
                </c:pt>
                <c:pt idx="52">
                  <c:v>2016.41256831</c:v>
                </c:pt>
                <c:pt idx="53">
                  <c:v>2016.49453552</c:v>
                </c:pt>
                <c:pt idx="54">
                  <c:v>2016.57377049</c:v>
                </c:pt>
                <c:pt idx="55">
                  <c:v>2016.66393443</c:v>
                </c:pt>
                <c:pt idx="56">
                  <c:v>2016.74590164</c:v>
                </c:pt>
                <c:pt idx="57">
                  <c:v>2016.83060109</c:v>
                </c:pt>
                <c:pt idx="58">
                  <c:v>2016.91256831</c:v>
                </c:pt>
                <c:pt idx="59">
                  <c:v>2016.99453552</c:v>
                </c:pt>
                <c:pt idx="60">
                  <c:v>2017.08219178</c:v>
                </c:pt>
                <c:pt idx="61">
                  <c:v>2017.15890411</c:v>
                </c:pt>
                <c:pt idx="62">
                  <c:v>2017.24383562</c:v>
                </c:pt>
                <c:pt idx="63">
                  <c:v>2017.32054795</c:v>
                </c:pt>
                <c:pt idx="64">
                  <c:v>2017.4109589</c:v>
                </c:pt>
                <c:pt idx="65">
                  <c:v>2017.49315068</c:v>
                </c:pt>
                <c:pt idx="66">
                  <c:v>2017.57808219</c:v>
                </c:pt>
                <c:pt idx="67">
                  <c:v>2017.6630137</c:v>
                </c:pt>
                <c:pt idx="68">
                  <c:v>2017.74246575</c:v>
                </c:pt>
                <c:pt idx="69">
                  <c:v>2017.83013699</c:v>
                </c:pt>
                <c:pt idx="70">
                  <c:v>2017.91232877</c:v>
                </c:pt>
                <c:pt idx="71">
                  <c:v>2017.99178082</c:v>
                </c:pt>
                <c:pt idx="72">
                  <c:v>2018.08219178</c:v>
                </c:pt>
                <c:pt idx="73">
                  <c:v>2018.15890411</c:v>
                </c:pt>
                <c:pt idx="74">
                  <c:v>2018.23835616</c:v>
                </c:pt>
                <c:pt idx="75">
                  <c:v>2018.3260274</c:v>
                </c:pt>
                <c:pt idx="76">
                  <c:v>2018.4109589</c:v>
                </c:pt>
                <c:pt idx="77">
                  <c:v>2018.49041096</c:v>
                </c:pt>
                <c:pt idx="78">
                  <c:v>2018.57808219</c:v>
                </c:pt>
                <c:pt idx="79">
                  <c:v>2018.6630137</c:v>
                </c:pt>
                <c:pt idx="80">
                  <c:v>2018.73972603</c:v>
                </c:pt>
                <c:pt idx="81">
                  <c:v>2018.83013699</c:v>
                </c:pt>
                <c:pt idx="82">
                  <c:v>2018.91232877</c:v>
                </c:pt>
                <c:pt idx="83">
                  <c:v>2018.99726027</c:v>
                </c:pt>
                <c:pt idx="84">
                  <c:v>2019.08219178</c:v>
                </c:pt>
                <c:pt idx="85">
                  <c:v>2019.15890411</c:v>
                </c:pt>
                <c:pt idx="86">
                  <c:v>2019.23835616</c:v>
                </c:pt>
                <c:pt idx="87">
                  <c:v>2019.3260274</c:v>
                </c:pt>
                <c:pt idx="88">
                  <c:v>2019.4109589</c:v>
                </c:pt>
                <c:pt idx="89">
                  <c:v>2019.48767123</c:v>
                </c:pt>
                <c:pt idx="90">
                  <c:v>2019.57808219</c:v>
                </c:pt>
                <c:pt idx="91">
                  <c:v>2019.66027397</c:v>
                </c:pt>
                <c:pt idx="92">
                  <c:v>2019.74520548</c:v>
                </c:pt>
                <c:pt idx="93">
                  <c:v>2019.83013699</c:v>
                </c:pt>
                <c:pt idx="94">
                  <c:v>2019.90958904</c:v>
                </c:pt>
                <c:pt idx="95">
                  <c:v>2019.99726027</c:v>
                </c:pt>
                <c:pt idx="96">
                  <c:v>2020.08196721</c:v>
                </c:pt>
                <c:pt idx="97">
                  <c:v>2020.15846995</c:v>
                </c:pt>
                <c:pt idx="98">
                  <c:v>2020.24590164</c:v>
                </c:pt>
                <c:pt idx="99">
                  <c:v>2020.32786885</c:v>
                </c:pt>
                <c:pt idx="100">
                  <c:v>2020.40710383</c:v>
                </c:pt>
                <c:pt idx="101">
                  <c:v>2020.49453552</c:v>
                </c:pt>
                <c:pt idx="102">
                  <c:v>2020.57923497</c:v>
                </c:pt>
                <c:pt idx="103">
                  <c:v>2020.66393443</c:v>
                </c:pt>
                <c:pt idx="104">
                  <c:v>2020.74590164</c:v>
                </c:pt>
                <c:pt idx="105">
                  <c:v>2020.82786885</c:v>
                </c:pt>
                <c:pt idx="106">
                  <c:v>2020.91256831</c:v>
                </c:pt>
                <c:pt idx="107">
                  <c:v>2020.99726776</c:v>
                </c:pt>
                <c:pt idx="108">
                  <c:v>2021.07671233</c:v>
                </c:pt>
                <c:pt idx="109">
                  <c:v>2021.15342466</c:v>
                </c:pt>
                <c:pt idx="110">
                  <c:v>2021.24383562</c:v>
                </c:pt>
                <c:pt idx="111">
                  <c:v>2021.3260274</c:v>
                </c:pt>
                <c:pt idx="112">
                  <c:v>2021.40273973</c:v>
                </c:pt>
                <c:pt idx="113">
                  <c:v>2021.49315068</c:v>
                </c:pt>
                <c:pt idx="114">
                  <c:v>2021.57534247</c:v>
                </c:pt>
                <c:pt idx="115">
                  <c:v>2021.6630137</c:v>
                </c:pt>
                <c:pt idx="116">
                  <c:v>2021.74520548</c:v>
                </c:pt>
                <c:pt idx="117">
                  <c:v>2021.82465753</c:v>
                </c:pt>
                <c:pt idx="118">
                  <c:v>2021.91232877</c:v>
                </c:pt>
                <c:pt idx="119">
                  <c:v>2021.99726027</c:v>
                </c:pt>
                <c:pt idx="120">
                  <c:v>2022.08219178</c:v>
                </c:pt>
                <c:pt idx="121">
                  <c:v>2022.15890411</c:v>
                </c:pt>
                <c:pt idx="122">
                  <c:v>2022.24383562</c:v>
                </c:pt>
                <c:pt idx="123">
                  <c:v>2022.32328767</c:v>
                </c:pt>
                <c:pt idx="124">
                  <c:v>2022.4109589</c:v>
                </c:pt>
                <c:pt idx="125">
                  <c:v>2022.49315068</c:v>
                </c:pt>
                <c:pt idx="126">
                  <c:v>2022.57260274</c:v>
                </c:pt>
                <c:pt idx="127">
                  <c:v>2022.6630137</c:v>
                </c:pt>
                <c:pt idx="128">
                  <c:v>2022.74520548</c:v>
                </c:pt>
                <c:pt idx="129">
                  <c:v>2022.83013699</c:v>
                </c:pt>
                <c:pt idx="130">
                  <c:v>2022.91232877</c:v>
                </c:pt>
                <c:pt idx="131">
                  <c:v>2022.99452055</c:v>
                </c:pt>
                <c:pt idx="132">
                  <c:v>2023.08219178</c:v>
                </c:pt>
                <c:pt idx="133">
                  <c:v>2023.15890411</c:v>
                </c:pt>
                <c:pt idx="134">
                  <c:v>2023.24383562</c:v>
                </c:pt>
                <c:pt idx="135">
                  <c:v>2023.32054795</c:v>
                </c:pt>
                <c:pt idx="136">
                  <c:v>2023.4109589</c:v>
                </c:pt>
                <c:pt idx="137">
                  <c:v>2023.49315068</c:v>
                </c:pt>
                <c:pt idx="138">
                  <c:v>2023.57808219</c:v>
                </c:pt>
                <c:pt idx="139">
                  <c:v>2023.6630137</c:v>
                </c:pt>
                <c:pt idx="140">
                  <c:v>2023.74246575</c:v>
                </c:pt>
                <c:pt idx="141">
                  <c:v>2023.83013699</c:v>
                </c:pt>
                <c:pt idx="142">
                  <c:v>2023.91232877</c:v>
                </c:pt>
                <c:pt idx="143">
                  <c:v>2023.99178082</c:v>
                </c:pt>
                <c:pt idx="144">
                  <c:v>2024.08196721</c:v>
                </c:pt>
                <c:pt idx="145">
                  <c:v>2024.16120219</c:v>
                </c:pt>
                <c:pt idx="146">
                  <c:v>2024.23770492</c:v>
                </c:pt>
                <c:pt idx="147">
                  <c:v>2024.32786885</c:v>
                </c:pt>
                <c:pt idx="148">
                  <c:v>2024.41256831</c:v>
                </c:pt>
                <c:pt idx="149">
                  <c:v>2024.48907104</c:v>
                </c:pt>
                <c:pt idx="150">
                  <c:v>2024.57923497</c:v>
                </c:pt>
                <c:pt idx="151">
                  <c:v>2024.66120219</c:v>
                </c:pt>
                <c:pt idx="152">
                  <c:v>2024.74590164</c:v>
                </c:pt>
                <c:pt idx="153">
                  <c:v>2024.83060109</c:v>
                </c:pt>
                <c:pt idx="154">
                  <c:v>2024.90983607</c:v>
                </c:pt>
                <c:pt idx="155">
                  <c:v>2024.99726776</c:v>
                </c:pt>
                <c:pt idx="156">
                  <c:v>2025.08219178</c:v>
                </c:pt>
                <c:pt idx="157">
                  <c:v>2025.15890411</c:v>
                </c:pt>
                <c:pt idx="158">
                  <c:v>2025.24383562</c:v>
                </c:pt>
                <c:pt idx="159">
                  <c:v>2025.3260274</c:v>
                </c:pt>
                <c:pt idx="160">
                  <c:v>2025.40821918</c:v>
                </c:pt>
                <c:pt idx="161">
                  <c:v>2025.49315068</c:v>
                </c:pt>
                <c:pt idx="162">
                  <c:v>2025.57808219</c:v>
                </c:pt>
                <c:pt idx="163">
                  <c:v>2025.65753425</c:v>
                </c:pt>
                <c:pt idx="164">
                  <c:v>2025.74520548</c:v>
                </c:pt>
                <c:pt idx="165">
                  <c:v>2025.83013699</c:v>
                </c:pt>
                <c:pt idx="166">
                  <c:v>2025.90684932</c:v>
                </c:pt>
                <c:pt idx="167">
                  <c:v>2025.99726027</c:v>
                </c:pt>
                <c:pt idx="168">
                  <c:v>2026.07945205</c:v>
                </c:pt>
                <c:pt idx="169">
                  <c:v>2026.15616438</c:v>
                </c:pt>
                <c:pt idx="170">
                  <c:v>2026.24383562</c:v>
                </c:pt>
                <c:pt idx="171">
                  <c:v>2026.3260274</c:v>
                </c:pt>
                <c:pt idx="172">
                  <c:v>2026.40547945</c:v>
                </c:pt>
                <c:pt idx="173">
                  <c:v>2026.49315068</c:v>
                </c:pt>
                <c:pt idx="174">
                  <c:v>2026.57808219</c:v>
                </c:pt>
                <c:pt idx="175">
                  <c:v>2026.6630137</c:v>
                </c:pt>
              </c:numCache>
            </c:numRef>
          </c:xVal>
          <c:yVal>
            <c:numRef>
              <c:f>'Chart Data'!$F$2:$F$177</c:f>
              <c:numCache>
                <c:formatCode>#,##0</c:formatCode>
                <c:ptCount val="176"/>
                <c:pt idx="0">
                  <c:v>20.05</c:v>
                </c:pt>
                <c:pt idx="1">
                  <c:v>40.15</c:v>
                </c:pt>
                <c:pt idx="2">
                  <c:v>60.3</c:v>
                </c:pt>
                <c:pt idx="3">
                  <c:v>80.5</c:v>
                </c:pt>
                <c:pt idx="4">
                  <c:v>100.75</c:v>
                </c:pt>
                <c:pt idx="5">
                  <c:v>121.05</c:v>
                </c:pt>
                <c:pt idx="6">
                  <c:v>141.4</c:v>
                </c:pt>
                <c:pt idx="7">
                  <c:v>161.8</c:v>
                </c:pt>
                <c:pt idx="8">
                  <c:v>182.25</c:v>
                </c:pt>
                <c:pt idx="9">
                  <c:v>202.75</c:v>
                </c:pt>
                <c:pt idx="10">
                  <c:v>223.3</c:v>
                </c:pt>
                <c:pt idx="11">
                  <c:v>243.9</c:v>
                </c:pt>
                <c:pt idx="12">
                  <c:v>264.55975</c:v>
                </c:pt>
                <c:pt idx="13">
                  <c:v>285.2695</c:v>
                </c:pt>
                <c:pt idx="14">
                  <c:v>306.02925</c:v>
                </c:pt>
                <c:pt idx="15">
                  <c:v>326.839</c:v>
                </c:pt>
                <c:pt idx="16">
                  <c:v>347.69875</c:v>
                </c:pt>
                <c:pt idx="17">
                  <c:v>368.6085</c:v>
                </c:pt>
                <c:pt idx="18">
                  <c:v>389.56825</c:v>
                </c:pt>
                <c:pt idx="19">
                  <c:v>410.578</c:v>
                </c:pt>
                <c:pt idx="20">
                  <c:v>431.63775</c:v>
                </c:pt>
                <c:pt idx="21">
                  <c:v>452.7475</c:v>
                </c:pt>
                <c:pt idx="22">
                  <c:v>473.90725</c:v>
                </c:pt>
                <c:pt idx="23">
                  <c:v>495.117</c:v>
                </c:pt>
                <c:pt idx="24">
                  <c:v>516.4047925</c:v>
                </c:pt>
                <c:pt idx="25">
                  <c:v>537.742585</c:v>
                </c:pt>
                <c:pt idx="26">
                  <c:v>559.1303775</c:v>
                </c:pt>
                <c:pt idx="27">
                  <c:v>580.56817</c:v>
                </c:pt>
                <c:pt idx="28">
                  <c:v>602.0559625</c:v>
                </c:pt>
                <c:pt idx="29">
                  <c:v>623.593755</c:v>
                </c:pt>
                <c:pt idx="30">
                  <c:v>645.1815475</c:v>
                </c:pt>
                <c:pt idx="31">
                  <c:v>666.81934</c:v>
                </c:pt>
                <c:pt idx="32">
                  <c:v>688.5071325</c:v>
                </c:pt>
                <c:pt idx="33">
                  <c:v>710.244925</c:v>
                </c:pt>
                <c:pt idx="34">
                  <c:v>732.0327175</c:v>
                </c:pt>
                <c:pt idx="35">
                  <c:v>753.87051</c:v>
                </c:pt>
                <c:pt idx="36">
                  <c:v>775.805186275</c:v>
                </c:pt>
                <c:pt idx="37">
                  <c:v>797.78986255</c:v>
                </c:pt>
                <c:pt idx="38">
                  <c:v>819.824538825</c:v>
                </c:pt>
                <c:pt idx="39">
                  <c:v>841.9092151</c:v>
                </c:pt>
                <c:pt idx="40">
                  <c:v>864.043891375</c:v>
                </c:pt>
                <c:pt idx="41">
                  <c:v>886.22856765</c:v>
                </c:pt>
                <c:pt idx="42">
                  <c:v>908.463243925</c:v>
                </c:pt>
                <c:pt idx="43">
                  <c:v>930.7479202</c:v>
                </c:pt>
                <c:pt idx="44">
                  <c:v>953.082596475</c:v>
                </c:pt>
                <c:pt idx="45">
                  <c:v>975.46727275</c:v>
                </c:pt>
                <c:pt idx="46">
                  <c:v>997.901949025</c:v>
                </c:pt>
                <c:pt idx="47">
                  <c:v>1020.3866253</c:v>
                </c:pt>
                <c:pt idx="48">
                  <c:v>1042.98759186</c:v>
                </c:pt>
                <c:pt idx="49">
                  <c:v>1065.63855843</c:v>
                </c:pt>
                <c:pt idx="50">
                  <c:v>1088.33952499</c:v>
                </c:pt>
                <c:pt idx="51">
                  <c:v>1111.09049155</c:v>
                </c:pt>
                <c:pt idx="52">
                  <c:v>1133.89145812</c:v>
                </c:pt>
                <c:pt idx="53">
                  <c:v>1156.74242468</c:v>
                </c:pt>
                <c:pt idx="54">
                  <c:v>1179.64339124</c:v>
                </c:pt>
                <c:pt idx="55">
                  <c:v>1202.59435781</c:v>
                </c:pt>
                <c:pt idx="56">
                  <c:v>1225.59532437</c:v>
                </c:pt>
                <c:pt idx="57">
                  <c:v>1248.64629093</c:v>
                </c:pt>
                <c:pt idx="58">
                  <c:v>1271.7472575</c:v>
                </c:pt>
                <c:pt idx="59">
                  <c:v>1294.89822406</c:v>
                </c:pt>
                <c:pt idx="60">
                  <c:v>1318.18546962</c:v>
                </c:pt>
                <c:pt idx="61">
                  <c:v>1341.52271518</c:v>
                </c:pt>
                <c:pt idx="62">
                  <c:v>1364.90996074</c:v>
                </c:pt>
                <c:pt idx="63">
                  <c:v>1388.3472063</c:v>
                </c:pt>
                <c:pt idx="64">
                  <c:v>1411.83445186</c:v>
                </c:pt>
                <c:pt idx="65">
                  <c:v>1435.37169742</c:v>
                </c:pt>
                <c:pt idx="66">
                  <c:v>1458.95894298</c:v>
                </c:pt>
                <c:pt idx="67">
                  <c:v>1482.59618854</c:v>
                </c:pt>
                <c:pt idx="68">
                  <c:v>1506.2834341</c:v>
                </c:pt>
                <c:pt idx="69">
                  <c:v>1530.02067966</c:v>
                </c:pt>
                <c:pt idx="70">
                  <c:v>1553.80792522</c:v>
                </c:pt>
                <c:pt idx="71">
                  <c:v>1577.64517078</c:v>
                </c:pt>
                <c:pt idx="72">
                  <c:v>1601.63928371</c:v>
                </c:pt>
                <c:pt idx="73">
                  <c:v>1625.68339663</c:v>
                </c:pt>
                <c:pt idx="74">
                  <c:v>1649.77750956</c:v>
                </c:pt>
                <c:pt idx="75">
                  <c:v>1673.92162249</c:v>
                </c:pt>
                <c:pt idx="76">
                  <c:v>1698.11573542</c:v>
                </c:pt>
                <c:pt idx="77">
                  <c:v>1722.35984834</c:v>
                </c:pt>
                <c:pt idx="78">
                  <c:v>1746.65396127</c:v>
                </c:pt>
                <c:pt idx="79">
                  <c:v>1770.9980742</c:v>
                </c:pt>
                <c:pt idx="80">
                  <c:v>1795.39218712</c:v>
                </c:pt>
                <c:pt idx="81">
                  <c:v>1819.83630005</c:v>
                </c:pt>
                <c:pt idx="82">
                  <c:v>1844.33041298</c:v>
                </c:pt>
                <c:pt idx="83">
                  <c:v>1868.8745259</c:v>
                </c:pt>
                <c:pt idx="84">
                  <c:v>1893.59671222</c:v>
                </c:pt>
                <c:pt idx="85">
                  <c:v>1918.36889853</c:v>
                </c:pt>
                <c:pt idx="86">
                  <c:v>1943.19108485</c:v>
                </c:pt>
                <c:pt idx="87">
                  <c:v>1968.06327116</c:v>
                </c:pt>
                <c:pt idx="88">
                  <c:v>1992.98545748</c:v>
                </c:pt>
                <c:pt idx="89">
                  <c:v>2017.95764379</c:v>
                </c:pt>
                <c:pt idx="90">
                  <c:v>2042.97983011</c:v>
                </c:pt>
                <c:pt idx="91">
                  <c:v>2068.05201642</c:v>
                </c:pt>
                <c:pt idx="92">
                  <c:v>2093.17420274</c:v>
                </c:pt>
                <c:pt idx="93">
                  <c:v>2118.34638905</c:v>
                </c:pt>
                <c:pt idx="94">
                  <c:v>2143.56857537</c:v>
                </c:pt>
                <c:pt idx="95">
                  <c:v>2168.84076168</c:v>
                </c:pt>
                <c:pt idx="96">
                  <c:v>2194.31286359</c:v>
                </c:pt>
                <c:pt idx="97">
                  <c:v>2219.83496549</c:v>
                </c:pt>
                <c:pt idx="98">
                  <c:v>2245.40706739</c:v>
                </c:pt>
                <c:pt idx="99">
                  <c:v>2271.0291693</c:v>
                </c:pt>
                <c:pt idx="100">
                  <c:v>2296.7012712</c:v>
                </c:pt>
                <c:pt idx="101">
                  <c:v>2322.42337311</c:v>
                </c:pt>
                <c:pt idx="102">
                  <c:v>2348.19547501</c:v>
                </c:pt>
                <c:pt idx="103">
                  <c:v>2374.01757691</c:v>
                </c:pt>
                <c:pt idx="104">
                  <c:v>2399.88967882</c:v>
                </c:pt>
                <c:pt idx="105">
                  <c:v>2425.81178072</c:v>
                </c:pt>
                <c:pt idx="106">
                  <c:v>2451.78388263</c:v>
                </c:pt>
                <c:pt idx="107">
                  <c:v>2477.80598453</c:v>
                </c:pt>
                <c:pt idx="108">
                  <c:v>2504.05049949</c:v>
                </c:pt>
                <c:pt idx="109">
                  <c:v>2530.34501445</c:v>
                </c:pt>
                <c:pt idx="110">
                  <c:v>2556.68952942</c:v>
                </c:pt>
                <c:pt idx="111">
                  <c:v>2583.08404438</c:v>
                </c:pt>
                <c:pt idx="112">
                  <c:v>2609.52855934</c:v>
                </c:pt>
                <c:pt idx="113">
                  <c:v>2636.0230743</c:v>
                </c:pt>
                <c:pt idx="114">
                  <c:v>2662.56758926</c:v>
                </c:pt>
                <c:pt idx="115">
                  <c:v>2689.16210422</c:v>
                </c:pt>
                <c:pt idx="116">
                  <c:v>2715.80661918</c:v>
                </c:pt>
                <c:pt idx="117">
                  <c:v>2742.50113415</c:v>
                </c:pt>
                <c:pt idx="118">
                  <c:v>2769.24564911</c:v>
                </c:pt>
                <c:pt idx="119">
                  <c:v>2796.04016407</c:v>
                </c:pt>
                <c:pt idx="120">
                  <c:v>2823.08026448</c:v>
                </c:pt>
                <c:pt idx="121">
                  <c:v>2850.17036489</c:v>
                </c:pt>
                <c:pt idx="122">
                  <c:v>2877.3104653</c:v>
                </c:pt>
                <c:pt idx="123">
                  <c:v>2904.50056571</c:v>
                </c:pt>
                <c:pt idx="124">
                  <c:v>2931.74066612</c:v>
                </c:pt>
                <c:pt idx="125">
                  <c:v>2959.03076653</c:v>
                </c:pt>
                <c:pt idx="126">
                  <c:v>2986.37086694</c:v>
                </c:pt>
                <c:pt idx="127">
                  <c:v>3013.76096735</c:v>
                </c:pt>
                <c:pt idx="128">
                  <c:v>3041.20106776</c:v>
                </c:pt>
                <c:pt idx="129">
                  <c:v>3068.69116817</c:v>
                </c:pt>
                <c:pt idx="130">
                  <c:v>3096.23126858</c:v>
                </c:pt>
                <c:pt idx="131">
                  <c:v>3123.82136899</c:v>
                </c:pt>
                <c:pt idx="132">
                  <c:v>3151.68092241</c:v>
                </c:pt>
                <c:pt idx="133">
                  <c:v>3179.59047583</c:v>
                </c:pt>
                <c:pt idx="134">
                  <c:v>3207.55002926</c:v>
                </c:pt>
                <c:pt idx="135">
                  <c:v>3235.55958268</c:v>
                </c:pt>
                <c:pt idx="136">
                  <c:v>3263.6191361</c:v>
                </c:pt>
                <c:pt idx="137">
                  <c:v>3291.72868952</c:v>
                </c:pt>
                <c:pt idx="138">
                  <c:v>3319.88824295</c:v>
                </c:pt>
                <c:pt idx="139">
                  <c:v>3348.09779637</c:v>
                </c:pt>
                <c:pt idx="140">
                  <c:v>3376.35734979</c:v>
                </c:pt>
                <c:pt idx="141">
                  <c:v>3404.66690321</c:v>
                </c:pt>
                <c:pt idx="142">
                  <c:v>3433.02645664</c:v>
                </c:pt>
                <c:pt idx="143">
                  <c:v>3461.43601006</c:v>
                </c:pt>
                <c:pt idx="144">
                  <c:v>3490.13960008</c:v>
                </c:pt>
                <c:pt idx="145">
                  <c:v>3518.89319011</c:v>
                </c:pt>
                <c:pt idx="146">
                  <c:v>3547.69678013</c:v>
                </c:pt>
                <c:pt idx="147">
                  <c:v>3576.55037016</c:v>
                </c:pt>
                <c:pt idx="148">
                  <c:v>3605.45396019</c:v>
                </c:pt>
                <c:pt idx="149">
                  <c:v>3634.40755021</c:v>
                </c:pt>
                <c:pt idx="150">
                  <c:v>3663.41114024</c:v>
                </c:pt>
                <c:pt idx="151">
                  <c:v>3692.46473026</c:v>
                </c:pt>
                <c:pt idx="152">
                  <c:v>3721.56832029</c:v>
                </c:pt>
                <c:pt idx="153">
                  <c:v>3750.72191031</c:v>
                </c:pt>
                <c:pt idx="154">
                  <c:v>3779.92550034</c:v>
                </c:pt>
                <c:pt idx="155">
                  <c:v>3809.17909036</c:v>
                </c:pt>
                <c:pt idx="156">
                  <c:v>3838.75203809</c:v>
                </c:pt>
                <c:pt idx="157">
                  <c:v>3868.37498581</c:v>
                </c:pt>
                <c:pt idx="158">
                  <c:v>3898.04793354</c:v>
                </c:pt>
                <c:pt idx="159">
                  <c:v>3927.77088126</c:v>
                </c:pt>
                <c:pt idx="160">
                  <c:v>3957.54382899</c:v>
                </c:pt>
                <c:pt idx="161">
                  <c:v>3987.36677672</c:v>
                </c:pt>
                <c:pt idx="162">
                  <c:v>4017.23972444</c:v>
                </c:pt>
                <c:pt idx="163">
                  <c:v>4047.16267217</c:v>
                </c:pt>
                <c:pt idx="164">
                  <c:v>4077.13561989</c:v>
                </c:pt>
                <c:pt idx="165">
                  <c:v>4107.15856762</c:v>
                </c:pt>
                <c:pt idx="166">
                  <c:v>4137.23151535</c:v>
                </c:pt>
                <c:pt idx="167">
                  <c:v>4167.35446307</c:v>
                </c:pt>
                <c:pt idx="168">
                  <c:v>4197.82284923</c:v>
                </c:pt>
                <c:pt idx="169">
                  <c:v>4228.34123539</c:v>
                </c:pt>
                <c:pt idx="170">
                  <c:v>4258.90962155</c:v>
                </c:pt>
                <c:pt idx="171">
                  <c:v>4289.5280077</c:v>
                </c:pt>
                <c:pt idx="172">
                  <c:v>4320.19639386</c:v>
                </c:pt>
                <c:pt idx="173">
                  <c:v>4350.91478002</c:v>
                </c:pt>
                <c:pt idx="174">
                  <c:v>4381.68316618</c:v>
                </c:pt>
                <c:pt idx="175">
                  <c:v>4412.50155233</c:v>
                </c:pt>
              </c:numCache>
            </c:numRef>
          </c:yVal>
        </c:ser>
        <c:ser>
          <c:idx val="3"/>
          <c:order val="3"/>
          <c:tx>
            <c:v>납입 원금</c:v>
          </c:tx>
          <c:spPr>
            <a:ln xmlns:a="http://schemas.openxmlformats.org/drawingml/2006/main" w="14288">
              <a:solidFill>
                <a:srgbClr val="242923"/>
              </a:solidFill>
              <a:prstDash val="dash"/>
            </a:ln>
          </c:spPr>
          <c:marker>
            <c:symbol val="none"/>
          </c:marker>
          <c:xVal>
            <c:numRef>
              <c:f>'Chart Data'!$G$2:$G$177</c:f>
              <c:numCache>
                <c:formatCode>General</c:formatCode>
                <c:ptCount val="176"/>
                <c:pt idx="0">
                  <c:v>2012.08196721</c:v>
                </c:pt>
                <c:pt idx="1">
                  <c:v>2012.16120219</c:v>
                </c:pt>
                <c:pt idx="2">
                  <c:v>2012.2431694</c:v>
                </c:pt>
                <c:pt idx="3">
                  <c:v>2012.32786885</c:v>
                </c:pt>
                <c:pt idx="4">
                  <c:v>2012.41256831</c:v>
                </c:pt>
                <c:pt idx="5">
                  <c:v>2012.49180328</c:v>
                </c:pt>
                <c:pt idx="6">
                  <c:v>2012.57923497</c:v>
                </c:pt>
                <c:pt idx="7">
                  <c:v>2012.66393443</c:v>
                </c:pt>
                <c:pt idx="8">
                  <c:v>2012.74043716</c:v>
                </c:pt>
                <c:pt idx="9">
                  <c:v>2012.83060109</c:v>
                </c:pt>
                <c:pt idx="10">
                  <c:v>2012.91256831</c:v>
                </c:pt>
                <c:pt idx="11">
                  <c:v>2012.99726776</c:v>
                </c:pt>
                <c:pt idx="12">
                  <c:v>2013.08219178</c:v>
                </c:pt>
                <c:pt idx="13">
                  <c:v>2013.15890411</c:v>
                </c:pt>
                <c:pt idx="14">
                  <c:v>2013.23561644</c:v>
                </c:pt>
                <c:pt idx="15">
                  <c:v>2013.3260274</c:v>
                </c:pt>
                <c:pt idx="16">
                  <c:v>2013.4109589</c:v>
                </c:pt>
                <c:pt idx="17">
                  <c:v>2013.48767123</c:v>
                </c:pt>
                <c:pt idx="18">
                  <c:v>2013.57808219</c:v>
                </c:pt>
                <c:pt idx="19">
                  <c:v>2013.66027397</c:v>
                </c:pt>
                <c:pt idx="20">
                  <c:v>2013.74520548</c:v>
                </c:pt>
                <c:pt idx="21">
                  <c:v>2013.83013699</c:v>
                </c:pt>
                <c:pt idx="22">
                  <c:v>2013.90958904</c:v>
                </c:pt>
                <c:pt idx="23">
                  <c:v>2013.99726027</c:v>
                </c:pt>
                <c:pt idx="24">
                  <c:v>2014.08219178</c:v>
                </c:pt>
                <c:pt idx="25">
                  <c:v>2014.15890411</c:v>
                </c:pt>
                <c:pt idx="26">
                  <c:v>2014.24383562</c:v>
                </c:pt>
                <c:pt idx="27">
                  <c:v>2014.3260274</c:v>
                </c:pt>
                <c:pt idx="28">
                  <c:v>2014.40821918</c:v>
                </c:pt>
                <c:pt idx="29">
                  <c:v>2014.49315068</c:v>
                </c:pt>
                <c:pt idx="30">
                  <c:v>2014.57808219</c:v>
                </c:pt>
                <c:pt idx="31">
                  <c:v>2014.65753425</c:v>
                </c:pt>
                <c:pt idx="32">
                  <c:v>2014.74520548</c:v>
                </c:pt>
                <c:pt idx="33">
                  <c:v>2014.83013699</c:v>
                </c:pt>
                <c:pt idx="34">
                  <c:v>2014.90684932</c:v>
                </c:pt>
                <c:pt idx="35">
                  <c:v>2014.99726027</c:v>
                </c:pt>
                <c:pt idx="36">
                  <c:v>2015.07945205</c:v>
                </c:pt>
                <c:pt idx="37">
                  <c:v>2015.15616438</c:v>
                </c:pt>
                <c:pt idx="38">
                  <c:v>2015.24383562</c:v>
                </c:pt>
                <c:pt idx="39">
                  <c:v>2015.3260274</c:v>
                </c:pt>
                <c:pt idx="40">
                  <c:v>2015.40547945</c:v>
                </c:pt>
                <c:pt idx="41">
                  <c:v>2015.49315068</c:v>
                </c:pt>
                <c:pt idx="42">
                  <c:v>2015.57808219</c:v>
                </c:pt>
                <c:pt idx="43">
                  <c:v>2015.6630137</c:v>
                </c:pt>
                <c:pt idx="44">
                  <c:v>2015.74520548</c:v>
                </c:pt>
                <c:pt idx="45">
                  <c:v>2015.82739726</c:v>
                </c:pt>
                <c:pt idx="46">
                  <c:v>2015.91232877</c:v>
                </c:pt>
                <c:pt idx="47">
                  <c:v>2015.99726027</c:v>
                </c:pt>
                <c:pt idx="48">
                  <c:v>2016.07650273</c:v>
                </c:pt>
                <c:pt idx="49">
                  <c:v>2016.16120219</c:v>
                </c:pt>
                <c:pt idx="50">
                  <c:v>2016.24590164</c:v>
                </c:pt>
                <c:pt idx="51">
                  <c:v>2016.32513661</c:v>
                </c:pt>
                <c:pt idx="52">
                  <c:v>2016.41256831</c:v>
                </c:pt>
                <c:pt idx="53">
                  <c:v>2016.49453552</c:v>
                </c:pt>
                <c:pt idx="54">
                  <c:v>2016.57377049</c:v>
                </c:pt>
                <c:pt idx="55">
                  <c:v>2016.66393443</c:v>
                </c:pt>
                <c:pt idx="56">
                  <c:v>2016.74590164</c:v>
                </c:pt>
                <c:pt idx="57">
                  <c:v>2016.83060109</c:v>
                </c:pt>
                <c:pt idx="58">
                  <c:v>2016.91256831</c:v>
                </c:pt>
                <c:pt idx="59">
                  <c:v>2016.99453552</c:v>
                </c:pt>
                <c:pt idx="60">
                  <c:v>2017.08219178</c:v>
                </c:pt>
                <c:pt idx="61">
                  <c:v>2017.15890411</c:v>
                </c:pt>
                <c:pt idx="62">
                  <c:v>2017.24383562</c:v>
                </c:pt>
                <c:pt idx="63">
                  <c:v>2017.32054795</c:v>
                </c:pt>
                <c:pt idx="64">
                  <c:v>2017.4109589</c:v>
                </c:pt>
                <c:pt idx="65">
                  <c:v>2017.49315068</c:v>
                </c:pt>
                <c:pt idx="66">
                  <c:v>2017.57808219</c:v>
                </c:pt>
                <c:pt idx="67">
                  <c:v>2017.6630137</c:v>
                </c:pt>
                <c:pt idx="68">
                  <c:v>2017.74246575</c:v>
                </c:pt>
                <c:pt idx="69">
                  <c:v>2017.83013699</c:v>
                </c:pt>
                <c:pt idx="70">
                  <c:v>2017.91232877</c:v>
                </c:pt>
                <c:pt idx="71">
                  <c:v>2017.99178082</c:v>
                </c:pt>
                <c:pt idx="72">
                  <c:v>2018.08219178</c:v>
                </c:pt>
                <c:pt idx="73">
                  <c:v>2018.15890411</c:v>
                </c:pt>
                <c:pt idx="74">
                  <c:v>2018.23835616</c:v>
                </c:pt>
                <c:pt idx="75">
                  <c:v>2018.3260274</c:v>
                </c:pt>
                <c:pt idx="76">
                  <c:v>2018.4109589</c:v>
                </c:pt>
                <c:pt idx="77">
                  <c:v>2018.49041096</c:v>
                </c:pt>
                <c:pt idx="78">
                  <c:v>2018.57808219</c:v>
                </c:pt>
                <c:pt idx="79">
                  <c:v>2018.6630137</c:v>
                </c:pt>
                <c:pt idx="80">
                  <c:v>2018.73972603</c:v>
                </c:pt>
                <c:pt idx="81">
                  <c:v>2018.83013699</c:v>
                </c:pt>
                <c:pt idx="82">
                  <c:v>2018.91232877</c:v>
                </c:pt>
                <c:pt idx="83">
                  <c:v>2018.99726027</c:v>
                </c:pt>
                <c:pt idx="84">
                  <c:v>2019.08219178</c:v>
                </c:pt>
                <c:pt idx="85">
                  <c:v>2019.15890411</c:v>
                </c:pt>
                <c:pt idx="86">
                  <c:v>2019.23835616</c:v>
                </c:pt>
                <c:pt idx="87">
                  <c:v>2019.3260274</c:v>
                </c:pt>
                <c:pt idx="88">
                  <c:v>2019.4109589</c:v>
                </c:pt>
                <c:pt idx="89">
                  <c:v>2019.48767123</c:v>
                </c:pt>
                <c:pt idx="90">
                  <c:v>2019.57808219</c:v>
                </c:pt>
                <c:pt idx="91">
                  <c:v>2019.66027397</c:v>
                </c:pt>
                <c:pt idx="92">
                  <c:v>2019.74520548</c:v>
                </c:pt>
                <c:pt idx="93">
                  <c:v>2019.83013699</c:v>
                </c:pt>
                <c:pt idx="94">
                  <c:v>2019.90958904</c:v>
                </c:pt>
                <c:pt idx="95">
                  <c:v>2019.99726027</c:v>
                </c:pt>
                <c:pt idx="96">
                  <c:v>2020.08196721</c:v>
                </c:pt>
                <c:pt idx="97">
                  <c:v>2020.15846995</c:v>
                </c:pt>
                <c:pt idx="98">
                  <c:v>2020.24590164</c:v>
                </c:pt>
                <c:pt idx="99">
                  <c:v>2020.32786885</c:v>
                </c:pt>
                <c:pt idx="100">
                  <c:v>2020.40710383</c:v>
                </c:pt>
                <c:pt idx="101">
                  <c:v>2020.49453552</c:v>
                </c:pt>
                <c:pt idx="102">
                  <c:v>2020.57923497</c:v>
                </c:pt>
                <c:pt idx="103">
                  <c:v>2020.66393443</c:v>
                </c:pt>
                <c:pt idx="104">
                  <c:v>2020.74590164</c:v>
                </c:pt>
                <c:pt idx="105">
                  <c:v>2020.82786885</c:v>
                </c:pt>
                <c:pt idx="106">
                  <c:v>2020.91256831</c:v>
                </c:pt>
                <c:pt idx="107">
                  <c:v>2020.99726776</c:v>
                </c:pt>
                <c:pt idx="108">
                  <c:v>2021.07671233</c:v>
                </c:pt>
                <c:pt idx="109">
                  <c:v>2021.15342466</c:v>
                </c:pt>
                <c:pt idx="110">
                  <c:v>2021.24383562</c:v>
                </c:pt>
                <c:pt idx="111">
                  <c:v>2021.3260274</c:v>
                </c:pt>
                <c:pt idx="112">
                  <c:v>2021.40273973</c:v>
                </c:pt>
                <c:pt idx="113">
                  <c:v>2021.49315068</c:v>
                </c:pt>
                <c:pt idx="114">
                  <c:v>2021.57534247</c:v>
                </c:pt>
                <c:pt idx="115">
                  <c:v>2021.6630137</c:v>
                </c:pt>
                <c:pt idx="116">
                  <c:v>2021.74520548</c:v>
                </c:pt>
                <c:pt idx="117">
                  <c:v>2021.82465753</c:v>
                </c:pt>
                <c:pt idx="118">
                  <c:v>2021.91232877</c:v>
                </c:pt>
                <c:pt idx="119">
                  <c:v>2021.99726027</c:v>
                </c:pt>
                <c:pt idx="120">
                  <c:v>2022.08219178</c:v>
                </c:pt>
                <c:pt idx="121">
                  <c:v>2022.15890411</c:v>
                </c:pt>
                <c:pt idx="122">
                  <c:v>2022.24383562</c:v>
                </c:pt>
                <c:pt idx="123">
                  <c:v>2022.32328767</c:v>
                </c:pt>
                <c:pt idx="124">
                  <c:v>2022.4109589</c:v>
                </c:pt>
                <c:pt idx="125">
                  <c:v>2022.49315068</c:v>
                </c:pt>
                <c:pt idx="126">
                  <c:v>2022.57260274</c:v>
                </c:pt>
                <c:pt idx="127">
                  <c:v>2022.6630137</c:v>
                </c:pt>
                <c:pt idx="128">
                  <c:v>2022.74520548</c:v>
                </c:pt>
                <c:pt idx="129">
                  <c:v>2022.83013699</c:v>
                </c:pt>
                <c:pt idx="130">
                  <c:v>2022.91232877</c:v>
                </c:pt>
                <c:pt idx="131">
                  <c:v>2022.99452055</c:v>
                </c:pt>
                <c:pt idx="132">
                  <c:v>2023.08219178</c:v>
                </c:pt>
                <c:pt idx="133">
                  <c:v>2023.15890411</c:v>
                </c:pt>
                <c:pt idx="134">
                  <c:v>2023.24383562</c:v>
                </c:pt>
                <c:pt idx="135">
                  <c:v>2023.32054795</c:v>
                </c:pt>
                <c:pt idx="136">
                  <c:v>2023.4109589</c:v>
                </c:pt>
                <c:pt idx="137">
                  <c:v>2023.49315068</c:v>
                </c:pt>
                <c:pt idx="138">
                  <c:v>2023.57808219</c:v>
                </c:pt>
                <c:pt idx="139">
                  <c:v>2023.6630137</c:v>
                </c:pt>
                <c:pt idx="140">
                  <c:v>2023.74246575</c:v>
                </c:pt>
                <c:pt idx="141">
                  <c:v>2023.83013699</c:v>
                </c:pt>
                <c:pt idx="142">
                  <c:v>2023.91232877</c:v>
                </c:pt>
                <c:pt idx="143">
                  <c:v>2023.99178082</c:v>
                </c:pt>
                <c:pt idx="144">
                  <c:v>2024.08196721</c:v>
                </c:pt>
                <c:pt idx="145">
                  <c:v>2024.16120219</c:v>
                </c:pt>
                <c:pt idx="146">
                  <c:v>2024.23770492</c:v>
                </c:pt>
                <c:pt idx="147">
                  <c:v>2024.32786885</c:v>
                </c:pt>
                <c:pt idx="148">
                  <c:v>2024.41256831</c:v>
                </c:pt>
                <c:pt idx="149">
                  <c:v>2024.48907104</c:v>
                </c:pt>
                <c:pt idx="150">
                  <c:v>2024.57923497</c:v>
                </c:pt>
                <c:pt idx="151">
                  <c:v>2024.66120219</c:v>
                </c:pt>
                <c:pt idx="152">
                  <c:v>2024.74590164</c:v>
                </c:pt>
                <c:pt idx="153">
                  <c:v>2024.83060109</c:v>
                </c:pt>
                <c:pt idx="154">
                  <c:v>2024.90983607</c:v>
                </c:pt>
                <c:pt idx="155">
                  <c:v>2024.99726776</c:v>
                </c:pt>
                <c:pt idx="156">
                  <c:v>2025.08219178</c:v>
                </c:pt>
                <c:pt idx="157">
                  <c:v>2025.15890411</c:v>
                </c:pt>
                <c:pt idx="158">
                  <c:v>2025.24383562</c:v>
                </c:pt>
                <c:pt idx="159">
                  <c:v>2025.3260274</c:v>
                </c:pt>
                <c:pt idx="160">
                  <c:v>2025.40821918</c:v>
                </c:pt>
                <c:pt idx="161">
                  <c:v>2025.49315068</c:v>
                </c:pt>
                <c:pt idx="162">
                  <c:v>2025.57808219</c:v>
                </c:pt>
                <c:pt idx="163">
                  <c:v>2025.65753425</c:v>
                </c:pt>
                <c:pt idx="164">
                  <c:v>2025.74520548</c:v>
                </c:pt>
                <c:pt idx="165">
                  <c:v>2025.83013699</c:v>
                </c:pt>
                <c:pt idx="166">
                  <c:v>2025.90684932</c:v>
                </c:pt>
                <c:pt idx="167">
                  <c:v>2025.99726027</c:v>
                </c:pt>
                <c:pt idx="168">
                  <c:v>2026.07945205</c:v>
                </c:pt>
                <c:pt idx="169">
                  <c:v>2026.15616438</c:v>
                </c:pt>
                <c:pt idx="170">
                  <c:v>2026.24383562</c:v>
                </c:pt>
                <c:pt idx="171">
                  <c:v>2026.3260274</c:v>
                </c:pt>
                <c:pt idx="172">
                  <c:v>2026.40547945</c:v>
                </c:pt>
                <c:pt idx="173">
                  <c:v>2026.49315068</c:v>
                </c:pt>
                <c:pt idx="174">
                  <c:v>2026.57808219</c:v>
                </c:pt>
                <c:pt idx="175">
                  <c:v>2026.6630137</c:v>
                </c:pt>
              </c:numCache>
            </c:numRef>
          </c:xVal>
          <c:yVal>
            <c:numRef>
              <c:f>'Chart Data'!$H$2:$H$177</c:f>
              <c:numCache>
                <c:formatCode>#,##0</c:formatCode>
                <c:ptCount val="176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  <c:pt idx="4">
                  <c:v>100</c:v>
                </c:pt>
                <c:pt idx="5">
                  <c:v>120</c:v>
                </c:pt>
                <c:pt idx="6">
                  <c:v>140</c:v>
                </c:pt>
                <c:pt idx="7">
                  <c:v>160</c:v>
                </c:pt>
                <c:pt idx="8">
                  <c:v>180</c:v>
                </c:pt>
                <c:pt idx="9">
                  <c:v>200</c:v>
                </c:pt>
                <c:pt idx="10">
                  <c:v>220</c:v>
                </c:pt>
                <c:pt idx="11">
                  <c:v>240</c:v>
                </c:pt>
                <c:pt idx="12">
                  <c:v>260</c:v>
                </c:pt>
                <c:pt idx="13">
                  <c:v>280</c:v>
                </c:pt>
                <c:pt idx="14">
                  <c:v>300</c:v>
                </c:pt>
                <c:pt idx="15">
                  <c:v>320</c:v>
                </c:pt>
                <c:pt idx="16">
                  <c:v>340</c:v>
                </c:pt>
                <c:pt idx="17">
                  <c:v>360</c:v>
                </c:pt>
                <c:pt idx="18">
                  <c:v>380</c:v>
                </c:pt>
                <c:pt idx="19">
                  <c:v>400</c:v>
                </c:pt>
                <c:pt idx="20">
                  <c:v>420</c:v>
                </c:pt>
                <c:pt idx="21">
                  <c:v>440</c:v>
                </c:pt>
                <c:pt idx="22">
                  <c:v>460</c:v>
                </c:pt>
                <c:pt idx="23">
                  <c:v>480</c:v>
                </c:pt>
                <c:pt idx="24">
                  <c:v>500</c:v>
                </c:pt>
                <c:pt idx="25">
                  <c:v>520</c:v>
                </c:pt>
                <c:pt idx="26">
                  <c:v>540</c:v>
                </c:pt>
                <c:pt idx="27">
                  <c:v>560</c:v>
                </c:pt>
                <c:pt idx="28">
                  <c:v>580</c:v>
                </c:pt>
                <c:pt idx="29">
                  <c:v>600</c:v>
                </c:pt>
                <c:pt idx="30">
                  <c:v>620</c:v>
                </c:pt>
                <c:pt idx="31">
                  <c:v>640</c:v>
                </c:pt>
                <c:pt idx="32">
                  <c:v>660</c:v>
                </c:pt>
                <c:pt idx="33">
                  <c:v>680</c:v>
                </c:pt>
                <c:pt idx="34">
                  <c:v>700</c:v>
                </c:pt>
                <c:pt idx="35">
                  <c:v>720</c:v>
                </c:pt>
                <c:pt idx="36">
                  <c:v>740</c:v>
                </c:pt>
                <c:pt idx="37">
                  <c:v>760</c:v>
                </c:pt>
                <c:pt idx="38">
                  <c:v>780</c:v>
                </c:pt>
                <c:pt idx="39">
                  <c:v>800</c:v>
                </c:pt>
                <c:pt idx="40">
                  <c:v>820</c:v>
                </c:pt>
                <c:pt idx="41">
                  <c:v>840</c:v>
                </c:pt>
                <c:pt idx="42">
                  <c:v>860</c:v>
                </c:pt>
                <c:pt idx="43">
                  <c:v>880</c:v>
                </c:pt>
                <c:pt idx="44">
                  <c:v>900</c:v>
                </c:pt>
                <c:pt idx="45">
                  <c:v>920</c:v>
                </c:pt>
                <c:pt idx="46">
                  <c:v>940</c:v>
                </c:pt>
                <c:pt idx="47">
                  <c:v>960</c:v>
                </c:pt>
                <c:pt idx="48">
                  <c:v>980</c:v>
                </c:pt>
                <c:pt idx="49">
                  <c:v>1000</c:v>
                </c:pt>
                <c:pt idx="50">
                  <c:v>1020</c:v>
                </c:pt>
                <c:pt idx="51">
                  <c:v>1040</c:v>
                </c:pt>
                <c:pt idx="52">
                  <c:v>1060</c:v>
                </c:pt>
                <c:pt idx="53">
                  <c:v>1080</c:v>
                </c:pt>
                <c:pt idx="54">
                  <c:v>1100</c:v>
                </c:pt>
                <c:pt idx="55">
                  <c:v>1120</c:v>
                </c:pt>
                <c:pt idx="56">
                  <c:v>1140</c:v>
                </c:pt>
                <c:pt idx="57">
                  <c:v>1160</c:v>
                </c:pt>
                <c:pt idx="58">
                  <c:v>1180</c:v>
                </c:pt>
                <c:pt idx="59">
                  <c:v>1200</c:v>
                </c:pt>
                <c:pt idx="60">
                  <c:v>1220</c:v>
                </c:pt>
                <c:pt idx="61">
                  <c:v>1240</c:v>
                </c:pt>
                <c:pt idx="62">
                  <c:v>1260</c:v>
                </c:pt>
                <c:pt idx="63">
                  <c:v>1280</c:v>
                </c:pt>
                <c:pt idx="64">
                  <c:v>1300</c:v>
                </c:pt>
                <c:pt idx="65">
                  <c:v>1320</c:v>
                </c:pt>
                <c:pt idx="66">
                  <c:v>1340</c:v>
                </c:pt>
                <c:pt idx="67">
                  <c:v>1360</c:v>
                </c:pt>
                <c:pt idx="68">
                  <c:v>1380</c:v>
                </c:pt>
                <c:pt idx="69">
                  <c:v>1400</c:v>
                </c:pt>
                <c:pt idx="70">
                  <c:v>1420</c:v>
                </c:pt>
                <c:pt idx="71">
                  <c:v>1440</c:v>
                </c:pt>
                <c:pt idx="72">
                  <c:v>1460</c:v>
                </c:pt>
                <c:pt idx="73">
                  <c:v>1480</c:v>
                </c:pt>
                <c:pt idx="74">
                  <c:v>1500</c:v>
                </c:pt>
                <c:pt idx="75">
                  <c:v>1520</c:v>
                </c:pt>
                <c:pt idx="76">
                  <c:v>1540</c:v>
                </c:pt>
                <c:pt idx="77">
                  <c:v>1560</c:v>
                </c:pt>
                <c:pt idx="78">
                  <c:v>1580</c:v>
                </c:pt>
                <c:pt idx="79">
                  <c:v>1600</c:v>
                </c:pt>
                <c:pt idx="80">
                  <c:v>1620</c:v>
                </c:pt>
                <c:pt idx="81">
                  <c:v>1640</c:v>
                </c:pt>
                <c:pt idx="82">
                  <c:v>1660</c:v>
                </c:pt>
                <c:pt idx="83">
                  <c:v>1680</c:v>
                </c:pt>
                <c:pt idx="84">
                  <c:v>1700</c:v>
                </c:pt>
                <c:pt idx="85">
                  <c:v>1720</c:v>
                </c:pt>
                <c:pt idx="86">
                  <c:v>1740</c:v>
                </c:pt>
                <c:pt idx="87">
                  <c:v>1760</c:v>
                </c:pt>
                <c:pt idx="88">
                  <c:v>1780</c:v>
                </c:pt>
                <c:pt idx="89">
                  <c:v>1800</c:v>
                </c:pt>
                <c:pt idx="90">
                  <c:v>1820</c:v>
                </c:pt>
                <c:pt idx="91">
                  <c:v>1840</c:v>
                </c:pt>
                <c:pt idx="92">
                  <c:v>1860</c:v>
                </c:pt>
                <c:pt idx="93">
                  <c:v>1880</c:v>
                </c:pt>
                <c:pt idx="94">
                  <c:v>1900</c:v>
                </c:pt>
                <c:pt idx="95">
                  <c:v>1920</c:v>
                </c:pt>
                <c:pt idx="96">
                  <c:v>1940</c:v>
                </c:pt>
                <c:pt idx="97">
                  <c:v>1960</c:v>
                </c:pt>
                <c:pt idx="98">
                  <c:v>1980</c:v>
                </c:pt>
                <c:pt idx="99">
                  <c:v>2000</c:v>
                </c:pt>
                <c:pt idx="100">
                  <c:v>2020</c:v>
                </c:pt>
                <c:pt idx="101">
                  <c:v>2040</c:v>
                </c:pt>
                <c:pt idx="102">
                  <c:v>2060</c:v>
                </c:pt>
                <c:pt idx="103">
                  <c:v>2080</c:v>
                </c:pt>
                <c:pt idx="104">
                  <c:v>2100</c:v>
                </c:pt>
                <c:pt idx="105">
                  <c:v>2120</c:v>
                </c:pt>
                <c:pt idx="106">
                  <c:v>2140</c:v>
                </c:pt>
                <c:pt idx="107">
                  <c:v>2160</c:v>
                </c:pt>
                <c:pt idx="108">
                  <c:v>2180</c:v>
                </c:pt>
                <c:pt idx="109">
                  <c:v>2200</c:v>
                </c:pt>
                <c:pt idx="110">
                  <c:v>2220</c:v>
                </c:pt>
                <c:pt idx="111">
                  <c:v>2240</c:v>
                </c:pt>
                <c:pt idx="112">
                  <c:v>2260</c:v>
                </c:pt>
                <c:pt idx="113">
                  <c:v>2280</c:v>
                </c:pt>
                <c:pt idx="114">
                  <c:v>2300</c:v>
                </c:pt>
                <c:pt idx="115">
                  <c:v>2320</c:v>
                </c:pt>
                <c:pt idx="116">
                  <c:v>2340</c:v>
                </c:pt>
                <c:pt idx="117">
                  <c:v>2360</c:v>
                </c:pt>
                <c:pt idx="118">
                  <c:v>2380</c:v>
                </c:pt>
                <c:pt idx="119">
                  <c:v>2400</c:v>
                </c:pt>
                <c:pt idx="120">
                  <c:v>2420</c:v>
                </c:pt>
                <c:pt idx="121">
                  <c:v>2440</c:v>
                </c:pt>
                <c:pt idx="122">
                  <c:v>2460</c:v>
                </c:pt>
                <c:pt idx="123">
                  <c:v>2480</c:v>
                </c:pt>
                <c:pt idx="124">
                  <c:v>2500</c:v>
                </c:pt>
                <c:pt idx="125">
                  <c:v>2520</c:v>
                </c:pt>
                <c:pt idx="126">
                  <c:v>2540</c:v>
                </c:pt>
                <c:pt idx="127">
                  <c:v>2560</c:v>
                </c:pt>
                <c:pt idx="128">
                  <c:v>2580</c:v>
                </c:pt>
                <c:pt idx="129">
                  <c:v>2600</c:v>
                </c:pt>
                <c:pt idx="130">
                  <c:v>2620</c:v>
                </c:pt>
                <c:pt idx="131">
                  <c:v>2640</c:v>
                </c:pt>
                <c:pt idx="132">
                  <c:v>2660</c:v>
                </c:pt>
                <c:pt idx="133">
                  <c:v>2680</c:v>
                </c:pt>
                <c:pt idx="134">
                  <c:v>2700</c:v>
                </c:pt>
                <c:pt idx="135">
                  <c:v>2720</c:v>
                </c:pt>
                <c:pt idx="136">
                  <c:v>2740</c:v>
                </c:pt>
                <c:pt idx="137">
                  <c:v>2760</c:v>
                </c:pt>
                <c:pt idx="138">
                  <c:v>2780</c:v>
                </c:pt>
                <c:pt idx="139">
                  <c:v>2800</c:v>
                </c:pt>
                <c:pt idx="140">
                  <c:v>2820</c:v>
                </c:pt>
                <c:pt idx="141">
                  <c:v>2840</c:v>
                </c:pt>
                <c:pt idx="142">
                  <c:v>2860</c:v>
                </c:pt>
                <c:pt idx="143">
                  <c:v>2880</c:v>
                </c:pt>
                <c:pt idx="144">
                  <c:v>2900</c:v>
                </c:pt>
                <c:pt idx="145">
                  <c:v>2920</c:v>
                </c:pt>
                <c:pt idx="146">
                  <c:v>2940</c:v>
                </c:pt>
                <c:pt idx="147">
                  <c:v>2960</c:v>
                </c:pt>
                <c:pt idx="148">
                  <c:v>2980</c:v>
                </c:pt>
                <c:pt idx="149">
                  <c:v>3000</c:v>
                </c:pt>
                <c:pt idx="150">
                  <c:v>3020</c:v>
                </c:pt>
                <c:pt idx="151">
                  <c:v>3040</c:v>
                </c:pt>
                <c:pt idx="152">
                  <c:v>3060</c:v>
                </c:pt>
                <c:pt idx="153">
                  <c:v>3080</c:v>
                </c:pt>
                <c:pt idx="154">
                  <c:v>3100</c:v>
                </c:pt>
                <c:pt idx="155">
                  <c:v>3120</c:v>
                </c:pt>
                <c:pt idx="156">
                  <c:v>3140</c:v>
                </c:pt>
                <c:pt idx="157">
                  <c:v>3160</c:v>
                </c:pt>
                <c:pt idx="158">
                  <c:v>3180</c:v>
                </c:pt>
                <c:pt idx="159">
                  <c:v>3200</c:v>
                </c:pt>
                <c:pt idx="160">
                  <c:v>3220</c:v>
                </c:pt>
                <c:pt idx="161">
                  <c:v>3240</c:v>
                </c:pt>
                <c:pt idx="162">
                  <c:v>3260</c:v>
                </c:pt>
                <c:pt idx="163">
                  <c:v>3280</c:v>
                </c:pt>
                <c:pt idx="164">
                  <c:v>3300</c:v>
                </c:pt>
                <c:pt idx="165">
                  <c:v>3320</c:v>
                </c:pt>
                <c:pt idx="166">
                  <c:v>3340</c:v>
                </c:pt>
                <c:pt idx="167">
                  <c:v>3360</c:v>
                </c:pt>
                <c:pt idx="168">
                  <c:v>3380</c:v>
                </c:pt>
                <c:pt idx="169">
                  <c:v>3400</c:v>
                </c:pt>
                <c:pt idx="170">
                  <c:v>3420</c:v>
                </c:pt>
                <c:pt idx="171">
                  <c:v>3440</c:v>
                </c:pt>
                <c:pt idx="172">
                  <c:v>3460</c:v>
                </c:pt>
                <c:pt idx="173">
                  <c:v>3480</c:v>
                </c:pt>
                <c:pt idx="174">
                  <c:v>3500</c:v>
                </c:pt>
                <c:pt idx="175">
                  <c:v>3520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20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majorUnit val="3000"/>
      </c:valAx>
      <c:valAx>
        <c:axId val="48650112"/>
        <c:scaling>
          <c:orientation val="minMax"/>
          <c:max val="2026.7"/>
          <c:min val="2012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Deneb</c:v>
          </c:tx>
          <c:spPr>
            <a:ln xmlns:a="http://schemas.openxmlformats.org/drawingml/2006/main" w="24765">
              <a:solidFill>
                <a:srgbClr val="174D3B"/>
              </a:solidFill>
              <a:prstDash val="solid"/>
            </a:ln>
          </c:spPr>
          <c:marker>
            <c:symbol val="none"/>
          </c:marker>
          <c:xVal>
            <c:numRef>
              <c:f>'Chart Data'!$A$2:$A$177</c:f>
              <c:numCache>
                <c:formatCode>General</c:formatCode>
                <c:ptCount val="176"/>
                <c:pt idx="0">
                  <c:v>2012.08196721</c:v>
                </c:pt>
                <c:pt idx="1">
                  <c:v>2012.16120219</c:v>
                </c:pt>
                <c:pt idx="2">
                  <c:v>2012.2431694</c:v>
                </c:pt>
                <c:pt idx="3">
                  <c:v>2012.32786885</c:v>
                </c:pt>
                <c:pt idx="4">
                  <c:v>2012.41256831</c:v>
                </c:pt>
                <c:pt idx="5">
                  <c:v>2012.49180328</c:v>
                </c:pt>
                <c:pt idx="6">
                  <c:v>2012.57923497</c:v>
                </c:pt>
                <c:pt idx="7">
                  <c:v>2012.66393443</c:v>
                </c:pt>
                <c:pt idx="8">
                  <c:v>2012.74043716</c:v>
                </c:pt>
                <c:pt idx="9">
                  <c:v>2012.83060109</c:v>
                </c:pt>
                <c:pt idx="10">
                  <c:v>2012.91256831</c:v>
                </c:pt>
                <c:pt idx="11">
                  <c:v>2012.99726776</c:v>
                </c:pt>
                <c:pt idx="12">
                  <c:v>2013.08219178</c:v>
                </c:pt>
                <c:pt idx="13">
                  <c:v>2013.15890411</c:v>
                </c:pt>
                <c:pt idx="14">
                  <c:v>2013.23561644</c:v>
                </c:pt>
                <c:pt idx="15">
                  <c:v>2013.3260274</c:v>
                </c:pt>
                <c:pt idx="16">
                  <c:v>2013.4109589</c:v>
                </c:pt>
                <c:pt idx="17">
                  <c:v>2013.48767123</c:v>
                </c:pt>
                <c:pt idx="18">
                  <c:v>2013.57808219</c:v>
                </c:pt>
                <c:pt idx="19">
                  <c:v>2013.66027397</c:v>
                </c:pt>
                <c:pt idx="20">
                  <c:v>2013.74520548</c:v>
                </c:pt>
                <c:pt idx="21">
                  <c:v>2013.83013699</c:v>
                </c:pt>
                <c:pt idx="22">
                  <c:v>2013.90958904</c:v>
                </c:pt>
                <c:pt idx="23">
                  <c:v>2013.99726027</c:v>
                </c:pt>
                <c:pt idx="24">
                  <c:v>2014.08219178</c:v>
                </c:pt>
                <c:pt idx="25">
                  <c:v>2014.15890411</c:v>
                </c:pt>
                <c:pt idx="26">
                  <c:v>2014.24383562</c:v>
                </c:pt>
                <c:pt idx="27">
                  <c:v>2014.3260274</c:v>
                </c:pt>
                <c:pt idx="28">
                  <c:v>2014.40821918</c:v>
                </c:pt>
                <c:pt idx="29">
                  <c:v>2014.49315068</c:v>
                </c:pt>
                <c:pt idx="30">
                  <c:v>2014.57808219</c:v>
                </c:pt>
                <c:pt idx="31">
                  <c:v>2014.65753425</c:v>
                </c:pt>
                <c:pt idx="32">
                  <c:v>2014.74520548</c:v>
                </c:pt>
                <c:pt idx="33">
                  <c:v>2014.83013699</c:v>
                </c:pt>
                <c:pt idx="34">
                  <c:v>2014.90684932</c:v>
                </c:pt>
                <c:pt idx="35">
                  <c:v>2014.99726027</c:v>
                </c:pt>
                <c:pt idx="36">
                  <c:v>2015.07945205</c:v>
                </c:pt>
                <c:pt idx="37">
                  <c:v>2015.15616438</c:v>
                </c:pt>
                <c:pt idx="38">
                  <c:v>2015.24383562</c:v>
                </c:pt>
                <c:pt idx="39">
                  <c:v>2015.3260274</c:v>
                </c:pt>
                <c:pt idx="40">
                  <c:v>2015.40547945</c:v>
                </c:pt>
                <c:pt idx="41">
                  <c:v>2015.49315068</c:v>
                </c:pt>
                <c:pt idx="42">
                  <c:v>2015.57808219</c:v>
                </c:pt>
                <c:pt idx="43">
                  <c:v>2015.6630137</c:v>
                </c:pt>
                <c:pt idx="44">
                  <c:v>2015.74520548</c:v>
                </c:pt>
                <c:pt idx="45">
                  <c:v>2015.82739726</c:v>
                </c:pt>
                <c:pt idx="46">
                  <c:v>2015.91232877</c:v>
                </c:pt>
                <c:pt idx="47">
                  <c:v>2015.99726027</c:v>
                </c:pt>
                <c:pt idx="48">
                  <c:v>2016.07650273</c:v>
                </c:pt>
                <c:pt idx="49">
                  <c:v>2016.16120219</c:v>
                </c:pt>
                <c:pt idx="50">
                  <c:v>2016.24590164</c:v>
                </c:pt>
                <c:pt idx="51">
                  <c:v>2016.32513661</c:v>
                </c:pt>
                <c:pt idx="52">
                  <c:v>2016.41256831</c:v>
                </c:pt>
                <c:pt idx="53">
                  <c:v>2016.49453552</c:v>
                </c:pt>
                <c:pt idx="54">
                  <c:v>2016.57377049</c:v>
                </c:pt>
                <c:pt idx="55">
                  <c:v>2016.66393443</c:v>
                </c:pt>
                <c:pt idx="56">
                  <c:v>2016.74590164</c:v>
                </c:pt>
                <c:pt idx="57">
                  <c:v>2016.83060109</c:v>
                </c:pt>
                <c:pt idx="58">
                  <c:v>2016.91256831</c:v>
                </c:pt>
                <c:pt idx="59">
                  <c:v>2016.99453552</c:v>
                </c:pt>
                <c:pt idx="60">
                  <c:v>2017.08219178</c:v>
                </c:pt>
                <c:pt idx="61">
                  <c:v>2017.15890411</c:v>
                </c:pt>
                <c:pt idx="62">
                  <c:v>2017.24383562</c:v>
                </c:pt>
                <c:pt idx="63">
                  <c:v>2017.32054795</c:v>
                </c:pt>
                <c:pt idx="64">
                  <c:v>2017.4109589</c:v>
                </c:pt>
                <c:pt idx="65">
                  <c:v>2017.49315068</c:v>
                </c:pt>
                <c:pt idx="66">
                  <c:v>2017.57808219</c:v>
                </c:pt>
                <c:pt idx="67">
                  <c:v>2017.6630137</c:v>
                </c:pt>
                <c:pt idx="68">
                  <c:v>2017.74246575</c:v>
                </c:pt>
                <c:pt idx="69">
                  <c:v>2017.83013699</c:v>
                </c:pt>
                <c:pt idx="70">
                  <c:v>2017.91232877</c:v>
                </c:pt>
                <c:pt idx="71">
                  <c:v>2017.99178082</c:v>
                </c:pt>
                <c:pt idx="72">
                  <c:v>2018.08219178</c:v>
                </c:pt>
                <c:pt idx="73">
                  <c:v>2018.15890411</c:v>
                </c:pt>
                <c:pt idx="74">
                  <c:v>2018.23835616</c:v>
                </c:pt>
                <c:pt idx="75">
                  <c:v>2018.3260274</c:v>
                </c:pt>
                <c:pt idx="76">
                  <c:v>2018.4109589</c:v>
                </c:pt>
                <c:pt idx="77">
                  <c:v>2018.49041096</c:v>
                </c:pt>
                <c:pt idx="78">
                  <c:v>2018.57808219</c:v>
                </c:pt>
                <c:pt idx="79">
                  <c:v>2018.6630137</c:v>
                </c:pt>
                <c:pt idx="80">
                  <c:v>2018.73972603</c:v>
                </c:pt>
                <c:pt idx="81">
                  <c:v>2018.83013699</c:v>
                </c:pt>
                <c:pt idx="82">
                  <c:v>2018.91232877</c:v>
                </c:pt>
                <c:pt idx="83">
                  <c:v>2018.99726027</c:v>
                </c:pt>
                <c:pt idx="84">
                  <c:v>2019.08219178</c:v>
                </c:pt>
                <c:pt idx="85">
                  <c:v>2019.15890411</c:v>
                </c:pt>
                <c:pt idx="86">
                  <c:v>2019.23835616</c:v>
                </c:pt>
                <c:pt idx="87">
                  <c:v>2019.3260274</c:v>
                </c:pt>
                <c:pt idx="88">
                  <c:v>2019.4109589</c:v>
                </c:pt>
                <c:pt idx="89">
                  <c:v>2019.48767123</c:v>
                </c:pt>
                <c:pt idx="90">
                  <c:v>2019.57808219</c:v>
                </c:pt>
                <c:pt idx="91">
                  <c:v>2019.66027397</c:v>
                </c:pt>
                <c:pt idx="92">
                  <c:v>2019.74520548</c:v>
                </c:pt>
                <c:pt idx="93">
                  <c:v>2019.83013699</c:v>
                </c:pt>
                <c:pt idx="94">
                  <c:v>2019.90958904</c:v>
                </c:pt>
                <c:pt idx="95">
                  <c:v>2019.99726027</c:v>
                </c:pt>
                <c:pt idx="96">
                  <c:v>2020.08196721</c:v>
                </c:pt>
                <c:pt idx="97">
                  <c:v>2020.15846995</c:v>
                </c:pt>
                <c:pt idx="98">
                  <c:v>2020.24590164</c:v>
                </c:pt>
                <c:pt idx="99">
                  <c:v>2020.32786885</c:v>
                </c:pt>
                <c:pt idx="100">
                  <c:v>2020.40710383</c:v>
                </c:pt>
                <c:pt idx="101">
                  <c:v>2020.49453552</c:v>
                </c:pt>
                <c:pt idx="102">
                  <c:v>2020.57923497</c:v>
                </c:pt>
                <c:pt idx="103">
                  <c:v>2020.66393443</c:v>
                </c:pt>
                <c:pt idx="104">
                  <c:v>2020.74590164</c:v>
                </c:pt>
                <c:pt idx="105">
                  <c:v>2020.82786885</c:v>
                </c:pt>
                <c:pt idx="106">
                  <c:v>2020.91256831</c:v>
                </c:pt>
                <c:pt idx="107">
                  <c:v>2020.99726776</c:v>
                </c:pt>
                <c:pt idx="108">
                  <c:v>2021.07671233</c:v>
                </c:pt>
                <c:pt idx="109">
                  <c:v>2021.15342466</c:v>
                </c:pt>
                <c:pt idx="110">
                  <c:v>2021.24383562</c:v>
                </c:pt>
                <c:pt idx="111">
                  <c:v>2021.3260274</c:v>
                </c:pt>
                <c:pt idx="112">
                  <c:v>2021.40273973</c:v>
                </c:pt>
                <c:pt idx="113">
                  <c:v>2021.49315068</c:v>
                </c:pt>
                <c:pt idx="114">
                  <c:v>2021.57534247</c:v>
                </c:pt>
                <c:pt idx="115">
                  <c:v>2021.6630137</c:v>
                </c:pt>
                <c:pt idx="116">
                  <c:v>2021.74520548</c:v>
                </c:pt>
                <c:pt idx="117">
                  <c:v>2021.82465753</c:v>
                </c:pt>
                <c:pt idx="118">
                  <c:v>2021.91232877</c:v>
                </c:pt>
                <c:pt idx="119">
                  <c:v>2021.99726027</c:v>
                </c:pt>
                <c:pt idx="120">
                  <c:v>2022.08219178</c:v>
                </c:pt>
                <c:pt idx="121">
                  <c:v>2022.15890411</c:v>
                </c:pt>
                <c:pt idx="122">
                  <c:v>2022.24383562</c:v>
                </c:pt>
                <c:pt idx="123">
                  <c:v>2022.32328767</c:v>
                </c:pt>
                <c:pt idx="124">
                  <c:v>2022.4109589</c:v>
                </c:pt>
                <c:pt idx="125">
                  <c:v>2022.49315068</c:v>
                </c:pt>
                <c:pt idx="126">
                  <c:v>2022.57260274</c:v>
                </c:pt>
                <c:pt idx="127">
                  <c:v>2022.6630137</c:v>
                </c:pt>
                <c:pt idx="128">
                  <c:v>2022.74520548</c:v>
                </c:pt>
                <c:pt idx="129">
                  <c:v>2022.83013699</c:v>
                </c:pt>
                <c:pt idx="130">
                  <c:v>2022.91232877</c:v>
                </c:pt>
                <c:pt idx="131">
                  <c:v>2022.99452055</c:v>
                </c:pt>
                <c:pt idx="132">
                  <c:v>2023.08219178</c:v>
                </c:pt>
                <c:pt idx="133">
                  <c:v>2023.15890411</c:v>
                </c:pt>
                <c:pt idx="134">
                  <c:v>2023.24383562</c:v>
                </c:pt>
                <c:pt idx="135">
                  <c:v>2023.32054795</c:v>
                </c:pt>
                <c:pt idx="136">
                  <c:v>2023.4109589</c:v>
                </c:pt>
                <c:pt idx="137">
                  <c:v>2023.49315068</c:v>
                </c:pt>
                <c:pt idx="138">
                  <c:v>2023.57808219</c:v>
                </c:pt>
                <c:pt idx="139">
                  <c:v>2023.6630137</c:v>
                </c:pt>
                <c:pt idx="140">
                  <c:v>2023.74246575</c:v>
                </c:pt>
                <c:pt idx="141">
                  <c:v>2023.83013699</c:v>
                </c:pt>
                <c:pt idx="142">
                  <c:v>2023.91232877</c:v>
                </c:pt>
                <c:pt idx="143">
                  <c:v>2023.99178082</c:v>
                </c:pt>
                <c:pt idx="144">
                  <c:v>2024.08196721</c:v>
                </c:pt>
                <c:pt idx="145">
                  <c:v>2024.16120219</c:v>
                </c:pt>
                <c:pt idx="146">
                  <c:v>2024.23770492</c:v>
                </c:pt>
                <c:pt idx="147">
                  <c:v>2024.32786885</c:v>
                </c:pt>
                <c:pt idx="148">
                  <c:v>2024.41256831</c:v>
                </c:pt>
                <c:pt idx="149">
                  <c:v>2024.48907104</c:v>
                </c:pt>
                <c:pt idx="150">
                  <c:v>2024.57923497</c:v>
                </c:pt>
                <c:pt idx="151">
                  <c:v>2024.66120219</c:v>
                </c:pt>
                <c:pt idx="152">
                  <c:v>2024.74590164</c:v>
                </c:pt>
                <c:pt idx="153">
                  <c:v>2024.83060109</c:v>
                </c:pt>
                <c:pt idx="154">
                  <c:v>2024.90983607</c:v>
                </c:pt>
                <c:pt idx="155">
                  <c:v>2024.99726776</c:v>
                </c:pt>
                <c:pt idx="156">
                  <c:v>2025.08219178</c:v>
                </c:pt>
                <c:pt idx="157">
                  <c:v>2025.15890411</c:v>
                </c:pt>
                <c:pt idx="158">
                  <c:v>2025.24383562</c:v>
                </c:pt>
                <c:pt idx="159">
                  <c:v>2025.3260274</c:v>
                </c:pt>
                <c:pt idx="160">
                  <c:v>2025.40821918</c:v>
                </c:pt>
                <c:pt idx="161">
                  <c:v>2025.49315068</c:v>
                </c:pt>
                <c:pt idx="162">
                  <c:v>2025.57808219</c:v>
                </c:pt>
                <c:pt idx="163">
                  <c:v>2025.65753425</c:v>
                </c:pt>
                <c:pt idx="164">
                  <c:v>2025.74520548</c:v>
                </c:pt>
                <c:pt idx="165">
                  <c:v>2025.83013699</c:v>
                </c:pt>
                <c:pt idx="166">
                  <c:v>2025.90684932</c:v>
                </c:pt>
                <c:pt idx="167">
                  <c:v>2025.99726027</c:v>
                </c:pt>
                <c:pt idx="168">
                  <c:v>2026.07945205</c:v>
                </c:pt>
                <c:pt idx="169">
                  <c:v>2026.15616438</c:v>
                </c:pt>
                <c:pt idx="170">
                  <c:v>2026.24383562</c:v>
                </c:pt>
                <c:pt idx="171">
                  <c:v>2026.3260274</c:v>
                </c:pt>
                <c:pt idx="172">
                  <c:v>2026.40547945</c:v>
                </c:pt>
                <c:pt idx="173">
                  <c:v>2026.49315068</c:v>
                </c:pt>
                <c:pt idx="174">
                  <c:v>2026.57808219</c:v>
                </c:pt>
                <c:pt idx="175">
                  <c:v>2026.6630137</c:v>
                </c:pt>
              </c:numCache>
            </c:numRef>
          </c:xVal>
          <c:yVal>
            <c:numRef>
              <c:f>'Chart Data'!$B$2:$B$177</c:f>
              <c:numCache>
                <c:formatCode>#,##0</c:formatCode>
                <c:ptCount val="176"/>
                <c:pt idx="0">
                  <c:v>22.4268449462</c:v>
                </c:pt>
                <c:pt idx="1">
                  <c:v>47.6109643345</c:v>
                </c:pt>
                <c:pt idx="2">
                  <c:v>74.1618216252</c:v>
                </c:pt>
                <c:pt idx="3">
                  <c:v>90.9336746368</c:v>
                </c:pt>
                <c:pt idx="4">
                  <c:v>103.837071076</c:v>
                </c:pt>
                <c:pt idx="5">
                  <c:v>128.509366475</c:v>
                </c:pt>
                <c:pt idx="6">
                  <c:v>151.643632313</c:v>
                </c:pt>
                <c:pt idx="7">
                  <c:v>188.849426641</c:v>
                </c:pt>
                <c:pt idx="8">
                  <c:v>212.581437518</c:v>
                </c:pt>
                <c:pt idx="9">
                  <c:v>212.050462773</c:v>
                </c:pt>
                <c:pt idx="10">
                  <c:v>227.036921998</c:v>
                </c:pt>
                <c:pt idx="11">
                  <c:v>244.203240168</c:v>
                </c:pt>
                <c:pt idx="12">
                  <c:v>280.987303258</c:v>
                </c:pt>
                <c:pt idx="13">
                  <c:v>304.084404542</c:v>
                </c:pt>
                <c:pt idx="14">
                  <c:v>347.016717119</c:v>
                </c:pt>
                <c:pt idx="15">
                  <c:v>386.960704744</c:v>
                </c:pt>
                <c:pt idx="16">
                  <c:v>435.610782285</c:v>
                </c:pt>
                <c:pt idx="17">
                  <c:v>426.74259802</c:v>
                </c:pt>
                <c:pt idx="18">
                  <c:v>476.981505452</c:v>
                </c:pt>
                <c:pt idx="19">
                  <c:v>485.622304705</c:v>
                </c:pt>
                <c:pt idx="20">
                  <c:v>529.808185211</c:v>
                </c:pt>
                <c:pt idx="21">
                  <c:v>583.488335548</c:v>
                </c:pt>
                <c:pt idx="22">
                  <c:v>627.016867973</c:v>
                </c:pt>
                <c:pt idx="23">
                  <c:v>668.01929</c:v>
                </c:pt>
                <c:pt idx="24">
                  <c:v>659.664694608</c:v>
                </c:pt>
                <c:pt idx="25">
                  <c:v>722.360631407</c:v>
                </c:pt>
                <c:pt idx="26">
                  <c:v>734.975395082</c:v>
                </c:pt>
                <c:pt idx="27">
                  <c:v>722.679963577</c:v>
                </c:pt>
                <c:pt idx="28">
                  <c:v>805.969900547</c:v>
                </c:pt>
                <c:pt idx="29">
                  <c:v>877.314974972</c:v>
                </c:pt>
                <c:pt idx="30">
                  <c:v>907.398249652</c:v>
                </c:pt>
                <c:pt idx="31">
                  <c:v>1026.56210991</c:v>
                </c:pt>
                <c:pt idx="32">
                  <c:v>1028.42969494</c:v>
                </c:pt>
                <c:pt idx="33">
                  <c:v>1065.05720059</c:v>
                </c:pt>
                <c:pt idx="34">
                  <c:v>1186.7008061</c:v>
                </c:pt>
                <c:pt idx="35">
                  <c:v>1131.08222189</c:v>
                </c:pt>
                <c:pt idx="36">
                  <c:v>1114.81966187</c:v>
                </c:pt>
                <c:pt idx="37">
                  <c:v>1271.55639816</c:v>
                </c:pt>
                <c:pt idx="38">
                  <c:v>1219.66455308</c:v>
                </c:pt>
                <c:pt idx="39">
                  <c:v>1282.41411906</c:v>
                </c:pt>
                <c:pt idx="40">
                  <c:v>1354.31793621</c:v>
                </c:pt>
                <c:pt idx="41">
                  <c:v>1293.15850571</c:v>
                </c:pt>
                <c:pt idx="42">
                  <c:v>1420.94324971</c:v>
                </c:pt>
                <c:pt idx="43">
                  <c:v>1160.44464187</c:v>
                </c:pt>
                <c:pt idx="44">
                  <c:v>1131.15460192</c:v>
                </c:pt>
                <c:pt idx="45">
                  <c:v>1423.2473269</c:v>
                </c:pt>
                <c:pt idx="46">
                  <c:v>1455.19775236</c:v>
                </c:pt>
                <c:pt idx="47">
                  <c:v>1418.53442981</c:v>
                </c:pt>
                <c:pt idx="48">
                  <c:v>1258.36609219</c:v>
                </c:pt>
                <c:pt idx="49">
                  <c:v>1305.04555173</c:v>
                </c:pt>
                <c:pt idx="50">
                  <c:v>1511.82457994</c:v>
                </c:pt>
                <c:pt idx="51">
                  <c:v>1441.0196435</c:v>
                </c:pt>
                <c:pt idx="52">
                  <c:v>1525.93068004</c:v>
                </c:pt>
                <c:pt idx="53">
                  <c:v>1432.13026348</c:v>
                </c:pt>
                <c:pt idx="54">
                  <c:v>1586.66363912</c:v>
                </c:pt>
                <c:pt idx="55">
                  <c:v>1629.37461295</c:v>
                </c:pt>
                <c:pt idx="56">
                  <c:v>1707.84959673</c:v>
                </c:pt>
                <c:pt idx="57">
                  <c:v>1669.29934282</c:v>
                </c:pt>
                <c:pt idx="58">
                  <c:v>1722.91279466</c:v>
                </c:pt>
                <c:pt idx="59">
                  <c:v>1787.53935847</c:v>
                </c:pt>
                <c:pt idx="60">
                  <c:v>1973.82950493</c:v>
                </c:pt>
                <c:pt idx="61">
                  <c:v>2181.55007336</c:v>
                </c:pt>
                <c:pt idx="62">
                  <c:v>2277.11587429</c:v>
                </c:pt>
                <c:pt idx="63">
                  <c:v>2410.61705107</c:v>
                </c:pt>
                <c:pt idx="64">
                  <c:v>2614.0074172</c:v>
                </c:pt>
                <c:pt idx="65">
                  <c:v>2505.83653679</c:v>
                </c:pt>
                <c:pt idx="66">
                  <c:v>2737.47915797</c:v>
                </c:pt>
                <c:pt idx="67">
                  <c:v>2840.61230468</c:v>
                </c:pt>
                <c:pt idx="68">
                  <c:v>2874.85866545</c:v>
                </c:pt>
                <c:pt idx="69">
                  <c:v>3175.33160123</c:v>
                </c:pt>
                <c:pt idx="70">
                  <c:v>3354.06448558</c:v>
                </c:pt>
                <c:pt idx="71">
                  <c:v>3424.3766703</c:v>
                </c:pt>
                <c:pt idx="72">
                  <c:v>4072.09516428</c:v>
                </c:pt>
                <c:pt idx="73">
                  <c:v>3762.37990331</c:v>
                </c:pt>
                <c:pt idx="74">
                  <c:v>3632.97045851</c:v>
                </c:pt>
                <c:pt idx="75">
                  <c:v>3527.7138397</c:v>
                </c:pt>
                <c:pt idx="76">
                  <c:v>3895.89034221</c:v>
                </c:pt>
                <c:pt idx="77">
                  <c:v>3977.36414089</c:v>
                </c:pt>
                <c:pt idx="78">
                  <c:v>4250.52396438</c:v>
                </c:pt>
                <c:pt idx="79">
                  <c:v>4760.04796348</c:v>
                </c:pt>
                <c:pt idx="80">
                  <c:v>4755.80159827</c:v>
                </c:pt>
                <c:pt idx="81">
                  <c:v>3958.74328958</c:v>
                </c:pt>
                <c:pt idx="82">
                  <c:v>3804.53680332</c:v>
                </c:pt>
                <c:pt idx="83">
                  <c:v>3482.3736478</c:v>
                </c:pt>
                <c:pt idx="84">
                  <c:v>3797.60533287</c:v>
                </c:pt>
                <c:pt idx="85">
                  <c:v>4057.41597878</c:v>
                </c:pt>
                <c:pt idx="86">
                  <c:v>4362.14065254</c:v>
                </c:pt>
                <c:pt idx="87">
                  <c:v>4874.43724996</c:v>
                </c:pt>
                <c:pt idx="88">
                  <c:v>4178.28079998</c:v>
                </c:pt>
                <c:pt idx="89">
                  <c:v>4749.76350359</c:v>
                </c:pt>
                <c:pt idx="90">
                  <c:v>4969.25167809</c:v>
                </c:pt>
                <c:pt idx="91">
                  <c:v>4622.33269268</c:v>
                </c:pt>
                <c:pt idx="92">
                  <c:v>4763.23635695</c:v>
                </c:pt>
                <c:pt idx="93">
                  <c:v>5174.20055579</c:v>
                </c:pt>
                <c:pt idx="94">
                  <c:v>5633.03855031</c:v>
                </c:pt>
                <c:pt idx="95">
                  <c:v>6092.45679758</c:v>
                </c:pt>
                <c:pt idx="96">
                  <c:v>6372.77972795</c:v>
                </c:pt>
                <c:pt idx="97">
                  <c:v>5697.27560394</c:v>
                </c:pt>
                <c:pt idx="98">
                  <c:v>5431.51718556</c:v>
                </c:pt>
                <c:pt idx="99">
                  <c:v>6917.99612357</c:v>
                </c:pt>
                <c:pt idx="100">
                  <c:v>7374.2280066</c:v>
                </c:pt>
                <c:pt idx="101">
                  <c:v>8132.1904434</c:v>
                </c:pt>
                <c:pt idx="102">
                  <c:v>9277.48322155</c:v>
                </c:pt>
                <c:pt idx="103">
                  <c:v>11232.3148382</c:v>
                </c:pt>
                <c:pt idx="104">
                  <c:v>10122.6058962</c:v>
                </c:pt>
                <c:pt idx="105">
                  <c:v>10159.8071595</c:v>
                </c:pt>
                <c:pt idx="106">
                  <c:v>11490.0523475</c:v>
                </c:pt>
                <c:pt idx="107">
                  <c:v>12576.7317347</c:v>
                </c:pt>
                <c:pt idx="108">
                  <c:v>12540.3058974</c:v>
                </c:pt>
                <c:pt idx="109">
                  <c:v>12860.8171312</c:v>
                </c:pt>
                <c:pt idx="110">
                  <c:v>14245.8520269</c:v>
                </c:pt>
                <c:pt idx="111">
                  <c:v>15583.8035336</c:v>
                </c:pt>
                <c:pt idx="112">
                  <c:v>15264.1647876</c:v>
                </c:pt>
                <c:pt idx="113">
                  <c:v>17013.4469911</c:v>
                </c:pt>
                <c:pt idx="114">
                  <c:v>17927.4910046</c:v>
                </c:pt>
                <c:pt idx="115">
                  <c:v>19455.1641922</c:v>
                </c:pt>
                <c:pt idx="116">
                  <c:v>17296.7407258</c:v>
                </c:pt>
                <c:pt idx="117">
                  <c:v>20090.7713633</c:v>
                </c:pt>
                <c:pt idx="118">
                  <c:v>20579.5672769</c:v>
                </c:pt>
                <c:pt idx="119">
                  <c:v>20900.5752236</c:v>
                </c:pt>
                <c:pt idx="120">
                  <c:v>19458.1264884</c:v>
                </c:pt>
                <c:pt idx="121">
                  <c:v>19265.8911964</c:v>
                </c:pt>
                <c:pt idx="122">
                  <c:v>19782.6045576</c:v>
                </c:pt>
                <c:pt idx="123">
                  <c:v>17682.2041454</c:v>
                </c:pt>
                <c:pt idx="124">
                  <c:v>18169.0010559</c:v>
                </c:pt>
                <c:pt idx="125">
                  <c:v>17197.9547455</c:v>
                </c:pt>
                <c:pt idx="126">
                  <c:v>17666.8148625</c:v>
                </c:pt>
                <c:pt idx="127">
                  <c:v>16464.3761038</c:v>
                </c:pt>
                <c:pt idx="128">
                  <c:v>15489.7415566</c:v>
                </c:pt>
                <c:pt idx="129">
                  <c:v>16596.3206873</c:v>
                </c:pt>
                <c:pt idx="130">
                  <c:v>17354.5181829</c:v>
                </c:pt>
                <c:pt idx="131">
                  <c:v>15680.4143684</c:v>
                </c:pt>
                <c:pt idx="132">
                  <c:v>16683.03452</c:v>
                </c:pt>
                <c:pt idx="133">
                  <c:v>15934.0424111</c:v>
                </c:pt>
                <c:pt idx="134">
                  <c:v>18046.7460779</c:v>
                </c:pt>
                <c:pt idx="135">
                  <c:v>18013.9485499</c:v>
                </c:pt>
                <c:pt idx="136">
                  <c:v>20231.2152174</c:v>
                </c:pt>
                <c:pt idx="137">
                  <c:v>22935.7304378</c:v>
                </c:pt>
                <c:pt idx="138">
                  <c:v>24786.5522814</c:v>
                </c:pt>
                <c:pt idx="139">
                  <c:v>23365.7167541</c:v>
                </c:pt>
                <c:pt idx="140">
                  <c:v>22082.4349371</c:v>
                </c:pt>
                <c:pt idx="141">
                  <c:v>21049.5496248</c:v>
                </c:pt>
                <c:pt idx="142">
                  <c:v>25691.4639107</c:v>
                </c:pt>
                <c:pt idx="143">
                  <c:v>28834.7364664</c:v>
                </c:pt>
                <c:pt idx="144">
                  <c:v>29535.7746078</c:v>
                </c:pt>
                <c:pt idx="145">
                  <c:v>32370.6594376</c:v>
                </c:pt>
                <c:pt idx="146">
                  <c:v>33495.7952281</c:v>
                </c:pt>
                <c:pt idx="147">
                  <c:v>29335.1605624</c:v>
                </c:pt>
                <c:pt idx="148">
                  <c:v>32915.1613199</c:v>
                </c:pt>
                <c:pt idx="149">
                  <c:v>36592.271375</c:v>
                </c:pt>
                <c:pt idx="150">
                  <c:v>36774.2642906</c:v>
                </c:pt>
                <c:pt idx="151">
                  <c:v>38227.8908921</c:v>
                </c:pt>
                <c:pt idx="152">
                  <c:v>38064.2932856</c:v>
                </c:pt>
                <c:pt idx="153">
                  <c:v>37239.6569445</c:v>
                </c:pt>
                <c:pt idx="154">
                  <c:v>41280.1391542</c:v>
                </c:pt>
                <c:pt idx="155">
                  <c:v>40065.311492</c:v>
                </c:pt>
                <c:pt idx="156">
                  <c:v>41408.0365247</c:v>
                </c:pt>
                <c:pt idx="157">
                  <c:v>41023.4383202</c:v>
                </c:pt>
                <c:pt idx="158">
                  <c:v>38976.8672855</c:v>
                </c:pt>
                <c:pt idx="159">
                  <c:v>37510.1913314</c:v>
                </c:pt>
                <c:pt idx="160">
                  <c:v>37987.3969042</c:v>
                </c:pt>
                <c:pt idx="161">
                  <c:v>42558.5120031</c:v>
                </c:pt>
                <c:pt idx="162">
                  <c:v>44168.4819274</c:v>
                </c:pt>
                <c:pt idx="163">
                  <c:v>45425.1103131</c:v>
                </c:pt>
                <c:pt idx="164">
                  <c:v>49570.2727949</c:v>
                </c:pt>
                <c:pt idx="165">
                  <c:v>53020.0893024</c:v>
                </c:pt>
                <c:pt idx="166">
                  <c:v>50225.4469884</c:v>
                </c:pt>
                <c:pt idx="167">
                  <c:v>49981.130208</c:v>
                </c:pt>
                <c:pt idx="168">
                  <c:v>52513.5956588</c:v>
                </c:pt>
                <c:pt idx="169">
                  <c:v>53692.8581431</c:v>
                </c:pt>
                <c:pt idx="170">
                  <c:v>48964.588139</c:v>
                </c:pt>
                <c:pt idx="171">
                  <c:v>59260.2728953</c:v>
                </c:pt>
                <c:pt idx="172">
                  <c:v>71092.6733051</c:v>
                </c:pt>
                <c:pt idx="173">
                  <c:v>67796.6187116</c:v>
                </c:pt>
                <c:pt idx="174">
                  <c:v>67375.5297244</c:v>
                </c:pt>
                <c:pt idx="175">
                  <c:v>72222.4515457</c:v>
                </c:pt>
              </c:numCache>
            </c:numRef>
          </c:yVal>
        </c:ser>
        <c:ser>
          <c:idx val="1"/>
          <c:order val="1"/>
          <c:tx>
            <c:v>적금 4%</c:v>
          </c:tx>
          <c:spPr>
            <a:ln xmlns:a="http://schemas.openxmlformats.org/drawingml/2006/main" w="24765">
              <a:solidFill>
                <a:srgbClr val="2767B7"/>
              </a:solidFill>
              <a:prstDash val="solid"/>
            </a:ln>
          </c:spPr>
          <c:marker>
            <c:symbol val="none"/>
          </c:marker>
          <c:xVal>
            <c:numRef>
              <c:f>'Chart Data'!$C$2:$C$177</c:f>
              <c:numCache>
                <c:formatCode>General</c:formatCode>
                <c:ptCount val="176"/>
                <c:pt idx="0">
                  <c:v>2012.08196721</c:v>
                </c:pt>
                <c:pt idx="1">
                  <c:v>2012.16120219</c:v>
                </c:pt>
                <c:pt idx="2">
                  <c:v>2012.2431694</c:v>
                </c:pt>
                <c:pt idx="3">
                  <c:v>2012.32786885</c:v>
                </c:pt>
                <c:pt idx="4">
                  <c:v>2012.41256831</c:v>
                </c:pt>
                <c:pt idx="5">
                  <c:v>2012.49180328</c:v>
                </c:pt>
                <c:pt idx="6">
                  <c:v>2012.57923497</c:v>
                </c:pt>
                <c:pt idx="7">
                  <c:v>2012.66393443</c:v>
                </c:pt>
                <c:pt idx="8">
                  <c:v>2012.74043716</c:v>
                </c:pt>
                <c:pt idx="9">
                  <c:v>2012.83060109</c:v>
                </c:pt>
                <c:pt idx="10">
                  <c:v>2012.91256831</c:v>
                </c:pt>
                <c:pt idx="11">
                  <c:v>2012.99726776</c:v>
                </c:pt>
                <c:pt idx="12">
                  <c:v>2013.08219178</c:v>
                </c:pt>
                <c:pt idx="13">
                  <c:v>2013.15890411</c:v>
                </c:pt>
                <c:pt idx="14">
                  <c:v>2013.23561644</c:v>
                </c:pt>
                <c:pt idx="15">
                  <c:v>2013.3260274</c:v>
                </c:pt>
                <c:pt idx="16">
                  <c:v>2013.4109589</c:v>
                </c:pt>
                <c:pt idx="17">
                  <c:v>2013.48767123</c:v>
                </c:pt>
                <c:pt idx="18">
                  <c:v>2013.57808219</c:v>
                </c:pt>
                <c:pt idx="19">
                  <c:v>2013.66027397</c:v>
                </c:pt>
                <c:pt idx="20">
                  <c:v>2013.74520548</c:v>
                </c:pt>
                <c:pt idx="21">
                  <c:v>2013.83013699</c:v>
                </c:pt>
                <c:pt idx="22">
                  <c:v>2013.90958904</c:v>
                </c:pt>
                <c:pt idx="23">
                  <c:v>2013.99726027</c:v>
                </c:pt>
                <c:pt idx="24">
                  <c:v>2014.08219178</c:v>
                </c:pt>
                <c:pt idx="25">
                  <c:v>2014.15890411</c:v>
                </c:pt>
                <c:pt idx="26">
                  <c:v>2014.24383562</c:v>
                </c:pt>
                <c:pt idx="27">
                  <c:v>2014.3260274</c:v>
                </c:pt>
                <c:pt idx="28">
                  <c:v>2014.40821918</c:v>
                </c:pt>
                <c:pt idx="29">
                  <c:v>2014.49315068</c:v>
                </c:pt>
                <c:pt idx="30">
                  <c:v>2014.57808219</c:v>
                </c:pt>
                <c:pt idx="31">
                  <c:v>2014.65753425</c:v>
                </c:pt>
                <c:pt idx="32">
                  <c:v>2014.74520548</c:v>
                </c:pt>
                <c:pt idx="33">
                  <c:v>2014.83013699</c:v>
                </c:pt>
                <c:pt idx="34">
                  <c:v>2014.90684932</c:v>
                </c:pt>
                <c:pt idx="35">
                  <c:v>2014.99726027</c:v>
                </c:pt>
                <c:pt idx="36">
                  <c:v>2015.07945205</c:v>
                </c:pt>
                <c:pt idx="37">
                  <c:v>2015.15616438</c:v>
                </c:pt>
                <c:pt idx="38">
                  <c:v>2015.24383562</c:v>
                </c:pt>
                <c:pt idx="39">
                  <c:v>2015.3260274</c:v>
                </c:pt>
                <c:pt idx="40">
                  <c:v>2015.40547945</c:v>
                </c:pt>
                <c:pt idx="41">
                  <c:v>2015.49315068</c:v>
                </c:pt>
                <c:pt idx="42">
                  <c:v>2015.57808219</c:v>
                </c:pt>
                <c:pt idx="43">
                  <c:v>2015.6630137</c:v>
                </c:pt>
                <c:pt idx="44">
                  <c:v>2015.74520548</c:v>
                </c:pt>
                <c:pt idx="45">
                  <c:v>2015.82739726</c:v>
                </c:pt>
                <c:pt idx="46">
                  <c:v>2015.91232877</c:v>
                </c:pt>
                <c:pt idx="47">
                  <c:v>2015.99726027</c:v>
                </c:pt>
                <c:pt idx="48">
                  <c:v>2016.07650273</c:v>
                </c:pt>
                <c:pt idx="49">
                  <c:v>2016.16120219</c:v>
                </c:pt>
                <c:pt idx="50">
                  <c:v>2016.24590164</c:v>
                </c:pt>
                <c:pt idx="51">
                  <c:v>2016.32513661</c:v>
                </c:pt>
                <c:pt idx="52">
                  <c:v>2016.41256831</c:v>
                </c:pt>
                <c:pt idx="53">
                  <c:v>2016.49453552</c:v>
                </c:pt>
                <c:pt idx="54">
                  <c:v>2016.57377049</c:v>
                </c:pt>
                <c:pt idx="55">
                  <c:v>2016.66393443</c:v>
                </c:pt>
                <c:pt idx="56">
                  <c:v>2016.74590164</c:v>
                </c:pt>
                <c:pt idx="57">
                  <c:v>2016.83060109</c:v>
                </c:pt>
                <c:pt idx="58">
                  <c:v>2016.91256831</c:v>
                </c:pt>
                <c:pt idx="59">
                  <c:v>2016.99453552</c:v>
                </c:pt>
                <c:pt idx="60">
                  <c:v>2017.08219178</c:v>
                </c:pt>
                <c:pt idx="61">
                  <c:v>2017.15890411</c:v>
                </c:pt>
                <c:pt idx="62">
                  <c:v>2017.24383562</c:v>
                </c:pt>
                <c:pt idx="63">
                  <c:v>2017.32054795</c:v>
                </c:pt>
                <c:pt idx="64">
                  <c:v>2017.4109589</c:v>
                </c:pt>
                <c:pt idx="65">
                  <c:v>2017.49315068</c:v>
                </c:pt>
                <c:pt idx="66">
                  <c:v>2017.57808219</c:v>
                </c:pt>
                <c:pt idx="67">
                  <c:v>2017.6630137</c:v>
                </c:pt>
                <c:pt idx="68">
                  <c:v>2017.74246575</c:v>
                </c:pt>
                <c:pt idx="69">
                  <c:v>2017.83013699</c:v>
                </c:pt>
                <c:pt idx="70">
                  <c:v>2017.91232877</c:v>
                </c:pt>
                <c:pt idx="71">
                  <c:v>2017.99178082</c:v>
                </c:pt>
                <c:pt idx="72">
                  <c:v>2018.08219178</c:v>
                </c:pt>
                <c:pt idx="73">
                  <c:v>2018.15890411</c:v>
                </c:pt>
                <c:pt idx="74">
                  <c:v>2018.23835616</c:v>
                </c:pt>
                <c:pt idx="75">
                  <c:v>2018.3260274</c:v>
                </c:pt>
                <c:pt idx="76">
                  <c:v>2018.4109589</c:v>
                </c:pt>
                <c:pt idx="77">
                  <c:v>2018.49041096</c:v>
                </c:pt>
                <c:pt idx="78">
                  <c:v>2018.57808219</c:v>
                </c:pt>
                <c:pt idx="79">
                  <c:v>2018.6630137</c:v>
                </c:pt>
                <c:pt idx="80">
                  <c:v>2018.73972603</c:v>
                </c:pt>
                <c:pt idx="81">
                  <c:v>2018.83013699</c:v>
                </c:pt>
                <c:pt idx="82">
                  <c:v>2018.91232877</c:v>
                </c:pt>
                <c:pt idx="83">
                  <c:v>2018.99726027</c:v>
                </c:pt>
                <c:pt idx="84">
                  <c:v>2019.08219178</c:v>
                </c:pt>
                <c:pt idx="85">
                  <c:v>2019.15890411</c:v>
                </c:pt>
                <c:pt idx="86">
                  <c:v>2019.23835616</c:v>
                </c:pt>
                <c:pt idx="87">
                  <c:v>2019.3260274</c:v>
                </c:pt>
                <c:pt idx="88">
                  <c:v>2019.4109589</c:v>
                </c:pt>
                <c:pt idx="89">
                  <c:v>2019.48767123</c:v>
                </c:pt>
                <c:pt idx="90">
                  <c:v>2019.57808219</c:v>
                </c:pt>
                <c:pt idx="91">
                  <c:v>2019.66027397</c:v>
                </c:pt>
                <c:pt idx="92">
                  <c:v>2019.74520548</c:v>
                </c:pt>
                <c:pt idx="93">
                  <c:v>2019.83013699</c:v>
                </c:pt>
                <c:pt idx="94">
                  <c:v>2019.90958904</c:v>
                </c:pt>
                <c:pt idx="95">
                  <c:v>2019.99726027</c:v>
                </c:pt>
                <c:pt idx="96">
                  <c:v>2020.08196721</c:v>
                </c:pt>
                <c:pt idx="97">
                  <c:v>2020.15846995</c:v>
                </c:pt>
                <c:pt idx="98">
                  <c:v>2020.24590164</c:v>
                </c:pt>
                <c:pt idx="99">
                  <c:v>2020.32786885</c:v>
                </c:pt>
                <c:pt idx="100">
                  <c:v>2020.40710383</c:v>
                </c:pt>
                <c:pt idx="101">
                  <c:v>2020.49453552</c:v>
                </c:pt>
                <c:pt idx="102">
                  <c:v>2020.57923497</c:v>
                </c:pt>
                <c:pt idx="103">
                  <c:v>2020.66393443</c:v>
                </c:pt>
                <c:pt idx="104">
                  <c:v>2020.74590164</c:v>
                </c:pt>
                <c:pt idx="105">
                  <c:v>2020.82786885</c:v>
                </c:pt>
                <c:pt idx="106">
                  <c:v>2020.91256831</c:v>
                </c:pt>
                <c:pt idx="107">
                  <c:v>2020.99726776</c:v>
                </c:pt>
                <c:pt idx="108">
                  <c:v>2021.07671233</c:v>
                </c:pt>
                <c:pt idx="109">
                  <c:v>2021.15342466</c:v>
                </c:pt>
                <c:pt idx="110">
                  <c:v>2021.24383562</c:v>
                </c:pt>
                <c:pt idx="111">
                  <c:v>2021.3260274</c:v>
                </c:pt>
                <c:pt idx="112">
                  <c:v>2021.40273973</c:v>
                </c:pt>
                <c:pt idx="113">
                  <c:v>2021.49315068</c:v>
                </c:pt>
                <c:pt idx="114">
                  <c:v>2021.57534247</c:v>
                </c:pt>
                <c:pt idx="115">
                  <c:v>2021.6630137</c:v>
                </c:pt>
                <c:pt idx="116">
                  <c:v>2021.74520548</c:v>
                </c:pt>
                <c:pt idx="117">
                  <c:v>2021.82465753</c:v>
                </c:pt>
                <c:pt idx="118">
                  <c:v>2021.91232877</c:v>
                </c:pt>
                <c:pt idx="119">
                  <c:v>2021.99726027</c:v>
                </c:pt>
                <c:pt idx="120">
                  <c:v>2022.08219178</c:v>
                </c:pt>
                <c:pt idx="121">
                  <c:v>2022.15890411</c:v>
                </c:pt>
                <c:pt idx="122">
                  <c:v>2022.24383562</c:v>
                </c:pt>
                <c:pt idx="123">
                  <c:v>2022.32328767</c:v>
                </c:pt>
                <c:pt idx="124">
                  <c:v>2022.4109589</c:v>
                </c:pt>
                <c:pt idx="125">
                  <c:v>2022.49315068</c:v>
                </c:pt>
                <c:pt idx="126">
                  <c:v>2022.57260274</c:v>
                </c:pt>
                <c:pt idx="127">
                  <c:v>2022.6630137</c:v>
                </c:pt>
                <c:pt idx="128">
                  <c:v>2022.74520548</c:v>
                </c:pt>
                <c:pt idx="129">
                  <c:v>2022.83013699</c:v>
                </c:pt>
                <c:pt idx="130">
                  <c:v>2022.91232877</c:v>
                </c:pt>
                <c:pt idx="131">
                  <c:v>2022.99452055</c:v>
                </c:pt>
                <c:pt idx="132">
                  <c:v>2023.08219178</c:v>
                </c:pt>
                <c:pt idx="133">
                  <c:v>2023.15890411</c:v>
                </c:pt>
                <c:pt idx="134">
                  <c:v>2023.24383562</c:v>
                </c:pt>
                <c:pt idx="135">
                  <c:v>2023.32054795</c:v>
                </c:pt>
                <c:pt idx="136">
                  <c:v>2023.4109589</c:v>
                </c:pt>
                <c:pt idx="137">
                  <c:v>2023.49315068</c:v>
                </c:pt>
                <c:pt idx="138">
                  <c:v>2023.57808219</c:v>
                </c:pt>
                <c:pt idx="139">
                  <c:v>2023.6630137</c:v>
                </c:pt>
                <c:pt idx="140">
                  <c:v>2023.74246575</c:v>
                </c:pt>
                <c:pt idx="141">
                  <c:v>2023.83013699</c:v>
                </c:pt>
                <c:pt idx="142">
                  <c:v>2023.91232877</c:v>
                </c:pt>
                <c:pt idx="143">
                  <c:v>2023.99178082</c:v>
                </c:pt>
                <c:pt idx="144">
                  <c:v>2024.08196721</c:v>
                </c:pt>
                <c:pt idx="145">
                  <c:v>2024.16120219</c:v>
                </c:pt>
                <c:pt idx="146">
                  <c:v>2024.23770492</c:v>
                </c:pt>
                <c:pt idx="147">
                  <c:v>2024.32786885</c:v>
                </c:pt>
                <c:pt idx="148">
                  <c:v>2024.41256831</c:v>
                </c:pt>
                <c:pt idx="149">
                  <c:v>2024.48907104</c:v>
                </c:pt>
                <c:pt idx="150">
                  <c:v>2024.57923497</c:v>
                </c:pt>
                <c:pt idx="151">
                  <c:v>2024.66120219</c:v>
                </c:pt>
                <c:pt idx="152">
                  <c:v>2024.74590164</c:v>
                </c:pt>
                <c:pt idx="153">
                  <c:v>2024.83060109</c:v>
                </c:pt>
                <c:pt idx="154">
                  <c:v>2024.90983607</c:v>
                </c:pt>
                <c:pt idx="155">
                  <c:v>2024.99726776</c:v>
                </c:pt>
                <c:pt idx="156">
                  <c:v>2025.08219178</c:v>
                </c:pt>
                <c:pt idx="157">
                  <c:v>2025.15890411</c:v>
                </c:pt>
                <c:pt idx="158">
                  <c:v>2025.24383562</c:v>
                </c:pt>
                <c:pt idx="159">
                  <c:v>2025.3260274</c:v>
                </c:pt>
                <c:pt idx="160">
                  <c:v>2025.40821918</c:v>
                </c:pt>
                <c:pt idx="161">
                  <c:v>2025.49315068</c:v>
                </c:pt>
                <c:pt idx="162">
                  <c:v>2025.57808219</c:v>
                </c:pt>
                <c:pt idx="163">
                  <c:v>2025.65753425</c:v>
                </c:pt>
                <c:pt idx="164">
                  <c:v>2025.74520548</c:v>
                </c:pt>
                <c:pt idx="165">
                  <c:v>2025.83013699</c:v>
                </c:pt>
                <c:pt idx="166">
                  <c:v>2025.90684932</c:v>
                </c:pt>
                <c:pt idx="167">
                  <c:v>2025.99726027</c:v>
                </c:pt>
                <c:pt idx="168">
                  <c:v>2026.07945205</c:v>
                </c:pt>
                <c:pt idx="169">
                  <c:v>2026.15616438</c:v>
                </c:pt>
                <c:pt idx="170">
                  <c:v>2026.24383562</c:v>
                </c:pt>
                <c:pt idx="171">
                  <c:v>2026.3260274</c:v>
                </c:pt>
                <c:pt idx="172">
                  <c:v>2026.40547945</c:v>
                </c:pt>
                <c:pt idx="173">
                  <c:v>2026.49315068</c:v>
                </c:pt>
                <c:pt idx="174">
                  <c:v>2026.57808219</c:v>
                </c:pt>
                <c:pt idx="175">
                  <c:v>2026.6630137</c:v>
                </c:pt>
              </c:numCache>
            </c:numRef>
          </c:xVal>
          <c:yVal>
            <c:numRef>
              <c:f>'Chart Data'!$D$2:$D$177</c:f>
              <c:numCache>
                <c:formatCode>#,##0</c:formatCode>
                <c:ptCount val="176"/>
                <c:pt idx="0">
                  <c:v>20.0666666667</c:v>
                </c:pt>
                <c:pt idx="1">
                  <c:v>40.2</c:v>
                </c:pt>
                <c:pt idx="2">
                  <c:v>60.4</c:v>
                </c:pt>
                <c:pt idx="3">
                  <c:v>80.6666666667</c:v>
                </c:pt>
                <c:pt idx="4">
                  <c:v>101</c:v>
                </c:pt>
                <c:pt idx="5">
                  <c:v>121.4</c:v>
                </c:pt>
                <c:pt idx="6">
                  <c:v>141.866666667</c:v>
                </c:pt>
                <c:pt idx="7">
                  <c:v>162.4</c:v>
                </c:pt>
                <c:pt idx="8">
                  <c:v>183</c:v>
                </c:pt>
                <c:pt idx="9">
                  <c:v>203.666666667</c:v>
                </c:pt>
                <c:pt idx="10">
                  <c:v>224.4</c:v>
                </c:pt>
                <c:pt idx="11">
                  <c:v>245.2</c:v>
                </c:pt>
                <c:pt idx="12">
                  <c:v>266.084</c:v>
                </c:pt>
                <c:pt idx="13">
                  <c:v>287.034666667</c:v>
                </c:pt>
                <c:pt idx="14">
                  <c:v>308.052</c:v>
                </c:pt>
                <c:pt idx="15">
                  <c:v>329.136</c:v>
                </c:pt>
                <c:pt idx="16">
                  <c:v>350.286666667</c:v>
                </c:pt>
                <c:pt idx="17">
                  <c:v>371.504</c:v>
                </c:pt>
                <c:pt idx="18">
                  <c:v>392.788</c:v>
                </c:pt>
                <c:pt idx="19">
                  <c:v>414.138666667</c:v>
                </c:pt>
                <c:pt idx="20">
                  <c:v>435.556</c:v>
                </c:pt>
                <c:pt idx="21">
                  <c:v>457.04</c:v>
                </c:pt>
                <c:pt idx="22">
                  <c:v>478.590666667</c:v>
                </c:pt>
                <c:pt idx="23">
                  <c:v>500.208</c:v>
                </c:pt>
                <c:pt idx="24">
                  <c:v>521.942026667</c:v>
                </c:pt>
                <c:pt idx="25">
                  <c:v>543.74272</c:v>
                </c:pt>
                <c:pt idx="26">
                  <c:v>565.61008</c:v>
                </c:pt>
                <c:pt idx="27">
                  <c:v>587.544106667</c:v>
                </c:pt>
                <c:pt idx="28">
                  <c:v>609.5448</c:v>
                </c:pt>
                <c:pt idx="29">
                  <c:v>631.61216</c:v>
                </c:pt>
                <c:pt idx="30">
                  <c:v>653.746186667</c:v>
                </c:pt>
                <c:pt idx="31">
                  <c:v>675.94688</c:v>
                </c:pt>
                <c:pt idx="32">
                  <c:v>698.21424</c:v>
                </c:pt>
                <c:pt idx="33">
                  <c:v>720.548266667</c:v>
                </c:pt>
                <c:pt idx="34">
                  <c:v>742.94896</c:v>
                </c:pt>
                <c:pt idx="35">
                  <c:v>765.41632</c:v>
                </c:pt>
                <c:pt idx="36">
                  <c:v>788.0343744</c:v>
                </c:pt>
                <c:pt idx="37">
                  <c:v>810.719095467</c:v>
                </c:pt>
                <c:pt idx="38">
                  <c:v>833.4704832</c:v>
                </c:pt>
                <c:pt idx="39">
                  <c:v>856.2885376</c:v>
                </c:pt>
                <c:pt idx="40">
                  <c:v>879.173258667</c:v>
                </c:pt>
                <c:pt idx="41">
                  <c:v>902.1246464</c:v>
                </c:pt>
                <c:pt idx="42">
                  <c:v>925.1427008</c:v>
                </c:pt>
                <c:pt idx="43">
                  <c:v>948.227421867</c:v>
                </c:pt>
                <c:pt idx="44">
                  <c:v>971.3788096</c:v>
                </c:pt>
                <c:pt idx="45">
                  <c:v>994.596864</c:v>
                </c:pt>
                <c:pt idx="46">
                  <c:v>1017.88158507</c:v>
                </c:pt>
                <c:pt idx="47">
                  <c:v>1041.2329728</c:v>
                </c:pt>
                <c:pt idx="48">
                  <c:v>1064.77041604</c:v>
                </c:pt>
                <c:pt idx="49">
                  <c:v>1088.37452595</c:v>
                </c:pt>
                <c:pt idx="50">
                  <c:v>1112.04530253</c:v>
                </c:pt>
                <c:pt idx="51">
                  <c:v>1135.78274577</c:v>
                </c:pt>
                <c:pt idx="52">
                  <c:v>1159.58685568</c:v>
                </c:pt>
                <c:pt idx="53">
                  <c:v>1183.45763226</c:v>
                </c:pt>
                <c:pt idx="54">
                  <c:v>1207.3950755</c:v>
                </c:pt>
                <c:pt idx="55">
                  <c:v>1231.39918541</c:v>
                </c:pt>
                <c:pt idx="56">
                  <c:v>1255.46996198</c:v>
                </c:pt>
                <c:pt idx="57">
                  <c:v>1279.60740523</c:v>
                </c:pt>
                <c:pt idx="58">
                  <c:v>1303.81151514</c:v>
                </c:pt>
                <c:pt idx="59">
                  <c:v>1328.08229171</c:v>
                </c:pt>
                <c:pt idx="60">
                  <c:v>1352.57589935</c:v>
                </c:pt>
                <c:pt idx="61">
                  <c:v>1377.13617366</c:v>
                </c:pt>
                <c:pt idx="62">
                  <c:v>1401.76311463</c:v>
                </c:pt>
                <c:pt idx="63">
                  <c:v>1426.45672227</c:v>
                </c:pt>
                <c:pt idx="64">
                  <c:v>1451.21699657</c:v>
                </c:pt>
                <c:pt idx="65">
                  <c:v>1476.04393755</c:v>
                </c:pt>
                <c:pt idx="66">
                  <c:v>1500.93754519</c:v>
                </c:pt>
                <c:pt idx="67">
                  <c:v>1525.89781949</c:v>
                </c:pt>
                <c:pt idx="68">
                  <c:v>1550.92476046</c:v>
                </c:pt>
                <c:pt idx="69">
                  <c:v>1576.0183681</c:v>
                </c:pt>
                <c:pt idx="70">
                  <c:v>1601.17864241</c:v>
                </c:pt>
                <c:pt idx="71">
                  <c:v>1626.40558338</c:v>
                </c:pt>
                <c:pt idx="72">
                  <c:v>1651.89360199</c:v>
                </c:pt>
                <c:pt idx="73">
                  <c:v>1677.44828727</c:v>
                </c:pt>
                <c:pt idx="74">
                  <c:v>1703.06963921</c:v>
                </c:pt>
                <c:pt idx="75">
                  <c:v>1728.75765783</c:v>
                </c:pt>
                <c:pt idx="76">
                  <c:v>1754.5123431</c:v>
                </c:pt>
                <c:pt idx="77">
                  <c:v>1780.33369505</c:v>
                </c:pt>
                <c:pt idx="78">
                  <c:v>1806.22171366</c:v>
                </c:pt>
                <c:pt idx="79">
                  <c:v>1832.17639894</c:v>
                </c:pt>
                <c:pt idx="80">
                  <c:v>1858.19775088</c:v>
                </c:pt>
                <c:pt idx="81">
                  <c:v>1884.28576949</c:v>
                </c:pt>
                <c:pt idx="82">
                  <c:v>1910.44045477</c:v>
                </c:pt>
                <c:pt idx="83">
                  <c:v>1936.66180672</c:v>
                </c:pt>
                <c:pt idx="84">
                  <c:v>1963.18401274</c:v>
                </c:pt>
                <c:pt idx="85">
                  <c:v>1989.77288543</c:v>
                </c:pt>
                <c:pt idx="86">
                  <c:v>2016.42842478</c:v>
                </c:pt>
                <c:pt idx="87">
                  <c:v>2043.15063081</c:v>
                </c:pt>
                <c:pt idx="88">
                  <c:v>2069.93950349</c:v>
                </c:pt>
                <c:pt idx="89">
                  <c:v>2096.79504285</c:v>
                </c:pt>
                <c:pt idx="90">
                  <c:v>2123.71724887</c:v>
                </c:pt>
                <c:pt idx="91">
                  <c:v>2150.70612156</c:v>
                </c:pt>
                <c:pt idx="92">
                  <c:v>2177.76166092</c:v>
                </c:pt>
                <c:pt idx="93">
                  <c:v>2204.88386694</c:v>
                </c:pt>
                <c:pt idx="94">
                  <c:v>2232.07273963</c:v>
                </c:pt>
                <c:pt idx="95">
                  <c:v>2259.32827898</c:v>
                </c:pt>
                <c:pt idx="96">
                  <c:v>2286.92603991</c:v>
                </c:pt>
                <c:pt idx="97">
                  <c:v>2314.59046751</c:v>
                </c:pt>
                <c:pt idx="98">
                  <c:v>2342.32156177</c:v>
                </c:pt>
                <c:pt idx="99">
                  <c:v>2370.1193227</c:v>
                </c:pt>
                <c:pt idx="100">
                  <c:v>2397.9837503</c:v>
                </c:pt>
                <c:pt idx="101">
                  <c:v>2425.91484456</c:v>
                </c:pt>
                <c:pt idx="102">
                  <c:v>2453.91260549</c:v>
                </c:pt>
                <c:pt idx="103">
                  <c:v>2481.97703309</c:v>
                </c:pt>
                <c:pt idx="104">
                  <c:v>2510.10812735</c:v>
                </c:pt>
                <c:pt idx="105">
                  <c:v>2538.30588828</c:v>
                </c:pt>
                <c:pt idx="106">
                  <c:v>2566.57031588</c:v>
                </c:pt>
                <c:pt idx="107">
                  <c:v>2594.90141014</c:v>
                </c:pt>
                <c:pt idx="108">
                  <c:v>2623.61774818</c:v>
                </c:pt>
                <c:pt idx="109">
                  <c:v>2652.40075288</c:v>
                </c:pt>
                <c:pt idx="110">
                  <c:v>2681.25042425</c:v>
                </c:pt>
                <c:pt idx="111">
                  <c:v>2710.16676228</c:v>
                </c:pt>
                <c:pt idx="112">
                  <c:v>2739.14976698</c:v>
                </c:pt>
                <c:pt idx="113">
                  <c:v>2768.19943835</c:v>
                </c:pt>
                <c:pt idx="114">
                  <c:v>2797.31577638</c:v>
                </c:pt>
                <c:pt idx="115">
                  <c:v>2826.49878108</c:v>
                </c:pt>
                <c:pt idx="116">
                  <c:v>2855.74845245</c:v>
                </c:pt>
                <c:pt idx="117">
                  <c:v>2885.06479048</c:v>
                </c:pt>
                <c:pt idx="118">
                  <c:v>2914.44779518</c:v>
                </c:pt>
                <c:pt idx="119">
                  <c:v>2943.89746655</c:v>
                </c:pt>
                <c:pt idx="120">
                  <c:v>2973.77712477</c:v>
                </c:pt>
                <c:pt idx="121">
                  <c:v>3003.72344966</c:v>
                </c:pt>
                <c:pt idx="122">
                  <c:v>3033.73644121</c:v>
                </c:pt>
                <c:pt idx="123">
                  <c:v>3063.81609944</c:v>
                </c:pt>
                <c:pt idx="124">
                  <c:v>3093.96242433</c:v>
                </c:pt>
                <c:pt idx="125">
                  <c:v>3124.17541588</c:v>
                </c:pt>
                <c:pt idx="126">
                  <c:v>3154.4550741</c:v>
                </c:pt>
                <c:pt idx="127">
                  <c:v>3184.80139899</c:v>
                </c:pt>
                <c:pt idx="128">
                  <c:v>3215.21439055</c:v>
                </c:pt>
                <c:pt idx="129">
                  <c:v>3245.69404877</c:v>
                </c:pt>
                <c:pt idx="130">
                  <c:v>3276.24037366</c:v>
                </c:pt>
                <c:pt idx="131">
                  <c:v>3306.85336521</c:v>
                </c:pt>
                <c:pt idx="132">
                  <c:v>3337.94287643</c:v>
                </c:pt>
                <c:pt idx="133">
                  <c:v>3369.09905431</c:v>
                </c:pt>
                <c:pt idx="134">
                  <c:v>3400.32189886</c:v>
                </c:pt>
                <c:pt idx="135">
                  <c:v>3431.61141008</c:v>
                </c:pt>
                <c:pt idx="136">
                  <c:v>3462.96758796</c:v>
                </c:pt>
                <c:pt idx="137">
                  <c:v>3494.39043252</c:v>
                </c:pt>
                <c:pt idx="138">
                  <c:v>3525.87994373</c:v>
                </c:pt>
                <c:pt idx="139">
                  <c:v>3557.43612162</c:v>
                </c:pt>
                <c:pt idx="140">
                  <c:v>3589.05896617</c:v>
                </c:pt>
                <c:pt idx="141">
                  <c:v>3620.74847739</c:v>
                </c:pt>
                <c:pt idx="142">
                  <c:v>3652.50465527</c:v>
                </c:pt>
                <c:pt idx="143">
                  <c:v>3684.32749982</c:v>
                </c:pt>
                <c:pt idx="144">
                  <c:v>3716.67525815</c:v>
                </c:pt>
                <c:pt idx="145">
                  <c:v>3749.08968315</c:v>
                </c:pt>
                <c:pt idx="146">
                  <c:v>3781.57077482</c:v>
                </c:pt>
                <c:pt idx="147">
                  <c:v>3814.11853315</c:v>
                </c:pt>
                <c:pt idx="148">
                  <c:v>3846.73295815</c:v>
                </c:pt>
                <c:pt idx="149">
                  <c:v>3879.41404982</c:v>
                </c:pt>
                <c:pt idx="150">
                  <c:v>3912.16180815</c:v>
                </c:pt>
                <c:pt idx="151">
                  <c:v>3944.97623315</c:v>
                </c:pt>
                <c:pt idx="152">
                  <c:v>3977.85732481</c:v>
                </c:pt>
                <c:pt idx="153">
                  <c:v>4010.80508315</c:v>
                </c:pt>
                <c:pt idx="154">
                  <c:v>4043.81950815</c:v>
                </c:pt>
                <c:pt idx="155">
                  <c:v>4076.90059981</c:v>
                </c:pt>
                <c:pt idx="156">
                  <c:v>4110.55693515</c:v>
                </c:pt>
                <c:pt idx="157">
                  <c:v>4144.27993714</c:v>
                </c:pt>
                <c:pt idx="158">
                  <c:v>4178.06960581</c:v>
                </c:pt>
                <c:pt idx="159">
                  <c:v>4211.92594114</c:v>
                </c:pt>
                <c:pt idx="160">
                  <c:v>4245.84894314</c:v>
                </c:pt>
                <c:pt idx="161">
                  <c:v>4279.83861181</c:v>
                </c:pt>
                <c:pt idx="162">
                  <c:v>4313.89494714</c:v>
                </c:pt>
                <c:pt idx="163">
                  <c:v>4348.01794914</c:v>
                </c:pt>
                <c:pt idx="164">
                  <c:v>4382.20761781</c:v>
                </c:pt>
                <c:pt idx="165">
                  <c:v>4416.46395314</c:v>
                </c:pt>
                <c:pt idx="166">
                  <c:v>4450.78695514</c:v>
                </c:pt>
                <c:pt idx="167">
                  <c:v>4485.17662381</c:v>
                </c:pt>
                <c:pt idx="168">
                  <c:v>4520.19387922</c:v>
                </c:pt>
                <c:pt idx="169">
                  <c:v>4555.2778013</c:v>
                </c:pt>
                <c:pt idx="170">
                  <c:v>4590.42839004</c:v>
                </c:pt>
                <c:pt idx="171">
                  <c:v>4625.64564546</c:v>
                </c:pt>
                <c:pt idx="172">
                  <c:v>4660.92956754</c:v>
                </c:pt>
                <c:pt idx="173">
                  <c:v>4696.28015628</c:v>
                </c:pt>
                <c:pt idx="174">
                  <c:v>4731.69741169</c:v>
                </c:pt>
                <c:pt idx="175">
                  <c:v>4767.18133377</c:v>
                </c:pt>
              </c:numCache>
            </c:numRef>
          </c:yVal>
        </c:ser>
        <c:ser>
          <c:idx val="2"/>
          <c:order val="2"/>
          <c:tx>
            <c:v>적금 3%</c:v>
          </c:tx>
          <c:spPr>
            <a:ln xmlns:a="http://schemas.openxmlformats.org/drawingml/2006/main" w="24765">
              <a:solidFill>
                <a:srgbClr val="72ABE0"/>
              </a:solidFill>
              <a:prstDash val="solid"/>
            </a:ln>
          </c:spPr>
          <c:marker>
            <c:symbol val="none"/>
          </c:marker>
          <c:xVal>
            <c:numRef>
              <c:f>'Chart Data'!$E$2:$E$177</c:f>
              <c:numCache>
                <c:formatCode>General</c:formatCode>
                <c:ptCount val="176"/>
                <c:pt idx="0">
                  <c:v>2012.08196721</c:v>
                </c:pt>
                <c:pt idx="1">
                  <c:v>2012.16120219</c:v>
                </c:pt>
                <c:pt idx="2">
                  <c:v>2012.2431694</c:v>
                </c:pt>
                <c:pt idx="3">
                  <c:v>2012.32786885</c:v>
                </c:pt>
                <c:pt idx="4">
                  <c:v>2012.41256831</c:v>
                </c:pt>
                <c:pt idx="5">
                  <c:v>2012.49180328</c:v>
                </c:pt>
                <c:pt idx="6">
                  <c:v>2012.57923497</c:v>
                </c:pt>
                <c:pt idx="7">
                  <c:v>2012.66393443</c:v>
                </c:pt>
                <c:pt idx="8">
                  <c:v>2012.74043716</c:v>
                </c:pt>
                <c:pt idx="9">
                  <c:v>2012.83060109</c:v>
                </c:pt>
                <c:pt idx="10">
                  <c:v>2012.91256831</c:v>
                </c:pt>
                <c:pt idx="11">
                  <c:v>2012.99726776</c:v>
                </c:pt>
                <c:pt idx="12">
                  <c:v>2013.08219178</c:v>
                </c:pt>
                <c:pt idx="13">
                  <c:v>2013.15890411</c:v>
                </c:pt>
                <c:pt idx="14">
                  <c:v>2013.23561644</c:v>
                </c:pt>
                <c:pt idx="15">
                  <c:v>2013.3260274</c:v>
                </c:pt>
                <c:pt idx="16">
                  <c:v>2013.4109589</c:v>
                </c:pt>
                <c:pt idx="17">
                  <c:v>2013.48767123</c:v>
                </c:pt>
                <c:pt idx="18">
                  <c:v>2013.57808219</c:v>
                </c:pt>
                <c:pt idx="19">
                  <c:v>2013.66027397</c:v>
                </c:pt>
                <c:pt idx="20">
                  <c:v>2013.74520548</c:v>
                </c:pt>
                <c:pt idx="21">
                  <c:v>2013.83013699</c:v>
                </c:pt>
                <c:pt idx="22">
                  <c:v>2013.90958904</c:v>
                </c:pt>
                <c:pt idx="23">
                  <c:v>2013.99726027</c:v>
                </c:pt>
                <c:pt idx="24">
                  <c:v>2014.08219178</c:v>
                </c:pt>
                <c:pt idx="25">
                  <c:v>2014.15890411</c:v>
                </c:pt>
                <c:pt idx="26">
                  <c:v>2014.24383562</c:v>
                </c:pt>
                <c:pt idx="27">
                  <c:v>2014.3260274</c:v>
                </c:pt>
                <c:pt idx="28">
                  <c:v>2014.40821918</c:v>
                </c:pt>
                <c:pt idx="29">
                  <c:v>2014.49315068</c:v>
                </c:pt>
                <c:pt idx="30">
                  <c:v>2014.57808219</c:v>
                </c:pt>
                <c:pt idx="31">
                  <c:v>2014.65753425</c:v>
                </c:pt>
                <c:pt idx="32">
                  <c:v>2014.74520548</c:v>
                </c:pt>
                <c:pt idx="33">
                  <c:v>2014.83013699</c:v>
                </c:pt>
                <c:pt idx="34">
                  <c:v>2014.90684932</c:v>
                </c:pt>
                <c:pt idx="35">
                  <c:v>2014.99726027</c:v>
                </c:pt>
                <c:pt idx="36">
                  <c:v>2015.07945205</c:v>
                </c:pt>
                <c:pt idx="37">
                  <c:v>2015.15616438</c:v>
                </c:pt>
                <c:pt idx="38">
                  <c:v>2015.24383562</c:v>
                </c:pt>
                <c:pt idx="39">
                  <c:v>2015.3260274</c:v>
                </c:pt>
                <c:pt idx="40">
                  <c:v>2015.40547945</c:v>
                </c:pt>
                <c:pt idx="41">
                  <c:v>2015.49315068</c:v>
                </c:pt>
                <c:pt idx="42">
                  <c:v>2015.57808219</c:v>
                </c:pt>
                <c:pt idx="43">
                  <c:v>2015.6630137</c:v>
                </c:pt>
                <c:pt idx="44">
                  <c:v>2015.74520548</c:v>
                </c:pt>
                <c:pt idx="45">
                  <c:v>2015.82739726</c:v>
                </c:pt>
                <c:pt idx="46">
                  <c:v>2015.91232877</c:v>
                </c:pt>
                <c:pt idx="47">
                  <c:v>2015.99726027</c:v>
                </c:pt>
                <c:pt idx="48">
                  <c:v>2016.07650273</c:v>
                </c:pt>
                <c:pt idx="49">
                  <c:v>2016.16120219</c:v>
                </c:pt>
                <c:pt idx="50">
                  <c:v>2016.24590164</c:v>
                </c:pt>
                <c:pt idx="51">
                  <c:v>2016.32513661</c:v>
                </c:pt>
                <c:pt idx="52">
                  <c:v>2016.41256831</c:v>
                </c:pt>
                <c:pt idx="53">
                  <c:v>2016.49453552</c:v>
                </c:pt>
                <c:pt idx="54">
                  <c:v>2016.57377049</c:v>
                </c:pt>
                <c:pt idx="55">
                  <c:v>2016.66393443</c:v>
                </c:pt>
                <c:pt idx="56">
                  <c:v>2016.74590164</c:v>
                </c:pt>
                <c:pt idx="57">
                  <c:v>2016.83060109</c:v>
                </c:pt>
                <c:pt idx="58">
                  <c:v>2016.91256831</c:v>
                </c:pt>
                <c:pt idx="59">
                  <c:v>2016.99453552</c:v>
                </c:pt>
                <c:pt idx="60">
                  <c:v>2017.08219178</c:v>
                </c:pt>
                <c:pt idx="61">
                  <c:v>2017.15890411</c:v>
                </c:pt>
                <c:pt idx="62">
                  <c:v>2017.24383562</c:v>
                </c:pt>
                <c:pt idx="63">
                  <c:v>2017.32054795</c:v>
                </c:pt>
                <c:pt idx="64">
                  <c:v>2017.4109589</c:v>
                </c:pt>
                <c:pt idx="65">
                  <c:v>2017.49315068</c:v>
                </c:pt>
                <c:pt idx="66">
                  <c:v>2017.57808219</c:v>
                </c:pt>
                <c:pt idx="67">
                  <c:v>2017.6630137</c:v>
                </c:pt>
                <c:pt idx="68">
                  <c:v>2017.74246575</c:v>
                </c:pt>
                <c:pt idx="69">
                  <c:v>2017.83013699</c:v>
                </c:pt>
                <c:pt idx="70">
                  <c:v>2017.91232877</c:v>
                </c:pt>
                <c:pt idx="71">
                  <c:v>2017.99178082</c:v>
                </c:pt>
                <c:pt idx="72">
                  <c:v>2018.08219178</c:v>
                </c:pt>
                <c:pt idx="73">
                  <c:v>2018.15890411</c:v>
                </c:pt>
                <c:pt idx="74">
                  <c:v>2018.23835616</c:v>
                </c:pt>
                <c:pt idx="75">
                  <c:v>2018.3260274</c:v>
                </c:pt>
                <c:pt idx="76">
                  <c:v>2018.4109589</c:v>
                </c:pt>
                <c:pt idx="77">
                  <c:v>2018.49041096</c:v>
                </c:pt>
                <c:pt idx="78">
                  <c:v>2018.57808219</c:v>
                </c:pt>
                <c:pt idx="79">
                  <c:v>2018.6630137</c:v>
                </c:pt>
                <c:pt idx="80">
                  <c:v>2018.73972603</c:v>
                </c:pt>
                <c:pt idx="81">
                  <c:v>2018.83013699</c:v>
                </c:pt>
                <c:pt idx="82">
                  <c:v>2018.91232877</c:v>
                </c:pt>
                <c:pt idx="83">
                  <c:v>2018.99726027</c:v>
                </c:pt>
                <c:pt idx="84">
                  <c:v>2019.08219178</c:v>
                </c:pt>
                <c:pt idx="85">
                  <c:v>2019.15890411</c:v>
                </c:pt>
                <c:pt idx="86">
                  <c:v>2019.23835616</c:v>
                </c:pt>
                <c:pt idx="87">
                  <c:v>2019.3260274</c:v>
                </c:pt>
                <c:pt idx="88">
                  <c:v>2019.4109589</c:v>
                </c:pt>
                <c:pt idx="89">
                  <c:v>2019.48767123</c:v>
                </c:pt>
                <c:pt idx="90">
                  <c:v>2019.57808219</c:v>
                </c:pt>
                <c:pt idx="91">
                  <c:v>2019.66027397</c:v>
                </c:pt>
                <c:pt idx="92">
                  <c:v>2019.74520548</c:v>
                </c:pt>
                <c:pt idx="93">
                  <c:v>2019.83013699</c:v>
                </c:pt>
                <c:pt idx="94">
                  <c:v>2019.90958904</c:v>
                </c:pt>
                <c:pt idx="95">
                  <c:v>2019.99726027</c:v>
                </c:pt>
                <c:pt idx="96">
                  <c:v>2020.08196721</c:v>
                </c:pt>
                <c:pt idx="97">
                  <c:v>2020.15846995</c:v>
                </c:pt>
                <c:pt idx="98">
                  <c:v>2020.24590164</c:v>
                </c:pt>
                <c:pt idx="99">
                  <c:v>2020.32786885</c:v>
                </c:pt>
                <c:pt idx="100">
                  <c:v>2020.40710383</c:v>
                </c:pt>
                <c:pt idx="101">
                  <c:v>2020.49453552</c:v>
                </c:pt>
                <c:pt idx="102">
                  <c:v>2020.57923497</c:v>
                </c:pt>
                <c:pt idx="103">
                  <c:v>2020.66393443</c:v>
                </c:pt>
                <c:pt idx="104">
                  <c:v>2020.74590164</c:v>
                </c:pt>
                <c:pt idx="105">
                  <c:v>2020.82786885</c:v>
                </c:pt>
                <c:pt idx="106">
                  <c:v>2020.91256831</c:v>
                </c:pt>
                <c:pt idx="107">
                  <c:v>2020.99726776</c:v>
                </c:pt>
                <c:pt idx="108">
                  <c:v>2021.07671233</c:v>
                </c:pt>
                <c:pt idx="109">
                  <c:v>2021.15342466</c:v>
                </c:pt>
                <c:pt idx="110">
                  <c:v>2021.24383562</c:v>
                </c:pt>
                <c:pt idx="111">
                  <c:v>2021.3260274</c:v>
                </c:pt>
                <c:pt idx="112">
                  <c:v>2021.40273973</c:v>
                </c:pt>
                <c:pt idx="113">
                  <c:v>2021.49315068</c:v>
                </c:pt>
                <c:pt idx="114">
                  <c:v>2021.57534247</c:v>
                </c:pt>
                <c:pt idx="115">
                  <c:v>2021.6630137</c:v>
                </c:pt>
                <c:pt idx="116">
                  <c:v>2021.74520548</c:v>
                </c:pt>
                <c:pt idx="117">
                  <c:v>2021.82465753</c:v>
                </c:pt>
                <c:pt idx="118">
                  <c:v>2021.91232877</c:v>
                </c:pt>
                <c:pt idx="119">
                  <c:v>2021.99726027</c:v>
                </c:pt>
                <c:pt idx="120">
                  <c:v>2022.08219178</c:v>
                </c:pt>
                <c:pt idx="121">
                  <c:v>2022.15890411</c:v>
                </c:pt>
                <c:pt idx="122">
                  <c:v>2022.24383562</c:v>
                </c:pt>
                <c:pt idx="123">
                  <c:v>2022.32328767</c:v>
                </c:pt>
                <c:pt idx="124">
                  <c:v>2022.4109589</c:v>
                </c:pt>
                <c:pt idx="125">
                  <c:v>2022.49315068</c:v>
                </c:pt>
                <c:pt idx="126">
                  <c:v>2022.57260274</c:v>
                </c:pt>
                <c:pt idx="127">
                  <c:v>2022.6630137</c:v>
                </c:pt>
                <c:pt idx="128">
                  <c:v>2022.74520548</c:v>
                </c:pt>
                <c:pt idx="129">
                  <c:v>2022.83013699</c:v>
                </c:pt>
                <c:pt idx="130">
                  <c:v>2022.91232877</c:v>
                </c:pt>
                <c:pt idx="131">
                  <c:v>2022.99452055</c:v>
                </c:pt>
                <c:pt idx="132">
                  <c:v>2023.08219178</c:v>
                </c:pt>
                <c:pt idx="133">
                  <c:v>2023.15890411</c:v>
                </c:pt>
                <c:pt idx="134">
                  <c:v>2023.24383562</c:v>
                </c:pt>
                <c:pt idx="135">
                  <c:v>2023.32054795</c:v>
                </c:pt>
                <c:pt idx="136">
                  <c:v>2023.4109589</c:v>
                </c:pt>
                <c:pt idx="137">
                  <c:v>2023.49315068</c:v>
                </c:pt>
                <c:pt idx="138">
                  <c:v>2023.57808219</c:v>
                </c:pt>
                <c:pt idx="139">
                  <c:v>2023.6630137</c:v>
                </c:pt>
                <c:pt idx="140">
                  <c:v>2023.74246575</c:v>
                </c:pt>
                <c:pt idx="141">
                  <c:v>2023.83013699</c:v>
                </c:pt>
                <c:pt idx="142">
                  <c:v>2023.91232877</c:v>
                </c:pt>
                <c:pt idx="143">
                  <c:v>2023.99178082</c:v>
                </c:pt>
                <c:pt idx="144">
                  <c:v>2024.08196721</c:v>
                </c:pt>
                <c:pt idx="145">
                  <c:v>2024.16120219</c:v>
                </c:pt>
                <c:pt idx="146">
                  <c:v>2024.23770492</c:v>
                </c:pt>
                <c:pt idx="147">
                  <c:v>2024.32786885</c:v>
                </c:pt>
                <c:pt idx="148">
                  <c:v>2024.41256831</c:v>
                </c:pt>
                <c:pt idx="149">
                  <c:v>2024.48907104</c:v>
                </c:pt>
                <c:pt idx="150">
                  <c:v>2024.57923497</c:v>
                </c:pt>
                <c:pt idx="151">
                  <c:v>2024.66120219</c:v>
                </c:pt>
                <c:pt idx="152">
                  <c:v>2024.74590164</c:v>
                </c:pt>
                <c:pt idx="153">
                  <c:v>2024.83060109</c:v>
                </c:pt>
                <c:pt idx="154">
                  <c:v>2024.90983607</c:v>
                </c:pt>
                <c:pt idx="155">
                  <c:v>2024.99726776</c:v>
                </c:pt>
                <c:pt idx="156">
                  <c:v>2025.08219178</c:v>
                </c:pt>
                <c:pt idx="157">
                  <c:v>2025.15890411</c:v>
                </c:pt>
                <c:pt idx="158">
                  <c:v>2025.24383562</c:v>
                </c:pt>
                <c:pt idx="159">
                  <c:v>2025.3260274</c:v>
                </c:pt>
                <c:pt idx="160">
                  <c:v>2025.40821918</c:v>
                </c:pt>
                <c:pt idx="161">
                  <c:v>2025.49315068</c:v>
                </c:pt>
                <c:pt idx="162">
                  <c:v>2025.57808219</c:v>
                </c:pt>
                <c:pt idx="163">
                  <c:v>2025.65753425</c:v>
                </c:pt>
                <c:pt idx="164">
                  <c:v>2025.74520548</c:v>
                </c:pt>
                <c:pt idx="165">
                  <c:v>2025.83013699</c:v>
                </c:pt>
                <c:pt idx="166">
                  <c:v>2025.90684932</c:v>
                </c:pt>
                <c:pt idx="167">
                  <c:v>2025.99726027</c:v>
                </c:pt>
                <c:pt idx="168">
                  <c:v>2026.07945205</c:v>
                </c:pt>
                <c:pt idx="169">
                  <c:v>2026.15616438</c:v>
                </c:pt>
                <c:pt idx="170">
                  <c:v>2026.24383562</c:v>
                </c:pt>
                <c:pt idx="171">
                  <c:v>2026.3260274</c:v>
                </c:pt>
                <c:pt idx="172">
                  <c:v>2026.40547945</c:v>
                </c:pt>
                <c:pt idx="173">
                  <c:v>2026.49315068</c:v>
                </c:pt>
                <c:pt idx="174">
                  <c:v>2026.57808219</c:v>
                </c:pt>
                <c:pt idx="175">
                  <c:v>2026.6630137</c:v>
                </c:pt>
              </c:numCache>
            </c:numRef>
          </c:xVal>
          <c:yVal>
            <c:numRef>
              <c:f>'Chart Data'!$F$2:$F$177</c:f>
              <c:numCache>
                <c:formatCode>#,##0</c:formatCode>
                <c:ptCount val="176"/>
                <c:pt idx="0">
                  <c:v>20.05</c:v>
                </c:pt>
                <c:pt idx="1">
                  <c:v>40.15</c:v>
                </c:pt>
                <c:pt idx="2">
                  <c:v>60.3</c:v>
                </c:pt>
                <c:pt idx="3">
                  <c:v>80.5</c:v>
                </c:pt>
                <c:pt idx="4">
                  <c:v>100.75</c:v>
                </c:pt>
                <c:pt idx="5">
                  <c:v>121.05</c:v>
                </c:pt>
                <c:pt idx="6">
                  <c:v>141.4</c:v>
                </c:pt>
                <c:pt idx="7">
                  <c:v>161.8</c:v>
                </c:pt>
                <c:pt idx="8">
                  <c:v>182.25</c:v>
                </c:pt>
                <c:pt idx="9">
                  <c:v>202.75</c:v>
                </c:pt>
                <c:pt idx="10">
                  <c:v>223.3</c:v>
                </c:pt>
                <c:pt idx="11">
                  <c:v>243.9</c:v>
                </c:pt>
                <c:pt idx="12">
                  <c:v>264.55975</c:v>
                </c:pt>
                <c:pt idx="13">
                  <c:v>285.2695</c:v>
                </c:pt>
                <c:pt idx="14">
                  <c:v>306.02925</c:v>
                </c:pt>
                <c:pt idx="15">
                  <c:v>326.839</c:v>
                </c:pt>
                <c:pt idx="16">
                  <c:v>347.69875</c:v>
                </c:pt>
                <c:pt idx="17">
                  <c:v>368.6085</c:v>
                </c:pt>
                <c:pt idx="18">
                  <c:v>389.56825</c:v>
                </c:pt>
                <c:pt idx="19">
                  <c:v>410.578</c:v>
                </c:pt>
                <c:pt idx="20">
                  <c:v>431.63775</c:v>
                </c:pt>
                <c:pt idx="21">
                  <c:v>452.7475</c:v>
                </c:pt>
                <c:pt idx="22">
                  <c:v>473.90725</c:v>
                </c:pt>
                <c:pt idx="23">
                  <c:v>495.117</c:v>
                </c:pt>
                <c:pt idx="24">
                  <c:v>516.4047925</c:v>
                </c:pt>
                <c:pt idx="25">
                  <c:v>537.742585</c:v>
                </c:pt>
                <c:pt idx="26">
                  <c:v>559.1303775</c:v>
                </c:pt>
                <c:pt idx="27">
                  <c:v>580.56817</c:v>
                </c:pt>
                <c:pt idx="28">
                  <c:v>602.0559625</c:v>
                </c:pt>
                <c:pt idx="29">
                  <c:v>623.593755</c:v>
                </c:pt>
                <c:pt idx="30">
                  <c:v>645.1815475</c:v>
                </c:pt>
                <c:pt idx="31">
                  <c:v>666.81934</c:v>
                </c:pt>
                <c:pt idx="32">
                  <c:v>688.5071325</c:v>
                </c:pt>
                <c:pt idx="33">
                  <c:v>710.244925</c:v>
                </c:pt>
                <c:pt idx="34">
                  <c:v>732.0327175</c:v>
                </c:pt>
                <c:pt idx="35">
                  <c:v>753.87051</c:v>
                </c:pt>
                <c:pt idx="36">
                  <c:v>775.805186275</c:v>
                </c:pt>
                <c:pt idx="37">
                  <c:v>797.78986255</c:v>
                </c:pt>
                <c:pt idx="38">
                  <c:v>819.824538825</c:v>
                </c:pt>
                <c:pt idx="39">
                  <c:v>841.9092151</c:v>
                </c:pt>
                <c:pt idx="40">
                  <c:v>864.043891375</c:v>
                </c:pt>
                <c:pt idx="41">
                  <c:v>886.22856765</c:v>
                </c:pt>
                <c:pt idx="42">
                  <c:v>908.463243925</c:v>
                </c:pt>
                <c:pt idx="43">
                  <c:v>930.7479202</c:v>
                </c:pt>
                <c:pt idx="44">
                  <c:v>953.082596475</c:v>
                </c:pt>
                <c:pt idx="45">
                  <c:v>975.46727275</c:v>
                </c:pt>
                <c:pt idx="46">
                  <c:v>997.901949025</c:v>
                </c:pt>
                <c:pt idx="47">
                  <c:v>1020.3866253</c:v>
                </c:pt>
                <c:pt idx="48">
                  <c:v>1042.98759186</c:v>
                </c:pt>
                <c:pt idx="49">
                  <c:v>1065.63855843</c:v>
                </c:pt>
                <c:pt idx="50">
                  <c:v>1088.33952499</c:v>
                </c:pt>
                <c:pt idx="51">
                  <c:v>1111.09049155</c:v>
                </c:pt>
                <c:pt idx="52">
                  <c:v>1133.89145812</c:v>
                </c:pt>
                <c:pt idx="53">
                  <c:v>1156.74242468</c:v>
                </c:pt>
                <c:pt idx="54">
                  <c:v>1179.64339124</c:v>
                </c:pt>
                <c:pt idx="55">
                  <c:v>1202.59435781</c:v>
                </c:pt>
                <c:pt idx="56">
                  <c:v>1225.59532437</c:v>
                </c:pt>
                <c:pt idx="57">
                  <c:v>1248.64629093</c:v>
                </c:pt>
                <c:pt idx="58">
                  <c:v>1271.7472575</c:v>
                </c:pt>
                <c:pt idx="59">
                  <c:v>1294.89822406</c:v>
                </c:pt>
                <c:pt idx="60">
                  <c:v>1318.18546962</c:v>
                </c:pt>
                <c:pt idx="61">
                  <c:v>1341.52271518</c:v>
                </c:pt>
                <c:pt idx="62">
                  <c:v>1364.90996074</c:v>
                </c:pt>
                <c:pt idx="63">
                  <c:v>1388.3472063</c:v>
                </c:pt>
                <c:pt idx="64">
                  <c:v>1411.83445186</c:v>
                </c:pt>
                <c:pt idx="65">
                  <c:v>1435.37169742</c:v>
                </c:pt>
                <c:pt idx="66">
                  <c:v>1458.95894298</c:v>
                </c:pt>
                <c:pt idx="67">
                  <c:v>1482.59618854</c:v>
                </c:pt>
                <c:pt idx="68">
                  <c:v>1506.2834341</c:v>
                </c:pt>
                <c:pt idx="69">
                  <c:v>1530.02067966</c:v>
                </c:pt>
                <c:pt idx="70">
                  <c:v>1553.80792522</c:v>
                </c:pt>
                <c:pt idx="71">
                  <c:v>1577.64517078</c:v>
                </c:pt>
                <c:pt idx="72">
                  <c:v>1601.63928371</c:v>
                </c:pt>
                <c:pt idx="73">
                  <c:v>1625.68339663</c:v>
                </c:pt>
                <c:pt idx="74">
                  <c:v>1649.77750956</c:v>
                </c:pt>
                <c:pt idx="75">
                  <c:v>1673.92162249</c:v>
                </c:pt>
                <c:pt idx="76">
                  <c:v>1698.11573542</c:v>
                </c:pt>
                <c:pt idx="77">
                  <c:v>1722.35984834</c:v>
                </c:pt>
                <c:pt idx="78">
                  <c:v>1746.65396127</c:v>
                </c:pt>
                <c:pt idx="79">
                  <c:v>1770.9980742</c:v>
                </c:pt>
                <c:pt idx="80">
                  <c:v>1795.39218712</c:v>
                </c:pt>
                <c:pt idx="81">
                  <c:v>1819.83630005</c:v>
                </c:pt>
                <c:pt idx="82">
                  <c:v>1844.33041298</c:v>
                </c:pt>
                <c:pt idx="83">
                  <c:v>1868.8745259</c:v>
                </c:pt>
                <c:pt idx="84">
                  <c:v>1893.59671222</c:v>
                </c:pt>
                <c:pt idx="85">
                  <c:v>1918.36889853</c:v>
                </c:pt>
                <c:pt idx="86">
                  <c:v>1943.19108485</c:v>
                </c:pt>
                <c:pt idx="87">
                  <c:v>1968.06327116</c:v>
                </c:pt>
                <c:pt idx="88">
                  <c:v>1992.98545748</c:v>
                </c:pt>
                <c:pt idx="89">
                  <c:v>2017.95764379</c:v>
                </c:pt>
                <c:pt idx="90">
                  <c:v>2042.97983011</c:v>
                </c:pt>
                <c:pt idx="91">
                  <c:v>2068.05201642</c:v>
                </c:pt>
                <c:pt idx="92">
                  <c:v>2093.17420274</c:v>
                </c:pt>
                <c:pt idx="93">
                  <c:v>2118.34638905</c:v>
                </c:pt>
                <c:pt idx="94">
                  <c:v>2143.56857537</c:v>
                </c:pt>
                <c:pt idx="95">
                  <c:v>2168.84076168</c:v>
                </c:pt>
                <c:pt idx="96">
                  <c:v>2194.31286359</c:v>
                </c:pt>
                <c:pt idx="97">
                  <c:v>2219.83496549</c:v>
                </c:pt>
                <c:pt idx="98">
                  <c:v>2245.40706739</c:v>
                </c:pt>
                <c:pt idx="99">
                  <c:v>2271.0291693</c:v>
                </c:pt>
                <c:pt idx="100">
                  <c:v>2296.7012712</c:v>
                </c:pt>
                <c:pt idx="101">
                  <c:v>2322.42337311</c:v>
                </c:pt>
                <c:pt idx="102">
                  <c:v>2348.19547501</c:v>
                </c:pt>
                <c:pt idx="103">
                  <c:v>2374.01757691</c:v>
                </c:pt>
                <c:pt idx="104">
                  <c:v>2399.88967882</c:v>
                </c:pt>
                <c:pt idx="105">
                  <c:v>2425.81178072</c:v>
                </c:pt>
                <c:pt idx="106">
                  <c:v>2451.78388263</c:v>
                </c:pt>
                <c:pt idx="107">
                  <c:v>2477.80598453</c:v>
                </c:pt>
                <c:pt idx="108">
                  <c:v>2504.05049949</c:v>
                </c:pt>
                <c:pt idx="109">
                  <c:v>2530.34501445</c:v>
                </c:pt>
                <c:pt idx="110">
                  <c:v>2556.68952942</c:v>
                </c:pt>
                <c:pt idx="111">
                  <c:v>2583.08404438</c:v>
                </c:pt>
                <c:pt idx="112">
                  <c:v>2609.52855934</c:v>
                </c:pt>
                <c:pt idx="113">
                  <c:v>2636.0230743</c:v>
                </c:pt>
                <c:pt idx="114">
                  <c:v>2662.56758926</c:v>
                </c:pt>
                <c:pt idx="115">
                  <c:v>2689.16210422</c:v>
                </c:pt>
                <c:pt idx="116">
                  <c:v>2715.80661918</c:v>
                </c:pt>
                <c:pt idx="117">
                  <c:v>2742.50113415</c:v>
                </c:pt>
                <c:pt idx="118">
                  <c:v>2769.24564911</c:v>
                </c:pt>
                <c:pt idx="119">
                  <c:v>2796.04016407</c:v>
                </c:pt>
                <c:pt idx="120">
                  <c:v>2823.08026448</c:v>
                </c:pt>
                <c:pt idx="121">
                  <c:v>2850.17036489</c:v>
                </c:pt>
                <c:pt idx="122">
                  <c:v>2877.3104653</c:v>
                </c:pt>
                <c:pt idx="123">
                  <c:v>2904.50056571</c:v>
                </c:pt>
                <c:pt idx="124">
                  <c:v>2931.74066612</c:v>
                </c:pt>
                <c:pt idx="125">
                  <c:v>2959.03076653</c:v>
                </c:pt>
                <c:pt idx="126">
                  <c:v>2986.37086694</c:v>
                </c:pt>
                <c:pt idx="127">
                  <c:v>3013.76096735</c:v>
                </c:pt>
                <c:pt idx="128">
                  <c:v>3041.20106776</c:v>
                </c:pt>
                <c:pt idx="129">
                  <c:v>3068.69116817</c:v>
                </c:pt>
                <c:pt idx="130">
                  <c:v>3096.23126858</c:v>
                </c:pt>
                <c:pt idx="131">
                  <c:v>3123.82136899</c:v>
                </c:pt>
                <c:pt idx="132">
                  <c:v>3151.68092241</c:v>
                </c:pt>
                <c:pt idx="133">
                  <c:v>3179.59047583</c:v>
                </c:pt>
                <c:pt idx="134">
                  <c:v>3207.55002926</c:v>
                </c:pt>
                <c:pt idx="135">
                  <c:v>3235.55958268</c:v>
                </c:pt>
                <c:pt idx="136">
                  <c:v>3263.6191361</c:v>
                </c:pt>
                <c:pt idx="137">
                  <c:v>3291.72868952</c:v>
                </c:pt>
                <c:pt idx="138">
                  <c:v>3319.88824295</c:v>
                </c:pt>
                <c:pt idx="139">
                  <c:v>3348.09779637</c:v>
                </c:pt>
                <c:pt idx="140">
                  <c:v>3376.35734979</c:v>
                </c:pt>
                <c:pt idx="141">
                  <c:v>3404.66690321</c:v>
                </c:pt>
                <c:pt idx="142">
                  <c:v>3433.02645664</c:v>
                </c:pt>
                <c:pt idx="143">
                  <c:v>3461.43601006</c:v>
                </c:pt>
                <c:pt idx="144">
                  <c:v>3490.13960008</c:v>
                </c:pt>
                <c:pt idx="145">
                  <c:v>3518.89319011</c:v>
                </c:pt>
                <c:pt idx="146">
                  <c:v>3547.69678013</c:v>
                </c:pt>
                <c:pt idx="147">
                  <c:v>3576.55037016</c:v>
                </c:pt>
                <c:pt idx="148">
                  <c:v>3605.45396019</c:v>
                </c:pt>
                <c:pt idx="149">
                  <c:v>3634.40755021</c:v>
                </c:pt>
                <c:pt idx="150">
                  <c:v>3663.41114024</c:v>
                </c:pt>
                <c:pt idx="151">
                  <c:v>3692.46473026</c:v>
                </c:pt>
                <c:pt idx="152">
                  <c:v>3721.56832029</c:v>
                </c:pt>
                <c:pt idx="153">
                  <c:v>3750.72191031</c:v>
                </c:pt>
                <c:pt idx="154">
                  <c:v>3779.92550034</c:v>
                </c:pt>
                <c:pt idx="155">
                  <c:v>3809.17909036</c:v>
                </c:pt>
                <c:pt idx="156">
                  <c:v>3838.75203809</c:v>
                </c:pt>
                <c:pt idx="157">
                  <c:v>3868.37498581</c:v>
                </c:pt>
                <c:pt idx="158">
                  <c:v>3898.04793354</c:v>
                </c:pt>
                <c:pt idx="159">
                  <c:v>3927.77088126</c:v>
                </c:pt>
                <c:pt idx="160">
                  <c:v>3957.54382899</c:v>
                </c:pt>
                <c:pt idx="161">
                  <c:v>3987.36677672</c:v>
                </c:pt>
                <c:pt idx="162">
                  <c:v>4017.23972444</c:v>
                </c:pt>
                <c:pt idx="163">
                  <c:v>4047.16267217</c:v>
                </c:pt>
                <c:pt idx="164">
                  <c:v>4077.13561989</c:v>
                </c:pt>
                <c:pt idx="165">
                  <c:v>4107.15856762</c:v>
                </c:pt>
                <c:pt idx="166">
                  <c:v>4137.23151535</c:v>
                </c:pt>
                <c:pt idx="167">
                  <c:v>4167.35446307</c:v>
                </c:pt>
                <c:pt idx="168">
                  <c:v>4197.82284923</c:v>
                </c:pt>
                <c:pt idx="169">
                  <c:v>4228.34123539</c:v>
                </c:pt>
                <c:pt idx="170">
                  <c:v>4258.90962155</c:v>
                </c:pt>
                <c:pt idx="171">
                  <c:v>4289.5280077</c:v>
                </c:pt>
                <c:pt idx="172">
                  <c:v>4320.19639386</c:v>
                </c:pt>
                <c:pt idx="173">
                  <c:v>4350.91478002</c:v>
                </c:pt>
                <c:pt idx="174">
                  <c:v>4381.68316618</c:v>
                </c:pt>
                <c:pt idx="175">
                  <c:v>4412.50155233</c:v>
                </c:pt>
              </c:numCache>
            </c:numRef>
          </c:yVal>
        </c:ser>
        <c:ser>
          <c:idx val="3"/>
          <c:order val="3"/>
          <c:tx>
            <c:v>납입 원금</c:v>
          </c:tx>
          <c:spPr>
            <a:ln xmlns:a="http://schemas.openxmlformats.org/drawingml/2006/main" w="14288">
              <a:solidFill>
                <a:srgbClr val="242923"/>
              </a:solidFill>
              <a:prstDash val="dash"/>
            </a:ln>
          </c:spPr>
          <c:marker>
            <c:symbol val="none"/>
          </c:marker>
          <c:xVal>
            <c:numRef>
              <c:f>'Chart Data'!$G$2:$G$177</c:f>
              <c:numCache>
                <c:formatCode>General</c:formatCode>
                <c:ptCount val="176"/>
                <c:pt idx="0">
                  <c:v>2012.08196721</c:v>
                </c:pt>
                <c:pt idx="1">
                  <c:v>2012.16120219</c:v>
                </c:pt>
                <c:pt idx="2">
                  <c:v>2012.2431694</c:v>
                </c:pt>
                <c:pt idx="3">
                  <c:v>2012.32786885</c:v>
                </c:pt>
                <c:pt idx="4">
                  <c:v>2012.41256831</c:v>
                </c:pt>
                <c:pt idx="5">
                  <c:v>2012.49180328</c:v>
                </c:pt>
                <c:pt idx="6">
                  <c:v>2012.57923497</c:v>
                </c:pt>
                <c:pt idx="7">
                  <c:v>2012.66393443</c:v>
                </c:pt>
                <c:pt idx="8">
                  <c:v>2012.74043716</c:v>
                </c:pt>
                <c:pt idx="9">
                  <c:v>2012.83060109</c:v>
                </c:pt>
                <c:pt idx="10">
                  <c:v>2012.91256831</c:v>
                </c:pt>
                <c:pt idx="11">
                  <c:v>2012.99726776</c:v>
                </c:pt>
                <c:pt idx="12">
                  <c:v>2013.08219178</c:v>
                </c:pt>
                <c:pt idx="13">
                  <c:v>2013.15890411</c:v>
                </c:pt>
                <c:pt idx="14">
                  <c:v>2013.23561644</c:v>
                </c:pt>
                <c:pt idx="15">
                  <c:v>2013.3260274</c:v>
                </c:pt>
                <c:pt idx="16">
                  <c:v>2013.4109589</c:v>
                </c:pt>
                <c:pt idx="17">
                  <c:v>2013.48767123</c:v>
                </c:pt>
                <c:pt idx="18">
                  <c:v>2013.57808219</c:v>
                </c:pt>
                <c:pt idx="19">
                  <c:v>2013.66027397</c:v>
                </c:pt>
                <c:pt idx="20">
                  <c:v>2013.74520548</c:v>
                </c:pt>
                <c:pt idx="21">
                  <c:v>2013.83013699</c:v>
                </c:pt>
                <c:pt idx="22">
                  <c:v>2013.90958904</c:v>
                </c:pt>
                <c:pt idx="23">
                  <c:v>2013.99726027</c:v>
                </c:pt>
                <c:pt idx="24">
                  <c:v>2014.08219178</c:v>
                </c:pt>
                <c:pt idx="25">
                  <c:v>2014.15890411</c:v>
                </c:pt>
                <c:pt idx="26">
                  <c:v>2014.24383562</c:v>
                </c:pt>
                <c:pt idx="27">
                  <c:v>2014.3260274</c:v>
                </c:pt>
                <c:pt idx="28">
                  <c:v>2014.40821918</c:v>
                </c:pt>
                <c:pt idx="29">
                  <c:v>2014.49315068</c:v>
                </c:pt>
                <c:pt idx="30">
                  <c:v>2014.57808219</c:v>
                </c:pt>
                <c:pt idx="31">
                  <c:v>2014.65753425</c:v>
                </c:pt>
                <c:pt idx="32">
                  <c:v>2014.74520548</c:v>
                </c:pt>
                <c:pt idx="33">
                  <c:v>2014.83013699</c:v>
                </c:pt>
                <c:pt idx="34">
                  <c:v>2014.90684932</c:v>
                </c:pt>
                <c:pt idx="35">
                  <c:v>2014.99726027</c:v>
                </c:pt>
                <c:pt idx="36">
                  <c:v>2015.07945205</c:v>
                </c:pt>
                <c:pt idx="37">
                  <c:v>2015.15616438</c:v>
                </c:pt>
                <c:pt idx="38">
                  <c:v>2015.24383562</c:v>
                </c:pt>
                <c:pt idx="39">
                  <c:v>2015.3260274</c:v>
                </c:pt>
                <c:pt idx="40">
                  <c:v>2015.40547945</c:v>
                </c:pt>
                <c:pt idx="41">
                  <c:v>2015.49315068</c:v>
                </c:pt>
                <c:pt idx="42">
                  <c:v>2015.57808219</c:v>
                </c:pt>
                <c:pt idx="43">
                  <c:v>2015.6630137</c:v>
                </c:pt>
                <c:pt idx="44">
                  <c:v>2015.74520548</c:v>
                </c:pt>
                <c:pt idx="45">
                  <c:v>2015.82739726</c:v>
                </c:pt>
                <c:pt idx="46">
                  <c:v>2015.91232877</c:v>
                </c:pt>
                <c:pt idx="47">
                  <c:v>2015.99726027</c:v>
                </c:pt>
                <c:pt idx="48">
                  <c:v>2016.07650273</c:v>
                </c:pt>
                <c:pt idx="49">
                  <c:v>2016.16120219</c:v>
                </c:pt>
                <c:pt idx="50">
                  <c:v>2016.24590164</c:v>
                </c:pt>
                <c:pt idx="51">
                  <c:v>2016.32513661</c:v>
                </c:pt>
                <c:pt idx="52">
                  <c:v>2016.41256831</c:v>
                </c:pt>
                <c:pt idx="53">
                  <c:v>2016.49453552</c:v>
                </c:pt>
                <c:pt idx="54">
                  <c:v>2016.57377049</c:v>
                </c:pt>
                <c:pt idx="55">
                  <c:v>2016.66393443</c:v>
                </c:pt>
                <c:pt idx="56">
                  <c:v>2016.74590164</c:v>
                </c:pt>
                <c:pt idx="57">
                  <c:v>2016.83060109</c:v>
                </c:pt>
                <c:pt idx="58">
                  <c:v>2016.91256831</c:v>
                </c:pt>
                <c:pt idx="59">
                  <c:v>2016.99453552</c:v>
                </c:pt>
                <c:pt idx="60">
                  <c:v>2017.08219178</c:v>
                </c:pt>
                <c:pt idx="61">
                  <c:v>2017.15890411</c:v>
                </c:pt>
                <c:pt idx="62">
                  <c:v>2017.24383562</c:v>
                </c:pt>
                <c:pt idx="63">
                  <c:v>2017.32054795</c:v>
                </c:pt>
                <c:pt idx="64">
                  <c:v>2017.4109589</c:v>
                </c:pt>
                <c:pt idx="65">
                  <c:v>2017.49315068</c:v>
                </c:pt>
                <c:pt idx="66">
                  <c:v>2017.57808219</c:v>
                </c:pt>
                <c:pt idx="67">
                  <c:v>2017.6630137</c:v>
                </c:pt>
                <c:pt idx="68">
                  <c:v>2017.74246575</c:v>
                </c:pt>
                <c:pt idx="69">
                  <c:v>2017.83013699</c:v>
                </c:pt>
                <c:pt idx="70">
                  <c:v>2017.91232877</c:v>
                </c:pt>
                <c:pt idx="71">
                  <c:v>2017.99178082</c:v>
                </c:pt>
                <c:pt idx="72">
                  <c:v>2018.08219178</c:v>
                </c:pt>
                <c:pt idx="73">
                  <c:v>2018.15890411</c:v>
                </c:pt>
                <c:pt idx="74">
                  <c:v>2018.23835616</c:v>
                </c:pt>
                <c:pt idx="75">
                  <c:v>2018.3260274</c:v>
                </c:pt>
                <c:pt idx="76">
                  <c:v>2018.4109589</c:v>
                </c:pt>
                <c:pt idx="77">
                  <c:v>2018.49041096</c:v>
                </c:pt>
                <c:pt idx="78">
                  <c:v>2018.57808219</c:v>
                </c:pt>
                <c:pt idx="79">
                  <c:v>2018.6630137</c:v>
                </c:pt>
                <c:pt idx="80">
                  <c:v>2018.73972603</c:v>
                </c:pt>
                <c:pt idx="81">
                  <c:v>2018.83013699</c:v>
                </c:pt>
                <c:pt idx="82">
                  <c:v>2018.91232877</c:v>
                </c:pt>
                <c:pt idx="83">
                  <c:v>2018.99726027</c:v>
                </c:pt>
                <c:pt idx="84">
                  <c:v>2019.08219178</c:v>
                </c:pt>
                <c:pt idx="85">
                  <c:v>2019.15890411</c:v>
                </c:pt>
                <c:pt idx="86">
                  <c:v>2019.23835616</c:v>
                </c:pt>
                <c:pt idx="87">
                  <c:v>2019.3260274</c:v>
                </c:pt>
                <c:pt idx="88">
                  <c:v>2019.4109589</c:v>
                </c:pt>
                <c:pt idx="89">
                  <c:v>2019.48767123</c:v>
                </c:pt>
                <c:pt idx="90">
                  <c:v>2019.57808219</c:v>
                </c:pt>
                <c:pt idx="91">
                  <c:v>2019.66027397</c:v>
                </c:pt>
                <c:pt idx="92">
                  <c:v>2019.74520548</c:v>
                </c:pt>
                <c:pt idx="93">
                  <c:v>2019.83013699</c:v>
                </c:pt>
                <c:pt idx="94">
                  <c:v>2019.90958904</c:v>
                </c:pt>
                <c:pt idx="95">
                  <c:v>2019.99726027</c:v>
                </c:pt>
                <c:pt idx="96">
                  <c:v>2020.08196721</c:v>
                </c:pt>
                <c:pt idx="97">
                  <c:v>2020.15846995</c:v>
                </c:pt>
                <c:pt idx="98">
                  <c:v>2020.24590164</c:v>
                </c:pt>
                <c:pt idx="99">
                  <c:v>2020.32786885</c:v>
                </c:pt>
                <c:pt idx="100">
                  <c:v>2020.40710383</c:v>
                </c:pt>
                <c:pt idx="101">
                  <c:v>2020.49453552</c:v>
                </c:pt>
                <c:pt idx="102">
                  <c:v>2020.57923497</c:v>
                </c:pt>
                <c:pt idx="103">
                  <c:v>2020.66393443</c:v>
                </c:pt>
                <c:pt idx="104">
                  <c:v>2020.74590164</c:v>
                </c:pt>
                <c:pt idx="105">
                  <c:v>2020.82786885</c:v>
                </c:pt>
                <c:pt idx="106">
                  <c:v>2020.91256831</c:v>
                </c:pt>
                <c:pt idx="107">
                  <c:v>2020.99726776</c:v>
                </c:pt>
                <c:pt idx="108">
                  <c:v>2021.07671233</c:v>
                </c:pt>
                <c:pt idx="109">
                  <c:v>2021.15342466</c:v>
                </c:pt>
                <c:pt idx="110">
                  <c:v>2021.24383562</c:v>
                </c:pt>
                <c:pt idx="111">
                  <c:v>2021.3260274</c:v>
                </c:pt>
                <c:pt idx="112">
                  <c:v>2021.40273973</c:v>
                </c:pt>
                <c:pt idx="113">
                  <c:v>2021.49315068</c:v>
                </c:pt>
                <c:pt idx="114">
                  <c:v>2021.57534247</c:v>
                </c:pt>
                <c:pt idx="115">
                  <c:v>2021.6630137</c:v>
                </c:pt>
                <c:pt idx="116">
                  <c:v>2021.74520548</c:v>
                </c:pt>
                <c:pt idx="117">
                  <c:v>2021.82465753</c:v>
                </c:pt>
                <c:pt idx="118">
                  <c:v>2021.91232877</c:v>
                </c:pt>
                <c:pt idx="119">
                  <c:v>2021.99726027</c:v>
                </c:pt>
                <c:pt idx="120">
                  <c:v>2022.08219178</c:v>
                </c:pt>
                <c:pt idx="121">
                  <c:v>2022.15890411</c:v>
                </c:pt>
                <c:pt idx="122">
                  <c:v>2022.24383562</c:v>
                </c:pt>
                <c:pt idx="123">
                  <c:v>2022.32328767</c:v>
                </c:pt>
                <c:pt idx="124">
                  <c:v>2022.4109589</c:v>
                </c:pt>
                <c:pt idx="125">
                  <c:v>2022.49315068</c:v>
                </c:pt>
                <c:pt idx="126">
                  <c:v>2022.57260274</c:v>
                </c:pt>
                <c:pt idx="127">
                  <c:v>2022.6630137</c:v>
                </c:pt>
                <c:pt idx="128">
                  <c:v>2022.74520548</c:v>
                </c:pt>
                <c:pt idx="129">
                  <c:v>2022.83013699</c:v>
                </c:pt>
                <c:pt idx="130">
                  <c:v>2022.91232877</c:v>
                </c:pt>
                <c:pt idx="131">
                  <c:v>2022.99452055</c:v>
                </c:pt>
                <c:pt idx="132">
                  <c:v>2023.08219178</c:v>
                </c:pt>
                <c:pt idx="133">
                  <c:v>2023.15890411</c:v>
                </c:pt>
                <c:pt idx="134">
                  <c:v>2023.24383562</c:v>
                </c:pt>
                <c:pt idx="135">
                  <c:v>2023.32054795</c:v>
                </c:pt>
                <c:pt idx="136">
                  <c:v>2023.4109589</c:v>
                </c:pt>
                <c:pt idx="137">
                  <c:v>2023.49315068</c:v>
                </c:pt>
                <c:pt idx="138">
                  <c:v>2023.57808219</c:v>
                </c:pt>
                <c:pt idx="139">
                  <c:v>2023.6630137</c:v>
                </c:pt>
                <c:pt idx="140">
                  <c:v>2023.74246575</c:v>
                </c:pt>
                <c:pt idx="141">
                  <c:v>2023.83013699</c:v>
                </c:pt>
                <c:pt idx="142">
                  <c:v>2023.91232877</c:v>
                </c:pt>
                <c:pt idx="143">
                  <c:v>2023.99178082</c:v>
                </c:pt>
                <c:pt idx="144">
                  <c:v>2024.08196721</c:v>
                </c:pt>
                <c:pt idx="145">
                  <c:v>2024.16120219</c:v>
                </c:pt>
                <c:pt idx="146">
                  <c:v>2024.23770492</c:v>
                </c:pt>
                <c:pt idx="147">
                  <c:v>2024.32786885</c:v>
                </c:pt>
                <c:pt idx="148">
                  <c:v>2024.41256831</c:v>
                </c:pt>
                <c:pt idx="149">
                  <c:v>2024.48907104</c:v>
                </c:pt>
                <c:pt idx="150">
                  <c:v>2024.57923497</c:v>
                </c:pt>
                <c:pt idx="151">
                  <c:v>2024.66120219</c:v>
                </c:pt>
                <c:pt idx="152">
                  <c:v>2024.74590164</c:v>
                </c:pt>
                <c:pt idx="153">
                  <c:v>2024.83060109</c:v>
                </c:pt>
                <c:pt idx="154">
                  <c:v>2024.90983607</c:v>
                </c:pt>
                <c:pt idx="155">
                  <c:v>2024.99726776</c:v>
                </c:pt>
                <c:pt idx="156">
                  <c:v>2025.08219178</c:v>
                </c:pt>
                <c:pt idx="157">
                  <c:v>2025.15890411</c:v>
                </c:pt>
                <c:pt idx="158">
                  <c:v>2025.24383562</c:v>
                </c:pt>
                <c:pt idx="159">
                  <c:v>2025.3260274</c:v>
                </c:pt>
                <c:pt idx="160">
                  <c:v>2025.40821918</c:v>
                </c:pt>
                <c:pt idx="161">
                  <c:v>2025.49315068</c:v>
                </c:pt>
                <c:pt idx="162">
                  <c:v>2025.57808219</c:v>
                </c:pt>
                <c:pt idx="163">
                  <c:v>2025.65753425</c:v>
                </c:pt>
                <c:pt idx="164">
                  <c:v>2025.74520548</c:v>
                </c:pt>
                <c:pt idx="165">
                  <c:v>2025.83013699</c:v>
                </c:pt>
                <c:pt idx="166">
                  <c:v>2025.90684932</c:v>
                </c:pt>
                <c:pt idx="167">
                  <c:v>2025.99726027</c:v>
                </c:pt>
                <c:pt idx="168">
                  <c:v>2026.07945205</c:v>
                </c:pt>
                <c:pt idx="169">
                  <c:v>2026.15616438</c:v>
                </c:pt>
                <c:pt idx="170">
                  <c:v>2026.24383562</c:v>
                </c:pt>
                <c:pt idx="171">
                  <c:v>2026.3260274</c:v>
                </c:pt>
                <c:pt idx="172">
                  <c:v>2026.40547945</c:v>
                </c:pt>
                <c:pt idx="173">
                  <c:v>2026.49315068</c:v>
                </c:pt>
                <c:pt idx="174">
                  <c:v>2026.57808219</c:v>
                </c:pt>
                <c:pt idx="175">
                  <c:v>2026.6630137</c:v>
                </c:pt>
              </c:numCache>
            </c:numRef>
          </c:xVal>
          <c:yVal>
            <c:numRef>
              <c:f>'Chart Data'!$H$2:$H$177</c:f>
              <c:numCache>
                <c:formatCode>#,##0</c:formatCode>
                <c:ptCount val="176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  <c:pt idx="4">
                  <c:v>100</c:v>
                </c:pt>
                <c:pt idx="5">
                  <c:v>120</c:v>
                </c:pt>
                <c:pt idx="6">
                  <c:v>140</c:v>
                </c:pt>
                <c:pt idx="7">
                  <c:v>160</c:v>
                </c:pt>
                <c:pt idx="8">
                  <c:v>180</c:v>
                </c:pt>
                <c:pt idx="9">
                  <c:v>200</c:v>
                </c:pt>
                <c:pt idx="10">
                  <c:v>220</c:v>
                </c:pt>
                <c:pt idx="11">
                  <c:v>240</c:v>
                </c:pt>
                <c:pt idx="12">
                  <c:v>260</c:v>
                </c:pt>
                <c:pt idx="13">
                  <c:v>280</c:v>
                </c:pt>
                <c:pt idx="14">
                  <c:v>300</c:v>
                </c:pt>
                <c:pt idx="15">
                  <c:v>320</c:v>
                </c:pt>
                <c:pt idx="16">
                  <c:v>340</c:v>
                </c:pt>
                <c:pt idx="17">
                  <c:v>360</c:v>
                </c:pt>
                <c:pt idx="18">
                  <c:v>380</c:v>
                </c:pt>
                <c:pt idx="19">
                  <c:v>400</c:v>
                </c:pt>
                <c:pt idx="20">
                  <c:v>420</c:v>
                </c:pt>
                <c:pt idx="21">
                  <c:v>440</c:v>
                </c:pt>
                <c:pt idx="22">
                  <c:v>460</c:v>
                </c:pt>
                <c:pt idx="23">
                  <c:v>480</c:v>
                </c:pt>
                <c:pt idx="24">
                  <c:v>500</c:v>
                </c:pt>
                <c:pt idx="25">
                  <c:v>520</c:v>
                </c:pt>
                <c:pt idx="26">
                  <c:v>540</c:v>
                </c:pt>
                <c:pt idx="27">
                  <c:v>560</c:v>
                </c:pt>
                <c:pt idx="28">
                  <c:v>580</c:v>
                </c:pt>
                <c:pt idx="29">
                  <c:v>600</c:v>
                </c:pt>
                <c:pt idx="30">
                  <c:v>620</c:v>
                </c:pt>
                <c:pt idx="31">
                  <c:v>640</c:v>
                </c:pt>
                <c:pt idx="32">
                  <c:v>660</c:v>
                </c:pt>
                <c:pt idx="33">
                  <c:v>680</c:v>
                </c:pt>
                <c:pt idx="34">
                  <c:v>700</c:v>
                </c:pt>
                <c:pt idx="35">
                  <c:v>720</c:v>
                </c:pt>
                <c:pt idx="36">
                  <c:v>740</c:v>
                </c:pt>
                <c:pt idx="37">
                  <c:v>760</c:v>
                </c:pt>
                <c:pt idx="38">
                  <c:v>780</c:v>
                </c:pt>
                <c:pt idx="39">
                  <c:v>800</c:v>
                </c:pt>
                <c:pt idx="40">
                  <c:v>820</c:v>
                </c:pt>
                <c:pt idx="41">
                  <c:v>840</c:v>
                </c:pt>
                <c:pt idx="42">
                  <c:v>860</c:v>
                </c:pt>
                <c:pt idx="43">
                  <c:v>880</c:v>
                </c:pt>
                <c:pt idx="44">
                  <c:v>900</c:v>
                </c:pt>
                <c:pt idx="45">
                  <c:v>920</c:v>
                </c:pt>
                <c:pt idx="46">
                  <c:v>940</c:v>
                </c:pt>
                <c:pt idx="47">
                  <c:v>960</c:v>
                </c:pt>
                <c:pt idx="48">
                  <c:v>980</c:v>
                </c:pt>
                <c:pt idx="49">
                  <c:v>1000</c:v>
                </c:pt>
                <c:pt idx="50">
                  <c:v>1020</c:v>
                </c:pt>
                <c:pt idx="51">
                  <c:v>1040</c:v>
                </c:pt>
                <c:pt idx="52">
                  <c:v>1060</c:v>
                </c:pt>
                <c:pt idx="53">
                  <c:v>1080</c:v>
                </c:pt>
                <c:pt idx="54">
                  <c:v>1100</c:v>
                </c:pt>
                <c:pt idx="55">
                  <c:v>1120</c:v>
                </c:pt>
                <c:pt idx="56">
                  <c:v>1140</c:v>
                </c:pt>
                <c:pt idx="57">
                  <c:v>1160</c:v>
                </c:pt>
                <c:pt idx="58">
                  <c:v>1180</c:v>
                </c:pt>
                <c:pt idx="59">
                  <c:v>1200</c:v>
                </c:pt>
                <c:pt idx="60">
                  <c:v>1220</c:v>
                </c:pt>
                <c:pt idx="61">
                  <c:v>1240</c:v>
                </c:pt>
                <c:pt idx="62">
                  <c:v>1260</c:v>
                </c:pt>
                <c:pt idx="63">
                  <c:v>1280</c:v>
                </c:pt>
                <c:pt idx="64">
                  <c:v>1300</c:v>
                </c:pt>
                <c:pt idx="65">
                  <c:v>1320</c:v>
                </c:pt>
                <c:pt idx="66">
                  <c:v>1340</c:v>
                </c:pt>
                <c:pt idx="67">
                  <c:v>1360</c:v>
                </c:pt>
                <c:pt idx="68">
                  <c:v>1380</c:v>
                </c:pt>
                <c:pt idx="69">
                  <c:v>1400</c:v>
                </c:pt>
                <c:pt idx="70">
                  <c:v>1420</c:v>
                </c:pt>
                <c:pt idx="71">
                  <c:v>1440</c:v>
                </c:pt>
                <c:pt idx="72">
                  <c:v>1460</c:v>
                </c:pt>
                <c:pt idx="73">
                  <c:v>1480</c:v>
                </c:pt>
                <c:pt idx="74">
                  <c:v>1500</c:v>
                </c:pt>
                <c:pt idx="75">
                  <c:v>1520</c:v>
                </c:pt>
                <c:pt idx="76">
                  <c:v>1540</c:v>
                </c:pt>
                <c:pt idx="77">
                  <c:v>1560</c:v>
                </c:pt>
                <c:pt idx="78">
                  <c:v>1580</c:v>
                </c:pt>
                <c:pt idx="79">
                  <c:v>1600</c:v>
                </c:pt>
                <c:pt idx="80">
                  <c:v>1620</c:v>
                </c:pt>
                <c:pt idx="81">
                  <c:v>1640</c:v>
                </c:pt>
                <c:pt idx="82">
                  <c:v>1660</c:v>
                </c:pt>
                <c:pt idx="83">
                  <c:v>1680</c:v>
                </c:pt>
                <c:pt idx="84">
                  <c:v>1700</c:v>
                </c:pt>
                <c:pt idx="85">
                  <c:v>1720</c:v>
                </c:pt>
                <c:pt idx="86">
                  <c:v>1740</c:v>
                </c:pt>
                <c:pt idx="87">
                  <c:v>1760</c:v>
                </c:pt>
                <c:pt idx="88">
                  <c:v>1780</c:v>
                </c:pt>
                <c:pt idx="89">
                  <c:v>1800</c:v>
                </c:pt>
                <c:pt idx="90">
                  <c:v>1820</c:v>
                </c:pt>
                <c:pt idx="91">
                  <c:v>1840</c:v>
                </c:pt>
                <c:pt idx="92">
                  <c:v>1860</c:v>
                </c:pt>
                <c:pt idx="93">
                  <c:v>1880</c:v>
                </c:pt>
                <c:pt idx="94">
                  <c:v>1900</c:v>
                </c:pt>
                <c:pt idx="95">
                  <c:v>1920</c:v>
                </c:pt>
                <c:pt idx="96">
                  <c:v>1940</c:v>
                </c:pt>
                <c:pt idx="97">
                  <c:v>1960</c:v>
                </c:pt>
                <c:pt idx="98">
                  <c:v>1980</c:v>
                </c:pt>
                <c:pt idx="99">
                  <c:v>2000</c:v>
                </c:pt>
                <c:pt idx="100">
                  <c:v>2020</c:v>
                </c:pt>
                <c:pt idx="101">
                  <c:v>2040</c:v>
                </c:pt>
                <c:pt idx="102">
                  <c:v>2060</c:v>
                </c:pt>
                <c:pt idx="103">
                  <c:v>2080</c:v>
                </c:pt>
                <c:pt idx="104">
                  <c:v>2100</c:v>
                </c:pt>
                <c:pt idx="105">
                  <c:v>2120</c:v>
                </c:pt>
                <c:pt idx="106">
                  <c:v>2140</c:v>
                </c:pt>
                <c:pt idx="107">
                  <c:v>2160</c:v>
                </c:pt>
                <c:pt idx="108">
                  <c:v>2180</c:v>
                </c:pt>
                <c:pt idx="109">
                  <c:v>2200</c:v>
                </c:pt>
                <c:pt idx="110">
                  <c:v>2220</c:v>
                </c:pt>
                <c:pt idx="111">
                  <c:v>2240</c:v>
                </c:pt>
                <c:pt idx="112">
                  <c:v>2260</c:v>
                </c:pt>
                <c:pt idx="113">
                  <c:v>2280</c:v>
                </c:pt>
                <c:pt idx="114">
                  <c:v>2300</c:v>
                </c:pt>
                <c:pt idx="115">
                  <c:v>2320</c:v>
                </c:pt>
                <c:pt idx="116">
                  <c:v>2340</c:v>
                </c:pt>
                <c:pt idx="117">
                  <c:v>2360</c:v>
                </c:pt>
                <c:pt idx="118">
                  <c:v>2380</c:v>
                </c:pt>
                <c:pt idx="119">
                  <c:v>2400</c:v>
                </c:pt>
                <c:pt idx="120">
                  <c:v>2420</c:v>
                </c:pt>
                <c:pt idx="121">
                  <c:v>2440</c:v>
                </c:pt>
                <c:pt idx="122">
                  <c:v>2460</c:v>
                </c:pt>
                <c:pt idx="123">
                  <c:v>2480</c:v>
                </c:pt>
                <c:pt idx="124">
                  <c:v>2500</c:v>
                </c:pt>
                <c:pt idx="125">
                  <c:v>2520</c:v>
                </c:pt>
                <c:pt idx="126">
                  <c:v>2540</c:v>
                </c:pt>
                <c:pt idx="127">
                  <c:v>2560</c:v>
                </c:pt>
                <c:pt idx="128">
                  <c:v>2580</c:v>
                </c:pt>
                <c:pt idx="129">
                  <c:v>2600</c:v>
                </c:pt>
                <c:pt idx="130">
                  <c:v>2620</c:v>
                </c:pt>
                <c:pt idx="131">
                  <c:v>2640</c:v>
                </c:pt>
                <c:pt idx="132">
                  <c:v>2660</c:v>
                </c:pt>
                <c:pt idx="133">
                  <c:v>2680</c:v>
                </c:pt>
                <c:pt idx="134">
                  <c:v>2700</c:v>
                </c:pt>
                <c:pt idx="135">
                  <c:v>2720</c:v>
                </c:pt>
                <c:pt idx="136">
                  <c:v>2740</c:v>
                </c:pt>
                <c:pt idx="137">
                  <c:v>2760</c:v>
                </c:pt>
                <c:pt idx="138">
                  <c:v>2780</c:v>
                </c:pt>
                <c:pt idx="139">
                  <c:v>2800</c:v>
                </c:pt>
                <c:pt idx="140">
                  <c:v>2820</c:v>
                </c:pt>
                <c:pt idx="141">
                  <c:v>2840</c:v>
                </c:pt>
                <c:pt idx="142">
                  <c:v>2860</c:v>
                </c:pt>
                <c:pt idx="143">
                  <c:v>2880</c:v>
                </c:pt>
                <c:pt idx="144">
                  <c:v>2900</c:v>
                </c:pt>
                <c:pt idx="145">
                  <c:v>2920</c:v>
                </c:pt>
                <c:pt idx="146">
                  <c:v>2940</c:v>
                </c:pt>
                <c:pt idx="147">
                  <c:v>2960</c:v>
                </c:pt>
                <c:pt idx="148">
                  <c:v>2980</c:v>
                </c:pt>
                <c:pt idx="149">
                  <c:v>3000</c:v>
                </c:pt>
                <c:pt idx="150">
                  <c:v>3020</c:v>
                </c:pt>
                <c:pt idx="151">
                  <c:v>3040</c:v>
                </c:pt>
                <c:pt idx="152">
                  <c:v>3060</c:v>
                </c:pt>
                <c:pt idx="153">
                  <c:v>3080</c:v>
                </c:pt>
                <c:pt idx="154">
                  <c:v>3100</c:v>
                </c:pt>
                <c:pt idx="155">
                  <c:v>3120</c:v>
                </c:pt>
                <c:pt idx="156">
                  <c:v>3140</c:v>
                </c:pt>
                <c:pt idx="157">
                  <c:v>3160</c:v>
                </c:pt>
                <c:pt idx="158">
                  <c:v>3180</c:v>
                </c:pt>
                <c:pt idx="159">
                  <c:v>3200</c:v>
                </c:pt>
                <c:pt idx="160">
                  <c:v>3220</c:v>
                </c:pt>
                <c:pt idx="161">
                  <c:v>3240</c:v>
                </c:pt>
                <c:pt idx="162">
                  <c:v>3260</c:v>
                </c:pt>
                <c:pt idx="163">
                  <c:v>3280</c:v>
                </c:pt>
                <c:pt idx="164">
                  <c:v>3300</c:v>
                </c:pt>
                <c:pt idx="165">
                  <c:v>3320</c:v>
                </c:pt>
                <c:pt idx="166">
                  <c:v>3340</c:v>
                </c:pt>
                <c:pt idx="167">
                  <c:v>3360</c:v>
                </c:pt>
                <c:pt idx="168">
                  <c:v>3380</c:v>
                </c:pt>
                <c:pt idx="169">
                  <c:v>3400</c:v>
                </c:pt>
                <c:pt idx="170">
                  <c:v>3420</c:v>
                </c:pt>
                <c:pt idx="171">
                  <c:v>3440</c:v>
                </c:pt>
                <c:pt idx="172">
                  <c:v>3460</c:v>
                </c:pt>
                <c:pt idx="173">
                  <c:v>3480</c:v>
                </c:pt>
                <c:pt idx="174">
                  <c:v>3500</c:v>
                </c:pt>
                <c:pt idx="175">
                  <c:v>3520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0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majorUnit val="20000"/>
      </c:valAx>
      <c:valAx>
        <c:axId val="48650112"/>
        <c:scaling>
          <c:orientation val="minMax"/>
          <c:max val="2026.7"/>
          <c:min val="2012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7FF2D7B9-D5C4-4BC8-99AC-DFD03F72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143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A0757A81-3D23-4E7D-9DD4-20189201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5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5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두 전략의 구성과 운용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26A7B-67D4-46F4-B22A-2F0995CC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DA786872-6BB1-4E59-90B5-AEBCCE77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5" name="매달 적립하는 돈을 어디에 두고, 어떤 규칙">
            <a:extLst xmlns:a="http://schemas.openxmlformats.org/drawingml/2006/main">
              <a:ext uri="{FF2B5EF4-FFF2-40B4-BE49-F238E27FC236}">
                <a16:creationId xmlns:a16="http://schemas.microsoft.com/office/drawing/2014/main" id="{7AF66627-E124-4931-AB87-88F905FF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371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매달 적립하는 돈을 어디에 두고, 어떤 규칙으로 관리하는가</a:t>
            </a:r>
          </a:p>
        </p:txBody>
      </p:sp>
      <p:sp>
        <p:nvSpPr>
          <p:cNvPr id="6" name="Deneb">
            <a:extLst xmlns:a="http://schemas.openxmlformats.org/drawingml/2006/main">
              <a:ext uri="{FF2B5EF4-FFF2-40B4-BE49-F238E27FC236}">
                <a16:creationId xmlns:a16="http://schemas.microsoft.com/office/drawing/2014/main" id="{F3EE1B29-C080-4926-898B-AD1FB916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6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</a:t>
            </a:r>
          </a:p>
        </p:txBody>
      </p:sp>
      <p:sp>
        <p:nvSpPr>
          <p:cNvPr id="7" name="성장 노출과 배당주 배분">
            <a:extLst xmlns:a="http://schemas.openxmlformats.org/drawingml/2006/main">
              <a:ext uri="{FF2B5EF4-FFF2-40B4-BE49-F238E27FC236}">
                <a16:creationId xmlns:a16="http://schemas.microsoft.com/office/drawing/2014/main" id="{1BB5D7B4-E1CD-434C-9D55-35E1375E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99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성장 노출과 배당주 배분</a:t>
            </a:r>
          </a:p>
        </p:txBody>
      </p:sp>
      <p:sp>
        <p:nvSpPr>
          <p:cNvPr id="8" name="Polaris">
            <a:extLst xmlns:a="http://schemas.openxmlformats.org/drawingml/2006/main">
              <a:ext uri="{FF2B5EF4-FFF2-40B4-BE49-F238E27FC236}">
                <a16:creationId xmlns:a16="http://schemas.microsoft.com/office/drawing/2014/main" id="{20A87B99-385F-4D14-8855-24724C7C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6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Polaris</a:t>
            </a:r>
          </a:p>
        </p:txBody>
      </p:sp>
      <p:sp>
        <p:nvSpPr>
          <p:cNvPr id="9" name="주식·국채·금으로 나누는 배분">
            <a:extLst xmlns:a="http://schemas.openxmlformats.org/drawingml/2006/main">
              <a:ext uri="{FF2B5EF4-FFF2-40B4-BE49-F238E27FC236}">
                <a16:creationId xmlns:a16="http://schemas.microsoft.com/office/drawing/2014/main" id="{3EC307C2-A95B-4336-9453-E7D44F9E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99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주식·국채·금으로 나누는 배분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04AFA015-B4D4-4E04-8D32-CE213DF7C4EA}"/>
              </a:ext>
            </a:extLst>
          </p:cNvPr>
          <p:cNvGraphicFramePr/>
          <p:nvPr/>
        </p:nvGraphicFramePr>
        <p:xfrm>
          <a:off xmlns:a="http://schemas.openxmlformats.org/drawingml/2006/main" x="857250" y="3762375"/>
          <a:ext xmlns:a="http://schemas.openxmlformats.org/drawingml/2006/main" cx="6096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71631b7c2e41d7"/>
          </a:graphicData>
        </a:graphic>
      </p:graphicFrame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B11B3078-76BD-40B7-940D-07D0AAE18D64}"/>
              </a:ext>
            </a:extLst>
          </p:cNvPr>
          <p:cNvGraphicFramePr/>
          <p:nvPr/>
        </p:nvGraphicFramePr>
        <p:xfrm>
          <a:off xmlns:a="http://schemas.openxmlformats.org/drawingml/2006/main" x="8096250" y="3762375"/>
          <a:ext xmlns:a="http://schemas.openxmlformats.org/drawingml/2006/main" cx="6096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0ba585a9664528"/>
          </a:graphicData>
        </a:graphic>
      </p:graphicFrame>
      <p:sp>
        <p:nvSpPr>
          <p:cNvPr id="12" name="비중 축소와 하락 방어">
            <a:extLst xmlns:a="http://schemas.openxmlformats.org/drawingml/2006/main">
              <a:ext uri="{FF2B5EF4-FFF2-40B4-BE49-F238E27FC236}">
                <a16:creationId xmlns:a16="http://schemas.microsoft.com/office/drawing/2014/main" id="{1F2FBF57-FFB9-4E99-819B-8C11EDE4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24750"/>
            <a:ext cx="657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비중 축소와 하락 방어</a:t>
            </a:r>
          </a:p>
        </p:txBody>
      </p:sp>
      <p:sp>
        <p:nvSpPr>
          <p:cNvPr id="13" name="TQQQ의 목표 비중은 시장 변동성에 따라 ">
            <a:extLst xmlns:a="http://schemas.openxmlformats.org/drawingml/2006/main">
              <a:ext uri="{FF2B5EF4-FFF2-40B4-BE49-F238E27FC236}">
                <a16:creationId xmlns:a16="http://schemas.microsoft.com/office/drawing/2014/main" id="{D6D6A9E0-74AF-400C-8D6D-7059FB06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65722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TQQQ의 목표 비중은 시장 변동성에 따라 줄어든다. 하락 시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일부를 매도하고 현금으로 기다렸다가, 정해진 추세 회복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조건에서 다시 매수한다. 위 그림은 방어 전 최대 비중의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기준이다.</a:t>
            </a:r>
          </a:p>
        </p:txBody>
      </p:sp>
      <p:sp>
        <p:nvSpPr>
          <p:cNvPr id="14" name="분산과 정기적인 비중 조정">
            <a:extLst xmlns:a="http://schemas.openxmlformats.org/drawingml/2006/main">
              <a:ext uri="{FF2B5EF4-FFF2-40B4-BE49-F238E27FC236}">
                <a16:creationId xmlns:a16="http://schemas.microsoft.com/office/drawing/2014/main" id="{56708E1A-056E-4BC7-9CA5-5C1E2178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524750"/>
            <a:ext cx="657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분산과 정기적인 비중 조정</a:t>
            </a:r>
          </a:p>
        </p:txBody>
      </p:sp>
      <p:sp>
        <p:nvSpPr>
          <p:cNvPr id="15" name="새 납입금은 목표보다 부족한 자산에 우선 배">
            <a:extLst xmlns:a="http://schemas.openxmlformats.org/drawingml/2006/main">
              <a:ext uri="{FF2B5EF4-FFF2-40B4-BE49-F238E27FC236}">
                <a16:creationId xmlns:a16="http://schemas.microsoft.com/office/drawing/2014/main" id="{52189ABF-A000-42CD-9ED3-C6E81DB2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096250"/>
            <a:ext cx="657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새 납입금은 목표보다 부족한 자산에 우선 배분한다. 12월에는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승인 후 넘친 몫을 줄이고 부족한 몫을 채운다. 이번 보고서는 두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전략 모두 매달 계속 납입하는 조건으로 비교한다.</a:t>
            </a:r>
          </a:p>
        </p:txBody>
      </p:sp>
    </p:spTree>
    <p:extLst>
      <p:ext uri="{BB962C8B-B14F-4D97-AF65-F5344CB8AC3E}">
        <p14:creationId xmlns:p14="http://schemas.microsoft.com/office/powerpoint/2010/main" val="18477941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3F257D07-E386-4686-B653-67ACC8AC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143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E77B6AFC-2295-4D61-B48E-CB9459FF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5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5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Deneb의 배율과 보유 비중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CFCF2-264C-4F7B-8B99-76AE7FE3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2">
            <a:extLst xmlns:a="http://schemas.openxmlformats.org/drawingml/2006/main">
              <a:ext uri="{FF2B5EF4-FFF2-40B4-BE49-F238E27FC236}">
                <a16:creationId xmlns:a16="http://schemas.microsoft.com/office/drawing/2014/main" id="{30DF9206-93E3-41F5-952E-D2078F11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5" name="TQQQ는 일간 3배 상품, 계좌의 TQQQ">
            <a:extLst xmlns:a="http://schemas.openxmlformats.org/drawingml/2006/main">
              <a:ext uri="{FF2B5EF4-FFF2-40B4-BE49-F238E27FC236}">
                <a16:creationId xmlns:a16="http://schemas.microsoft.com/office/drawing/2014/main" id="{05180080-CA2F-475F-AEA0-CF36340D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371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TQQQ는 일간 3배 상품, 계좌의 TQQQ 보유 비중은 최대 60%</a:t>
            </a:r>
          </a:p>
        </p:txBody>
      </p:sp>
      <p:sp>
        <p:nvSpPr>
          <p:cNvPr id="6" name="시장 변동성과 목표 비중  (%)">
            <a:extLst xmlns:a="http://schemas.openxmlformats.org/drawingml/2006/main">
              <a:ext uri="{FF2B5EF4-FFF2-40B4-BE49-F238E27FC236}">
                <a16:creationId xmlns:a16="http://schemas.microsoft.com/office/drawing/2014/main" id="{6B7AB878-5910-445B-8CCD-8077FF49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시장 변동성과 목표 비중  (%)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BDF235C5-7B17-4DA6-AD5E-795AF82909C7}"/>
              </a:ext>
            </a:extLst>
          </p:cNvPr>
          <p:cNvGraphicFramePr/>
          <p:nvPr/>
        </p:nvGraphicFramePr>
        <p:xfrm>
          <a:off xmlns:a="http://schemas.openxmlformats.org/drawingml/2006/main" x="523875" y="3429000"/>
          <a:ext xmlns:a="http://schemas.openxmlformats.org/drawingml/2006/main" cx="8143875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0223edf6fc4d16"/>
          </a:graphicData>
        </a:graphic>
      </p:graphicFrame>
      <p:sp>
        <p:nvSpPr>
          <p:cNvPr id="8" name="가로축: QQQ 최근 20거래일 변동성의 연">
            <a:extLst xmlns:a="http://schemas.openxmlformats.org/drawingml/2006/main">
              <a:ext uri="{FF2B5EF4-FFF2-40B4-BE49-F238E27FC236}">
                <a16:creationId xmlns:a16="http://schemas.microsoft.com/office/drawing/2014/main" id="{96C4AD88-AE46-4898-B770-3CD8C43B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818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7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가로축: QQQ 최근 20거래일 변동성의 연환산 값</a:t>
            </a:r>
          </a:p>
        </p:txBody>
      </p:sp>
      <p:sp>
        <p:nvSpPr>
          <p:cNvPr id="9" name="방어 전 목표 비중의 예시">
            <a:extLst xmlns:a="http://schemas.openxmlformats.org/drawingml/2006/main">
              <a:ext uri="{FF2B5EF4-FFF2-40B4-BE49-F238E27FC236}">
                <a16:creationId xmlns:a16="http://schemas.microsoft.com/office/drawing/2014/main" id="{AA20C5DE-10A3-4C1F-BD36-9F94893E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9875"/>
            <a:ext cx="5143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방어 전 목표 비중의 예시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AD87F-7D8B-4334-A085-655563F8BA8B}"/>
              </a:ext>
            </a:extLst>
          </p:cNvPr>
          <p:cNvGraphicFramePr/>
          <p:nvPr/>
        </p:nvGraphicFramePr>
        <p:xfrm>
          <a:off xmlns:a="http://schemas.openxmlformats.org/drawingml/2006/main" x="9334500" y="3543300"/>
          <a:ext xmlns:a="http://schemas.openxmlformats.org/drawingml/2006/main" cx="5143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571625"/>
                <a:gridCol w="1571625"/>
              </a:tblGrid>
              <a:tr h="66675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QQQ 변동성</a:t>
                      </a:r>
                    </a:p>
                  </a:txBody>
                  <a:tcPr marL="104775" marR="104775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TQQQ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SCHD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15%</a:t>
                      </a:r>
                    </a:p>
                  </a:txBody>
                  <a:tcPr marL="104775" marR="104775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60%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40%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20%</a:t>
                      </a:r>
                    </a:p>
                  </a:txBody>
                  <a:tcPr marL="104775" marR="104775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60%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40%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30%</a:t>
                      </a:r>
                    </a:p>
                  </a:txBody>
                  <a:tcPr marL="104775" marR="104775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40%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60%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40%</a:t>
                      </a:r>
                    </a:p>
                  </a:txBody>
                  <a:tcPr marL="104775" marR="104775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30%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70%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8D6AB-BB17-4ABC-9C99-F3F3635D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433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12" name="왜 한쪽에 전부 넣지 않는가">
            <a:extLst xmlns:a="http://schemas.openxmlformats.org/drawingml/2006/main">
              <a:ext uri="{FF2B5EF4-FFF2-40B4-BE49-F238E27FC236}">
                <a16:creationId xmlns:a16="http://schemas.microsoft.com/office/drawing/2014/main" id="{C1679FA4-07ED-446D-A7C6-32A09B52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657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왜 한쪽에 전부 넣지 않는가</a:t>
            </a:r>
          </a:p>
        </p:txBody>
      </p:sp>
      <p:sp>
        <p:nvSpPr>
          <p:cNvPr id="13" name="TQQQ에 성장 노출을 두되, SCHD를 함">
            <a:extLst xmlns:a="http://schemas.openxmlformats.org/drawingml/2006/main">
              <a:ext uri="{FF2B5EF4-FFF2-40B4-BE49-F238E27FC236}">
                <a16:creationId xmlns:a16="http://schemas.microsoft.com/office/drawing/2014/main" id="{0A5FA4B0-6E33-44DE-9A69-736ABEA7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0"/>
            <a:ext cx="6572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TQQQ에 성장 노출을 두되, SCHD를 함께 보유해 같은 성장주에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대한 집중을 줄인다. 변동성이 높아지면 TQQQ를 줄이는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구조지만 두 자산 모두 주식이므로 동반 손실은 남는다.</a:t>
            </a:r>
          </a:p>
        </p:txBody>
      </p:sp>
      <p:sp>
        <p:nvSpPr>
          <p:cNvPr id="14" name="60%라는 상한의 의미">
            <a:extLst xmlns:a="http://schemas.openxmlformats.org/drawingml/2006/main">
              <a:ext uri="{FF2B5EF4-FFF2-40B4-BE49-F238E27FC236}">
                <a16:creationId xmlns:a16="http://schemas.microsoft.com/office/drawing/2014/main" id="{F65BB080-8946-472A-95AE-01376650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001000"/>
            <a:ext cx="657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60%라는 상한의 의미</a:t>
            </a:r>
          </a:p>
        </p:txBody>
      </p:sp>
      <p:sp>
        <p:nvSpPr>
          <p:cNvPr id="15" name="일간 3배는 장기 수익이 항상 3배라는 뜻이">
            <a:extLst xmlns:a="http://schemas.openxmlformats.org/drawingml/2006/main">
              <a:ext uri="{FF2B5EF4-FFF2-40B4-BE49-F238E27FC236}">
                <a16:creationId xmlns:a16="http://schemas.microsoft.com/office/drawing/2014/main" id="{4030A688-6FB8-4CB6-A0D3-87715B30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572500"/>
            <a:ext cx="6572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일간 3배는 장기 수익이 항상 3배라는 뜻이 아니다. 60%는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선택한 투자 상한이며 모든 기간의 최적값으로 입증된 숫자는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아니다. 별도 하락 방어가 작동하면 실제 비중은 더 낮아질 수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있다.</a:t>
            </a:r>
          </a:p>
        </p:txBody>
      </p:sp>
    </p:spTree>
    <p:extLst>
      <p:ext uri="{BB962C8B-B14F-4D97-AF65-F5344CB8AC3E}">
        <p14:creationId xmlns:p14="http://schemas.microsoft.com/office/powerpoint/2010/main" val="13064955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DB7F9F9A-FC7E-4028-BB07-424A60AC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143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2E5037A7-57C5-45ED-9E78-ECB938BF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5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5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Deneb 적립으로 쌓이는 예상 배당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9D765-ACD7-48D2-8054-C93DC1B8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3">
            <a:extLst xmlns:a="http://schemas.openxmlformats.org/drawingml/2006/main">
              <a:ext uri="{FF2B5EF4-FFF2-40B4-BE49-F238E27FC236}">
                <a16:creationId xmlns:a16="http://schemas.microsoft.com/office/drawing/2014/main" id="{2E7E00E9-A5F9-4A6C-BF97-6C38E853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5" name="월 20만원 적립 · SCHD 배당 재투자 ">
            <a:extLst xmlns:a="http://schemas.openxmlformats.org/drawingml/2006/main">
              <a:ext uri="{FF2B5EF4-FFF2-40B4-BE49-F238E27FC236}">
                <a16:creationId xmlns:a16="http://schemas.microsoft.com/office/drawing/2014/main" id="{37101CE7-A3C5-4D76-874A-5965C16A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371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월 20만원 적립 · SCHD 배당 재투자 · 가정별 해당 연도의 세전 배당</a:t>
            </a:r>
          </a:p>
        </p:txBody>
      </p:sp>
      <p:sp>
        <p:nvSpPr>
          <p:cNvPr id="6" name="가격·배당 가정을 둔 조건부 계산이며 시장에">
            <a:extLst xmlns:a="http://schemas.openxmlformats.org/drawingml/2006/main">
              <a:ext uri="{FF2B5EF4-FFF2-40B4-BE49-F238E27FC236}">
                <a16:creationId xmlns:a16="http://schemas.microsoft.com/office/drawing/2014/main" id="{627B24DF-6259-4E1D-97DF-5AA1D517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가격·배당 가정을 둔 조건부 계산이며 시장에서 추정한 확률 예측은 아니다.</a:t>
            </a:r>
          </a:p>
        </p:txBody>
      </p:sp>
      <p:sp>
        <p:nvSpPr>
          <p:cNvPr id="7" name="연간 SCHD 배당  (만원)">
            <a:extLst xmlns:a="http://schemas.openxmlformats.org/drawingml/2006/main">
              <a:ext uri="{FF2B5EF4-FFF2-40B4-BE49-F238E27FC236}">
                <a16:creationId xmlns:a16="http://schemas.microsoft.com/office/drawing/2014/main" id="{D5167AA1-1E19-4DE3-B0C2-B2671A2B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733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연간 SCHD 배당  (만원)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C6A47AE5-0BE7-4C0B-913D-473AECBCAA73}"/>
              </a:ext>
            </a:extLst>
          </p:cNvPr>
          <p:cNvGraphicFramePr/>
          <p:nvPr/>
        </p:nvGraphicFramePr>
        <p:xfrm>
          <a:off xmlns:a="http://schemas.openxmlformats.org/drawingml/2006/main" x="523875" y="3829050"/>
          <a:ext xmlns:a="http://schemas.openxmlformats.org/drawingml/2006/main" cx="76200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c978d518f04d16"/>
          </a:graphicData>
        </a:graphic>
      </p:graphicFrame>
      <p:sp>
        <p:nvSpPr>
          <p:cNvPr id="9" name="완만한 성장 가정의 결과  (만원)">
            <a:extLst xmlns:a="http://schemas.openxmlformats.org/drawingml/2006/main">
              <a:ext uri="{FF2B5EF4-FFF2-40B4-BE49-F238E27FC236}">
                <a16:creationId xmlns:a16="http://schemas.microsoft.com/office/drawing/2014/main" id="{9CE32321-9DF5-4516-8AFC-2A60420B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완만한 성장 가정의 결과  (만원)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AD5B4-F85C-474E-B7CF-261B7A6DF568}"/>
              </a:ext>
            </a:extLst>
          </p:cNvPr>
          <p:cNvGraphicFramePr/>
          <p:nvPr/>
        </p:nvGraphicFramePr>
        <p:xfrm>
          <a:off xmlns:a="http://schemas.openxmlformats.org/drawingml/2006/main" x="8667750" y="3905250"/>
          <a:ext xmlns:a="http://schemas.openxmlformats.org/drawingml/2006/main" cx="581025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1809750"/>
                <a:gridCol w="1571625"/>
                <a:gridCol w="1381125"/>
              </a:tblGrid>
              <a:tr h="781050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적립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기간</a:t>
                      </a:r>
                    </a:p>
                  </a:txBody>
                  <a:tcPr marL="104775" marR="104775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SCHD 평가액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연간 배당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환산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5년</a:t>
                      </a:r>
                    </a:p>
                  </a:txBody>
                  <a:tcPr marL="104775" marR="104775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631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16.7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10년</a:t>
                      </a:r>
                    </a:p>
                  </a:txBody>
                  <a:tcPr marL="104775" marR="104775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1,690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46.5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3.9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15년</a:t>
                      </a:r>
                    </a:p>
                  </a:txBody>
                  <a:tcPr marL="104775" marR="104775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3,469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96.5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8.0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20년</a:t>
                      </a:r>
                    </a:p>
                  </a:txBody>
                  <a:tcPr marL="104775" marR="104775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6,457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180.6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15.0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B30A2-A66D-41C5-A488-56FD2E01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052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12" name="고정 주수가 아닌 전략 내 보유량">
            <a:extLst xmlns:a="http://schemas.openxmlformats.org/drawingml/2006/main">
              <a:ext uri="{FF2B5EF4-FFF2-40B4-BE49-F238E27FC236}">
                <a16:creationId xmlns:a16="http://schemas.microsoft.com/office/drawing/2014/main" id="{D1BFF673-4F17-4F15-8CD1-435EEA58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고정 주수가 아닌 전략 내 보유량</a:t>
            </a:r>
          </a:p>
        </p:txBody>
      </p:sp>
      <p:sp>
        <p:nvSpPr>
          <p:cNvPr id="13" name="기존 Deneb 규칙에 따라 매수·비중 조정">
            <a:extLst xmlns:a="http://schemas.openxmlformats.org/drawingml/2006/main">
              <a:ext uri="{FF2B5EF4-FFF2-40B4-BE49-F238E27FC236}">
                <a16:creationId xmlns:a16="http://schemas.microsoft.com/office/drawing/2014/main" id="{8D98331D-1267-4B63-9B72-62B8964A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91550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기존 Deneb 규칙에 따라 매수·비중 조정·하락 방어·복귀를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재생하고 SCHD 보유량에서 배당을 계산했다. 재투자 배당을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총자산에 다시 더하지 않는다. 월 환산액은 실제 월 지급액과 다르다.</a:t>
            </a:r>
          </a:p>
        </p:txBody>
      </p:sp>
      <p:sp>
        <p:nvSpPr>
          <p:cNvPr id="14" name="배당 가정과 해석">
            <a:extLst xmlns:a="http://schemas.openxmlformats.org/drawingml/2006/main">
              <a:ext uri="{FF2B5EF4-FFF2-40B4-BE49-F238E27FC236}">
                <a16:creationId xmlns:a16="http://schemas.microsoft.com/office/drawing/2014/main" id="{4BF1072F-3687-4CDD-A4D2-778C4E36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048625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배당 가정과 해석</a:t>
            </a:r>
          </a:p>
        </p:txBody>
      </p:sp>
      <p:sp>
        <p:nvSpPr>
          <p:cNvPr id="15" name="완만한 성장은 QQQ 연 6%, SCHD 주">
            <a:extLst xmlns:a="http://schemas.openxmlformats.org/drawingml/2006/main">
              <a:ext uri="{FF2B5EF4-FFF2-40B4-BE49-F238E27FC236}">
                <a16:creationId xmlns:a16="http://schemas.microsoft.com/office/drawing/2014/main" id="{30A2ED2D-46B7-49D9-939E-F7DEFEB5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591550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완만한 성장은 QQQ 연 6%, SCHD 주가·주당 배당 연 3%, 초기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배당률 3% 가정이다. 급락 경로에는 이후 회복을 가정했다.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세금·환율 변동·승인형 배당 단계는 제외했다.</a:t>
            </a:r>
          </a:p>
        </p:txBody>
      </p:sp>
    </p:spTree>
    <p:extLst>
      <p:ext uri="{BB962C8B-B14F-4D97-AF65-F5344CB8AC3E}">
        <p14:creationId xmlns:p14="http://schemas.microsoft.com/office/powerpoint/2010/main" val="9172339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12D50840-3F92-4C4D-A3F3-58A8311A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143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BE55AC51-FE92-4324-8AC9-D2D142B8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5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5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하락 방어와 다시 매수하는 규칙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E4A90-B945-4318-8705-AD9CD729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4">
            <a:extLst xmlns:a="http://schemas.openxmlformats.org/drawingml/2006/main">
              <a:ext uri="{FF2B5EF4-FFF2-40B4-BE49-F238E27FC236}">
                <a16:creationId xmlns:a16="http://schemas.microsoft.com/office/drawing/2014/main" id="{E19BA702-8833-453D-8AFF-1041E782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" name="같은 Deneb 구성에서, 하락 매도·현금 ">
            <a:extLst xmlns:a="http://schemas.openxmlformats.org/drawingml/2006/main">
              <a:ext uri="{FF2B5EF4-FFF2-40B4-BE49-F238E27FC236}">
                <a16:creationId xmlns:a16="http://schemas.microsoft.com/office/drawing/2014/main" id="{DAC5CF04-718E-44DB-9E1B-A5888208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371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같은 Deneb 구성에서, 하락 매도·현금 대기·복귀의 효과를 분리</a:t>
            </a:r>
          </a:p>
        </p:txBody>
      </p:sp>
      <p:sp>
        <p:nvSpPr>
          <p:cNvPr id="6" name="위기 구간 최대 하락률  (%)">
            <a:extLst xmlns:a="http://schemas.openxmlformats.org/drawingml/2006/main">
              <a:ext uri="{FF2B5EF4-FFF2-40B4-BE49-F238E27FC236}">
                <a16:creationId xmlns:a16="http://schemas.microsoft.com/office/drawing/2014/main" id="{4AE61DB0-F1F1-4CC3-8BAC-962B59A3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위기 구간 최대 하락률  (%)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FA0E0F6D-D7D5-478E-AE5A-A34E11B6EEBC}"/>
              </a:ext>
            </a:extLst>
          </p:cNvPr>
          <p:cNvGraphicFramePr/>
          <p:nvPr/>
        </p:nvGraphicFramePr>
        <p:xfrm>
          <a:off xmlns:a="http://schemas.openxmlformats.org/drawingml/2006/main" x="523875" y="3590925"/>
          <a:ext xmlns:a="http://schemas.openxmlformats.org/drawingml/2006/main" cx="8953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5ae23524854b27"/>
          </a:graphicData>
        </a:graphic>
      </p:graphicFrame>
      <p:sp>
        <p:nvSpPr>
          <p:cNvPr id="8" name="매도와 복귀의 순서">
            <a:extLst xmlns:a="http://schemas.openxmlformats.org/drawingml/2006/main">
              <a:ext uri="{FF2B5EF4-FFF2-40B4-BE49-F238E27FC236}">
                <a16:creationId xmlns:a16="http://schemas.microsoft.com/office/drawing/2014/main" id="{119A2D7C-AA06-4E6C-A885-F6C5EF37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7182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매도와 복귀의 순서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0D5FD-D411-41F2-97F5-BF653997ADA8}"/>
              </a:ext>
            </a:extLst>
          </p:cNvPr>
          <p:cNvGraphicFramePr/>
          <p:nvPr/>
        </p:nvGraphicFramePr>
        <p:xfrm>
          <a:off xmlns:a="http://schemas.openxmlformats.org/drawingml/2006/main" x="10001250" y="3810000"/>
          <a:ext xmlns:a="http://schemas.openxmlformats.org/drawingml/2006/main" cx="4476750" cy="3514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2428875"/>
              </a:tblGrid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</a:t>
                      </a:r>
                    </a:p>
                  </a:txBody>
                  <a:tcPr marL="104775" marR="104775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행동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TQQQ 고점 −15%</a:t>
                      </a:r>
                    </a:p>
                  </a:txBody>
                  <a:tcPr marL="104775" marR="104775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보유 TQQQ 절반 매도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TQQQ 고점 −30%</a:t>
                      </a:r>
                    </a:p>
                  </a:txBody>
                  <a:tcPr marL="104775" marR="104775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남은 TQQQ 매도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매도 후 대기</a:t>
                      </a:r>
                    </a:p>
                  </a:txBody>
                  <a:tcPr marL="104775" marR="104775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 돈은 별도 현금 보관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추세 꺼짐 후 켜짐</a:t>
                      </a:r>
                    </a:p>
                  </a:txBody>
                  <a:tcPr marL="104775" marR="104775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보관금으로 TQQQ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재매수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3460B-BA7D-4479-ACE4-E2FDA08A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11" name="피한 손실과 놓친 상승">
            <a:extLst xmlns:a="http://schemas.openxmlformats.org/drawingml/2006/main">
              <a:ext uri="{FF2B5EF4-FFF2-40B4-BE49-F238E27FC236}">
                <a16:creationId xmlns:a16="http://schemas.microsoft.com/office/drawing/2014/main" id="{0FFF20C6-22C3-42A2-8E5C-F741FB1B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657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피한 손실과 놓친 상승</a:t>
            </a:r>
          </a:p>
        </p:txBody>
      </p:sp>
      <p:sp>
        <p:nvSpPr>
          <p:cNvPr id="12" name="방어로 하락폭을 줄여도 기다리는 사이 반등을">
            <a:extLst xmlns:a="http://schemas.openxmlformats.org/drawingml/2006/main">
              <a:ext uri="{FF2B5EF4-FFF2-40B4-BE49-F238E27FC236}">
                <a16:creationId xmlns:a16="http://schemas.microsoft.com/office/drawing/2014/main" id="{C27B097F-7C72-4B09-80A2-38554A09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20125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방어로 하락폭을 줄여도 기다리는 사이 반등을 놓칠 수 있다. 매도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효과만 보지 않고 재매수 시점·추가 비용·최종자산을 함께 봐야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한다. 손실을 없애거나 손절 가격 체결을 보장하는 규칙은 아니다.</a:t>
            </a:r>
          </a:p>
        </p:txBody>
      </p:sp>
      <p:sp>
        <p:nvSpPr>
          <p:cNvPr id="13" name="두 비교군의 공통점">
            <a:extLst xmlns:a="http://schemas.openxmlformats.org/drawingml/2006/main">
              <a:ext uri="{FF2B5EF4-FFF2-40B4-BE49-F238E27FC236}">
                <a16:creationId xmlns:a16="http://schemas.microsoft.com/office/drawing/2014/main" id="{C07DB4C0-EF4E-45DD-9C70-8EFFEEFC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048625"/>
            <a:ext cx="657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두 비교군의 공통점</a:t>
            </a:r>
          </a:p>
        </p:txBody>
      </p:sp>
      <p:sp>
        <p:nvSpPr>
          <p:cNvPr id="14" name="둘 다 변동성이 커지면 TQQQ 목표를 줄이">
            <a:extLst xmlns:a="http://schemas.openxmlformats.org/drawingml/2006/main">
              <a:ext uri="{FF2B5EF4-FFF2-40B4-BE49-F238E27FC236}">
                <a16:creationId xmlns:a16="http://schemas.microsoft.com/office/drawing/2014/main" id="{47DF19DA-0A5E-485D-B1DA-37996C7D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620125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둘 다 변동성이 커지면 TQQQ 목표를 줄이고 매달 비중을 조정한다.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주황색은 단계 매도와 현금 대기만 제외한 비교군이다. 지수 하나를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단순 적립하는 계좌와는 구분해야 한다.</a:t>
            </a:r>
          </a:p>
        </p:txBody>
      </p:sp>
    </p:spTree>
    <p:extLst>
      <p:ext uri="{BB962C8B-B14F-4D97-AF65-F5344CB8AC3E}">
        <p14:creationId xmlns:p14="http://schemas.microsoft.com/office/powerpoint/2010/main" val="13598001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58170CF1-65AC-48E0-BABB-A845EE61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143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630C68FE-A35F-4978-8B31-ADE923DD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5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5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Polaris의 채권·금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E6770-A1FC-4D43-8290-A395F1B7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5">
            <a:extLst xmlns:a="http://schemas.openxmlformats.org/drawingml/2006/main">
              <a:ext uri="{FF2B5EF4-FFF2-40B4-BE49-F238E27FC236}">
                <a16:creationId xmlns:a16="http://schemas.microsoft.com/office/drawing/2014/main" id="{8ED9612C-FE4C-4940-9936-0AA9FEE7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5" name="가격 목표로 익절하기보다, 목표 비중을 기준">
            <a:extLst xmlns:a="http://schemas.openxmlformats.org/drawingml/2006/main">
              <a:ext uri="{FF2B5EF4-FFF2-40B4-BE49-F238E27FC236}">
                <a16:creationId xmlns:a16="http://schemas.microsoft.com/office/drawing/2014/main" id="{8181823D-26A7-46E2-87E4-D81BD66F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371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가격 목표로 익절하기보다, 목표 비중을 기준으로 관리</a:t>
            </a:r>
          </a:p>
        </p:txBody>
      </p:sp>
      <p:sp>
        <p:nvSpPr>
          <p:cNvPr id="6" name="100만원 계좌의 비중 조정 예시  (%)">
            <a:extLst xmlns:a="http://schemas.openxmlformats.org/drawingml/2006/main">
              <a:ext uri="{FF2B5EF4-FFF2-40B4-BE49-F238E27FC236}">
                <a16:creationId xmlns:a16="http://schemas.microsoft.com/office/drawing/2014/main" id="{5EF22AD3-DD10-4C47-9704-8ECA07DB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781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100만원 계좌의 비중 조정 예시  (%)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E0904E36-AB40-4595-9049-061A58813553}"/>
              </a:ext>
            </a:extLst>
          </p:cNvPr>
          <p:cNvGraphicFramePr/>
          <p:nvPr/>
        </p:nvGraphicFramePr>
        <p:xfrm>
          <a:off xmlns:a="http://schemas.openxmlformats.org/drawingml/2006/main" x="523875" y="3381375"/>
          <a:ext xmlns:a="http://schemas.openxmlformats.org/drawingml/2006/main" cx="7620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dc68242c9d4f0a"/>
          </a:graphicData>
        </a:graphic>
      </p:graphicFrame>
      <p:sp>
        <p:nvSpPr>
          <p:cNvPr id="8" name="채권이 30%로 늘었다면">
            <a:extLst xmlns:a="http://schemas.openxmlformats.org/drawingml/2006/main">
              <a:ext uri="{FF2B5EF4-FFF2-40B4-BE49-F238E27FC236}">
                <a16:creationId xmlns:a16="http://schemas.microsoft.com/office/drawing/2014/main" id="{D6107D20-7CED-40C7-8D6E-1CC9EAA5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채권이 30%로 늘었다면</a:t>
            </a:r>
          </a:p>
        </p:txBody>
      </p:sp>
      <p:sp>
        <p:nvSpPr>
          <p:cNvPr id="9" name="목표 20%를 넘은 채권 10만원을 줄이고 ">
            <a:extLst xmlns:a="http://schemas.openxmlformats.org/drawingml/2006/main">
              <a:ext uri="{FF2B5EF4-FFF2-40B4-BE49-F238E27FC236}">
                <a16:creationId xmlns:a16="http://schemas.microsoft.com/office/drawing/2014/main" id="{447F3D8D-82A6-4157-9984-39254B21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76625"/>
            <a:ext cx="5810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목표 20%를 넘은 채권 10만원을 줄이고 부족한 주식 몫을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채우는 식이다. 실제 매도는 12월 비중 조정의 승인 뒤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지정가로 진행하며 정수 주·비용 때문에 예시와 차이가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난다.</a:t>
            </a:r>
          </a:p>
        </p:txBody>
      </p:sp>
      <p:sp>
        <p:nvSpPr>
          <p:cNvPr id="10" name="채권과 금도 손실이 난다">
            <a:extLst xmlns:a="http://schemas.openxmlformats.org/drawingml/2006/main">
              <a:ext uri="{FF2B5EF4-FFF2-40B4-BE49-F238E27FC236}">
                <a16:creationId xmlns:a16="http://schemas.microsoft.com/office/drawing/2014/main" id="{65F939C5-9E9C-46F8-BBEF-DED0F29C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23875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채권과 금도 손실이 난다</a:t>
            </a:r>
          </a:p>
        </p:txBody>
      </p:sp>
      <p:sp>
        <p:nvSpPr>
          <p:cNvPr id="11" name="분산 자산을 보유해도 모든 하락을 막지는 못">
            <a:extLst xmlns:a="http://schemas.openxmlformats.org/drawingml/2006/main">
              <a:ext uri="{FF2B5EF4-FFF2-40B4-BE49-F238E27FC236}">
                <a16:creationId xmlns:a16="http://schemas.microsoft.com/office/drawing/2014/main" id="{D46E04EA-970A-418C-894A-ADEDE16D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8102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분산 자산을 보유해도 모든 하락을 막지는 못한다. 비중이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초과했다는 이유로 매도하면 매입가보다 낮은 가격에 팔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수도 있다. 비중 조정은 익절 보장이 아니다.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04EC6D-86F4-42E7-878F-6149F7EB2B01}"/>
              </a:ext>
            </a:extLst>
          </p:cNvPr>
          <p:cNvGraphicFramePr/>
          <p:nvPr/>
        </p:nvGraphicFramePr>
        <p:xfrm>
          <a:off xmlns:a="http://schemas.openxmlformats.org/drawingml/2006/main" x="762000" y="7477125"/>
          <a:ext xmlns:a="http://schemas.openxmlformats.org/drawingml/2006/main" cx="13716000" cy="2562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0382250"/>
              </a:tblGrid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상황</a:t>
                      </a:r>
                    </a:p>
                  </a:txBody>
                  <a:tcPr marL="104775" marR="104775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규칙의 처리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매달 새 납입금</a:t>
                      </a:r>
                    </a:p>
                  </a:txBody>
                  <a:tcPr marL="104775" marR="104775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목표보다 부족한 자산을 우선 매수한다.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12월 비중 조정</a:t>
                      </a:r>
                    </a:p>
                  </a:txBody>
                  <a:tcPr marL="104775" marR="104775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승인 후 목표를 넘은 몫을 팔고 부족한 몫을 산다.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채권·금의 가격 상승 또는 하락</a:t>
                      </a:r>
                    </a:p>
                  </a:txBody>
                  <a:tcPr marL="104775" marR="104775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별도 가격 익절·자동 손절 규칙은 없다. 목표 비중으로 관리한다.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524C6-F50E-4E7B-9EB1-99E01824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7712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958469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EF6F4C89-8C2F-4618-8776-89B1F258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143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B10A8FB8-15DF-4AEB-850A-3CE45656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5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5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적금과 두 전략의 월 적립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0B0D9-038D-4514-8F08-62AE1790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6">
            <a:extLst xmlns:a="http://schemas.openxmlformats.org/drawingml/2006/main">
              <a:ext uri="{FF2B5EF4-FFF2-40B4-BE49-F238E27FC236}">
                <a16:creationId xmlns:a16="http://schemas.microsoft.com/office/drawing/2014/main" id="{7EB8D926-62BF-4978-B09A-0D0EF94A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5" name="월 20만원, 2012년 1월~2026년 8">
            <a:extLst xmlns:a="http://schemas.openxmlformats.org/drawingml/2006/main">
              <a:ext uri="{FF2B5EF4-FFF2-40B4-BE49-F238E27FC236}">
                <a16:creationId xmlns:a16="http://schemas.microsoft.com/office/drawing/2014/main" id="{77E660A9-2D80-41B4-9E62-1A853474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월 20만원, 2012년 1월~2026년 8월 · 월말 평가액 · 단위: 만원</a:t>
            </a:r>
          </a:p>
        </p:txBody>
      </p:sp>
      <p:sp>
        <p:nvSpPr>
          <p:cNvPr id="6" name="세전·환율 고정·배당 재투자·소수 주·편도 ">
            <a:extLst xmlns:a="http://schemas.openxmlformats.org/drawingml/2006/main">
              <a:ext uri="{FF2B5EF4-FFF2-40B4-BE49-F238E27FC236}">
                <a16:creationId xmlns:a16="http://schemas.microsoft.com/office/drawing/2014/main" id="{13E9ECBF-B105-45D9-84DC-A9F360D9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세전·환율 고정·배당 재투자·소수 주·편도 비용 0.15%의 과거 모의. 좌우 세로축은 다르다.</a:t>
            </a:r>
          </a:p>
        </p:txBody>
      </p:sp>
      <p:sp>
        <p:nvSpPr>
          <p:cNvPr id="7" name="Polaris와 적금">
            <a:extLst xmlns:a="http://schemas.openxmlformats.org/drawingml/2006/main">
              <a:ext uri="{FF2B5EF4-FFF2-40B4-BE49-F238E27FC236}">
                <a16:creationId xmlns:a16="http://schemas.microsoft.com/office/drawing/2014/main" id="{C62665F3-2146-419B-B80A-3E282221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Polaris와 적금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1E6F6849-7539-4357-AD9A-F7510633DD09}"/>
              </a:ext>
            </a:extLst>
          </p:cNvPr>
          <p:cNvGraphicFramePr/>
          <p:nvPr/>
        </p:nvGraphicFramePr>
        <p:xfrm>
          <a:off xmlns:a="http://schemas.openxmlformats.org/drawingml/2006/main" x="523875" y="3619500"/>
          <a:ext xmlns:a="http://schemas.openxmlformats.org/drawingml/2006/main" cx="6858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880cce436d4cb9"/>
          </a:graphicData>
        </a:graphic>
      </p:graphicFrame>
      <p:sp>
        <p:nvSpPr>
          <p:cNvPr id="9" name="Deneb와 적금">
            <a:extLst xmlns:a="http://schemas.openxmlformats.org/drawingml/2006/main">
              <a:ext uri="{FF2B5EF4-FFF2-40B4-BE49-F238E27FC236}">
                <a16:creationId xmlns:a16="http://schemas.microsoft.com/office/drawing/2014/main" id="{91DFE190-4D05-4E45-AB00-D17847C4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Deneb와 적금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1C21CED7-C1D0-4051-A03D-165E572AE1C7}"/>
              </a:ext>
            </a:extLst>
          </p:cNvPr>
          <p:cNvGraphicFramePr/>
          <p:nvPr/>
        </p:nvGraphicFramePr>
        <p:xfrm>
          <a:off xmlns:a="http://schemas.openxmlformats.org/drawingml/2006/main" x="7858125" y="3619500"/>
          <a:ext xmlns:a="http://schemas.openxmlformats.org/drawingml/2006/main" cx="6858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675e0432034247"/>
          </a:graphicData>
        </a:graphic>
      </p:graphicFrame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CC383-1935-415D-843A-775C4B7DD51C}"/>
              </a:ext>
            </a:extLst>
          </p:cNvPr>
          <p:cNvGraphicFramePr/>
          <p:nvPr/>
        </p:nvGraphicFramePr>
        <p:xfrm>
          <a:off xmlns:a="http://schemas.openxmlformats.org/drawingml/2006/main" x="762000" y="7000875"/>
          <a:ext xmlns:a="http://schemas.openxmlformats.org/drawingml/2006/main" cx="13716000" cy="308229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238250"/>
                <a:gridCol w="1381125"/>
                <a:gridCol w="1381125"/>
                <a:gridCol w="1619250"/>
                <a:gridCol w="1619250"/>
                <a:gridCol w="2286000"/>
                <a:gridCol w="2286000"/>
              </a:tblGrid>
              <a:tr h="609600">
                <a:tc>
                  <a:txBody>
                    <a:bodyPr wrap="none"/>
                    <a:lstStyle/>
                    <a:p>
                      <a:pPr algn="l"/>
                      <a:r>
                        <a:rPr sz="165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시점</a:t>
                      </a:r>
                    </a:p>
                  </a:txBody>
                  <a:tcPr marL="104775" marR="104775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납입 원금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적금 3%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적금 4%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Polaris−적금 4%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Deneb−적금 4%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none"/>
                    <a:lstStyle/>
                    <a:p>
                      <a:pPr algn="l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5년 (2016-12)</a:t>
                      </a:r>
                    </a:p>
                  </a:txBody>
                  <a:tcPr marL="104775" marR="104775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1,200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1,295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1,328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1,424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1,788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+96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+459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none"/>
                    <a:lstStyle/>
                    <a:p>
                      <a:pPr algn="l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10년 (2021-12)</a:t>
                      </a:r>
                    </a:p>
                  </a:txBody>
                  <a:tcPr marL="104775" marR="104775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2,400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2,796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2,944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4,946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20,901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+2,003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+17,957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none"/>
                    <a:lstStyle/>
                    <a:p>
                      <a:pPr algn="l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14년 8개월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(2026-08)</a:t>
                      </a:r>
                    </a:p>
                  </a:txBody>
                  <a:tcPr marL="104775" marR="104775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3,520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4,413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4,767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10,153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72,222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+5,386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+67,455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none"/>
                    <a:lstStyle/>
                    <a:p>
                      <a:pPr algn="l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중간 낙폭</a:t>
                      </a:r>
                    </a:p>
                  </a:txBody>
                  <a:tcPr marL="104775" marR="104775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해당 없음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평가변동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없음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평가변동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없음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-23.4%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-31.7%</a:t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16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04775" marR="104775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63B99-94F3-4018-9193-7C624C18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13909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2026-10-17T13:26:59.0600000Z</dcterms:created>
  <dcterms:modified xsi:type="dcterms:W3CDTF">2026-10-17T13:26:59.0600000Z</dcterms:modified>
</coreProperties>
</file>