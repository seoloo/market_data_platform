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7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9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10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1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2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13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14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slides/charts/chart17.xml" ContentType="application/vnd.openxmlformats-officedocument.drawingml.chart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slides/charts/chart18.xml" ContentType="application/vnd.openxmlformats-officedocument.drawingml.chart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charts/chart19.xml" ContentType="application/vnd.openxmlformats-officedocument.drawingml.chart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slides/charts/chart20.xml" ContentType="application/vnd.openxmlformats-officedocument.drawingml.chart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charts/chart21.xml" ContentType="application/vnd.openxmlformats-officedocument.drawingml.chart+xml"/>
  <Override PartName="/ppt/slides/charts/chart22.xml" ContentType="application/vnd.openxmlformats-officedocument.drawingml.chart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3fec1e2caa4fe1" /><Relationship Type="http://schemas.openxmlformats.org/officeDocument/2006/relationships/extended-properties" Target="/docProps/app.xml" Id="Ra886895e1a0c485f" /><Relationship Type="http://schemas.openxmlformats.org/officeDocument/2006/relationships/officeDocument" Target="/ppt/presentation.xml" Id="R17c0ceef2b5149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948aacfcef40fb"/>
  </p:sldMasterIdLst>
  <p:notesMasterIdLst>
    <p:notesMasterId xmlns:r="http://schemas.openxmlformats.org/officeDocument/2006/relationships" r:id="R61d6392f41534cd5"/>
  </p:notesMasterIdLst>
  <p:sldIdLst>
    <p:sldId xmlns:r="http://schemas.openxmlformats.org/officeDocument/2006/relationships" id="256" r:id="R0e23c48b7d4c43f1"/>
    <p:sldId xmlns:r="http://schemas.openxmlformats.org/officeDocument/2006/relationships" id="257" r:id="R57e44c946b5a4ebc"/>
    <p:sldId xmlns:r="http://schemas.openxmlformats.org/officeDocument/2006/relationships" id="258" r:id="R58e864656d5b4856"/>
    <p:sldId xmlns:r="http://schemas.openxmlformats.org/officeDocument/2006/relationships" id="259" r:id="R75c153e8677d45bf"/>
    <p:sldId xmlns:r="http://schemas.openxmlformats.org/officeDocument/2006/relationships" id="260" r:id="Raa857fbca7af4a5b"/>
    <p:sldId xmlns:r="http://schemas.openxmlformats.org/officeDocument/2006/relationships" id="261" r:id="Rfc3c8f30dbf24f72"/>
    <p:sldId xmlns:r="http://schemas.openxmlformats.org/officeDocument/2006/relationships" id="262" r:id="Rc47c4a26f3da43b1"/>
    <p:sldId xmlns:r="http://schemas.openxmlformats.org/officeDocument/2006/relationships" id="263" r:id="Rc65e8d0c5d6e441c"/>
    <p:sldId xmlns:r="http://schemas.openxmlformats.org/officeDocument/2006/relationships" id="264" r:id="R4fe6bbdb6e7f4308"/>
    <p:sldId xmlns:r="http://schemas.openxmlformats.org/officeDocument/2006/relationships" id="265" r:id="R1a86c3d1c79441cc"/>
    <p:sldId xmlns:r="http://schemas.openxmlformats.org/officeDocument/2006/relationships" id="266" r:id="R2fab33a0043d4a23"/>
    <p:sldId xmlns:r="http://schemas.openxmlformats.org/officeDocument/2006/relationships" id="267" r:id="Rc8b0549a0ce742bb"/>
    <p:sldId xmlns:r="http://schemas.openxmlformats.org/officeDocument/2006/relationships" id="268" r:id="Rf594469343d942c9"/>
    <p:sldId xmlns:r="http://schemas.openxmlformats.org/officeDocument/2006/relationships" id="269" r:id="R8c2537120bd14012"/>
    <p:sldId xmlns:r="http://schemas.openxmlformats.org/officeDocument/2006/relationships" id="270" r:id="R673cb8f85716494a"/>
    <p:sldId xmlns:r="http://schemas.openxmlformats.org/officeDocument/2006/relationships" id="271" r:id="R778ab2cc932742ca"/>
    <p:sldId xmlns:r="http://schemas.openxmlformats.org/officeDocument/2006/relationships" id="272" r:id="R50d3e22f20a44c0b"/>
    <p:sldId xmlns:r="http://schemas.openxmlformats.org/officeDocument/2006/relationships" id="273" r:id="Rcb066ff4939745ec"/>
    <p:sldId xmlns:r="http://schemas.openxmlformats.org/officeDocument/2006/relationships" id="274" r:id="Rdc6c42a90e214f30"/>
    <p:sldId xmlns:r="http://schemas.openxmlformats.org/officeDocument/2006/relationships" id="275" r:id="R012a17fe4de44fad"/>
    <p:sldId xmlns:r="http://schemas.openxmlformats.org/officeDocument/2006/relationships" id="276" r:id="Re6f1e02898e74be8"/>
    <p:sldId xmlns:r="http://schemas.openxmlformats.org/officeDocument/2006/relationships" id="277" r:id="R58511e966b7e468c"/>
    <p:sldId xmlns:r="http://schemas.openxmlformats.org/officeDocument/2006/relationships" id="278" r:id="Rd59b8914ea8b4eb9"/>
    <p:sldId xmlns:r="http://schemas.openxmlformats.org/officeDocument/2006/relationships" id="279" r:id="R06f9ba73f92b44d9"/>
    <p:sldId xmlns:r="http://schemas.openxmlformats.org/officeDocument/2006/relationships" id="280" r:id="R0e92124e5c40440a"/>
    <p:sldId xmlns:r="http://schemas.openxmlformats.org/officeDocument/2006/relationships" id="281" r:id="Rf0673cafdaa84b8c"/>
    <p:sldId xmlns:r="http://schemas.openxmlformats.org/officeDocument/2006/relationships" id="282" r:id="R719f97ae0bec40a2"/>
    <p:sldId xmlns:r="http://schemas.openxmlformats.org/officeDocument/2006/relationships" id="283" r:id="R476283aa22f14e90"/>
    <p:sldId xmlns:r="http://schemas.openxmlformats.org/officeDocument/2006/relationships" id="284" r:id="R58e18f19ac92481a"/>
    <p:sldId xmlns:r="http://schemas.openxmlformats.org/officeDocument/2006/relationships" id="285" r:id="R70ae6b9a46884719"/>
    <p:sldId xmlns:r="http://schemas.openxmlformats.org/officeDocument/2006/relationships" id="286" r:id="R083caa64288b464d"/>
    <p:sldId xmlns:r="http://schemas.openxmlformats.org/officeDocument/2006/relationships" id="287" r:id="R7f8f3eaf1ac84c8b"/>
    <p:sldId xmlns:r="http://schemas.openxmlformats.org/officeDocument/2006/relationships" id="288" r:id="R60dcab956ef04056"/>
    <p:sldId xmlns:r="http://schemas.openxmlformats.org/officeDocument/2006/relationships" id="289" r:id="Rf79d0f6b52ce48ca"/>
    <p:sldId xmlns:r="http://schemas.openxmlformats.org/officeDocument/2006/relationships" id="290" r:id="R497eb0c18a644ba5"/>
    <p:sldId xmlns:r="http://schemas.openxmlformats.org/officeDocument/2006/relationships" id="291" r:id="Rd0e800b3a6ee4822"/>
    <p:sldId xmlns:r="http://schemas.openxmlformats.org/officeDocument/2006/relationships" id="292" r:id="R69de9e2e54ab4679"/>
    <p:sldId xmlns:r="http://schemas.openxmlformats.org/officeDocument/2006/relationships" id="293" r:id="Rd05f6cc7b72249fb"/>
    <p:sldId xmlns:r="http://schemas.openxmlformats.org/officeDocument/2006/relationships" id="294" r:id="Ra9db196ac7a0413f"/>
    <p:sldId xmlns:r="http://schemas.openxmlformats.org/officeDocument/2006/relationships" id="295" r:id="R4cab38c275774809"/>
    <p:sldId xmlns:r="http://schemas.openxmlformats.org/officeDocument/2006/relationships" id="296" r:id="Rc385f763d35b48cf"/>
    <p:sldId xmlns:r="http://schemas.openxmlformats.org/officeDocument/2006/relationships" id="297" r:id="R3ccec20de37043ca"/>
    <p:sldId xmlns:r="http://schemas.openxmlformats.org/officeDocument/2006/relationships" id="298" r:id="R4d1d2c436b6e48c0"/>
    <p:sldId xmlns:r="http://schemas.openxmlformats.org/officeDocument/2006/relationships" id="299" r:id="R5d2c3f3713f04503"/>
    <p:sldId xmlns:r="http://schemas.openxmlformats.org/officeDocument/2006/relationships" id="300" r:id="Rf8999c2e8301455c"/>
    <p:sldId xmlns:r="http://schemas.openxmlformats.org/officeDocument/2006/relationships" id="301" r:id="Raa29c00bebb44b86"/>
    <p:sldId xmlns:r="http://schemas.openxmlformats.org/officeDocument/2006/relationships" id="302" r:id="Rac24bc6ab712494c"/>
    <p:sldId xmlns:r="http://schemas.openxmlformats.org/officeDocument/2006/relationships" id="303" r:id="R48696e5870f74453"/>
    <p:sldId xmlns:r="http://schemas.openxmlformats.org/officeDocument/2006/relationships" id="304" r:id="Raf66645d6f5e463a"/>
    <p:sldId xmlns:r="http://schemas.openxmlformats.org/officeDocument/2006/relationships" id="305" r:id="R84cc4a4c3f064871"/>
    <p:sldId xmlns:r="http://schemas.openxmlformats.org/officeDocument/2006/relationships" id="306" r:id="R17ac8294eac14322"/>
    <p:sldId xmlns:r="http://schemas.openxmlformats.org/officeDocument/2006/relationships" id="307" r:id="Rcc842ecb13ce4ed4"/>
  </p:sldIdLst>
  <p:sldSz cx="15240000" cy="107727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5c5b74dece44ae" /><Relationship Type="http://schemas.openxmlformats.org/officeDocument/2006/relationships/slideMaster" Target="/ppt/slideMasters/slideMaster1.xml" Id="R9b948aacfcef40fb" /><Relationship Type="http://schemas.openxmlformats.org/officeDocument/2006/relationships/notesMaster" Target="/ppt/notesMasters/notesMaster1.xml" Id="R61d6392f41534cd5" /><Relationship Type="http://schemas.openxmlformats.org/officeDocument/2006/relationships/presProps" Target="/ppt/presProps.xml" Id="Rd68cb700e3004ae8" /><Relationship Type="http://schemas.openxmlformats.org/officeDocument/2006/relationships/tableStyles" Target="/ppt/tableStyles.xml" Id="Rc3587aed481341a5" /><Relationship Type="http://schemas.openxmlformats.org/officeDocument/2006/relationships/slide" Target="/ppt/slides/slide1.xml" Id="R0e23c48b7d4c43f1" /><Relationship Type="http://schemas.openxmlformats.org/officeDocument/2006/relationships/slide" Target="/ppt/slides/slide2.xml" Id="R57e44c946b5a4ebc" /><Relationship Type="http://schemas.openxmlformats.org/officeDocument/2006/relationships/slide" Target="/ppt/slides/slide3.xml" Id="R58e864656d5b4856" /><Relationship Type="http://schemas.openxmlformats.org/officeDocument/2006/relationships/slide" Target="/ppt/slides/slide4.xml" Id="R75c153e8677d45bf" /><Relationship Type="http://schemas.openxmlformats.org/officeDocument/2006/relationships/slide" Target="/ppt/slides/slide5.xml" Id="Raa857fbca7af4a5b" /><Relationship Type="http://schemas.openxmlformats.org/officeDocument/2006/relationships/slide" Target="/ppt/slides/slide6.xml" Id="Rfc3c8f30dbf24f72" /><Relationship Type="http://schemas.openxmlformats.org/officeDocument/2006/relationships/slide" Target="/ppt/slides/slide7.xml" Id="Rc47c4a26f3da43b1" /><Relationship Type="http://schemas.openxmlformats.org/officeDocument/2006/relationships/slide" Target="/ppt/slides/slide8.xml" Id="Rc65e8d0c5d6e441c" /><Relationship Type="http://schemas.openxmlformats.org/officeDocument/2006/relationships/slide" Target="/ppt/slides/slide9.xml" Id="R4fe6bbdb6e7f4308" /><Relationship Type="http://schemas.openxmlformats.org/officeDocument/2006/relationships/slide" Target="/ppt/slides/slide10.xml" Id="R1a86c3d1c79441cc" /><Relationship Type="http://schemas.openxmlformats.org/officeDocument/2006/relationships/slide" Target="/ppt/slides/slide11.xml" Id="R2fab33a0043d4a23" /><Relationship Type="http://schemas.openxmlformats.org/officeDocument/2006/relationships/slide" Target="/ppt/slides/slide12.xml" Id="Rc8b0549a0ce742bb" /><Relationship Type="http://schemas.openxmlformats.org/officeDocument/2006/relationships/slide" Target="/ppt/slides/slide13.xml" Id="Rf594469343d942c9" /><Relationship Type="http://schemas.openxmlformats.org/officeDocument/2006/relationships/slide" Target="/ppt/slides/slide14.xml" Id="R8c2537120bd14012" /><Relationship Type="http://schemas.openxmlformats.org/officeDocument/2006/relationships/slide" Target="/ppt/slides/slide15.xml" Id="R673cb8f85716494a" /><Relationship Type="http://schemas.openxmlformats.org/officeDocument/2006/relationships/slide" Target="/ppt/slides/slide16.xml" Id="R778ab2cc932742ca" /><Relationship Type="http://schemas.openxmlformats.org/officeDocument/2006/relationships/slide" Target="/ppt/slides/slide17.xml" Id="R50d3e22f20a44c0b" /><Relationship Type="http://schemas.openxmlformats.org/officeDocument/2006/relationships/slide" Target="/ppt/slides/slide18.xml" Id="Rcb066ff4939745ec" /><Relationship Type="http://schemas.openxmlformats.org/officeDocument/2006/relationships/slide" Target="/ppt/slides/slide19.xml" Id="Rdc6c42a90e214f30" /><Relationship Type="http://schemas.openxmlformats.org/officeDocument/2006/relationships/slide" Target="/ppt/slides/slide20.xml" Id="R012a17fe4de44fad" /><Relationship Type="http://schemas.openxmlformats.org/officeDocument/2006/relationships/slide" Target="/ppt/slides/slide21.xml" Id="Re6f1e02898e74be8" /><Relationship Type="http://schemas.openxmlformats.org/officeDocument/2006/relationships/slide" Target="/ppt/slides/slide22.xml" Id="R58511e966b7e468c" /><Relationship Type="http://schemas.openxmlformats.org/officeDocument/2006/relationships/slide" Target="/ppt/slides/slide23.xml" Id="Rd59b8914ea8b4eb9" /><Relationship Type="http://schemas.openxmlformats.org/officeDocument/2006/relationships/slide" Target="/ppt/slides/slide24.xml" Id="R06f9ba73f92b44d9" /><Relationship Type="http://schemas.openxmlformats.org/officeDocument/2006/relationships/slide" Target="/ppt/slides/slide25.xml" Id="R0e92124e5c40440a" /><Relationship Type="http://schemas.openxmlformats.org/officeDocument/2006/relationships/slide" Target="/ppt/slides/slide26.xml" Id="Rf0673cafdaa84b8c" /><Relationship Type="http://schemas.openxmlformats.org/officeDocument/2006/relationships/slide" Target="/ppt/slides/slide27.xml" Id="R719f97ae0bec40a2" /><Relationship Type="http://schemas.openxmlformats.org/officeDocument/2006/relationships/slide" Target="/ppt/slides/slide28.xml" Id="R476283aa22f14e90" /><Relationship Type="http://schemas.openxmlformats.org/officeDocument/2006/relationships/slide" Target="/ppt/slides/slide29.xml" Id="R58e18f19ac92481a" /><Relationship Type="http://schemas.openxmlformats.org/officeDocument/2006/relationships/slide" Target="/ppt/slides/slide30.xml" Id="R70ae6b9a46884719" /><Relationship Type="http://schemas.openxmlformats.org/officeDocument/2006/relationships/slide" Target="/ppt/slides/slide31.xml" Id="R083caa64288b464d" /><Relationship Type="http://schemas.openxmlformats.org/officeDocument/2006/relationships/slide" Target="/ppt/slides/slide32.xml" Id="R7f8f3eaf1ac84c8b" /><Relationship Type="http://schemas.openxmlformats.org/officeDocument/2006/relationships/slide" Target="/ppt/slides/slide33.xml" Id="R60dcab956ef04056" /><Relationship Type="http://schemas.openxmlformats.org/officeDocument/2006/relationships/slide" Target="/ppt/slides/slide34.xml" Id="Rf79d0f6b52ce48ca" /><Relationship Type="http://schemas.openxmlformats.org/officeDocument/2006/relationships/slide" Target="/ppt/slides/slide35.xml" Id="R497eb0c18a644ba5" /><Relationship Type="http://schemas.openxmlformats.org/officeDocument/2006/relationships/slide" Target="/ppt/slides/slide36.xml" Id="Rd0e800b3a6ee4822" /><Relationship Type="http://schemas.openxmlformats.org/officeDocument/2006/relationships/slide" Target="/ppt/slides/slide37.xml" Id="R69de9e2e54ab4679" /><Relationship Type="http://schemas.openxmlformats.org/officeDocument/2006/relationships/slide" Target="/ppt/slides/slide38.xml" Id="Rd05f6cc7b72249fb" /><Relationship Type="http://schemas.openxmlformats.org/officeDocument/2006/relationships/slide" Target="/ppt/slides/slide39.xml" Id="Ra9db196ac7a0413f" /><Relationship Type="http://schemas.openxmlformats.org/officeDocument/2006/relationships/slide" Target="/ppt/slides/slide40.xml" Id="R4cab38c275774809" /><Relationship Type="http://schemas.openxmlformats.org/officeDocument/2006/relationships/slide" Target="/ppt/slides/slide41.xml" Id="Rc385f763d35b48cf" /><Relationship Type="http://schemas.openxmlformats.org/officeDocument/2006/relationships/slide" Target="/ppt/slides/slide42.xml" Id="R3ccec20de37043ca" /><Relationship Type="http://schemas.openxmlformats.org/officeDocument/2006/relationships/slide" Target="/ppt/slides/slide43.xml" Id="R4d1d2c436b6e48c0" /><Relationship Type="http://schemas.openxmlformats.org/officeDocument/2006/relationships/slide" Target="/ppt/slides/slide44.xml" Id="R5d2c3f3713f04503" /><Relationship Type="http://schemas.openxmlformats.org/officeDocument/2006/relationships/slide" Target="/ppt/slides/slide45.xml" Id="Rf8999c2e8301455c" /><Relationship Type="http://schemas.openxmlformats.org/officeDocument/2006/relationships/slide" Target="/ppt/slides/slide46.xml" Id="Raa29c00bebb44b86" /><Relationship Type="http://schemas.openxmlformats.org/officeDocument/2006/relationships/slide" Target="/ppt/slides/slide47.xml" Id="Rac24bc6ab712494c" /><Relationship Type="http://schemas.openxmlformats.org/officeDocument/2006/relationships/slide" Target="/ppt/slides/slide48.xml" Id="R48696e5870f74453" /><Relationship Type="http://schemas.openxmlformats.org/officeDocument/2006/relationships/slide" Target="/ppt/slides/slide49.xml" Id="Raf66645d6f5e463a" /><Relationship Type="http://schemas.openxmlformats.org/officeDocument/2006/relationships/slide" Target="/ppt/slides/slide50.xml" Id="R84cc4a4c3f064871" /><Relationship Type="http://schemas.openxmlformats.org/officeDocument/2006/relationships/slide" Target="/ppt/slides/slide51.xml" Id="R17ac8294eac14322" /><Relationship Type="http://schemas.openxmlformats.org/officeDocument/2006/relationships/slide" Target="/ppt/slides/slide52.xml" Id="Rcc842ecb13ce4e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bdfcc681e04e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29ff2afe904815" /><Relationship Type="http://schemas.openxmlformats.org/officeDocument/2006/relationships/notesMaster" Target="/ppt/notesMasters/notesMaster1.xml" Id="R9becab9a9c1a4b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7f8fd5738e4410" /><Relationship Type="http://schemas.openxmlformats.org/officeDocument/2006/relationships/notesMaster" Target="/ppt/notesMasters/notesMaster1.xml" Id="R2ae41e5a34f74c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a28510c4f2442e" /><Relationship Type="http://schemas.openxmlformats.org/officeDocument/2006/relationships/notesMaster" Target="/ppt/notesMasters/notesMaster1.xml" Id="R29a36c518ec649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db7b1fd32a4778" /><Relationship Type="http://schemas.openxmlformats.org/officeDocument/2006/relationships/notesMaster" Target="/ppt/notesMasters/notesMaster1.xml" Id="R0b5ea0622de44a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eda23a124248c7" /><Relationship Type="http://schemas.openxmlformats.org/officeDocument/2006/relationships/notesMaster" Target="/ppt/notesMasters/notesMaster1.xml" Id="Raf9a9c99b1574d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dc32c5d2864fc9" /><Relationship Type="http://schemas.openxmlformats.org/officeDocument/2006/relationships/notesMaster" Target="/ppt/notesMasters/notesMaster1.xml" Id="R328ab8f10eca4b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0f260280a640aa" /><Relationship Type="http://schemas.openxmlformats.org/officeDocument/2006/relationships/notesMaster" Target="/ppt/notesMasters/notesMaster1.xml" Id="Re3fbc4569a6946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4e6d0a6ed6427d" /><Relationship Type="http://schemas.openxmlformats.org/officeDocument/2006/relationships/notesMaster" Target="/ppt/notesMasters/notesMaster1.xml" Id="R6a467d83937944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3a1579824b4e72" /><Relationship Type="http://schemas.openxmlformats.org/officeDocument/2006/relationships/notesMaster" Target="/ppt/notesMasters/notesMaster1.xml" Id="R6a5a874e594446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ff2e1343224af6" /><Relationship Type="http://schemas.openxmlformats.org/officeDocument/2006/relationships/notesMaster" Target="/ppt/notesMasters/notesMaster1.xml" Id="R76172687595c4e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b6948d48d54b09" /><Relationship Type="http://schemas.openxmlformats.org/officeDocument/2006/relationships/notesMaster" Target="/ppt/notesMasters/notesMaster1.xml" Id="Rfd994465892645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3ee46971584419" /><Relationship Type="http://schemas.openxmlformats.org/officeDocument/2006/relationships/notesMaster" Target="/ppt/notesMasters/notesMaster1.xml" Id="Rf16d6b1bba8049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73aaf9ef7a4cc8" /><Relationship Type="http://schemas.openxmlformats.org/officeDocument/2006/relationships/notesMaster" Target="/ppt/notesMasters/notesMaster1.xml" Id="R283c711ebe9748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ff82e74b8a4cd9" /><Relationship Type="http://schemas.openxmlformats.org/officeDocument/2006/relationships/notesMaster" Target="/ppt/notesMasters/notesMaster1.xml" Id="Rdedf5e4d26a6486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3a3da3203f4936" /><Relationship Type="http://schemas.openxmlformats.org/officeDocument/2006/relationships/notesMaster" Target="/ppt/notesMasters/notesMaster1.xml" Id="Reefb723ebe0d4a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9530493cb74cde" /><Relationship Type="http://schemas.openxmlformats.org/officeDocument/2006/relationships/notesMaster" Target="/ppt/notesMasters/notesMaster1.xml" Id="R6486653240714e4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0594daa8a7743b9" /><Relationship Type="http://schemas.openxmlformats.org/officeDocument/2006/relationships/notesMaster" Target="/ppt/notesMasters/notesMaster1.xml" Id="Rfd37a21a8fa4402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565ff11227401d" /><Relationship Type="http://schemas.openxmlformats.org/officeDocument/2006/relationships/notesMaster" Target="/ppt/notesMasters/notesMaster1.xml" Id="R6841fc51b80d48b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0324d1dd66c473b" /><Relationship Type="http://schemas.openxmlformats.org/officeDocument/2006/relationships/notesMaster" Target="/ppt/notesMasters/notesMaster1.xml" Id="R7efc3250d73e426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6b0492f9793448c" /><Relationship Type="http://schemas.openxmlformats.org/officeDocument/2006/relationships/notesMaster" Target="/ppt/notesMasters/notesMaster1.xml" Id="R0d9caa8c68bf462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4b04dd739d145f2" /><Relationship Type="http://schemas.openxmlformats.org/officeDocument/2006/relationships/notesMaster" Target="/ppt/notesMasters/notesMaster1.xml" Id="R4571464dfe774d0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66ca25651494ab5" /><Relationship Type="http://schemas.openxmlformats.org/officeDocument/2006/relationships/notesMaster" Target="/ppt/notesMasters/notesMaster1.xml" Id="R5ded0d3a62cf469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4dc01d0c18e4159" /><Relationship Type="http://schemas.openxmlformats.org/officeDocument/2006/relationships/notesMaster" Target="/ppt/notesMasters/notesMaster1.xml" Id="R0179b34c75c04be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f0743ee9e6a4a98" /><Relationship Type="http://schemas.openxmlformats.org/officeDocument/2006/relationships/notesMaster" Target="/ppt/notesMasters/notesMaster1.xml" Id="Rce5cfbe24edc45a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c1501f5b4a54e06" /><Relationship Type="http://schemas.openxmlformats.org/officeDocument/2006/relationships/notesMaster" Target="/ppt/notesMasters/notesMaster1.xml" Id="Rcca195baffb64bd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a3d05f646cf46b2" /><Relationship Type="http://schemas.openxmlformats.org/officeDocument/2006/relationships/notesMaster" Target="/ppt/notesMasters/notesMaster1.xml" Id="R96d72ae45c574ab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136d7880d9848e2" /><Relationship Type="http://schemas.openxmlformats.org/officeDocument/2006/relationships/notesMaster" Target="/ppt/notesMasters/notesMaster1.xml" Id="Re3ad904acb2141c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23d11bd20d54bad" /><Relationship Type="http://schemas.openxmlformats.org/officeDocument/2006/relationships/notesMaster" Target="/ppt/notesMasters/notesMaster1.xml" Id="Re0525c7066cf483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6b1972130e74af4" /><Relationship Type="http://schemas.openxmlformats.org/officeDocument/2006/relationships/notesMaster" Target="/ppt/notesMasters/notesMaster1.xml" Id="R2e5e97b5c3e440c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56eaced424e47ac" /><Relationship Type="http://schemas.openxmlformats.org/officeDocument/2006/relationships/notesMaster" Target="/ppt/notesMasters/notesMaster1.xml" Id="R20a56e8a485042c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6edf8ba0b6b4ae6" /><Relationship Type="http://schemas.openxmlformats.org/officeDocument/2006/relationships/notesMaster" Target="/ppt/notesMasters/notesMaster1.xml" Id="Rf33e59807a8949c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f10adb1cb914787" /><Relationship Type="http://schemas.openxmlformats.org/officeDocument/2006/relationships/notesMaster" Target="/ppt/notesMasters/notesMaster1.xml" Id="R8d8db9d85d004e5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01763432e3442a6" /><Relationship Type="http://schemas.openxmlformats.org/officeDocument/2006/relationships/notesMaster" Target="/ppt/notesMasters/notesMaster1.xml" Id="R8aae7b37d5e94c9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df3a91b3e2842b2" /><Relationship Type="http://schemas.openxmlformats.org/officeDocument/2006/relationships/notesMaster" Target="/ppt/notesMasters/notesMaster1.xml" Id="Rb9048a238f8d421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46175a331914e77" /><Relationship Type="http://schemas.openxmlformats.org/officeDocument/2006/relationships/notesMaster" Target="/ppt/notesMasters/notesMaster1.xml" Id="Ra84adbb8689941e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24c9b372f9045d7" /><Relationship Type="http://schemas.openxmlformats.org/officeDocument/2006/relationships/notesMaster" Target="/ppt/notesMasters/notesMaster1.xml" Id="R38d046674b45423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6349d9b1ac34585" /><Relationship Type="http://schemas.openxmlformats.org/officeDocument/2006/relationships/notesMaster" Target="/ppt/notesMasters/notesMaster1.xml" Id="R98eea4a86aa5428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f8e99507e2a4cf6" /><Relationship Type="http://schemas.openxmlformats.org/officeDocument/2006/relationships/notesMaster" Target="/ppt/notesMasters/notesMaster1.xml" Id="R98e351cad652486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f0294b14066425b" /><Relationship Type="http://schemas.openxmlformats.org/officeDocument/2006/relationships/notesMaster" Target="/ppt/notesMasters/notesMaster1.xml" Id="Rbfc8491ace4849a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24fcc47645d4093" /><Relationship Type="http://schemas.openxmlformats.org/officeDocument/2006/relationships/notesMaster" Target="/ppt/notesMasters/notesMaster1.xml" Id="Rdd0f502c055044a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b49c7df55b04ddf" /><Relationship Type="http://schemas.openxmlformats.org/officeDocument/2006/relationships/notesMaster" Target="/ppt/notesMasters/notesMaster1.xml" Id="R1281eb2c923e45d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2509cd0b40d4e07" /><Relationship Type="http://schemas.openxmlformats.org/officeDocument/2006/relationships/notesMaster" Target="/ppt/notesMasters/notesMaster1.xml" Id="Rad91636ce32941f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92f0a615c0f48b2" /><Relationship Type="http://schemas.openxmlformats.org/officeDocument/2006/relationships/notesMaster" Target="/ppt/notesMasters/notesMaster1.xml" Id="Re6ecc85083b6452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bbd143ecab54d43" /><Relationship Type="http://schemas.openxmlformats.org/officeDocument/2006/relationships/notesMaster" Target="/ppt/notesMasters/notesMaster1.xml" Id="R3a5a15d67e704ad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487669f39e74d37" /><Relationship Type="http://schemas.openxmlformats.org/officeDocument/2006/relationships/notesMaster" Target="/ppt/notesMasters/notesMaster1.xml" Id="R70c262c8c53d424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5a41ffd7bec4bdc" /><Relationship Type="http://schemas.openxmlformats.org/officeDocument/2006/relationships/notesMaster" Target="/ppt/notesMasters/notesMaster1.xml" Id="R59741d12b0bc4ee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8e04eeafaf643b5" /><Relationship Type="http://schemas.openxmlformats.org/officeDocument/2006/relationships/notesMaster" Target="/ppt/notesMasters/notesMaster1.xml" Id="Rd79e9e40675a482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17fbae100424299" /><Relationship Type="http://schemas.openxmlformats.org/officeDocument/2006/relationships/notesMaster" Target="/ppt/notesMasters/notesMaster1.xml" Id="R5444c97b0b0f4b4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78ff72d5f9a48bc" /><Relationship Type="http://schemas.openxmlformats.org/officeDocument/2006/relationships/notesMaster" Target="/ppt/notesMasters/notesMaster1.xml" Id="R35e9e7c59b7e4d3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00b225bf50b34a0d" /><Relationship Type="http://schemas.openxmlformats.org/officeDocument/2006/relationships/notesMaster" Target="/ppt/notesMasters/notesMaster1.xml" Id="Rb5f94ed0a8b74e4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7838b180cb94cd5" /><Relationship Type="http://schemas.openxmlformats.org/officeDocument/2006/relationships/notesMaster" Target="/ppt/notesMasters/notesMaster1.xml" Id="Rd304b55df64f440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e87a3e076e944c2e" /><Relationship Type="http://schemas.openxmlformats.org/officeDocument/2006/relationships/notesMaster" Target="/ppt/notesMasters/notesMaster1.xml" Id="R8fd3000744a34d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C:/Users/seolh/Documents/GitHub/Auto_Trading/src/auto_trading/ops/deneb_guard.py</a:t>
            </a:r>
          </a:p>
          <a:p xmlns:a="http://schemas.openxmlformats.org/drawingml/2006/main">
            <a:r>
              <a:t>C:/Users/seolh/Documents/GitHub/Auto_Trading/src/auto_trading/ops/polaris.py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https://www.proshares.com/our-etfs/leveraged-and-inverse/tqqq</a:t>
            </a:r>
          </a:p>
          <a:p xmlns:a="http://schemas.openxmlformats.org/drawingml/2006/main">
            <a:r>
              <a:t>https://www.schwabassetmanagement.com/products/schd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https://www.proshares.com/our-etfs/leveraged-and-inverse/tqqq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C:/Users/seolh/Documents/GitHub/Auto_Trading/src/auto_trading/ops/mf_paper.py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C:/Users/seolh/Documents/GitHub/Auto_Trading/docs/research/181-leveraged-nasdaq-dividend-mix-preregistration.md</a:t>
            </a:r>
          </a:p>
          <a:p xmlns:a="http://schemas.openxmlformats.org/drawingml/2006/main">
            <a:r>
              <a:t>C:/Users/seolh/Documents/GitHub/Auto_Trading/docs/research/182-leveraged-dividend-drawdown-control-preregistration.md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C:/Users/seolh/Documents/GitHub/Auto_Trading/docs/research/181-leveraged-nasdaq-dividend-mix-preregistration.md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C:/Users/seolh/Documents/GitHub/Auto_Trading/reports/deneb_polaris_report_20261017/codex_independent/calculation_spec.json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C:/Users/seolh/Documents/GitHub/Auto_Trading/reports/deneb_polaris_report_20261017/codex_independent/calculation_spec.json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C:/Users/seolh/Documents/GitHub/Auto_Trading/reports/deneb_polaris_report_20261017/codex_independent/dividend_projection.json</a:t>
            </a:r>
          </a:p>
          <a:p xmlns:a="http://schemas.openxmlformats.org/drawingml/2006/main">
            <a:r>
              <a:t>C:/Users/seolh/Documents/GitHub/Auto_Trading/src/auto_trading/ops/deneb_live.py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C:/Users/seolh/Documents/GitHub/Auto_Trading/src/auto_trading/ops/deneb_guard.py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C:/Users/seolh/Documents/GitHub/Auto_Trading/src/auto_trading/ops/deneb_guard.py</a:t>
            </a:r>
          </a:p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  <a:p xmlns:a="http://schemas.openxmlformats.org/drawingml/2006/main">
            <a:r>
              <a:t>표는 시간순 처음5개 사건. 가격은 연구 수정 종가 계열의 동일 단위이며 실제 과거 체결 호가가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C:/Users/seolh/Documents/GitHub/Auto_Trading/src/auto_trading/ops/polaris.py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C:/Users/seolh/Documents/GitHub/Auto_Trading/src/auto_trading/ops/polaris.py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https://www.ishares.com/us/products/239456/ishares-710-year-treasury-bond-etf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https://www.spdrgoldshares.com/usa/gldm/</a:t>
            </a:r>
          </a:p>
          <a:p xmlns:a="http://schemas.openxmlformats.org/drawingml/2006/main">
            <a:r>
              <a:t>C:/Users/seolh/Documents/GitHub/Auto_Trading/src/auto_trading/ops/polaris.py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C:/Users/seolh/Documents/GitHub/Auto_Trading/docs/research/184-m3-brake-after-tax-parking-preregistration.md</a:t>
            </a:r>
          </a:p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기준: 설명용 과거 모의, 개인 실계좌 성과 아님. 월5만~100만원,5만원 간격. 세전·환율고정·소수주·배당재투자·편도0.15%. 기존 운영 규칙은 불변.</a:t>
            </a:r>
          </a:p>
          <a:p xmlns:a="http://schemas.openxmlformats.org/drawingml/2006/main">
            <a:r>
              <a:t>계산 원장: C:/Users/seolh/Documents/GitHub/Auto_Trading/reports/deneb_polaris_report_20261017/full_report/calculation_result.json</a:t>
            </a:r>
          </a:p>
          <a:p xmlns:a="http://schemas.openxmlformats.org/drawingml/2006/main">
            <a:r>
              <a:t>https://www.proshares.com/our-etfs/leveraged-and-inverse/tqqq</a:t>
            </a:r>
          </a:p>
          <a:p xmlns:a="http://schemas.openxmlformats.org/drawingml/2006/main">
            <a:r>
              <a:t>https://www.proshares.com/our-etfs/leveraged-and-inverse/qld</a:t>
            </a:r>
          </a:p>
          <a:p xmlns:a="http://schemas.openxmlformats.org/drawingml/2006/main">
            <a:r>
              <a:t>https://www.schwabassetmanagement.com/products/schd</a:t>
            </a:r>
          </a:p>
          <a:p xmlns:a="http://schemas.openxmlformats.org/drawingml/2006/main">
            <a:r>
              <a:t>https://www.ishares.com/us/products/239456/ishares-710-year-treasury-bond-etf</a:t>
            </a:r>
          </a:p>
          <a:p xmlns:a="http://schemas.openxmlformats.org/drawingml/2006/main">
            <a:r>
              <a:t>https://www.spdrgoldshares.com/usa/gldm/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171a6ad044d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815e65760d4d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7dc1b4bd284b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065dae2a1d44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1cd66645ad45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71ee1e42049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E6CA1F-F736-4219-8F3B-499C823E92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069715"/>
            <a:ext cx="12192000" cy="1556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3B3490-9BC7-4913-952D-80F40F46B2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5925026"/>
            <a:ext cx="10668000" cy="119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1C51FC0-830A-4DBE-8D55-28001B4ED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488656"/>
            <a:ext cx="12192000" cy="1795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57569B-D7FC-481E-A6C7-2B5B996397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37883"/>
            <a:ext cx="13525500" cy="1316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F23FBE-9C4E-41CA-B7AE-8A2707CAB2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992438"/>
            <a:ext cx="13525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7CF937-D679-451B-A4DF-14FDB90C93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37883"/>
            <a:ext cx="13525500" cy="1316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3CE3D2-4F31-49EB-9D8A-97A63A9A8D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992438"/>
            <a:ext cx="6286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26920C-76FC-4543-9B49-1F5D9D9841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992438"/>
            <a:ext cx="6286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B36257-0392-4890-8668-7622533097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37883"/>
            <a:ext cx="13525500" cy="1316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80A95C-747B-4B18-A4EF-02DC722419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992438"/>
            <a:ext cx="6286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f179d6618c48ab" /><Relationship Type="http://schemas.openxmlformats.org/officeDocument/2006/relationships/slideLayout" Target="/ppt/slideLayouts/slideLayout1.xml" Id="Re7dfea8da51444d0" /><Relationship Type="http://schemas.openxmlformats.org/officeDocument/2006/relationships/slideLayout" Target="/ppt/slideLayouts/slideLayout2.xml" Id="R4c14383aa88641db" /><Relationship Type="http://schemas.openxmlformats.org/officeDocument/2006/relationships/slideLayout" Target="/ppt/slideLayouts/slideLayout3.xml" Id="R449e2bcc76c34591" /><Relationship Type="http://schemas.openxmlformats.org/officeDocument/2006/relationships/slideLayout" Target="/ppt/slideLayouts/slideLayout4.xml" Id="Rd05dd8cc95414b3f" /><Relationship Type="http://schemas.openxmlformats.org/officeDocument/2006/relationships/slideLayout" Target="/ppt/slideLayouts/slideLayout5.xml" Id="R44c04c00a22d4c05" /><Relationship Type="http://schemas.openxmlformats.org/officeDocument/2006/relationships/slideLayout" Target="/ppt/slideLayouts/slideLayout6.xml" Id="Rf0418d0d3aca48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dfea8da51444d0"/>
    <p:sldLayoutId xmlns:r="http://schemas.openxmlformats.org/officeDocument/2006/relationships" id="2147483650" r:id="R4c14383aa88641db"/>
    <p:sldLayoutId xmlns:r="http://schemas.openxmlformats.org/officeDocument/2006/relationships" id="2147483651" r:id="R449e2bcc76c34591"/>
    <p:sldLayoutId xmlns:r="http://schemas.openxmlformats.org/officeDocument/2006/relationships" id="2147483652" r:id="Rd05dd8cc95414b3f"/>
    <p:sldLayoutId xmlns:r="http://schemas.openxmlformats.org/officeDocument/2006/relationships" id="2147483653" r:id="R44c04c00a22d4c05"/>
    <p:sldLayoutId xmlns:r="http://schemas.openxmlformats.org/officeDocument/2006/relationships" id="2147483654" r:id="Rf0418d0d3aca48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a02e5945d347f3" /><Relationship Type="http://schemas.openxmlformats.org/officeDocument/2006/relationships/notesSlide" Target="/ppt/notesSlides/notesSlide1.xml" Id="R73511c0869bb4e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b38614626141a5" /><Relationship Type="http://schemas.openxmlformats.org/officeDocument/2006/relationships/notesSlide" Target="/ppt/notesSlides/notesSlide2.xml" Id="R1b0224c523be4c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9114a3917346ae" /><Relationship Type="http://schemas.openxmlformats.org/officeDocument/2006/relationships/notesSlide" Target="/ppt/notesSlides/notesSlide3.xml" Id="R987213481b204b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436d69f41440b" /><Relationship Type="http://schemas.openxmlformats.org/officeDocument/2006/relationships/chart" Target="/ppt/slides/charts/chart1.xml" Id="Rbf09173de3b24777" /><Relationship Type="http://schemas.openxmlformats.org/officeDocument/2006/relationships/chart" Target="/ppt/slides/charts/chart2.xml" Id="R6b1fa09194ad4a34" /><Relationship Type="http://schemas.openxmlformats.org/officeDocument/2006/relationships/notesSlide" Target="/ppt/notesSlides/notesSlide4.xml" Id="R3c28db1e9e2e44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5cbc55a35e4413" /><Relationship Type="http://schemas.openxmlformats.org/officeDocument/2006/relationships/notesSlide" Target="/ppt/notesSlides/notesSlide5.xml" Id="Rb01efe348bd34b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a47adfadb84bf1" /><Relationship Type="http://schemas.openxmlformats.org/officeDocument/2006/relationships/chart" Target="/ppt/slides/charts/chart3.xml" Id="R5013e17c68c74d8c" /><Relationship Type="http://schemas.openxmlformats.org/officeDocument/2006/relationships/notesSlide" Target="/ppt/notesSlides/notesSlide6.xml" Id="Racfe7671abde4a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817cc7e0d84644" /><Relationship Type="http://schemas.openxmlformats.org/officeDocument/2006/relationships/chart" Target="/ppt/slides/charts/chart4.xml" Id="R83a55c6e0ea74444" /><Relationship Type="http://schemas.openxmlformats.org/officeDocument/2006/relationships/notesSlide" Target="/ppt/notesSlides/notesSlide7.xml" Id="R7c91e1ad83df46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05b61523934267" /><Relationship Type="http://schemas.openxmlformats.org/officeDocument/2006/relationships/notesSlide" Target="/ppt/notesSlides/notesSlide8.xml" Id="Rff1bebc5ac5240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b5d7dc1ae1472b" /><Relationship Type="http://schemas.openxmlformats.org/officeDocument/2006/relationships/chart" Target="/ppt/slides/charts/chart5.xml" Id="R1b8d3763f504495f" /><Relationship Type="http://schemas.openxmlformats.org/officeDocument/2006/relationships/notesSlide" Target="/ppt/notesSlides/notesSlide9.xml" Id="R7bb24752f3914f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803ce7bc848f9" /><Relationship Type="http://schemas.openxmlformats.org/officeDocument/2006/relationships/chart" Target="/ppt/slides/charts/chart6.xml" Id="R5d6d13fe86ee4f59" /><Relationship Type="http://schemas.openxmlformats.org/officeDocument/2006/relationships/notesSlide" Target="/ppt/notesSlides/notesSlide10.xml" Id="Ra182f697d3184e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90ae9be44d47de" /><Relationship Type="http://schemas.openxmlformats.org/officeDocument/2006/relationships/notesSlide" Target="/ppt/notesSlides/notesSlide11.xml" Id="R4b0fba303c434b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8d97fcaada4567" /><Relationship Type="http://schemas.openxmlformats.org/officeDocument/2006/relationships/chart" Target="/ppt/slides/charts/chart7.xml" Id="R4f62fc1bca924b35" /><Relationship Type="http://schemas.openxmlformats.org/officeDocument/2006/relationships/notesSlide" Target="/ppt/notesSlides/notesSlide12.xml" Id="R9ee502b6129c41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af2ff841d44f90" /><Relationship Type="http://schemas.openxmlformats.org/officeDocument/2006/relationships/chart" Target="/ppt/slides/charts/chart8.xml" Id="Rfdeb81a5a7374cb1" /><Relationship Type="http://schemas.openxmlformats.org/officeDocument/2006/relationships/notesSlide" Target="/ppt/notesSlides/notesSlide13.xml" Id="R9f86de7a33f641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4108e35fbd43ca" /><Relationship Type="http://schemas.openxmlformats.org/officeDocument/2006/relationships/notesSlide" Target="/ppt/notesSlides/notesSlide14.xml" Id="Rf1a79e1682f242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ef293e733048aa" /><Relationship Type="http://schemas.openxmlformats.org/officeDocument/2006/relationships/chart" Target="/ppt/slides/charts/chart9.xml" Id="R4eca387186f746dd" /><Relationship Type="http://schemas.openxmlformats.org/officeDocument/2006/relationships/notesSlide" Target="/ppt/notesSlides/notesSlide15.xml" Id="Re77440a3393248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a5377512a24bc4" /><Relationship Type="http://schemas.openxmlformats.org/officeDocument/2006/relationships/notesSlide" Target="/ppt/notesSlides/notesSlide16.xml" Id="Rb0c54e112d7a4e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76826f6f07495e" /><Relationship Type="http://schemas.openxmlformats.org/officeDocument/2006/relationships/notesSlide" Target="/ppt/notesSlides/notesSlide17.xml" Id="R73913bd42324461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8faff373084486" /><Relationship Type="http://schemas.openxmlformats.org/officeDocument/2006/relationships/notesSlide" Target="/ppt/notesSlides/notesSlide18.xml" Id="R9176cf0753494a0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5ebdb700c045ba" /><Relationship Type="http://schemas.openxmlformats.org/officeDocument/2006/relationships/notesSlide" Target="/ppt/notesSlides/notesSlide19.xml" Id="Rbba3a9913a9a40d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21c69c6afe409e" /><Relationship Type="http://schemas.openxmlformats.org/officeDocument/2006/relationships/chart" Target="/ppt/slides/charts/chart10.xml" Id="Rc5d5e48b836e492c" /><Relationship Type="http://schemas.openxmlformats.org/officeDocument/2006/relationships/notesSlide" Target="/ppt/notesSlides/notesSlide20.xml" Id="R284a5b94a26c420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a67cfd2126455d" /><Relationship Type="http://schemas.openxmlformats.org/officeDocument/2006/relationships/chart" Target="/ppt/slides/charts/chart11.xml" Id="R31010c3f8bfd416d" /><Relationship Type="http://schemas.openxmlformats.org/officeDocument/2006/relationships/notesSlide" Target="/ppt/notesSlides/notesSlide21.xml" Id="R9a800939074045d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d723c88ed0408e" /><Relationship Type="http://schemas.openxmlformats.org/officeDocument/2006/relationships/notesSlide" Target="/ppt/notesSlides/notesSlide22.xml" Id="R2e62e992c36c4ce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88588c591747f6" /><Relationship Type="http://schemas.openxmlformats.org/officeDocument/2006/relationships/chart" Target="/ppt/slides/charts/chart12.xml" Id="R0aee66584ca24b8e" /><Relationship Type="http://schemas.openxmlformats.org/officeDocument/2006/relationships/notesSlide" Target="/ppt/notesSlides/notesSlide23.xml" Id="Ra0eec91a4003488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b4eccc22fe412d" /><Relationship Type="http://schemas.openxmlformats.org/officeDocument/2006/relationships/notesSlide" Target="/ppt/notesSlides/notesSlide24.xml" Id="R9fbfc4fb0b94453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01b8808dc64960" /><Relationship Type="http://schemas.openxmlformats.org/officeDocument/2006/relationships/chart" Target="/ppt/slides/charts/chart13.xml" Id="R563373e7599446d3" /><Relationship Type="http://schemas.openxmlformats.org/officeDocument/2006/relationships/notesSlide" Target="/ppt/notesSlides/notesSlide25.xml" Id="R55810af5427d490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57818cabc246dc" /><Relationship Type="http://schemas.openxmlformats.org/officeDocument/2006/relationships/notesSlide" Target="/ppt/notesSlides/notesSlide26.xml" Id="Re3beb88e4d9f405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7a9cebaa34dca" /><Relationship Type="http://schemas.openxmlformats.org/officeDocument/2006/relationships/notesSlide" Target="/ppt/notesSlides/notesSlide27.xml" Id="R10067595758f4c5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66c57dcbe1438a" /><Relationship Type="http://schemas.openxmlformats.org/officeDocument/2006/relationships/chart" Target="/ppt/slides/charts/chart14.xml" Id="R7db96bd7ee3d404a" /><Relationship Type="http://schemas.openxmlformats.org/officeDocument/2006/relationships/notesSlide" Target="/ppt/notesSlides/notesSlide28.xml" Id="Rf3ee559be2ec496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30a6de332b49a8" /><Relationship Type="http://schemas.openxmlformats.org/officeDocument/2006/relationships/notesSlide" Target="/ppt/notesSlides/notesSlide29.xml" Id="R828e47b3dcd54c2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9abc5bc8cf4064" /><Relationship Type="http://schemas.openxmlformats.org/officeDocument/2006/relationships/chart" Target="/ppt/slides/charts/chart15.xml" Id="Rf19015d839bc4603" /><Relationship Type="http://schemas.openxmlformats.org/officeDocument/2006/relationships/chart" Target="/ppt/slides/charts/chart16.xml" Id="R57493745ae16443a" /><Relationship Type="http://schemas.openxmlformats.org/officeDocument/2006/relationships/notesSlide" Target="/ppt/notesSlides/notesSlide30.xml" Id="Ra3ab957f2b7a42f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e4ebf668164645" /><Relationship Type="http://schemas.openxmlformats.org/officeDocument/2006/relationships/notesSlide" Target="/ppt/notesSlides/notesSlide31.xml" Id="Rdaab80c2f688433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39dfcff7964e99" /><Relationship Type="http://schemas.openxmlformats.org/officeDocument/2006/relationships/notesSlide" Target="/ppt/notesSlides/notesSlide32.xml" Id="R779f48e35eb343a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75ca95aa9846b8" /><Relationship Type="http://schemas.openxmlformats.org/officeDocument/2006/relationships/notesSlide" Target="/ppt/notesSlides/notesSlide33.xml" Id="R0e3e7a59119e4d3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594ceaf1bb4e6a" /><Relationship Type="http://schemas.openxmlformats.org/officeDocument/2006/relationships/chart" Target="/ppt/slides/charts/chart17.xml" Id="R9b4b63e4ee1a4d8f" /><Relationship Type="http://schemas.openxmlformats.org/officeDocument/2006/relationships/notesSlide" Target="/ppt/notesSlides/notesSlide34.xml" Id="R4ca65051b1644ab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4769262c6c421a" /><Relationship Type="http://schemas.openxmlformats.org/officeDocument/2006/relationships/chart" Target="/ppt/slides/charts/chart18.xml" Id="R6652b37f72ae49f6" /><Relationship Type="http://schemas.openxmlformats.org/officeDocument/2006/relationships/notesSlide" Target="/ppt/notesSlides/notesSlide35.xml" Id="Ra8edeadb8b264ad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d3e8b958814564" /><Relationship Type="http://schemas.openxmlformats.org/officeDocument/2006/relationships/chart" Target="/ppt/slides/charts/chart19.xml" Id="Rca80fe3423dc4e13" /><Relationship Type="http://schemas.openxmlformats.org/officeDocument/2006/relationships/notesSlide" Target="/ppt/notesSlides/notesSlide36.xml" Id="R35a24041c8a5498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9321bcc0c64f9a" /><Relationship Type="http://schemas.openxmlformats.org/officeDocument/2006/relationships/chart" Target="/ppt/slides/charts/chart20.xml" Id="Rc6b227bd428946a7" /><Relationship Type="http://schemas.openxmlformats.org/officeDocument/2006/relationships/notesSlide" Target="/ppt/notesSlides/notesSlide37.xml" Id="Rac7a860d963d479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8e452895944ac0" /><Relationship Type="http://schemas.openxmlformats.org/officeDocument/2006/relationships/chart" Target="/ppt/slides/charts/chart21.xml" Id="R6c75eda50816452a" /><Relationship Type="http://schemas.openxmlformats.org/officeDocument/2006/relationships/chart" Target="/ppt/slides/charts/chart22.xml" Id="R5a66d5ecbe454c9a" /><Relationship Type="http://schemas.openxmlformats.org/officeDocument/2006/relationships/notesSlide" Target="/ppt/notesSlides/notesSlide38.xml" Id="R9c9e882790a2402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921f36da924d66" /><Relationship Type="http://schemas.openxmlformats.org/officeDocument/2006/relationships/notesSlide" Target="/ppt/notesSlides/notesSlide39.xml" Id="Rb92e195220314fb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084a959ba44b3e" /><Relationship Type="http://schemas.openxmlformats.org/officeDocument/2006/relationships/notesSlide" Target="/ppt/notesSlides/notesSlide40.xml" Id="Rca8e36907f91441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d1a630cc2445cc" /><Relationship Type="http://schemas.openxmlformats.org/officeDocument/2006/relationships/notesSlide" Target="/ppt/notesSlides/notesSlide41.xml" Id="R9cdf629ac770485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cdff8e27a046bb" /><Relationship Type="http://schemas.openxmlformats.org/officeDocument/2006/relationships/notesSlide" Target="/ppt/notesSlides/notesSlide42.xml" Id="Rb7a9de2fda104ab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2dd16da2514f99" /><Relationship Type="http://schemas.openxmlformats.org/officeDocument/2006/relationships/notesSlide" Target="/ppt/notesSlides/notesSlide43.xml" Id="R837e557f1f6c495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7cd083b30d4329" /><Relationship Type="http://schemas.openxmlformats.org/officeDocument/2006/relationships/notesSlide" Target="/ppt/notesSlides/notesSlide44.xml" Id="Rbf9e4d404717402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205519831e4b34" /><Relationship Type="http://schemas.openxmlformats.org/officeDocument/2006/relationships/notesSlide" Target="/ppt/notesSlides/notesSlide45.xml" Id="R05a6937b9e504dd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c592d7f3424ade" /><Relationship Type="http://schemas.openxmlformats.org/officeDocument/2006/relationships/notesSlide" Target="/ppt/notesSlides/notesSlide46.xml" Id="R86f7abb719bd4d5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fcb8906ae438a" /><Relationship Type="http://schemas.openxmlformats.org/officeDocument/2006/relationships/notesSlide" Target="/ppt/notesSlides/notesSlide47.xml" Id="R15714f4f2b5d48e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b51f309c7e4e6e" /><Relationship Type="http://schemas.openxmlformats.org/officeDocument/2006/relationships/notesSlide" Target="/ppt/notesSlides/notesSlide48.xml" Id="R56d1a2a7c8b0486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267e1be1a74bfc" /><Relationship Type="http://schemas.openxmlformats.org/officeDocument/2006/relationships/notesSlide" Target="/ppt/notesSlides/notesSlide49.xml" Id="Rddba180e050f4ca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b836584f034094" /><Relationship Type="http://schemas.openxmlformats.org/officeDocument/2006/relationships/notesSlide" Target="/ppt/notesSlides/notesSlide50.xml" Id="R9d96c32511b54bfd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00d2fdc366409b" /><Relationship Type="http://schemas.openxmlformats.org/officeDocument/2006/relationships/notesSlide" Target="/ppt/notesSlides/notesSlide51.xml" Id="Rfce3c026e83648c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fcd94f2b8247c5" /><Relationship Type="http://schemas.openxmlformats.org/officeDocument/2006/relationships/notesSlide" Target="/ppt/notesSlides/notesSlide52.xml" Id="Reaee7352cead47b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_rels/chart18.xml.rels><Relationships xmlns="http://schemas.openxmlformats.org/package/2006/relationships"><Relationship Id="rIdChartSnapshot1" Type="http://schemas.openxmlformats.org/officeDocument/2006/relationships/package" Target="../../embeddings/chart-data-snapshot-018.xlsx"/></Relationships>
</file>

<file path=ppt/slides/charts/_rels/chart19.xml.rels><Relationships xmlns="http://schemas.openxmlformats.org/package/2006/relationships"><Relationship Id="rIdChartSnapshot1" Type="http://schemas.openxmlformats.org/officeDocument/2006/relationships/package" Target="../../embeddings/chart-data-snapshot-019.xlsx"/></Relationships>
</file>

<file path=ppt/slides/charts/_rels/chart20.xml.rels><Relationships xmlns="http://schemas.openxmlformats.org/package/2006/relationships"><Relationship Id="rIdChartSnapshot1" Type="http://schemas.openxmlformats.org/officeDocument/2006/relationships/package" Target="../../embeddings/chart-data-snapshot-020.xlsx"/></Relationships>
</file>

<file path=ppt/slides/charts/_rels/chart21.xml.rels><Relationships xmlns="http://schemas.openxmlformats.org/package/2006/relationships"><Relationship Id="rIdChartSnapshot1" Type="http://schemas.openxmlformats.org/officeDocument/2006/relationships/package" Target="../../embeddings/chart-data-snapshot-021.xlsx"/></Relationships>
</file>

<file path=ppt/slides/charts/_rels/chart22.xml.rels><Relationships xmlns="http://schemas.openxmlformats.org/package/2006/relationships"><Relationship Id="rIdChartSnapshot1" Type="http://schemas.openxmlformats.org/officeDocument/2006/relationships/package" Target="../../embeddings/chart-data-snapshot-02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비중</c:v>
          </c:tx>
          <c:dPt>
            <c:idx val="0"/>
            <c:spPr>
              <a:solidFill xmlns:a="http://schemas.openxmlformats.org/drawingml/2006/main">
                <a:srgbClr val="174D3B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8052A2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cat>
            <c:strRef>
              <c:f>'Chart Data'!$A$2:$A$3</c:f>
              <c:strCache>
                <c:ptCount val="2"/>
                <c:pt idx="0">
                  <c:v>TQQQ 최대60%</c:v>
                </c:pt>
                <c:pt idx="1">
                  <c:v>SCHD 40% 기준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0.6</c:v>
                </c:pt>
                <c:pt idx="1">
                  <c:v>0.4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0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비중</c:v>
          </c:tx>
          <c:dPt>
            <c:idx val="0"/>
            <c:spPr>
              <a:solidFill xmlns:a="http://schemas.openxmlformats.org/drawingml/2006/main">
                <a:srgbClr val="2767B7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8052A2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147F88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BE8B1B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cat>
            <c:strRef>
              <c:f>'Chart Data'!$A$2:$A$5</c:f>
              <c:strCache>
                <c:ptCount val="4"/>
                <c:pt idx="0">
                  <c:v>SPYM 30%</c:v>
                </c:pt>
                <c:pt idx="1">
                  <c:v>QQQM 30%</c:v>
                </c:pt>
                <c:pt idx="2">
                  <c:v>IEF 20%</c:v>
                </c:pt>
                <c:pt idx="3">
                  <c:v>GLDM 20%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0.3</c:v>
                </c:pt>
                <c:pt idx="1">
                  <c:v>0.3</c:v>
                </c:pt>
                <c:pt idx="2">
                  <c:v>0.2</c:v>
                </c:pt>
                <c:pt idx="3">
                  <c:v>0.2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0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1배 예시</c:v>
          </c:tx>
          <c:spPr>
            <a:ln xmlns:a="http://schemas.openxmlformats.org/drawingml/2006/main" w="25718">
              <a:solidFill>
                <a:srgbClr val="2767B7"/>
              </a:solidFill>
              <a:prstDash val="solid"/>
            </a:ln>
          </c:spPr>
          <c:marker>
            <c:symbol val="none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#,##0</c:formatCode>
                <c:ptCount val="3"/>
                <c:pt idx="0">
                  <c:v>100</c:v>
                </c:pt>
                <c:pt idx="1">
                  <c:v>110</c:v>
                </c:pt>
                <c:pt idx="2">
                  <c:v>99</c:v>
                </c:pt>
              </c:numCache>
            </c:numRef>
          </c:yVal>
        </c:ser>
        <c:ser>
          <c:idx val="1"/>
          <c:order val="1"/>
          <c:tx>
            <c:v>3배 예시</c:v>
          </c:tx>
          <c:spPr>
            <a:ln xmlns:a="http://schemas.openxmlformats.org/drawingml/2006/main" w="25718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#,##0</c:formatCode>
                <c:ptCount val="3"/>
                <c:pt idx="0">
                  <c:v>100</c:v>
                </c:pt>
                <c:pt idx="1">
                  <c:v>130</c:v>
                </c:pt>
                <c:pt idx="2">
                  <c:v>91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0"/>
          <c:min val="8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TQQQ</c:v>
          </c:tx>
          <c:spPr>
            <a:ln xmlns:a="http://schemas.openxmlformats.org/drawingml/2006/main" w="25718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0.15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</c:numCache>
            </c:numRef>
          </c:xVal>
          <c:yVal>
            <c:numRef>
              <c:f>'Chart Data'!$B$2:$B$5</c:f>
              <c:numCache>
                <c:formatCode>0%</c:formatCode>
                <c:ptCount val="4"/>
                <c:pt idx="0">
                  <c:v>0.6</c:v>
                </c:pt>
                <c:pt idx="1">
                  <c:v>0.6</c:v>
                </c:pt>
                <c:pt idx="2">
                  <c:v>0.4</c:v>
                </c:pt>
                <c:pt idx="3">
                  <c:v>0.3</c:v>
                </c:pt>
              </c:numCache>
            </c:numRef>
          </c:yVal>
        </c:ser>
        <c:ser>
          <c:idx val="1"/>
          <c:order val="1"/>
          <c:tx>
            <c:v>SCHD</c:v>
          </c:tx>
          <c:spPr>
            <a:ln xmlns:a="http://schemas.openxmlformats.org/drawingml/2006/main" w="25718">
              <a:solidFill>
                <a:srgbClr val="8052A2"/>
              </a:solidFill>
              <a:prstDash val="solid"/>
            </a:ln>
          </c:spPr>
          <c:marker>
            <c:symbol val="none"/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0.15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</c:numCache>
            </c:numRef>
          </c:xVal>
          <c:yVal>
            <c:numRef>
              <c:f>'Chart Data'!$D$2:$D$5</c:f>
              <c:numCache>
                <c:formatCode>0%</c:formatCode>
                <c:ptCount val="4"/>
                <c:pt idx="0">
                  <c:v>0.4</c:v>
                </c:pt>
                <c:pt idx="1">
                  <c:v>0.4</c:v>
                </c:pt>
                <c:pt idx="2">
                  <c:v>0.6</c:v>
                </c:pt>
                <c:pt idx="3">
                  <c:v>0.7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0.45"/>
          <c:min val="0.1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Deneb</c:v>
          </c:tx>
          <c:spPr>
            <a:ln xmlns:a="http://schemas.openxmlformats.org/drawingml/2006/main" w="25718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Data'!$A$2:$A$85</c:f>
              <c:numCache>
                <c:formatCode>General</c:formatCode>
                <c:ptCount val="84"/>
                <c:pt idx="0">
                  <c:v>2012.04166667</c:v>
                </c:pt>
                <c:pt idx="1">
                  <c:v>2012.125</c:v>
                </c:pt>
                <c:pt idx="2">
                  <c:v>2012.20833333</c:v>
                </c:pt>
                <c:pt idx="3">
                  <c:v>2012.29166667</c:v>
                </c:pt>
                <c:pt idx="4">
                  <c:v>2012.375</c:v>
                </c:pt>
                <c:pt idx="5">
                  <c:v>2012.45833333</c:v>
                </c:pt>
                <c:pt idx="6">
                  <c:v>2012.54166667</c:v>
                </c:pt>
                <c:pt idx="7">
                  <c:v>2012.625</c:v>
                </c:pt>
                <c:pt idx="8">
                  <c:v>2012.70833333</c:v>
                </c:pt>
                <c:pt idx="9">
                  <c:v>2012.79166667</c:v>
                </c:pt>
                <c:pt idx="10">
                  <c:v>2012.875</c:v>
                </c:pt>
                <c:pt idx="11">
                  <c:v>2012.95833333</c:v>
                </c:pt>
                <c:pt idx="12">
                  <c:v>2013.04166667</c:v>
                </c:pt>
                <c:pt idx="13">
                  <c:v>2013.125</c:v>
                </c:pt>
                <c:pt idx="14">
                  <c:v>2013.20833333</c:v>
                </c:pt>
                <c:pt idx="15">
                  <c:v>2013.29166667</c:v>
                </c:pt>
                <c:pt idx="16">
                  <c:v>2013.375</c:v>
                </c:pt>
                <c:pt idx="17">
                  <c:v>2013.45833333</c:v>
                </c:pt>
                <c:pt idx="18">
                  <c:v>2013.54166667</c:v>
                </c:pt>
                <c:pt idx="19">
                  <c:v>2013.625</c:v>
                </c:pt>
                <c:pt idx="20">
                  <c:v>2013.70833333</c:v>
                </c:pt>
                <c:pt idx="21">
                  <c:v>2013.79166667</c:v>
                </c:pt>
                <c:pt idx="22">
                  <c:v>2013.875</c:v>
                </c:pt>
                <c:pt idx="23">
                  <c:v>2013.95833333</c:v>
                </c:pt>
                <c:pt idx="24">
                  <c:v>2014.04166667</c:v>
                </c:pt>
                <c:pt idx="25">
                  <c:v>2014.125</c:v>
                </c:pt>
                <c:pt idx="26">
                  <c:v>2014.20833333</c:v>
                </c:pt>
                <c:pt idx="27">
                  <c:v>2014.29166667</c:v>
                </c:pt>
                <c:pt idx="28">
                  <c:v>2014.375</c:v>
                </c:pt>
                <c:pt idx="29">
                  <c:v>2014.45833333</c:v>
                </c:pt>
                <c:pt idx="30">
                  <c:v>2014.54166667</c:v>
                </c:pt>
                <c:pt idx="31">
                  <c:v>2014.625</c:v>
                </c:pt>
                <c:pt idx="32">
                  <c:v>2014.70833333</c:v>
                </c:pt>
                <c:pt idx="33">
                  <c:v>2014.79166667</c:v>
                </c:pt>
                <c:pt idx="34">
                  <c:v>2014.875</c:v>
                </c:pt>
                <c:pt idx="35">
                  <c:v>2014.95833333</c:v>
                </c:pt>
                <c:pt idx="36">
                  <c:v>2015.04166667</c:v>
                </c:pt>
                <c:pt idx="37">
                  <c:v>2015.125</c:v>
                </c:pt>
                <c:pt idx="38">
                  <c:v>2015.20833333</c:v>
                </c:pt>
                <c:pt idx="39">
                  <c:v>2015.29166667</c:v>
                </c:pt>
                <c:pt idx="40">
                  <c:v>2015.375</c:v>
                </c:pt>
                <c:pt idx="41">
                  <c:v>2015.45833333</c:v>
                </c:pt>
                <c:pt idx="42">
                  <c:v>2015.54166667</c:v>
                </c:pt>
                <c:pt idx="43">
                  <c:v>2015.625</c:v>
                </c:pt>
                <c:pt idx="44">
                  <c:v>2015.70833333</c:v>
                </c:pt>
                <c:pt idx="45">
                  <c:v>2015.79166667</c:v>
                </c:pt>
                <c:pt idx="46">
                  <c:v>2015.875</c:v>
                </c:pt>
                <c:pt idx="47">
                  <c:v>2015.95833333</c:v>
                </c:pt>
                <c:pt idx="48">
                  <c:v>2016.04166667</c:v>
                </c:pt>
                <c:pt idx="49">
                  <c:v>2016.125</c:v>
                </c:pt>
                <c:pt idx="50">
                  <c:v>2016.20833333</c:v>
                </c:pt>
                <c:pt idx="51">
                  <c:v>2016.29166667</c:v>
                </c:pt>
                <c:pt idx="52">
                  <c:v>2016.375</c:v>
                </c:pt>
                <c:pt idx="53">
                  <c:v>2016.45833333</c:v>
                </c:pt>
                <c:pt idx="54">
                  <c:v>2016.54166667</c:v>
                </c:pt>
                <c:pt idx="55">
                  <c:v>2016.625</c:v>
                </c:pt>
                <c:pt idx="56">
                  <c:v>2016.70833333</c:v>
                </c:pt>
                <c:pt idx="57">
                  <c:v>2016.79166667</c:v>
                </c:pt>
                <c:pt idx="58">
                  <c:v>2016.875</c:v>
                </c:pt>
                <c:pt idx="59">
                  <c:v>2016.95833333</c:v>
                </c:pt>
                <c:pt idx="60">
                  <c:v>2017.04166667</c:v>
                </c:pt>
                <c:pt idx="61">
                  <c:v>2017.125</c:v>
                </c:pt>
                <c:pt idx="62">
                  <c:v>2017.20833333</c:v>
                </c:pt>
                <c:pt idx="63">
                  <c:v>2017.29166667</c:v>
                </c:pt>
                <c:pt idx="64">
                  <c:v>2017.375</c:v>
                </c:pt>
                <c:pt idx="65">
                  <c:v>2017.45833333</c:v>
                </c:pt>
                <c:pt idx="66">
                  <c:v>2017.54166667</c:v>
                </c:pt>
                <c:pt idx="67">
                  <c:v>2017.625</c:v>
                </c:pt>
                <c:pt idx="68">
                  <c:v>2017.70833333</c:v>
                </c:pt>
                <c:pt idx="69">
                  <c:v>2017.79166667</c:v>
                </c:pt>
                <c:pt idx="70">
                  <c:v>2017.875</c:v>
                </c:pt>
                <c:pt idx="71">
                  <c:v>2017.95833333</c:v>
                </c:pt>
                <c:pt idx="72">
                  <c:v>2018.04166667</c:v>
                </c:pt>
                <c:pt idx="73">
                  <c:v>2018.125</c:v>
                </c:pt>
                <c:pt idx="74">
                  <c:v>2018.20833333</c:v>
                </c:pt>
                <c:pt idx="75">
                  <c:v>2018.29166667</c:v>
                </c:pt>
                <c:pt idx="76">
                  <c:v>2018.375</c:v>
                </c:pt>
                <c:pt idx="77">
                  <c:v>2018.45833333</c:v>
                </c:pt>
                <c:pt idx="78">
                  <c:v>2018.54166667</c:v>
                </c:pt>
                <c:pt idx="79">
                  <c:v>2018.625</c:v>
                </c:pt>
                <c:pt idx="80">
                  <c:v>2018.70833333</c:v>
                </c:pt>
                <c:pt idx="81">
                  <c:v>2018.79166667</c:v>
                </c:pt>
                <c:pt idx="82">
                  <c:v>2018.875</c:v>
                </c:pt>
                <c:pt idx="83">
                  <c:v>2018.95833333</c:v>
                </c:pt>
              </c:numCache>
            </c:numRef>
          </c:xVal>
          <c:yVal>
            <c:numRef>
              <c:f>'Chart Data'!$B$2:$B$85</c:f>
              <c:numCache>
                <c:formatCode>#,##0</c:formatCode>
                <c:ptCount val="84"/>
                <c:pt idx="0">
                  <c:v>22.4268449462</c:v>
                </c:pt>
                <c:pt idx="1">
                  <c:v>47.6109643345</c:v>
                </c:pt>
                <c:pt idx="2">
                  <c:v>74.1618216252</c:v>
                </c:pt>
                <c:pt idx="3">
                  <c:v>90.9336746368</c:v>
                </c:pt>
                <c:pt idx="4">
                  <c:v>103.837071076</c:v>
                </c:pt>
                <c:pt idx="5">
                  <c:v>128.509366475</c:v>
                </c:pt>
                <c:pt idx="6">
                  <c:v>151.643632313</c:v>
                </c:pt>
                <c:pt idx="7">
                  <c:v>188.849426641</c:v>
                </c:pt>
                <c:pt idx="8">
                  <c:v>212.581437518</c:v>
                </c:pt>
                <c:pt idx="9">
                  <c:v>212.050462773</c:v>
                </c:pt>
                <c:pt idx="10">
                  <c:v>227.036921998</c:v>
                </c:pt>
                <c:pt idx="11">
                  <c:v>244.203240168</c:v>
                </c:pt>
                <c:pt idx="12">
                  <c:v>280.987303258</c:v>
                </c:pt>
                <c:pt idx="13">
                  <c:v>304.084404542</c:v>
                </c:pt>
                <c:pt idx="14">
                  <c:v>347.016717119</c:v>
                </c:pt>
                <c:pt idx="15">
                  <c:v>386.960704744</c:v>
                </c:pt>
                <c:pt idx="16">
                  <c:v>435.610782285</c:v>
                </c:pt>
                <c:pt idx="17">
                  <c:v>426.74259802</c:v>
                </c:pt>
                <c:pt idx="18">
                  <c:v>476.981505452</c:v>
                </c:pt>
                <c:pt idx="19">
                  <c:v>485.622304705</c:v>
                </c:pt>
                <c:pt idx="20">
                  <c:v>529.808185211</c:v>
                </c:pt>
                <c:pt idx="21">
                  <c:v>583.488335548</c:v>
                </c:pt>
                <c:pt idx="22">
                  <c:v>627.016867973</c:v>
                </c:pt>
                <c:pt idx="23">
                  <c:v>668.01929</c:v>
                </c:pt>
                <c:pt idx="24">
                  <c:v>659.664694608</c:v>
                </c:pt>
                <c:pt idx="25">
                  <c:v>722.360631407</c:v>
                </c:pt>
                <c:pt idx="26">
                  <c:v>734.975395082</c:v>
                </c:pt>
                <c:pt idx="27">
                  <c:v>722.679963577</c:v>
                </c:pt>
                <c:pt idx="28">
                  <c:v>805.969900547</c:v>
                </c:pt>
                <c:pt idx="29">
                  <c:v>877.314974972</c:v>
                </c:pt>
                <c:pt idx="30">
                  <c:v>907.398249652</c:v>
                </c:pt>
                <c:pt idx="31">
                  <c:v>1026.56210991</c:v>
                </c:pt>
                <c:pt idx="32">
                  <c:v>1028.42969494</c:v>
                </c:pt>
                <c:pt idx="33">
                  <c:v>1065.05720059</c:v>
                </c:pt>
                <c:pt idx="34">
                  <c:v>1186.7008061</c:v>
                </c:pt>
                <c:pt idx="35">
                  <c:v>1131.08222189</c:v>
                </c:pt>
                <c:pt idx="36">
                  <c:v>1114.81966187</c:v>
                </c:pt>
                <c:pt idx="37">
                  <c:v>1271.55639816</c:v>
                </c:pt>
                <c:pt idx="38">
                  <c:v>1219.66455308</c:v>
                </c:pt>
                <c:pt idx="39">
                  <c:v>1282.41411906</c:v>
                </c:pt>
                <c:pt idx="40">
                  <c:v>1354.31793621</c:v>
                </c:pt>
                <c:pt idx="41">
                  <c:v>1293.15850571</c:v>
                </c:pt>
                <c:pt idx="42">
                  <c:v>1420.94324971</c:v>
                </c:pt>
                <c:pt idx="43">
                  <c:v>1160.44464187</c:v>
                </c:pt>
                <c:pt idx="44">
                  <c:v>1131.15460192</c:v>
                </c:pt>
                <c:pt idx="45">
                  <c:v>1423.2473269</c:v>
                </c:pt>
                <c:pt idx="46">
                  <c:v>1455.19775236</c:v>
                </c:pt>
                <c:pt idx="47">
                  <c:v>1418.53442981</c:v>
                </c:pt>
                <c:pt idx="48">
                  <c:v>1258.36609219</c:v>
                </c:pt>
                <c:pt idx="49">
                  <c:v>1305.04555173</c:v>
                </c:pt>
                <c:pt idx="50">
                  <c:v>1511.82457994</c:v>
                </c:pt>
                <c:pt idx="51">
                  <c:v>1441.0196435</c:v>
                </c:pt>
                <c:pt idx="52">
                  <c:v>1525.93068004</c:v>
                </c:pt>
                <c:pt idx="53">
                  <c:v>1432.13026348</c:v>
                </c:pt>
                <c:pt idx="54">
                  <c:v>1586.66363912</c:v>
                </c:pt>
                <c:pt idx="55">
                  <c:v>1629.37461295</c:v>
                </c:pt>
                <c:pt idx="56">
                  <c:v>1707.84959673</c:v>
                </c:pt>
                <c:pt idx="57">
                  <c:v>1669.29934282</c:v>
                </c:pt>
                <c:pt idx="58">
                  <c:v>1722.91279466</c:v>
                </c:pt>
                <c:pt idx="59">
                  <c:v>1787.53935847</c:v>
                </c:pt>
                <c:pt idx="60">
                  <c:v>1973.82950493</c:v>
                </c:pt>
                <c:pt idx="61">
                  <c:v>2181.55007336</c:v>
                </c:pt>
                <c:pt idx="62">
                  <c:v>2277.11587429</c:v>
                </c:pt>
                <c:pt idx="63">
                  <c:v>2410.61705107</c:v>
                </c:pt>
                <c:pt idx="64">
                  <c:v>2614.0074172</c:v>
                </c:pt>
                <c:pt idx="65">
                  <c:v>2505.83653679</c:v>
                </c:pt>
                <c:pt idx="66">
                  <c:v>2737.47915797</c:v>
                </c:pt>
                <c:pt idx="67">
                  <c:v>2840.61230468</c:v>
                </c:pt>
                <c:pt idx="68">
                  <c:v>2874.85866545</c:v>
                </c:pt>
                <c:pt idx="69">
                  <c:v>3175.33160123</c:v>
                </c:pt>
                <c:pt idx="70">
                  <c:v>3354.06448558</c:v>
                </c:pt>
                <c:pt idx="71">
                  <c:v>3424.3766703</c:v>
                </c:pt>
                <c:pt idx="72">
                  <c:v>4072.09516428</c:v>
                </c:pt>
                <c:pt idx="73">
                  <c:v>3762.37990331</c:v>
                </c:pt>
                <c:pt idx="74">
                  <c:v>3632.97045851</c:v>
                </c:pt>
                <c:pt idx="75">
                  <c:v>3527.7138397</c:v>
                </c:pt>
                <c:pt idx="76">
                  <c:v>3895.89034221</c:v>
                </c:pt>
                <c:pt idx="77">
                  <c:v>3977.36414089</c:v>
                </c:pt>
                <c:pt idx="78">
                  <c:v>4250.52396438</c:v>
                </c:pt>
                <c:pt idx="79">
                  <c:v>4760.04796348</c:v>
                </c:pt>
                <c:pt idx="80">
                  <c:v>4755.80159827</c:v>
                </c:pt>
                <c:pt idx="81">
                  <c:v>3958.74328958</c:v>
                </c:pt>
                <c:pt idx="82">
                  <c:v>3804.53680332</c:v>
                </c:pt>
                <c:pt idx="83">
                  <c:v>3482.3736478</c:v>
                </c:pt>
              </c:numCache>
            </c:numRef>
          </c:yVal>
        </c:ser>
        <c:ser>
          <c:idx val="1"/>
          <c:order val="1"/>
          <c:tx>
            <c:v>나스닥1배</c:v>
          </c:tx>
          <c:spPr>
            <a:ln xmlns:a="http://schemas.openxmlformats.org/drawingml/2006/main" w="25718">
              <a:solidFill>
                <a:srgbClr val="2767B7"/>
              </a:solidFill>
              <a:prstDash val="solid"/>
            </a:ln>
          </c:spPr>
          <c:marker>
            <c:symbol val="none"/>
          </c:marker>
          <c:xVal>
            <c:numRef>
              <c:f>'Chart Data'!$C$2:$C$85</c:f>
              <c:numCache>
                <c:formatCode>General</c:formatCode>
                <c:ptCount val="84"/>
                <c:pt idx="0">
                  <c:v>2012.04166667</c:v>
                </c:pt>
                <c:pt idx="1">
                  <c:v>2012.125</c:v>
                </c:pt>
                <c:pt idx="2">
                  <c:v>2012.20833333</c:v>
                </c:pt>
                <c:pt idx="3">
                  <c:v>2012.29166667</c:v>
                </c:pt>
                <c:pt idx="4">
                  <c:v>2012.375</c:v>
                </c:pt>
                <c:pt idx="5">
                  <c:v>2012.45833333</c:v>
                </c:pt>
                <c:pt idx="6">
                  <c:v>2012.54166667</c:v>
                </c:pt>
                <c:pt idx="7">
                  <c:v>2012.625</c:v>
                </c:pt>
                <c:pt idx="8">
                  <c:v>2012.70833333</c:v>
                </c:pt>
                <c:pt idx="9">
                  <c:v>2012.79166667</c:v>
                </c:pt>
                <c:pt idx="10">
                  <c:v>2012.875</c:v>
                </c:pt>
                <c:pt idx="11">
                  <c:v>2012.95833333</c:v>
                </c:pt>
                <c:pt idx="12">
                  <c:v>2013.04166667</c:v>
                </c:pt>
                <c:pt idx="13">
                  <c:v>2013.125</c:v>
                </c:pt>
                <c:pt idx="14">
                  <c:v>2013.20833333</c:v>
                </c:pt>
                <c:pt idx="15">
                  <c:v>2013.29166667</c:v>
                </c:pt>
                <c:pt idx="16">
                  <c:v>2013.375</c:v>
                </c:pt>
                <c:pt idx="17">
                  <c:v>2013.45833333</c:v>
                </c:pt>
                <c:pt idx="18">
                  <c:v>2013.54166667</c:v>
                </c:pt>
                <c:pt idx="19">
                  <c:v>2013.625</c:v>
                </c:pt>
                <c:pt idx="20">
                  <c:v>2013.70833333</c:v>
                </c:pt>
                <c:pt idx="21">
                  <c:v>2013.79166667</c:v>
                </c:pt>
                <c:pt idx="22">
                  <c:v>2013.875</c:v>
                </c:pt>
                <c:pt idx="23">
                  <c:v>2013.95833333</c:v>
                </c:pt>
                <c:pt idx="24">
                  <c:v>2014.04166667</c:v>
                </c:pt>
                <c:pt idx="25">
                  <c:v>2014.125</c:v>
                </c:pt>
                <c:pt idx="26">
                  <c:v>2014.20833333</c:v>
                </c:pt>
                <c:pt idx="27">
                  <c:v>2014.29166667</c:v>
                </c:pt>
                <c:pt idx="28">
                  <c:v>2014.375</c:v>
                </c:pt>
                <c:pt idx="29">
                  <c:v>2014.45833333</c:v>
                </c:pt>
                <c:pt idx="30">
                  <c:v>2014.54166667</c:v>
                </c:pt>
                <c:pt idx="31">
                  <c:v>2014.625</c:v>
                </c:pt>
                <c:pt idx="32">
                  <c:v>2014.70833333</c:v>
                </c:pt>
                <c:pt idx="33">
                  <c:v>2014.79166667</c:v>
                </c:pt>
                <c:pt idx="34">
                  <c:v>2014.875</c:v>
                </c:pt>
                <c:pt idx="35">
                  <c:v>2014.95833333</c:v>
                </c:pt>
                <c:pt idx="36">
                  <c:v>2015.04166667</c:v>
                </c:pt>
                <c:pt idx="37">
                  <c:v>2015.125</c:v>
                </c:pt>
                <c:pt idx="38">
                  <c:v>2015.20833333</c:v>
                </c:pt>
                <c:pt idx="39">
                  <c:v>2015.29166667</c:v>
                </c:pt>
                <c:pt idx="40">
                  <c:v>2015.375</c:v>
                </c:pt>
                <c:pt idx="41">
                  <c:v>2015.45833333</c:v>
                </c:pt>
                <c:pt idx="42">
                  <c:v>2015.54166667</c:v>
                </c:pt>
                <c:pt idx="43">
                  <c:v>2015.625</c:v>
                </c:pt>
                <c:pt idx="44">
                  <c:v>2015.70833333</c:v>
                </c:pt>
                <c:pt idx="45">
                  <c:v>2015.79166667</c:v>
                </c:pt>
                <c:pt idx="46">
                  <c:v>2015.875</c:v>
                </c:pt>
                <c:pt idx="47">
                  <c:v>2015.95833333</c:v>
                </c:pt>
                <c:pt idx="48">
                  <c:v>2016.04166667</c:v>
                </c:pt>
                <c:pt idx="49">
                  <c:v>2016.125</c:v>
                </c:pt>
                <c:pt idx="50">
                  <c:v>2016.20833333</c:v>
                </c:pt>
                <c:pt idx="51">
                  <c:v>2016.29166667</c:v>
                </c:pt>
                <c:pt idx="52">
                  <c:v>2016.375</c:v>
                </c:pt>
                <c:pt idx="53">
                  <c:v>2016.45833333</c:v>
                </c:pt>
                <c:pt idx="54">
                  <c:v>2016.54166667</c:v>
                </c:pt>
                <c:pt idx="55">
                  <c:v>2016.625</c:v>
                </c:pt>
                <c:pt idx="56">
                  <c:v>2016.70833333</c:v>
                </c:pt>
                <c:pt idx="57">
                  <c:v>2016.79166667</c:v>
                </c:pt>
                <c:pt idx="58">
                  <c:v>2016.875</c:v>
                </c:pt>
                <c:pt idx="59">
                  <c:v>2016.95833333</c:v>
                </c:pt>
                <c:pt idx="60">
                  <c:v>2017.04166667</c:v>
                </c:pt>
                <c:pt idx="61">
                  <c:v>2017.125</c:v>
                </c:pt>
                <c:pt idx="62">
                  <c:v>2017.20833333</c:v>
                </c:pt>
                <c:pt idx="63">
                  <c:v>2017.29166667</c:v>
                </c:pt>
                <c:pt idx="64">
                  <c:v>2017.375</c:v>
                </c:pt>
                <c:pt idx="65">
                  <c:v>2017.45833333</c:v>
                </c:pt>
                <c:pt idx="66">
                  <c:v>2017.54166667</c:v>
                </c:pt>
                <c:pt idx="67">
                  <c:v>2017.625</c:v>
                </c:pt>
                <c:pt idx="68">
                  <c:v>2017.70833333</c:v>
                </c:pt>
                <c:pt idx="69">
                  <c:v>2017.79166667</c:v>
                </c:pt>
                <c:pt idx="70">
                  <c:v>2017.875</c:v>
                </c:pt>
                <c:pt idx="71">
                  <c:v>2017.95833333</c:v>
                </c:pt>
                <c:pt idx="72">
                  <c:v>2018.04166667</c:v>
                </c:pt>
                <c:pt idx="73">
                  <c:v>2018.125</c:v>
                </c:pt>
                <c:pt idx="74">
                  <c:v>2018.20833333</c:v>
                </c:pt>
                <c:pt idx="75">
                  <c:v>2018.29166667</c:v>
                </c:pt>
                <c:pt idx="76">
                  <c:v>2018.375</c:v>
                </c:pt>
                <c:pt idx="77">
                  <c:v>2018.45833333</c:v>
                </c:pt>
                <c:pt idx="78">
                  <c:v>2018.54166667</c:v>
                </c:pt>
                <c:pt idx="79">
                  <c:v>2018.625</c:v>
                </c:pt>
                <c:pt idx="80">
                  <c:v>2018.70833333</c:v>
                </c:pt>
                <c:pt idx="81">
                  <c:v>2018.79166667</c:v>
                </c:pt>
                <c:pt idx="82">
                  <c:v>2018.875</c:v>
                </c:pt>
                <c:pt idx="83">
                  <c:v>2018.95833333</c:v>
                </c:pt>
              </c:numCache>
            </c:numRef>
          </c:xVal>
          <c:yVal>
            <c:numRef>
              <c:f>'Chart Data'!$D$2:$D$85</c:f>
              <c:numCache>
                <c:formatCode>#,##0</c:formatCode>
                <c:ptCount val="84"/>
                <c:pt idx="0">
                  <c:v>21.244013112</c:v>
                </c:pt>
                <c:pt idx="1">
                  <c:v>43.6852146909</c:v>
                </c:pt>
                <c:pt idx="2">
                  <c:v>66.7069162817</c:v>
                </c:pt>
                <c:pt idx="3">
                  <c:v>85.4608286742</c:v>
                </c:pt>
                <c:pt idx="4">
                  <c:v>97.9777963098</c:v>
                </c:pt>
                <c:pt idx="5">
                  <c:v>122.784422103</c:v>
                </c:pt>
                <c:pt idx="6">
                  <c:v>144.118870989</c:v>
                </c:pt>
                <c:pt idx="7">
                  <c:v>172.658962716</c:v>
                </c:pt>
                <c:pt idx="8">
                  <c:v>194.361029647</c:v>
                </c:pt>
                <c:pt idx="9">
                  <c:v>203.043508065</c:v>
                </c:pt>
                <c:pt idx="10">
                  <c:v>225.649510193</c:v>
                </c:pt>
                <c:pt idx="11">
                  <c:v>244.511926607</c:v>
                </c:pt>
                <c:pt idx="12">
                  <c:v>270.916169649</c:v>
                </c:pt>
                <c:pt idx="13">
                  <c:v>291.652743236</c:v>
                </c:pt>
                <c:pt idx="14">
                  <c:v>320.963197856</c:v>
                </c:pt>
                <c:pt idx="15">
                  <c:v>349.724300088</c:v>
                </c:pt>
                <c:pt idx="16">
                  <c:v>383.016895062</c:v>
                </c:pt>
                <c:pt idx="17">
                  <c:v>393.299764678</c:v>
                </c:pt>
                <c:pt idx="18">
                  <c:v>439.233494932</c:v>
                </c:pt>
                <c:pt idx="19">
                  <c:v>457.185361492</c:v>
                </c:pt>
                <c:pt idx="20">
                  <c:v>500.093647997</c:v>
                </c:pt>
                <c:pt idx="21">
                  <c:v>545.632197424</c:v>
                </c:pt>
                <c:pt idx="22">
                  <c:v>585.682590955</c:v>
                </c:pt>
                <c:pt idx="23">
                  <c:v>623.440646461</c:v>
                </c:pt>
                <c:pt idx="24">
                  <c:v>631.20372934</c:v>
                </c:pt>
                <c:pt idx="25">
                  <c:v>685.218139417</c:v>
                </c:pt>
                <c:pt idx="26">
                  <c:v>686.056356298</c:v>
                </c:pt>
                <c:pt idx="27">
                  <c:v>703.427980695</c:v>
                </c:pt>
                <c:pt idx="28">
                  <c:v>755.785197594</c:v>
                </c:pt>
                <c:pt idx="29">
                  <c:v>800.008387515</c:v>
                </c:pt>
                <c:pt idx="30">
                  <c:v>829.451227825</c:v>
                </c:pt>
                <c:pt idx="31">
                  <c:v>892.050340766</c:v>
                </c:pt>
                <c:pt idx="32">
                  <c:v>905.062276744</c:v>
                </c:pt>
                <c:pt idx="33">
                  <c:v>949.804321003</c:v>
                </c:pt>
                <c:pt idx="34">
                  <c:v>1013.80198912</c:v>
                </c:pt>
                <c:pt idx="35">
                  <c:v>1010.83272291</c:v>
                </c:pt>
                <c:pt idx="36">
                  <c:v>1009.39692789</c:v>
                </c:pt>
                <c:pt idx="37">
                  <c:v>1103.50832908</c:v>
                </c:pt>
                <c:pt idx="38">
                  <c:v>1096.80099167</c:v>
                </c:pt>
                <c:pt idx="39">
                  <c:v>1138.34544146</c:v>
                </c:pt>
                <c:pt idx="40">
                  <c:v>1184.09405657</c:v>
                </c:pt>
                <c:pt idx="41">
                  <c:v>1174.0890521</c:v>
                </c:pt>
                <c:pt idx="42">
                  <c:v>1248.31703246</c:v>
                </c:pt>
                <c:pt idx="43">
                  <c:v>1181.79107142</c:v>
                </c:pt>
                <c:pt idx="44">
                  <c:v>1175.86468871</c:v>
                </c:pt>
                <c:pt idx="45">
                  <c:v>1331.69996722</c:v>
                </c:pt>
                <c:pt idx="46">
                  <c:v>1359.67521483</c:v>
                </c:pt>
                <c:pt idx="47">
                  <c:v>1357.44801764</c:v>
                </c:pt>
                <c:pt idx="48">
                  <c:v>1282.63350532</c:v>
                </c:pt>
                <c:pt idx="49">
                  <c:v>1282.16039023</c:v>
                </c:pt>
                <c:pt idx="50">
                  <c:v>1390.69664669</c:v>
                </c:pt>
                <c:pt idx="51">
                  <c:v>1365.50839269</c:v>
                </c:pt>
                <c:pt idx="52">
                  <c:v>1445.82867333</c:v>
                </c:pt>
                <c:pt idx="53">
                  <c:v>1432.40569329</c:v>
                </c:pt>
                <c:pt idx="54">
                  <c:v>1556.12543393</c:v>
                </c:pt>
                <c:pt idx="55">
                  <c:v>1592.53959117</c:v>
                </c:pt>
                <c:pt idx="56">
                  <c:v>1648.15052927</c:v>
                </c:pt>
                <c:pt idx="57">
                  <c:v>1643.84075694</c:v>
                </c:pt>
                <c:pt idx="58">
                  <c:v>1671.216093</c:v>
                </c:pt>
                <c:pt idx="59">
                  <c:v>1710.68891961</c:v>
                </c:pt>
                <c:pt idx="60">
                  <c:v>1819.43060209</c:v>
                </c:pt>
                <c:pt idx="61">
                  <c:v>1919.73328183</c:v>
                </c:pt>
                <c:pt idx="62">
                  <c:v>1978.79809567</c:v>
                </c:pt>
                <c:pt idx="63">
                  <c:v>2053.28665671</c:v>
                </c:pt>
                <c:pt idx="64">
                  <c:v>2153.87509181</c:v>
                </c:pt>
                <c:pt idx="65">
                  <c:v>2123.38098428</c:v>
                </c:pt>
                <c:pt idx="66">
                  <c:v>2230.62088807</c:v>
                </c:pt>
                <c:pt idx="67">
                  <c:v>2297.21190601</c:v>
                </c:pt>
                <c:pt idx="68">
                  <c:v>2310.36789408</c:v>
                </c:pt>
                <c:pt idx="69">
                  <c:v>2437.66349671</c:v>
                </c:pt>
                <c:pt idx="70">
                  <c:v>2506.09874617</c:v>
                </c:pt>
                <c:pt idx="71">
                  <c:v>2541.38918654</c:v>
                </c:pt>
                <c:pt idx="72">
                  <c:v>2785.28471719</c:v>
                </c:pt>
                <c:pt idx="73">
                  <c:v>2769.15820288</c:v>
                </c:pt>
                <c:pt idx="74">
                  <c:v>2675.68262507</c:v>
                </c:pt>
                <c:pt idx="75">
                  <c:v>2709.88488318</c:v>
                </c:pt>
                <c:pt idx="76">
                  <c:v>2884.47827059</c:v>
                </c:pt>
                <c:pt idx="77">
                  <c:v>2937.3930375</c:v>
                </c:pt>
                <c:pt idx="78">
                  <c:v>3039.92581069</c:v>
                </c:pt>
                <c:pt idx="79">
                  <c:v>3236.6989661</c:v>
                </c:pt>
                <c:pt idx="80">
                  <c:v>3247.58253713</c:v>
                </c:pt>
                <c:pt idx="81">
                  <c:v>2986.64585957</c:v>
                </c:pt>
                <c:pt idx="82">
                  <c:v>2998.38984357</c:v>
                </c:pt>
                <c:pt idx="83">
                  <c:v>2756.63475375</c:v>
                </c:pt>
              </c:numCache>
            </c:numRef>
          </c:yVal>
        </c:ser>
        <c:ser>
          <c:idx val="2"/>
          <c:order val="2"/>
          <c:tx>
            <c:v>나스닥2배</c:v>
          </c:tx>
          <c:spPr>
            <a:ln xmlns:a="http://schemas.openxmlformats.org/drawingml/2006/main" w="25718">
              <a:solidFill>
                <a:srgbClr val="C2692B"/>
              </a:solidFill>
              <a:prstDash val="solid"/>
            </a:ln>
          </c:spPr>
          <c:marker>
            <c:symbol val="none"/>
          </c:marker>
          <c:xVal>
            <c:numRef>
              <c:f>'Chart Data'!$E$2:$E$85</c:f>
              <c:numCache>
                <c:formatCode>General</c:formatCode>
                <c:ptCount val="84"/>
                <c:pt idx="0">
                  <c:v>2012.04166667</c:v>
                </c:pt>
                <c:pt idx="1">
                  <c:v>2012.125</c:v>
                </c:pt>
                <c:pt idx="2">
                  <c:v>2012.20833333</c:v>
                </c:pt>
                <c:pt idx="3">
                  <c:v>2012.29166667</c:v>
                </c:pt>
                <c:pt idx="4">
                  <c:v>2012.375</c:v>
                </c:pt>
                <c:pt idx="5">
                  <c:v>2012.45833333</c:v>
                </c:pt>
                <c:pt idx="6">
                  <c:v>2012.54166667</c:v>
                </c:pt>
                <c:pt idx="7">
                  <c:v>2012.625</c:v>
                </c:pt>
                <c:pt idx="8">
                  <c:v>2012.70833333</c:v>
                </c:pt>
                <c:pt idx="9">
                  <c:v>2012.79166667</c:v>
                </c:pt>
                <c:pt idx="10">
                  <c:v>2012.875</c:v>
                </c:pt>
                <c:pt idx="11">
                  <c:v>2012.95833333</c:v>
                </c:pt>
                <c:pt idx="12">
                  <c:v>2013.04166667</c:v>
                </c:pt>
                <c:pt idx="13">
                  <c:v>2013.125</c:v>
                </c:pt>
                <c:pt idx="14">
                  <c:v>2013.20833333</c:v>
                </c:pt>
                <c:pt idx="15">
                  <c:v>2013.29166667</c:v>
                </c:pt>
                <c:pt idx="16">
                  <c:v>2013.375</c:v>
                </c:pt>
                <c:pt idx="17">
                  <c:v>2013.45833333</c:v>
                </c:pt>
                <c:pt idx="18">
                  <c:v>2013.54166667</c:v>
                </c:pt>
                <c:pt idx="19">
                  <c:v>2013.625</c:v>
                </c:pt>
                <c:pt idx="20">
                  <c:v>2013.70833333</c:v>
                </c:pt>
                <c:pt idx="21">
                  <c:v>2013.79166667</c:v>
                </c:pt>
                <c:pt idx="22">
                  <c:v>2013.875</c:v>
                </c:pt>
                <c:pt idx="23">
                  <c:v>2013.95833333</c:v>
                </c:pt>
                <c:pt idx="24">
                  <c:v>2014.04166667</c:v>
                </c:pt>
                <c:pt idx="25">
                  <c:v>2014.125</c:v>
                </c:pt>
                <c:pt idx="26">
                  <c:v>2014.20833333</c:v>
                </c:pt>
                <c:pt idx="27">
                  <c:v>2014.29166667</c:v>
                </c:pt>
                <c:pt idx="28">
                  <c:v>2014.375</c:v>
                </c:pt>
                <c:pt idx="29">
                  <c:v>2014.45833333</c:v>
                </c:pt>
                <c:pt idx="30">
                  <c:v>2014.54166667</c:v>
                </c:pt>
                <c:pt idx="31">
                  <c:v>2014.625</c:v>
                </c:pt>
                <c:pt idx="32">
                  <c:v>2014.70833333</c:v>
                </c:pt>
                <c:pt idx="33">
                  <c:v>2014.79166667</c:v>
                </c:pt>
                <c:pt idx="34">
                  <c:v>2014.875</c:v>
                </c:pt>
                <c:pt idx="35">
                  <c:v>2014.95833333</c:v>
                </c:pt>
                <c:pt idx="36">
                  <c:v>2015.04166667</c:v>
                </c:pt>
                <c:pt idx="37">
                  <c:v>2015.125</c:v>
                </c:pt>
                <c:pt idx="38">
                  <c:v>2015.20833333</c:v>
                </c:pt>
                <c:pt idx="39">
                  <c:v>2015.29166667</c:v>
                </c:pt>
                <c:pt idx="40">
                  <c:v>2015.375</c:v>
                </c:pt>
                <c:pt idx="41">
                  <c:v>2015.45833333</c:v>
                </c:pt>
                <c:pt idx="42">
                  <c:v>2015.54166667</c:v>
                </c:pt>
                <c:pt idx="43">
                  <c:v>2015.625</c:v>
                </c:pt>
                <c:pt idx="44">
                  <c:v>2015.70833333</c:v>
                </c:pt>
                <c:pt idx="45">
                  <c:v>2015.79166667</c:v>
                </c:pt>
                <c:pt idx="46">
                  <c:v>2015.875</c:v>
                </c:pt>
                <c:pt idx="47">
                  <c:v>2015.95833333</c:v>
                </c:pt>
                <c:pt idx="48">
                  <c:v>2016.04166667</c:v>
                </c:pt>
                <c:pt idx="49">
                  <c:v>2016.125</c:v>
                </c:pt>
                <c:pt idx="50">
                  <c:v>2016.20833333</c:v>
                </c:pt>
                <c:pt idx="51">
                  <c:v>2016.29166667</c:v>
                </c:pt>
                <c:pt idx="52">
                  <c:v>2016.375</c:v>
                </c:pt>
                <c:pt idx="53">
                  <c:v>2016.45833333</c:v>
                </c:pt>
                <c:pt idx="54">
                  <c:v>2016.54166667</c:v>
                </c:pt>
                <c:pt idx="55">
                  <c:v>2016.625</c:v>
                </c:pt>
                <c:pt idx="56">
                  <c:v>2016.70833333</c:v>
                </c:pt>
                <c:pt idx="57">
                  <c:v>2016.79166667</c:v>
                </c:pt>
                <c:pt idx="58">
                  <c:v>2016.875</c:v>
                </c:pt>
                <c:pt idx="59">
                  <c:v>2016.95833333</c:v>
                </c:pt>
                <c:pt idx="60">
                  <c:v>2017.04166667</c:v>
                </c:pt>
                <c:pt idx="61">
                  <c:v>2017.125</c:v>
                </c:pt>
                <c:pt idx="62">
                  <c:v>2017.20833333</c:v>
                </c:pt>
                <c:pt idx="63">
                  <c:v>2017.29166667</c:v>
                </c:pt>
                <c:pt idx="64">
                  <c:v>2017.375</c:v>
                </c:pt>
                <c:pt idx="65">
                  <c:v>2017.45833333</c:v>
                </c:pt>
                <c:pt idx="66">
                  <c:v>2017.54166667</c:v>
                </c:pt>
                <c:pt idx="67">
                  <c:v>2017.625</c:v>
                </c:pt>
                <c:pt idx="68">
                  <c:v>2017.70833333</c:v>
                </c:pt>
                <c:pt idx="69">
                  <c:v>2017.79166667</c:v>
                </c:pt>
                <c:pt idx="70">
                  <c:v>2017.875</c:v>
                </c:pt>
                <c:pt idx="71">
                  <c:v>2017.95833333</c:v>
                </c:pt>
                <c:pt idx="72">
                  <c:v>2018.04166667</c:v>
                </c:pt>
                <c:pt idx="73">
                  <c:v>2018.125</c:v>
                </c:pt>
                <c:pt idx="74">
                  <c:v>2018.20833333</c:v>
                </c:pt>
                <c:pt idx="75">
                  <c:v>2018.29166667</c:v>
                </c:pt>
                <c:pt idx="76">
                  <c:v>2018.375</c:v>
                </c:pt>
                <c:pt idx="77">
                  <c:v>2018.45833333</c:v>
                </c:pt>
                <c:pt idx="78">
                  <c:v>2018.54166667</c:v>
                </c:pt>
                <c:pt idx="79">
                  <c:v>2018.625</c:v>
                </c:pt>
                <c:pt idx="80">
                  <c:v>2018.70833333</c:v>
                </c:pt>
                <c:pt idx="81">
                  <c:v>2018.79166667</c:v>
                </c:pt>
                <c:pt idx="82">
                  <c:v>2018.875</c:v>
                </c:pt>
                <c:pt idx="83">
                  <c:v>2018.95833333</c:v>
                </c:pt>
              </c:numCache>
            </c:numRef>
          </c:xVal>
          <c:yVal>
            <c:numRef>
              <c:f>'Chart Data'!$F$2:$F$85</c:f>
              <c:numCache>
                <c:formatCode>#,##0</c:formatCode>
                <c:ptCount val="84"/>
                <c:pt idx="0">
                  <c:v>22.5954419721</c:v>
                </c:pt>
                <c:pt idx="1">
                  <c:v>47.7948162649</c:v>
                </c:pt>
                <c:pt idx="2">
                  <c:v>74.2820834738</c:v>
                </c:pt>
                <c:pt idx="3">
                  <c:v>91.4378792732</c:v>
                </c:pt>
                <c:pt idx="4">
                  <c:v>95.8322469927</c:v>
                </c:pt>
                <c:pt idx="5">
                  <c:v>124.838376829</c:v>
                </c:pt>
                <c:pt idx="6">
                  <c:v>147.045966602</c:v>
                </c:pt>
                <c:pt idx="7">
                  <c:v>184.909731215</c:v>
                </c:pt>
                <c:pt idx="8">
                  <c:v>208.215904568</c:v>
                </c:pt>
                <c:pt idx="9">
                  <c:v>204.035615374</c:v>
                </c:pt>
                <c:pt idx="10">
                  <c:v>228.832355044</c:v>
                </c:pt>
                <c:pt idx="11">
                  <c:v>245.348859851</c:v>
                </c:pt>
                <c:pt idx="12">
                  <c:v>278.129380493</c:v>
                </c:pt>
                <c:pt idx="13">
                  <c:v>299.086787708</c:v>
                </c:pt>
                <c:pt idx="14">
                  <c:v>338.271038077</c:v>
                </c:pt>
                <c:pt idx="15">
                  <c:v>375.234477276</c:v>
                </c:pt>
                <c:pt idx="16">
                  <c:v>423.495969703</c:v>
                </c:pt>
                <c:pt idx="17">
                  <c:v>420.446186542</c:v>
                </c:pt>
                <c:pt idx="18">
                  <c:v>497.594171446</c:v>
                </c:pt>
                <c:pt idx="19">
                  <c:v>511.779241913</c:v>
                </c:pt>
                <c:pt idx="20">
                  <c:v>582.360848778</c:v>
                </c:pt>
                <c:pt idx="21">
                  <c:v>662.466768698</c:v>
                </c:pt>
                <c:pt idx="22">
                  <c:v>729.558345196</c:v>
                </c:pt>
                <c:pt idx="23">
                  <c:v>793.276752725</c:v>
                </c:pt>
                <c:pt idx="24">
                  <c:v>780.395158198</c:v>
                </c:pt>
                <c:pt idx="25">
                  <c:v>883.497728079</c:v>
                </c:pt>
                <c:pt idx="26">
                  <c:v>853.231022061</c:v>
                </c:pt>
                <c:pt idx="27">
                  <c:v>863.052112984</c:v>
                </c:pt>
                <c:pt idx="28">
                  <c:v>962.236209677</c:v>
                </c:pt>
                <c:pt idx="29">
                  <c:v>1043.41058025</c:v>
                </c:pt>
                <c:pt idx="30">
                  <c:v>1085.19912717</c:v>
                </c:pt>
                <c:pt idx="31">
                  <c:v>1217.48201945</c:v>
                </c:pt>
                <c:pt idx="32">
                  <c:v>1216.62921915</c:v>
                </c:pt>
                <c:pt idx="33">
                  <c:v>1295.72584533</c:v>
                </c:pt>
                <c:pt idx="34">
                  <c:v>1436.48736978</c:v>
                </c:pt>
                <c:pt idx="35">
                  <c:v>1386.57454063</c:v>
                </c:pt>
                <c:pt idx="36">
                  <c:v>1345.42101004</c:v>
                </c:pt>
                <c:pt idx="37">
                  <c:v>1566.17911991</c:v>
                </c:pt>
                <c:pt idx="38">
                  <c:v>1507.23115105</c:v>
                </c:pt>
                <c:pt idx="39">
                  <c:v>1582.16210456</c:v>
                </c:pt>
                <c:pt idx="40">
                  <c:v>1672.53939392</c:v>
                </c:pt>
                <c:pt idx="41">
                  <c:v>1605.69314835</c:v>
                </c:pt>
                <c:pt idx="42">
                  <c:v>1770.23634435</c:v>
                </c:pt>
                <c:pt idx="43">
                  <c:v>1539.53400455</c:v>
                </c:pt>
                <c:pt idx="44">
                  <c:v>1481.96302033</c:v>
                </c:pt>
                <c:pt idx="45">
                  <c:v>1859.35363282</c:v>
                </c:pt>
                <c:pt idx="46">
                  <c:v>1896.84012756</c:v>
                </c:pt>
                <c:pt idx="47">
                  <c:v>1847.98797977</c:v>
                </c:pt>
                <c:pt idx="48">
                  <c:v>1605.53212373</c:v>
                </c:pt>
                <c:pt idx="49">
                  <c:v>1566.50903863</c:v>
                </c:pt>
                <c:pt idx="50">
                  <c:v>1803.23592621</c:v>
                </c:pt>
                <c:pt idx="51">
                  <c:v>1703.25832039</c:v>
                </c:pt>
                <c:pt idx="52">
                  <c:v>1872.26631678</c:v>
                </c:pt>
                <c:pt idx="53">
                  <c:v>1797.80838108</c:v>
                </c:pt>
                <c:pt idx="54">
                  <c:v>2082.96441144</c:v>
                </c:pt>
                <c:pt idx="55">
                  <c:v>2142.95244121</c:v>
                </c:pt>
                <c:pt idx="56">
                  <c:v>2252.08028456</c:v>
                </c:pt>
                <c:pt idx="57">
                  <c:v>2202.52360038</c:v>
                </c:pt>
                <c:pt idx="58">
                  <c:v>2235.50099274</c:v>
                </c:pt>
                <c:pt idx="59">
                  <c:v>2304.48492313</c:v>
                </c:pt>
                <c:pt idx="60">
                  <c:v>2562.95044413</c:v>
                </c:pt>
                <c:pt idx="61">
                  <c:v>2808.9099232</c:v>
                </c:pt>
                <c:pt idx="62">
                  <c:v>2937.71001887</c:v>
                </c:pt>
                <c:pt idx="63">
                  <c:v>3115.16372774</c:v>
                </c:pt>
                <c:pt idx="64">
                  <c:v>3373.72068051</c:v>
                </c:pt>
                <c:pt idx="65">
                  <c:v>3218.97927493</c:v>
                </c:pt>
                <c:pt idx="66">
                  <c:v>3505.07178613</c:v>
                </c:pt>
                <c:pt idx="67">
                  <c:v>3650.94743075</c:v>
                </c:pt>
                <c:pt idx="68">
                  <c:v>3648.19797477</c:v>
                </c:pt>
                <c:pt idx="69">
                  <c:v>4002.85315454</c:v>
                </c:pt>
                <c:pt idx="70">
                  <c:v>4172.08054746</c:v>
                </c:pt>
                <c:pt idx="71">
                  <c:v>4229.71572051</c:v>
                </c:pt>
                <c:pt idx="72">
                  <c:v>5006.92085991</c:v>
                </c:pt>
                <c:pt idx="73">
                  <c:v>4855.01750522</c:v>
                </c:pt>
                <c:pt idx="74">
                  <c:v>4452.05323184</c:v>
                </c:pt>
                <c:pt idx="75">
                  <c:v>4484.98183636</c:v>
                </c:pt>
                <c:pt idx="76">
                  <c:v>5012.16508385</c:v>
                </c:pt>
                <c:pt idx="77">
                  <c:v>5117.34767401</c:v>
                </c:pt>
                <c:pt idx="78">
                  <c:v>5396.07152931</c:v>
                </c:pt>
                <c:pt idx="79">
                  <c:v>6053.90184125</c:v>
                </c:pt>
                <c:pt idx="80">
                  <c:v>6023.77819817</c:v>
                </c:pt>
                <c:pt idx="81">
                  <c:v>4970.96986667</c:v>
                </c:pt>
                <c:pt idx="82">
                  <c:v>4931.92457762</c:v>
                </c:pt>
                <c:pt idx="83">
                  <c:v>4067.71924451</c:v>
                </c:pt>
              </c:numCache>
            </c:numRef>
          </c:yVal>
        </c:ser>
        <c:ser>
          <c:idx val="3"/>
          <c:order val="3"/>
          <c:tx>
            <c:v>나스닥3배</c:v>
          </c:tx>
          <c:spPr>
            <a:ln xmlns:a="http://schemas.openxmlformats.org/drawingml/2006/main" w="25718">
              <a:solidFill>
                <a:srgbClr val="8052A2"/>
              </a:solidFill>
              <a:prstDash val="solid"/>
            </a:ln>
          </c:spPr>
          <c:marker>
            <c:symbol val="none"/>
          </c:marker>
          <c:xVal>
            <c:numRef>
              <c:f>'Chart Data'!$G$2:$G$85</c:f>
              <c:numCache>
                <c:formatCode>General</c:formatCode>
                <c:ptCount val="84"/>
                <c:pt idx="0">
                  <c:v>2012.04166667</c:v>
                </c:pt>
                <c:pt idx="1">
                  <c:v>2012.125</c:v>
                </c:pt>
                <c:pt idx="2">
                  <c:v>2012.20833333</c:v>
                </c:pt>
                <c:pt idx="3">
                  <c:v>2012.29166667</c:v>
                </c:pt>
                <c:pt idx="4">
                  <c:v>2012.375</c:v>
                </c:pt>
                <c:pt idx="5">
                  <c:v>2012.45833333</c:v>
                </c:pt>
                <c:pt idx="6">
                  <c:v>2012.54166667</c:v>
                </c:pt>
                <c:pt idx="7">
                  <c:v>2012.625</c:v>
                </c:pt>
                <c:pt idx="8">
                  <c:v>2012.70833333</c:v>
                </c:pt>
                <c:pt idx="9">
                  <c:v>2012.79166667</c:v>
                </c:pt>
                <c:pt idx="10">
                  <c:v>2012.875</c:v>
                </c:pt>
                <c:pt idx="11">
                  <c:v>2012.95833333</c:v>
                </c:pt>
                <c:pt idx="12">
                  <c:v>2013.04166667</c:v>
                </c:pt>
                <c:pt idx="13">
                  <c:v>2013.125</c:v>
                </c:pt>
                <c:pt idx="14">
                  <c:v>2013.20833333</c:v>
                </c:pt>
                <c:pt idx="15">
                  <c:v>2013.29166667</c:v>
                </c:pt>
                <c:pt idx="16">
                  <c:v>2013.375</c:v>
                </c:pt>
                <c:pt idx="17">
                  <c:v>2013.45833333</c:v>
                </c:pt>
                <c:pt idx="18">
                  <c:v>2013.54166667</c:v>
                </c:pt>
                <c:pt idx="19">
                  <c:v>2013.625</c:v>
                </c:pt>
                <c:pt idx="20">
                  <c:v>2013.70833333</c:v>
                </c:pt>
                <c:pt idx="21">
                  <c:v>2013.79166667</c:v>
                </c:pt>
                <c:pt idx="22">
                  <c:v>2013.875</c:v>
                </c:pt>
                <c:pt idx="23">
                  <c:v>2013.95833333</c:v>
                </c:pt>
                <c:pt idx="24">
                  <c:v>2014.04166667</c:v>
                </c:pt>
                <c:pt idx="25">
                  <c:v>2014.125</c:v>
                </c:pt>
                <c:pt idx="26">
                  <c:v>2014.20833333</c:v>
                </c:pt>
                <c:pt idx="27">
                  <c:v>2014.29166667</c:v>
                </c:pt>
                <c:pt idx="28">
                  <c:v>2014.375</c:v>
                </c:pt>
                <c:pt idx="29">
                  <c:v>2014.45833333</c:v>
                </c:pt>
                <c:pt idx="30">
                  <c:v>2014.54166667</c:v>
                </c:pt>
                <c:pt idx="31">
                  <c:v>2014.625</c:v>
                </c:pt>
                <c:pt idx="32">
                  <c:v>2014.70833333</c:v>
                </c:pt>
                <c:pt idx="33">
                  <c:v>2014.79166667</c:v>
                </c:pt>
                <c:pt idx="34">
                  <c:v>2014.875</c:v>
                </c:pt>
                <c:pt idx="35">
                  <c:v>2014.95833333</c:v>
                </c:pt>
                <c:pt idx="36">
                  <c:v>2015.04166667</c:v>
                </c:pt>
                <c:pt idx="37">
                  <c:v>2015.125</c:v>
                </c:pt>
                <c:pt idx="38">
                  <c:v>2015.20833333</c:v>
                </c:pt>
                <c:pt idx="39">
                  <c:v>2015.29166667</c:v>
                </c:pt>
                <c:pt idx="40">
                  <c:v>2015.375</c:v>
                </c:pt>
                <c:pt idx="41">
                  <c:v>2015.45833333</c:v>
                </c:pt>
                <c:pt idx="42">
                  <c:v>2015.54166667</c:v>
                </c:pt>
                <c:pt idx="43">
                  <c:v>2015.625</c:v>
                </c:pt>
                <c:pt idx="44">
                  <c:v>2015.70833333</c:v>
                </c:pt>
                <c:pt idx="45">
                  <c:v>2015.79166667</c:v>
                </c:pt>
                <c:pt idx="46">
                  <c:v>2015.875</c:v>
                </c:pt>
                <c:pt idx="47">
                  <c:v>2015.95833333</c:v>
                </c:pt>
                <c:pt idx="48">
                  <c:v>2016.04166667</c:v>
                </c:pt>
                <c:pt idx="49">
                  <c:v>2016.125</c:v>
                </c:pt>
                <c:pt idx="50">
                  <c:v>2016.20833333</c:v>
                </c:pt>
                <c:pt idx="51">
                  <c:v>2016.29166667</c:v>
                </c:pt>
                <c:pt idx="52">
                  <c:v>2016.375</c:v>
                </c:pt>
                <c:pt idx="53">
                  <c:v>2016.45833333</c:v>
                </c:pt>
                <c:pt idx="54">
                  <c:v>2016.54166667</c:v>
                </c:pt>
                <c:pt idx="55">
                  <c:v>2016.625</c:v>
                </c:pt>
                <c:pt idx="56">
                  <c:v>2016.70833333</c:v>
                </c:pt>
                <c:pt idx="57">
                  <c:v>2016.79166667</c:v>
                </c:pt>
                <c:pt idx="58">
                  <c:v>2016.875</c:v>
                </c:pt>
                <c:pt idx="59">
                  <c:v>2016.95833333</c:v>
                </c:pt>
                <c:pt idx="60">
                  <c:v>2017.04166667</c:v>
                </c:pt>
                <c:pt idx="61">
                  <c:v>2017.125</c:v>
                </c:pt>
                <c:pt idx="62">
                  <c:v>2017.20833333</c:v>
                </c:pt>
                <c:pt idx="63">
                  <c:v>2017.29166667</c:v>
                </c:pt>
                <c:pt idx="64">
                  <c:v>2017.375</c:v>
                </c:pt>
                <c:pt idx="65">
                  <c:v>2017.45833333</c:v>
                </c:pt>
                <c:pt idx="66">
                  <c:v>2017.54166667</c:v>
                </c:pt>
                <c:pt idx="67">
                  <c:v>2017.625</c:v>
                </c:pt>
                <c:pt idx="68">
                  <c:v>2017.70833333</c:v>
                </c:pt>
                <c:pt idx="69">
                  <c:v>2017.79166667</c:v>
                </c:pt>
                <c:pt idx="70">
                  <c:v>2017.875</c:v>
                </c:pt>
                <c:pt idx="71">
                  <c:v>2017.95833333</c:v>
                </c:pt>
                <c:pt idx="72">
                  <c:v>2018.04166667</c:v>
                </c:pt>
                <c:pt idx="73">
                  <c:v>2018.125</c:v>
                </c:pt>
                <c:pt idx="74">
                  <c:v>2018.20833333</c:v>
                </c:pt>
                <c:pt idx="75">
                  <c:v>2018.29166667</c:v>
                </c:pt>
                <c:pt idx="76">
                  <c:v>2018.375</c:v>
                </c:pt>
                <c:pt idx="77">
                  <c:v>2018.45833333</c:v>
                </c:pt>
                <c:pt idx="78">
                  <c:v>2018.54166667</c:v>
                </c:pt>
                <c:pt idx="79">
                  <c:v>2018.625</c:v>
                </c:pt>
                <c:pt idx="80">
                  <c:v>2018.70833333</c:v>
                </c:pt>
                <c:pt idx="81">
                  <c:v>2018.79166667</c:v>
                </c:pt>
                <c:pt idx="82">
                  <c:v>2018.875</c:v>
                </c:pt>
                <c:pt idx="83">
                  <c:v>2018.95833333</c:v>
                </c:pt>
              </c:numCache>
            </c:numRef>
          </c:xVal>
          <c:yVal>
            <c:numRef>
              <c:f>'Chart Data'!$H$2:$H$85</c:f>
              <c:numCache>
                <c:formatCode>#,##0</c:formatCode>
                <c:ptCount val="84"/>
                <c:pt idx="0">
                  <c:v>23.9690022035</c:v>
                </c:pt>
                <c:pt idx="1">
                  <c:v>52.2124277992</c:v>
                </c:pt>
                <c:pt idx="2">
                  <c:v>82.7945834572</c:v>
                </c:pt>
                <c:pt idx="3">
                  <c:v>97.7751866624</c:v>
                </c:pt>
                <c:pt idx="4">
                  <c:v>93.5799281844</c:v>
                </c:pt>
                <c:pt idx="5">
                  <c:v>126.541214793</c:v>
                </c:pt>
                <c:pt idx="6">
                  <c:v>149.689528832</c:v>
                </c:pt>
                <c:pt idx="7">
                  <c:v>197.192122559</c:v>
                </c:pt>
                <c:pt idx="8">
                  <c:v>221.89375835</c:v>
                </c:pt>
                <c:pt idx="9">
                  <c:v>204.125191415</c:v>
                </c:pt>
                <c:pt idx="10">
                  <c:v>230.396448236</c:v>
                </c:pt>
                <c:pt idx="11">
                  <c:v>245.625840463</c:v>
                </c:pt>
                <c:pt idx="12">
                  <c:v>284.077266984</c:v>
                </c:pt>
                <c:pt idx="13">
                  <c:v>305.208796845</c:v>
                </c:pt>
                <c:pt idx="14">
                  <c:v>353.379358326</c:v>
                </c:pt>
                <c:pt idx="15">
                  <c:v>399.677762088</c:v>
                </c:pt>
                <c:pt idx="16">
                  <c:v>464.865037756</c:v>
                </c:pt>
                <c:pt idx="17">
                  <c:v>445.831424808</c:v>
                </c:pt>
                <c:pt idx="18">
                  <c:v>559.11904192</c:v>
                </c:pt>
                <c:pt idx="19">
                  <c:v>568.70619443</c:v>
                </c:pt>
                <c:pt idx="20">
                  <c:v>676.080476484</c:v>
                </c:pt>
                <c:pt idx="21">
                  <c:v>797.677949371</c:v>
                </c:pt>
                <c:pt idx="22">
                  <c:v>902.169172767</c:v>
                </c:pt>
                <c:pt idx="23">
                  <c:v>1003.96729523</c:v>
                </c:pt>
                <c:pt idx="24">
                  <c:v>959.290128178</c:v>
                </c:pt>
                <c:pt idx="25">
                  <c:v>1131.71849151</c:v>
                </c:pt>
                <c:pt idx="26">
                  <c:v>1055.75250991</c:v>
                </c:pt>
                <c:pt idx="27">
                  <c:v>1052.83526827</c:v>
                </c:pt>
                <c:pt idx="28">
                  <c:v>1217.48605903</c:v>
                </c:pt>
                <c:pt idx="29">
                  <c:v>1354.54597986</c:v>
                </c:pt>
                <c:pt idx="30">
                  <c:v>1415.75572014</c:v>
                </c:pt>
                <c:pt idx="31">
                  <c:v>1658.07945875</c:v>
                </c:pt>
                <c:pt idx="32">
                  <c:v>1631.30859694</c:v>
                </c:pt>
                <c:pt idx="33">
                  <c:v>1760.9568395</c:v>
                </c:pt>
                <c:pt idx="34">
                  <c:v>2035.27834066</c:v>
                </c:pt>
                <c:pt idx="35">
                  <c:v>1901.61699023</c:v>
                </c:pt>
                <c:pt idx="36">
                  <c:v>1788.24529044</c:v>
                </c:pt>
                <c:pt idx="37">
                  <c:v>2218.76407184</c:v>
                </c:pt>
                <c:pt idx="38">
                  <c:v>2071.30495246</c:v>
                </c:pt>
                <c:pt idx="39">
                  <c:v>2199.4584872</c:v>
                </c:pt>
                <c:pt idx="40">
                  <c:v>2359.59663686</c:v>
                </c:pt>
                <c:pt idx="41">
                  <c:v>2197.3962161</c:v>
                </c:pt>
                <c:pt idx="42">
                  <c:v>2512.92210983</c:v>
                </c:pt>
                <c:pt idx="43">
                  <c:v>1993.98225762</c:v>
                </c:pt>
                <c:pt idx="44">
                  <c:v>1851.9662671</c:v>
                </c:pt>
                <c:pt idx="45">
                  <c:v>2568.46205978</c:v>
                </c:pt>
                <c:pt idx="46">
                  <c:v>2621.73053464</c:v>
                </c:pt>
                <c:pt idx="47">
                  <c:v>2488.82742225</c:v>
                </c:pt>
                <c:pt idx="48">
                  <c:v>1979.6427452</c:v>
                </c:pt>
                <c:pt idx="49">
                  <c:v>1878.76314174</c:v>
                </c:pt>
                <c:pt idx="50">
                  <c:v>2294.76172012</c:v>
                </c:pt>
                <c:pt idx="51">
                  <c:v>2092.84886495</c:v>
                </c:pt>
                <c:pt idx="52">
                  <c:v>2383.49799472</c:v>
                </c:pt>
                <c:pt idx="53">
                  <c:v>2215.32430175</c:v>
                </c:pt>
                <c:pt idx="54">
                  <c:v>2738.32244921</c:v>
                </c:pt>
                <c:pt idx="55">
                  <c:v>2840.48253789</c:v>
                </c:pt>
                <c:pt idx="56">
                  <c:v>3026.28076071</c:v>
                </c:pt>
                <c:pt idx="57">
                  <c:v>2905.81513677</c:v>
                </c:pt>
                <c:pt idx="58">
                  <c:v>2958.41013759</c:v>
                </c:pt>
                <c:pt idx="59">
                  <c:v>3056.90579826</c:v>
                </c:pt>
                <c:pt idx="60">
                  <c:v>3561.20970651</c:v>
                </c:pt>
                <c:pt idx="61">
                  <c:v>4060.25886035</c:v>
                </c:pt>
                <c:pt idx="62">
                  <c:v>4309.72153592</c:v>
                </c:pt>
                <c:pt idx="63">
                  <c:v>4679.21520298</c:v>
                </c:pt>
                <c:pt idx="64">
                  <c:v>5235.94116988</c:v>
                </c:pt>
                <c:pt idx="65">
                  <c:v>4831.6808126</c:v>
                </c:pt>
                <c:pt idx="66">
                  <c:v>5461.84060526</c:v>
                </c:pt>
                <c:pt idx="67">
                  <c:v>5757.93383375</c:v>
                </c:pt>
                <c:pt idx="68">
                  <c:v>5716.87068672</c:v>
                </c:pt>
                <c:pt idx="69">
                  <c:v>6525.12188404</c:v>
                </c:pt>
                <c:pt idx="70">
                  <c:v>6905.2376627</c:v>
                </c:pt>
                <c:pt idx="71">
                  <c:v>7007.31057921</c:v>
                </c:pt>
                <c:pt idx="72">
                  <c:v>8972.82283853</c:v>
                </c:pt>
                <c:pt idx="73">
                  <c:v>8438.93607729</c:v>
                </c:pt>
                <c:pt idx="74">
                  <c:v>7324.49576389</c:v>
                </c:pt>
                <c:pt idx="75">
                  <c:v>7315.27453404</c:v>
                </c:pt>
                <c:pt idx="76">
                  <c:v>8581.36138007</c:v>
                </c:pt>
                <c:pt idx="77">
                  <c:v>8788.18146315</c:v>
                </c:pt>
                <c:pt idx="78">
                  <c:v>9473.95826927</c:v>
                </c:pt>
                <c:pt idx="79">
                  <c:v>11173.5571617</c:v>
                </c:pt>
                <c:pt idx="80">
                  <c:v>11014.1699262</c:v>
                </c:pt>
                <c:pt idx="81">
                  <c:v>8097.92697405</c:v>
                </c:pt>
                <c:pt idx="82">
                  <c:v>7880.74668792</c:v>
                </c:pt>
                <c:pt idx="83">
                  <c:v>5780.26890009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32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1200"/>
      </c:valAx>
      <c:valAx>
        <c:axId val="48650112"/>
        <c:scaling>
          <c:orientation val="minMax"/>
          <c:max val="2019"/>
          <c:min val="2012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Deneb</c:v>
          </c:tx>
          <c:spPr>
            <a:ln xmlns:a="http://schemas.openxmlformats.org/drawingml/2006/main" w="25718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Data'!$A$2:$A$93</c:f>
              <c:numCache>
                <c:formatCode>General</c:formatCode>
                <c:ptCount val="92"/>
                <c:pt idx="0">
                  <c:v>2019.04166667</c:v>
                </c:pt>
                <c:pt idx="1">
                  <c:v>2019.125</c:v>
                </c:pt>
                <c:pt idx="2">
                  <c:v>2019.20833333</c:v>
                </c:pt>
                <c:pt idx="3">
                  <c:v>2019.29166667</c:v>
                </c:pt>
                <c:pt idx="4">
                  <c:v>2019.375</c:v>
                </c:pt>
                <c:pt idx="5">
                  <c:v>2019.45833333</c:v>
                </c:pt>
                <c:pt idx="6">
                  <c:v>2019.54166667</c:v>
                </c:pt>
                <c:pt idx="7">
                  <c:v>2019.625</c:v>
                </c:pt>
                <c:pt idx="8">
                  <c:v>2019.70833333</c:v>
                </c:pt>
                <c:pt idx="9">
                  <c:v>2019.79166667</c:v>
                </c:pt>
                <c:pt idx="10">
                  <c:v>2019.875</c:v>
                </c:pt>
                <c:pt idx="11">
                  <c:v>2019.95833333</c:v>
                </c:pt>
                <c:pt idx="12">
                  <c:v>2020.04166667</c:v>
                </c:pt>
                <c:pt idx="13">
                  <c:v>2020.125</c:v>
                </c:pt>
                <c:pt idx="14">
                  <c:v>2020.20833333</c:v>
                </c:pt>
                <c:pt idx="15">
                  <c:v>2020.29166667</c:v>
                </c:pt>
                <c:pt idx="16">
                  <c:v>2020.375</c:v>
                </c:pt>
                <c:pt idx="17">
                  <c:v>2020.45833333</c:v>
                </c:pt>
                <c:pt idx="18">
                  <c:v>2020.54166667</c:v>
                </c:pt>
                <c:pt idx="19">
                  <c:v>2020.625</c:v>
                </c:pt>
                <c:pt idx="20">
                  <c:v>2020.70833333</c:v>
                </c:pt>
                <c:pt idx="21">
                  <c:v>2020.79166667</c:v>
                </c:pt>
                <c:pt idx="22">
                  <c:v>2020.875</c:v>
                </c:pt>
                <c:pt idx="23">
                  <c:v>2020.95833333</c:v>
                </c:pt>
                <c:pt idx="24">
                  <c:v>2021.04166667</c:v>
                </c:pt>
                <c:pt idx="25">
                  <c:v>2021.125</c:v>
                </c:pt>
                <c:pt idx="26">
                  <c:v>2021.20833333</c:v>
                </c:pt>
                <c:pt idx="27">
                  <c:v>2021.29166667</c:v>
                </c:pt>
                <c:pt idx="28">
                  <c:v>2021.375</c:v>
                </c:pt>
                <c:pt idx="29">
                  <c:v>2021.45833333</c:v>
                </c:pt>
                <c:pt idx="30">
                  <c:v>2021.54166667</c:v>
                </c:pt>
                <c:pt idx="31">
                  <c:v>2021.625</c:v>
                </c:pt>
                <c:pt idx="32">
                  <c:v>2021.70833333</c:v>
                </c:pt>
                <c:pt idx="33">
                  <c:v>2021.79166667</c:v>
                </c:pt>
                <c:pt idx="34">
                  <c:v>2021.875</c:v>
                </c:pt>
                <c:pt idx="35">
                  <c:v>2021.95833333</c:v>
                </c:pt>
                <c:pt idx="36">
                  <c:v>2022.04166667</c:v>
                </c:pt>
                <c:pt idx="37">
                  <c:v>2022.125</c:v>
                </c:pt>
                <c:pt idx="38">
                  <c:v>2022.20833333</c:v>
                </c:pt>
                <c:pt idx="39">
                  <c:v>2022.29166667</c:v>
                </c:pt>
                <c:pt idx="40">
                  <c:v>2022.375</c:v>
                </c:pt>
                <c:pt idx="41">
                  <c:v>2022.45833333</c:v>
                </c:pt>
                <c:pt idx="42">
                  <c:v>2022.54166667</c:v>
                </c:pt>
                <c:pt idx="43">
                  <c:v>2022.625</c:v>
                </c:pt>
                <c:pt idx="44">
                  <c:v>2022.70833333</c:v>
                </c:pt>
                <c:pt idx="45">
                  <c:v>2022.79166667</c:v>
                </c:pt>
                <c:pt idx="46">
                  <c:v>2022.875</c:v>
                </c:pt>
                <c:pt idx="47">
                  <c:v>2022.95833333</c:v>
                </c:pt>
                <c:pt idx="48">
                  <c:v>2023.04166667</c:v>
                </c:pt>
                <c:pt idx="49">
                  <c:v>2023.125</c:v>
                </c:pt>
                <c:pt idx="50">
                  <c:v>2023.20833333</c:v>
                </c:pt>
                <c:pt idx="51">
                  <c:v>2023.29166667</c:v>
                </c:pt>
                <c:pt idx="52">
                  <c:v>2023.375</c:v>
                </c:pt>
                <c:pt idx="53">
                  <c:v>2023.45833333</c:v>
                </c:pt>
                <c:pt idx="54">
                  <c:v>2023.54166667</c:v>
                </c:pt>
                <c:pt idx="55">
                  <c:v>2023.625</c:v>
                </c:pt>
                <c:pt idx="56">
                  <c:v>2023.70833333</c:v>
                </c:pt>
                <c:pt idx="57">
                  <c:v>2023.79166667</c:v>
                </c:pt>
                <c:pt idx="58">
                  <c:v>2023.875</c:v>
                </c:pt>
                <c:pt idx="59">
                  <c:v>2023.95833333</c:v>
                </c:pt>
                <c:pt idx="60">
                  <c:v>2024.04166667</c:v>
                </c:pt>
                <c:pt idx="61">
                  <c:v>2024.125</c:v>
                </c:pt>
                <c:pt idx="62">
                  <c:v>2024.20833333</c:v>
                </c:pt>
                <c:pt idx="63">
                  <c:v>2024.29166667</c:v>
                </c:pt>
                <c:pt idx="64">
                  <c:v>2024.375</c:v>
                </c:pt>
                <c:pt idx="65">
                  <c:v>2024.45833333</c:v>
                </c:pt>
                <c:pt idx="66">
                  <c:v>2024.54166667</c:v>
                </c:pt>
                <c:pt idx="67">
                  <c:v>2024.625</c:v>
                </c:pt>
                <c:pt idx="68">
                  <c:v>2024.70833333</c:v>
                </c:pt>
                <c:pt idx="69">
                  <c:v>2024.79166667</c:v>
                </c:pt>
                <c:pt idx="70">
                  <c:v>2024.875</c:v>
                </c:pt>
                <c:pt idx="71">
                  <c:v>2024.95833333</c:v>
                </c:pt>
                <c:pt idx="72">
                  <c:v>2025.04166667</c:v>
                </c:pt>
                <c:pt idx="73">
                  <c:v>2025.125</c:v>
                </c:pt>
                <c:pt idx="74">
                  <c:v>2025.20833333</c:v>
                </c:pt>
                <c:pt idx="75">
                  <c:v>2025.29166667</c:v>
                </c:pt>
                <c:pt idx="76">
                  <c:v>2025.375</c:v>
                </c:pt>
                <c:pt idx="77">
                  <c:v>2025.45833333</c:v>
                </c:pt>
                <c:pt idx="78">
                  <c:v>2025.54166667</c:v>
                </c:pt>
                <c:pt idx="79">
                  <c:v>2025.625</c:v>
                </c:pt>
                <c:pt idx="80">
                  <c:v>2025.70833333</c:v>
                </c:pt>
                <c:pt idx="81">
                  <c:v>2025.79166667</c:v>
                </c:pt>
                <c:pt idx="82">
                  <c:v>2025.875</c:v>
                </c:pt>
                <c:pt idx="83">
                  <c:v>2025.95833333</c:v>
                </c:pt>
                <c:pt idx="84">
                  <c:v>2026.04166667</c:v>
                </c:pt>
                <c:pt idx="85">
                  <c:v>2026.125</c:v>
                </c:pt>
                <c:pt idx="86">
                  <c:v>2026.20833333</c:v>
                </c:pt>
                <c:pt idx="87">
                  <c:v>2026.29166667</c:v>
                </c:pt>
                <c:pt idx="88">
                  <c:v>2026.375</c:v>
                </c:pt>
                <c:pt idx="89">
                  <c:v>2026.45833333</c:v>
                </c:pt>
                <c:pt idx="90">
                  <c:v>2026.54166667</c:v>
                </c:pt>
                <c:pt idx="91">
                  <c:v>2026.625</c:v>
                </c:pt>
              </c:numCache>
            </c:numRef>
          </c:xVal>
          <c:yVal>
            <c:numRef>
              <c:f>'Chart Data'!$B$2:$B$93</c:f>
              <c:numCache>
                <c:formatCode>#,##0</c:formatCode>
                <c:ptCount val="92"/>
                <c:pt idx="0">
                  <c:v>3797.60533287</c:v>
                </c:pt>
                <c:pt idx="1">
                  <c:v>4057.41597878</c:v>
                </c:pt>
                <c:pt idx="2">
                  <c:v>4362.14065254</c:v>
                </c:pt>
                <c:pt idx="3">
                  <c:v>4874.43724996</c:v>
                </c:pt>
                <c:pt idx="4">
                  <c:v>4178.28079998</c:v>
                </c:pt>
                <c:pt idx="5">
                  <c:v>4749.76350359</c:v>
                </c:pt>
                <c:pt idx="6">
                  <c:v>4969.25167809</c:v>
                </c:pt>
                <c:pt idx="7">
                  <c:v>4622.33269268</c:v>
                </c:pt>
                <c:pt idx="8">
                  <c:v>4763.23635695</c:v>
                </c:pt>
                <c:pt idx="9">
                  <c:v>5174.20055579</c:v>
                </c:pt>
                <c:pt idx="10">
                  <c:v>5633.03855031</c:v>
                </c:pt>
                <c:pt idx="11">
                  <c:v>6092.45679758</c:v>
                </c:pt>
                <c:pt idx="12">
                  <c:v>6372.77972795</c:v>
                </c:pt>
                <c:pt idx="13">
                  <c:v>5697.27560394</c:v>
                </c:pt>
                <c:pt idx="14">
                  <c:v>5431.51718556</c:v>
                </c:pt>
                <c:pt idx="15">
                  <c:v>6917.99612357</c:v>
                </c:pt>
                <c:pt idx="16">
                  <c:v>7374.2280066</c:v>
                </c:pt>
                <c:pt idx="17">
                  <c:v>8132.1904434</c:v>
                </c:pt>
                <c:pt idx="18">
                  <c:v>9277.48322155</c:v>
                </c:pt>
                <c:pt idx="19">
                  <c:v>11232.3148382</c:v>
                </c:pt>
                <c:pt idx="20">
                  <c:v>10122.6058962</c:v>
                </c:pt>
                <c:pt idx="21">
                  <c:v>10159.8071595</c:v>
                </c:pt>
                <c:pt idx="22">
                  <c:v>11490.0523475</c:v>
                </c:pt>
                <c:pt idx="23">
                  <c:v>12576.7317347</c:v>
                </c:pt>
                <c:pt idx="24">
                  <c:v>12540.3058974</c:v>
                </c:pt>
                <c:pt idx="25">
                  <c:v>12860.8171312</c:v>
                </c:pt>
                <c:pt idx="26">
                  <c:v>14245.8520269</c:v>
                </c:pt>
                <c:pt idx="27">
                  <c:v>15583.8035336</c:v>
                </c:pt>
                <c:pt idx="28">
                  <c:v>15264.1647876</c:v>
                </c:pt>
                <c:pt idx="29">
                  <c:v>17013.4469911</c:v>
                </c:pt>
                <c:pt idx="30">
                  <c:v>17927.4910046</c:v>
                </c:pt>
                <c:pt idx="31">
                  <c:v>19455.1641922</c:v>
                </c:pt>
                <c:pt idx="32">
                  <c:v>17296.7407258</c:v>
                </c:pt>
                <c:pt idx="33">
                  <c:v>20090.7713633</c:v>
                </c:pt>
                <c:pt idx="34">
                  <c:v>20579.5672769</c:v>
                </c:pt>
                <c:pt idx="35">
                  <c:v>20900.5752236</c:v>
                </c:pt>
                <c:pt idx="36">
                  <c:v>19458.1264884</c:v>
                </c:pt>
                <c:pt idx="37">
                  <c:v>19265.8911964</c:v>
                </c:pt>
                <c:pt idx="38">
                  <c:v>19782.6045576</c:v>
                </c:pt>
                <c:pt idx="39">
                  <c:v>17682.2041454</c:v>
                </c:pt>
                <c:pt idx="40">
                  <c:v>18169.0010559</c:v>
                </c:pt>
                <c:pt idx="41">
                  <c:v>17197.9547455</c:v>
                </c:pt>
                <c:pt idx="42">
                  <c:v>17666.8148625</c:v>
                </c:pt>
                <c:pt idx="43">
                  <c:v>16464.3761038</c:v>
                </c:pt>
                <c:pt idx="44">
                  <c:v>15489.7415566</c:v>
                </c:pt>
                <c:pt idx="45">
                  <c:v>16596.3206873</c:v>
                </c:pt>
                <c:pt idx="46">
                  <c:v>17354.5181829</c:v>
                </c:pt>
                <c:pt idx="47">
                  <c:v>15680.4143684</c:v>
                </c:pt>
                <c:pt idx="48">
                  <c:v>16683.03452</c:v>
                </c:pt>
                <c:pt idx="49">
                  <c:v>15934.0424111</c:v>
                </c:pt>
                <c:pt idx="50">
                  <c:v>18046.7460779</c:v>
                </c:pt>
                <c:pt idx="51">
                  <c:v>18013.9485499</c:v>
                </c:pt>
                <c:pt idx="52">
                  <c:v>20231.2152174</c:v>
                </c:pt>
                <c:pt idx="53">
                  <c:v>22935.7304378</c:v>
                </c:pt>
                <c:pt idx="54">
                  <c:v>24786.5522814</c:v>
                </c:pt>
                <c:pt idx="55">
                  <c:v>23365.7167541</c:v>
                </c:pt>
                <c:pt idx="56">
                  <c:v>22082.4349371</c:v>
                </c:pt>
                <c:pt idx="57">
                  <c:v>21049.5496248</c:v>
                </c:pt>
                <c:pt idx="58">
                  <c:v>25691.4639107</c:v>
                </c:pt>
                <c:pt idx="59">
                  <c:v>28834.7364664</c:v>
                </c:pt>
                <c:pt idx="60">
                  <c:v>29535.7746078</c:v>
                </c:pt>
                <c:pt idx="61">
                  <c:v>32370.6594376</c:v>
                </c:pt>
                <c:pt idx="62">
                  <c:v>33495.7952281</c:v>
                </c:pt>
                <c:pt idx="63">
                  <c:v>29335.1605624</c:v>
                </c:pt>
                <c:pt idx="64">
                  <c:v>32915.1613199</c:v>
                </c:pt>
                <c:pt idx="65">
                  <c:v>36592.271375</c:v>
                </c:pt>
                <c:pt idx="66">
                  <c:v>36774.2642906</c:v>
                </c:pt>
                <c:pt idx="67">
                  <c:v>38227.8908921</c:v>
                </c:pt>
                <c:pt idx="68">
                  <c:v>38064.2932856</c:v>
                </c:pt>
                <c:pt idx="69">
                  <c:v>37239.6569445</c:v>
                </c:pt>
                <c:pt idx="70">
                  <c:v>41280.1391542</c:v>
                </c:pt>
                <c:pt idx="71">
                  <c:v>40065.311492</c:v>
                </c:pt>
                <c:pt idx="72">
                  <c:v>41408.0365247</c:v>
                </c:pt>
                <c:pt idx="73">
                  <c:v>41023.4383202</c:v>
                </c:pt>
                <c:pt idx="74">
                  <c:v>38976.8672855</c:v>
                </c:pt>
                <c:pt idx="75">
                  <c:v>37510.1913314</c:v>
                </c:pt>
                <c:pt idx="76">
                  <c:v>37987.3969042</c:v>
                </c:pt>
                <c:pt idx="77">
                  <c:v>42558.5120031</c:v>
                </c:pt>
                <c:pt idx="78">
                  <c:v>44168.4819274</c:v>
                </c:pt>
                <c:pt idx="79">
                  <c:v>45425.1103131</c:v>
                </c:pt>
                <c:pt idx="80">
                  <c:v>49570.2727949</c:v>
                </c:pt>
                <c:pt idx="81">
                  <c:v>53020.0893024</c:v>
                </c:pt>
                <c:pt idx="82">
                  <c:v>50225.4469884</c:v>
                </c:pt>
                <c:pt idx="83">
                  <c:v>49981.130208</c:v>
                </c:pt>
                <c:pt idx="84">
                  <c:v>52513.5956588</c:v>
                </c:pt>
                <c:pt idx="85">
                  <c:v>53692.8581431</c:v>
                </c:pt>
                <c:pt idx="86">
                  <c:v>48964.588139</c:v>
                </c:pt>
                <c:pt idx="87">
                  <c:v>59260.2728953</c:v>
                </c:pt>
                <c:pt idx="88">
                  <c:v>71092.6733051</c:v>
                </c:pt>
                <c:pt idx="89">
                  <c:v>67796.6187116</c:v>
                </c:pt>
                <c:pt idx="90">
                  <c:v>67375.5297244</c:v>
                </c:pt>
                <c:pt idx="91">
                  <c:v>72222.4515457</c:v>
                </c:pt>
              </c:numCache>
            </c:numRef>
          </c:yVal>
        </c:ser>
        <c:ser>
          <c:idx val="1"/>
          <c:order val="1"/>
          <c:tx>
            <c:v>나스닥1배</c:v>
          </c:tx>
          <c:spPr>
            <a:ln xmlns:a="http://schemas.openxmlformats.org/drawingml/2006/main" w="25718">
              <a:solidFill>
                <a:srgbClr val="2767B7"/>
              </a:solidFill>
              <a:prstDash val="solid"/>
            </a:ln>
          </c:spPr>
          <c:marker>
            <c:symbol val="none"/>
          </c:marker>
          <c:xVal>
            <c:numRef>
              <c:f>'Chart Data'!$C$2:$C$93</c:f>
              <c:numCache>
                <c:formatCode>General</c:formatCode>
                <c:ptCount val="92"/>
                <c:pt idx="0">
                  <c:v>2019.04166667</c:v>
                </c:pt>
                <c:pt idx="1">
                  <c:v>2019.125</c:v>
                </c:pt>
                <c:pt idx="2">
                  <c:v>2019.20833333</c:v>
                </c:pt>
                <c:pt idx="3">
                  <c:v>2019.29166667</c:v>
                </c:pt>
                <c:pt idx="4">
                  <c:v>2019.375</c:v>
                </c:pt>
                <c:pt idx="5">
                  <c:v>2019.45833333</c:v>
                </c:pt>
                <c:pt idx="6">
                  <c:v>2019.54166667</c:v>
                </c:pt>
                <c:pt idx="7">
                  <c:v>2019.625</c:v>
                </c:pt>
                <c:pt idx="8">
                  <c:v>2019.70833333</c:v>
                </c:pt>
                <c:pt idx="9">
                  <c:v>2019.79166667</c:v>
                </c:pt>
                <c:pt idx="10">
                  <c:v>2019.875</c:v>
                </c:pt>
                <c:pt idx="11">
                  <c:v>2019.95833333</c:v>
                </c:pt>
                <c:pt idx="12">
                  <c:v>2020.04166667</c:v>
                </c:pt>
                <c:pt idx="13">
                  <c:v>2020.125</c:v>
                </c:pt>
                <c:pt idx="14">
                  <c:v>2020.20833333</c:v>
                </c:pt>
                <c:pt idx="15">
                  <c:v>2020.29166667</c:v>
                </c:pt>
                <c:pt idx="16">
                  <c:v>2020.375</c:v>
                </c:pt>
                <c:pt idx="17">
                  <c:v>2020.45833333</c:v>
                </c:pt>
                <c:pt idx="18">
                  <c:v>2020.54166667</c:v>
                </c:pt>
                <c:pt idx="19">
                  <c:v>2020.625</c:v>
                </c:pt>
                <c:pt idx="20">
                  <c:v>2020.70833333</c:v>
                </c:pt>
                <c:pt idx="21">
                  <c:v>2020.79166667</c:v>
                </c:pt>
                <c:pt idx="22">
                  <c:v>2020.875</c:v>
                </c:pt>
                <c:pt idx="23">
                  <c:v>2020.95833333</c:v>
                </c:pt>
                <c:pt idx="24">
                  <c:v>2021.04166667</c:v>
                </c:pt>
                <c:pt idx="25">
                  <c:v>2021.125</c:v>
                </c:pt>
                <c:pt idx="26">
                  <c:v>2021.20833333</c:v>
                </c:pt>
                <c:pt idx="27">
                  <c:v>2021.29166667</c:v>
                </c:pt>
                <c:pt idx="28">
                  <c:v>2021.375</c:v>
                </c:pt>
                <c:pt idx="29">
                  <c:v>2021.45833333</c:v>
                </c:pt>
                <c:pt idx="30">
                  <c:v>2021.54166667</c:v>
                </c:pt>
                <c:pt idx="31">
                  <c:v>2021.625</c:v>
                </c:pt>
                <c:pt idx="32">
                  <c:v>2021.70833333</c:v>
                </c:pt>
                <c:pt idx="33">
                  <c:v>2021.79166667</c:v>
                </c:pt>
                <c:pt idx="34">
                  <c:v>2021.875</c:v>
                </c:pt>
                <c:pt idx="35">
                  <c:v>2021.95833333</c:v>
                </c:pt>
                <c:pt idx="36">
                  <c:v>2022.04166667</c:v>
                </c:pt>
                <c:pt idx="37">
                  <c:v>2022.125</c:v>
                </c:pt>
                <c:pt idx="38">
                  <c:v>2022.20833333</c:v>
                </c:pt>
                <c:pt idx="39">
                  <c:v>2022.29166667</c:v>
                </c:pt>
                <c:pt idx="40">
                  <c:v>2022.375</c:v>
                </c:pt>
                <c:pt idx="41">
                  <c:v>2022.45833333</c:v>
                </c:pt>
                <c:pt idx="42">
                  <c:v>2022.54166667</c:v>
                </c:pt>
                <c:pt idx="43">
                  <c:v>2022.625</c:v>
                </c:pt>
                <c:pt idx="44">
                  <c:v>2022.70833333</c:v>
                </c:pt>
                <c:pt idx="45">
                  <c:v>2022.79166667</c:v>
                </c:pt>
                <c:pt idx="46">
                  <c:v>2022.875</c:v>
                </c:pt>
                <c:pt idx="47">
                  <c:v>2022.95833333</c:v>
                </c:pt>
                <c:pt idx="48">
                  <c:v>2023.04166667</c:v>
                </c:pt>
                <c:pt idx="49">
                  <c:v>2023.125</c:v>
                </c:pt>
                <c:pt idx="50">
                  <c:v>2023.20833333</c:v>
                </c:pt>
                <c:pt idx="51">
                  <c:v>2023.29166667</c:v>
                </c:pt>
                <c:pt idx="52">
                  <c:v>2023.375</c:v>
                </c:pt>
                <c:pt idx="53">
                  <c:v>2023.45833333</c:v>
                </c:pt>
                <c:pt idx="54">
                  <c:v>2023.54166667</c:v>
                </c:pt>
                <c:pt idx="55">
                  <c:v>2023.625</c:v>
                </c:pt>
                <c:pt idx="56">
                  <c:v>2023.70833333</c:v>
                </c:pt>
                <c:pt idx="57">
                  <c:v>2023.79166667</c:v>
                </c:pt>
                <c:pt idx="58">
                  <c:v>2023.875</c:v>
                </c:pt>
                <c:pt idx="59">
                  <c:v>2023.95833333</c:v>
                </c:pt>
                <c:pt idx="60">
                  <c:v>2024.04166667</c:v>
                </c:pt>
                <c:pt idx="61">
                  <c:v>2024.125</c:v>
                </c:pt>
                <c:pt idx="62">
                  <c:v>2024.20833333</c:v>
                </c:pt>
                <c:pt idx="63">
                  <c:v>2024.29166667</c:v>
                </c:pt>
                <c:pt idx="64">
                  <c:v>2024.375</c:v>
                </c:pt>
                <c:pt idx="65">
                  <c:v>2024.45833333</c:v>
                </c:pt>
                <c:pt idx="66">
                  <c:v>2024.54166667</c:v>
                </c:pt>
                <c:pt idx="67">
                  <c:v>2024.625</c:v>
                </c:pt>
                <c:pt idx="68">
                  <c:v>2024.70833333</c:v>
                </c:pt>
                <c:pt idx="69">
                  <c:v>2024.79166667</c:v>
                </c:pt>
                <c:pt idx="70">
                  <c:v>2024.875</c:v>
                </c:pt>
                <c:pt idx="71">
                  <c:v>2024.95833333</c:v>
                </c:pt>
                <c:pt idx="72">
                  <c:v>2025.04166667</c:v>
                </c:pt>
                <c:pt idx="73">
                  <c:v>2025.125</c:v>
                </c:pt>
                <c:pt idx="74">
                  <c:v>2025.20833333</c:v>
                </c:pt>
                <c:pt idx="75">
                  <c:v>2025.29166667</c:v>
                </c:pt>
                <c:pt idx="76">
                  <c:v>2025.375</c:v>
                </c:pt>
                <c:pt idx="77">
                  <c:v>2025.45833333</c:v>
                </c:pt>
                <c:pt idx="78">
                  <c:v>2025.54166667</c:v>
                </c:pt>
                <c:pt idx="79">
                  <c:v>2025.625</c:v>
                </c:pt>
                <c:pt idx="80">
                  <c:v>2025.70833333</c:v>
                </c:pt>
                <c:pt idx="81">
                  <c:v>2025.79166667</c:v>
                </c:pt>
                <c:pt idx="82">
                  <c:v>2025.875</c:v>
                </c:pt>
                <c:pt idx="83">
                  <c:v>2025.95833333</c:v>
                </c:pt>
                <c:pt idx="84">
                  <c:v>2026.04166667</c:v>
                </c:pt>
                <c:pt idx="85">
                  <c:v>2026.125</c:v>
                </c:pt>
                <c:pt idx="86">
                  <c:v>2026.20833333</c:v>
                </c:pt>
                <c:pt idx="87">
                  <c:v>2026.29166667</c:v>
                </c:pt>
                <c:pt idx="88">
                  <c:v>2026.375</c:v>
                </c:pt>
                <c:pt idx="89">
                  <c:v>2026.45833333</c:v>
                </c:pt>
                <c:pt idx="90">
                  <c:v>2026.54166667</c:v>
                </c:pt>
                <c:pt idx="91">
                  <c:v>2026.625</c:v>
                </c:pt>
              </c:numCache>
            </c:numRef>
          </c:xVal>
          <c:yVal>
            <c:numRef>
              <c:f>'Chart Data'!$D$2:$D$93</c:f>
              <c:numCache>
                <c:formatCode>#,##0</c:formatCode>
                <c:ptCount val="92"/>
                <c:pt idx="0">
                  <c:v>3026.71116999</c:v>
                </c:pt>
                <c:pt idx="1">
                  <c:v>3137.89945284</c:v>
                </c:pt>
                <c:pt idx="2">
                  <c:v>3281.66010758</c:v>
                </c:pt>
                <c:pt idx="3">
                  <c:v>3482.92048556</c:v>
                </c:pt>
                <c:pt idx="4">
                  <c:v>3214.83045843</c:v>
                </c:pt>
                <c:pt idx="5">
                  <c:v>3480.80724483</c:v>
                </c:pt>
                <c:pt idx="6">
                  <c:v>3582.2413729</c:v>
                </c:pt>
                <c:pt idx="7">
                  <c:v>3533.88307624</c:v>
                </c:pt>
                <c:pt idx="8">
                  <c:v>3586.67138275</c:v>
                </c:pt>
                <c:pt idx="9">
                  <c:v>3764.78689579</c:v>
                </c:pt>
                <c:pt idx="10">
                  <c:v>3938.58709221</c:v>
                </c:pt>
                <c:pt idx="11">
                  <c:v>4112.61571593</c:v>
                </c:pt>
                <c:pt idx="12">
                  <c:v>4257.81290912</c:v>
                </c:pt>
                <c:pt idx="13">
                  <c:v>4018.37993869</c:v>
                </c:pt>
                <c:pt idx="14">
                  <c:v>3743.21478154</c:v>
                </c:pt>
                <c:pt idx="15">
                  <c:v>4327.69293814</c:v>
                </c:pt>
                <c:pt idx="16">
                  <c:v>4635.26415948</c:v>
                </c:pt>
                <c:pt idx="17">
                  <c:v>4947.82948764</c:v>
                </c:pt>
                <c:pt idx="18">
                  <c:v>5332.5133191</c:v>
                </c:pt>
                <c:pt idx="19">
                  <c:v>5938.00302829</c:v>
                </c:pt>
                <c:pt idx="20">
                  <c:v>5613.36719157</c:v>
                </c:pt>
                <c:pt idx="21">
                  <c:v>5461.50495279</c:v>
                </c:pt>
                <c:pt idx="22">
                  <c:v>6096.76208204</c:v>
                </c:pt>
                <c:pt idx="23">
                  <c:v>6416.33819111</c:v>
                </c:pt>
                <c:pt idx="24">
                  <c:v>6453.4172912</c:v>
                </c:pt>
                <c:pt idx="25">
                  <c:v>6464.25866175</c:v>
                </c:pt>
                <c:pt idx="26">
                  <c:v>6594.95419714</c:v>
                </c:pt>
                <c:pt idx="27">
                  <c:v>7005.49813754</c:v>
                </c:pt>
                <c:pt idx="28">
                  <c:v>6941.18460732</c:v>
                </c:pt>
                <c:pt idx="29">
                  <c:v>7397.13866246</c:v>
                </c:pt>
                <c:pt idx="30">
                  <c:v>7629.30136461</c:v>
                </c:pt>
                <c:pt idx="31">
                  <c:v>7971.96692366</c:v>
                </c:pt>
                <c:pt idx="32">
                  <c:v>7537.71145211</c:v>
                </c:pt>
                <c:pt idx="33">
                  <c:v>8151.88622716</c:v>
                </c:pt>
                <c:pt idx="34">
                  <c:v>8334.96507107</c:v>
                </c:pt>
                <c:pt idx="35">
                  <c:v>8451.56250593</c:v>
                </c:pt>
                <c:pt idx="36">
                  <c:v>7730.35183376</c:v>
                </c:pt>
                <c:pt idx="37">
                  <c:v>7403.2914775</c:v>
                </c:pt>
                <c:pt idx="38">
                  <c:v>7770.09477206</c:v>
                </c:pt>
                <c:pt idx="39">
                  <c:v>6730.97994894</c:v>
                </c:pt>
                <c:pt idx="40">
                  <c:v>6643.51783791</c:v>
                </c:pt>
                <c:pt idx="41">
                  <c:v>6070.04691153</c:v>
                </c:pt>
                <c:pt idx="42">
                  <c:v>6854.27330566</c:v>
                </c:pt>
                <c:pt idx="43">
                  <c:v>6521.4540457</c:v>
                </c:pt>
                <c:pt idx="44">
                  <c:v>5852.24337218</c:v>
                </c:pt>
                <c:pt idx="45">
                  <c:v>6106.61759816</c:v>
                </c:pt>
                <c:pt idx="46">
                  <c:v>6466.4719747</c:v>
                </c:pt>
                <c:pt idx="47">
                  <c:v>5901.75218917</c:v>
                </c:pt>
                <c:pt idx="48">
                  <c:v>6552.11956794</c:v>
                </c:pt>
                <c:pt idx="49">
                  <c:v>6548.02625301</c:v>
                </c:pt>
                <c:pt idx="50">
                  <c:v>7191.65463285</c:v>
                </c:pt>
                <c:pt idx="51">
                  <c:v>7248.30217258</c:v>
                </c:pt>
                <c:pt idx="52">
                  <c:v>7841.31272763</c:v>
                </c:pt>
                <c:pt idx="53">
                  <c:v>8356.60380594</c:v>
                </c:pt>
                <c:pt idx="54">
                  <c:v>8699.86982195</c:v>
                </c:pt>
                <c:pt idx="55">
                  <c:v>8590.5700993</c:v>
                </c:pt>
                <c:pt idx="56">
                  <c:v>8173.1567805</c:v>
                </c:pt>
                <c:pt idx="57">
                  <c:v>8023.7363346</c:v>
                </c:pt>
                <c:pt idx="58">
                  <c:v>8913.56213337</c:v>
                </c:pt>
                <c:pt idx="59">
                  <c:v>9432.58711271</c:v>
                </c:pt>
                <c:pt idx="60">
                  <c:v>9624.86736143</c:v>
                </c:pt>
                <c:pt idx="61">
                  <c:v>10154.1635692</c:v>
                </c:pt>
                <c:pt idx="62">
                  <c:v>10303.5513128</c:v>
                </c:pt>
                <c:pt idx="63">
                  <c:v>9871.95356592</c:v>
                </c:pt>
                <c:pt idx="64">
                  <c:v>10500.6111415</c:v>
                </c:pt>
                <c:pt idx="65">
                  <c:v>11201.1621072</c:v>
                </c:pt>
                <c:pt idx="66">
                  <c:v>11032.7138346</c:v>
                </c:pt>
                <c:pt idx="67">
                  <c:v>11175.1918072</c:v>
                </c:pt>
                <c:pt idx="68">
                  <c:v>11489.2958234</c:v>
                </c:pt>
                <c:pt idx="69">
                  <c:v>11410.0325795</c:v>
                </c:pt>
                <c:pt idx="70">
                  <c:v>12041.4494726</c:v>
                </c:pt>
                <c:pt idx="71">
                  <c:v>12115.9654937</c:v>
                </c:pt>
                <c:pt idx="72">
                  <c:v>12398.5259012</c:v>
                </c:pt>
                <c:pt idx="73">
                  <c:v>12082.9212195</c:v>
                </c:pt>
                <c:pt idx="74">
                  <c:v>11185.1561396</c:v>
                </c:pt>
                <c:pt idx="75">
                  <c:v>11361.4804627</c:v>
                </c:pt>
                <c:pt idx="76">
                  <c:v>12425.791409</c:v>
                </c:pt>
                <c:pt idx="77">
                  <c:v>13240.3608274</c:v>
                </c:pt>
                <c:pt idx="78">
                  <c:v>13581.8941665</c:v>
                </c:pt>
                <c:pt idx="79">
                  <c:v>13732.0263637</c:v>
                </c:pt>
                <c:pt idx="80">
                  <c:v>14491.5111942</c:v>
                </c:pt>
                <c:pt idx="81">
                  <c:v>15205.0863652</c:v>
                </c:pt>
                <c:pt idx="82">
                  <c:v>14987.2950503</c:v>
                </c:pt>
                <c:pt idx="83">
                  <c:v>14906.7934994</c:v>
                </c:pt>
                <c:pt idx="84">
                  <c:v>15110.497875</c:v>
                </c:pt>
                <c:pt idx="85">
                  <c:v>14775.5961359</c:v>
                </c:pt>
                <c:pt idx="86">
                  <c:v>14079.6934021</c:v>
                </c:pt>
                <c:pt idx="87">
                  <c:v>16311.6307138</c:v>
                </c:pt>
                <c:pt idx="88">
                  <c:v>18057.3928605</c:v>
                </c:pt>
                <c:pt idx="89">
                  <c:v>18050.2940037</c:v>
                </c:pt>
                <c:pt idx="90">
                  <c:v>16882.6365245</c:v>
                </c:pt>
                <c:pt idx="91">
                  <c:v>17609.0716921</c:v>
                </c:pt>
              </c:numCache>
            </c:numRef>
          </c:yVal>
        </c:ser>
        <c:ser>
          <c:idx val="2"/>
          <c:order val="2"/>
          <c:tx>
            <c:v>나스닥2배</c:v>
          </c:tx>
          <c:spPr>
            <a:ln xmlns:a="http://schemas.openxmlformats.org/drawingml/2006/main" w="25718">
              <a:solidFill>
                <a:srgbClr val="C2692B"/>
              </a:solidFill>
              <a:prstDash val="solid"/>
            </a:ln>
          </c:spPr>
          <c:marker>
            <c:symbol val="none"/>
          </c:marker>
          <c:xVal>
            <c:numRef>
              <c:f>'Chart Data'!$E$2:$E$93</c:f>
              <c:numCache>
                <c:formatCode>General</c:formatCode>
                <c:ptCount val="92"/>
                <c:pt idx="0">
                  <c:v>2019.04166667</c:v>
                </c:pt>
                <c:pt idx="1">
                  <c:v>2019.125</c:v>
                </c:pt>
                <c:pt idx="2">
                  <c:v>2019.20833333</c:v>
                </c:pt>
                <c:pt idx="3">
                  <c:v>2019.29166667</c:v>
                </c:pt>
                <c:pt idx="4">
                  <c:v>2019.375</c:v>
                </c:pt>
                <c:pt idx="5">
                  <c:v>2019.45833333</c:v>
                </c:pt>
                <c:pt idx="6">
                  <c:v>2019.54166667</c:v>
                </c:pt>
                <c:pt idx="7">
                  <c:v>2019.625</c:v>
                </c:pt>
                <c:pt idx="8">
                  <c:v>2019.70833333</c:v>
                </c:pt>
                <c:pt idx="9">
                  <c:v>2019.79166667</c:v>
                </c:pt>
                <c:pt idx="10">
                  <c:v>2019.875</c:v>
                </c:pt>
                <c:pt idx="11">
                  <c:v>2019.95833333</c:v>
                </c:pt>
                <c:pt idx="12">
                  <c:v>2020.04166667</c:v>
                </c:pt>
                <c:pt idx="13">
                  <c:v>2020.125</c:v>
                </c:pt>
                <c:pt idx="14">
                  <c:v>2020.20833333</c:v>
                </c:pt>
                <c:pt idx="15">
                  <c:v>2020.29166667</c:v>
                </c:pt>
                <c:pt idx="16">
                  <c:v>2020.375</c:v>
                </c:pt>
                <c:pt idx="17">
                  <c:v>2020.45833333</c:v>
                </c:pt>
                <c:pt idx="18">
                  <c:v>2020.54166667</c:v>
                </c:pt>
                <c:pt idx="19">
                  <c:v>2020.625</c:v>
                </c:pt>
                <c:pt idx="20">
                  <c:v>2020.70833333</c:v>
                </c:pt>
                <c:pt idx="21">
                  <c:v>2020.79166667</c:v>
                </c:pt>
                <c:pt idx="22">
                  <c:v>2020.875</c:v>
                </c:pt>
                <c:pt idx="23">
                  <c:v>2020.95833333</c:v>
                </c:pt>
                <c:pt idx="24">
                  <c:v>2021.04166667</c:v>
                </c:pt>
                <c:pt idx="25">
                  <c:v>2021.125</c:v>
                </c:pt>
                <c:pt idx="26">
                  <c:v>2021.20833333</c:v>
                </c:pt>
                <c:pt idx="27">
                  <c:v>2021.29166667</c:v>
                </c:pt>
                <c:pt idx="28">
                  <c:v>2021.375</c:v>
                </c:pt>
                <c:pt idx="29">
                  <c:v>2021.45833333</c:v>
                </c:pt>
                <c:pt idx="30">
                  <c:v>2021.54166667</c:v>
                </c:pt>
                <c:pt idx="31">
                  <c:v>2021.625</c:v>
                </c:pt>
                <c:pt idx="32">
                  <c:v>2021.70833333</c:v>
                </c:pt>
                <c:pt idx="33">
                  <c:v>2021.79166667</c:v>
                </c:pt>
                <c:pt idx="34">
                  <c:v>2021.875</c:v>
                </c:pt>
                <c:pt idx="35">
                  <c:v>2021.95833333</c:v>
                </c:pt>
                <c:pt idx="36">
                  <c:v>2022.04166667</c:v>
                </c:pt>
                <c:pt idx="37">
                  <c:v>2022.125</c:v>
                </c:pt>
                <c:pt idx="38">
                  <c:v>2022.20833333</c:v>
                </c:pt>
                <c:pt idx="39">
                  <c:v>2022.29166667</c:v>
                </c:pt>
                <c:pt idx="40">
                  <c:v>2022.375</c:v>
                </c:pt>
                <c:pt idx="41">
                  <c:v>2022.45833333</c:v>
                </c:pt>
                <c:pt idx="42">
                  <c:v>2022.54166667</c:v>
                </c:pt>
                <c:pt idx="43">
                  <c:v>2022.625</c:v>
                </c:pt>
                <c:pt idx="44">
                  <c:v>2022.70833333</c:v>
                </c:pt>
                <c:pt idx="45">
                  <c:v>2022.79166667</c:v>
                </c:pt>
                <c:pt idx="46">
                  <c:v>2022.875</c:v>
                </c:pt>
                <c:pt idx="47">
                  <c:v>2022.95833333</c:v>
                </c:pt>
                <c:pt idx="48">
                  <c:v>2023.04166667</c:v>
                </c:pt>
                <c:pt idx="49">
                  <c:v>2023.125</c:v>
                </c:pt>
                <c:pt idx="50">
                  <c:v>2023.20833333</c:v>
                </c:pt>
                <c:pt idx="51">
                  <c:v>2023.29166667</c:v>
                </c:pt>
                <c:pt idx="52">
                  <c:v>2023.375</c:v>
                </c:pt>
                <c:pt idx="53">
                  <c:v>2023.45833333</c:v>
                </c:pt>
                <c:pt idx="54">
                  <c:v>2023.54166667</c:v>
                </c:pt>
                <c:pt idx="55">
                  <c:v>2023.625</c:v>
                </c:pt>
                <c:pt idx="56">
                  <c:v>2023.70833333</c:v>
                </c:pt>
                <c:pt idx="57">
                  <c:v>2023.79166667</c:v>
                </c:pt>
                <c:pt idx="58">
                  <c:v>2023.875</c:v>
                </c:pt>
                <c:pt idx="59">
                  <c:v>2023.95833333</c:v>
                </c:pt>
                <c:pt idx="60">
                  <c:v>2024.04166667</c:v>
                </c:pt>
                <c:pt idx="61">
                  <c:v>2024.125</c:v>
                </c:pt>
                <c:pt idx="62">
                  <c:v>2024.20833333</c:v>
                </c:pt>
                <c:pt idx="63">
                  <c:v>2024.29166667</c:v>
                </c:pt>
                <c:pt idx="64">
                  <c:v>2024.375</c:v>
                </c:pt>
                <c:pt idx="65">
                  <c:v>2024.45833333</c:v>
                </c:pt>
                <c:pt idx="66">
                  <c:v>2024.54166667</c:v>
                </c:pt>
                <c:pt idx="67">
                  <c:v>2024.625</c:v>
                </c:pt>
                <c:pt idx="68">
                  <c:v>2024.70833333</c:v>
                </c:pt>
                <c:pt idx="69">
                  <c:v>2024.79166667</c:v>
                </c:pt>
                <c:pt idx="70">
                  <c:v>2024.875</c:v>
                </c:pt>
                <c:pt idx="71">
                  <c:v>2024.95833333</c:v>
                </c:pt>
                <c:pt idx="72">
                  <c:v>2025.04166667</c:v>
                </c:pt>
                <c:pt idx="73">
                  <c:v>2025.125</c:v>
                </c:pt>
                <c:pt idx="74">
                  <c:v>2025.20833333</c:v>
                </c:pt>
                <c:pt idx="75">
                  <c:v>2025.29166667</c:v>
                </c:pt>
                <c:pt idx="76">
                  <c:v>2025.375</c:v>
                </c:pt>
                <c:pt idx="77">
                  <c:v>2025.45833333</c:v>
                </c:pt>
                <c:pt idx="78">
                  <c:v>2025.54166667</c:v>
                </c:pt>
                <c:pt idx="79">
                  <c:v>2025.625</c:v>
                </c:pt>
                <c:pt idx="80">
                  <c:v>2025.70833333</c:v>
                </c:pt>
                <c:pt idx="81">
                  <c:v>2025.79166667</c:v>
                </c:pt>
                <c:pt idx="82">
                  <c:v>2025.875</c:v>
                </c:pt>
                <c:pt idx="83">
                  <c:v>2025.95833333</c:v>
                </c:pt>
                <c:pt idx="84">
                  <c:v>2026.04166667</c:v>
                </c:pt>
                <c:pt idx="85">
                  <c:v>2026.125</c:v>
                </c:pt>
                <c:pt idx="86">
                  <c:v>2026.20833333</c:v>
                </c:pt>
                <c:pt idx="87">
                  <c:v>2026.29166667</c:v>
                </c:pt>
                <c:pt idx="88">
                  <c:v>2026.375</c:v>
                </c:pt>
                <c:pt idx="89">
                  <c:v>2026.45833333</c:v>
                </c:pt>
                <c:pt idx="90">
                  <c:v>2026.54166667</c:v>
                </c:pt>
                <c:pt idx="91">
                  <c:v>2026.625</c:v>
                </c:pt>
              </c:numCache>
            </c:numRef>
          </c:xVal>
          <c:yVal>
            <c:numRef>
              <c:f>'Chart Data'!$F$2:$F$93</c:f>
              <c:numCache>
                <c:formatCode>#,##0</c:formatCode>
                <c:ptCount val="92"/>
                <c:pt idx="0">
                  <c:v>4816.3526658</c:v>
                </c:pt>
                <c:pt idx="1">
                  <c:v>5108.35977836</c:v>
                </c:pt>
                <c:pt idx="2">
                  <c:v>5518.89229449</c:v>
                </c:pt>
                <c:pt idx="3">
                  <c:v>6138.79576957</c:v>
                </c:pt>
                <c:pt idx="4">
                  <c:v>5144.99688</c:v>
                </c:pt>
                <c:pt idx="5">
                  <c:v>5958.70421467</c:v>
                </c:pt>
                <c:pt idx="6">
                  <c:v>6235.95076243</c:v>
                </c:pt>
                <c:pt idx="7">
                  <c:v>5961.29985534</c:v>
                </c:pt>
                <c:pt idx="8">
                  <c:v>6063.15879247</c:v>
                </c:pt>
                <c:pt idx="9">
                  <c:v>6596.65445788</c:v>
                </c:pt>
                <c:pt idx="10">
                  <c:v>7148.00715902</c:v>
                </c:pt>
                <c:pt idx="11">
                  <c:v>7713.73475858</c:v>
                </c:pt>
                <c:pt idx="12">
                  <c:v>8167.65643997</c:v>
                </c:pt>
                <c:pt idx="13">
                  <c:v>7222.96855291</c:v>
                </c:pt>
                <c:pt idx="14">
                  <c:v>5711.72725857</c:v>
                </c:pt>
                <c:pt idx="15">
                  <c:v>7487.23870744</c:v>
                </c:pt>
                <c:pt idx="16">
                  <c:v>8438.54870439</c:v>
                </c:pt>
                <c:pt idx="17">
                  <c:v>9501.84726946</c:v>
                </c:pt>
                <c:pt idx="18">
                  <c:v>10938.9787414</c:v>
                </c:pt>
                <c:pt idx="19">
                  <c:v>13453.9189048</c:v>
                </c:pt>
                <c:pt idx="20">
                  <c:v>11855.0614594</c:v>
                </c:pt>
                <c:pt idx="21">
                  <c:v>11077.6315309</c:v>
                </c:pt>
                <c:pt idx="22">
                  <c:v>13603.9022723</c:v>
                </c:pt>
                <c:pt idx="23">
                  <c:v>14962.1252918</c:v>
                </c:pt>
                <c:pt idx="24">
                  <c:v>15016.5141783</c:v>
                </c:pt>
                <c:pt idx="25">
                  <c:v>14927.3815763</c:v>
                </c:pt>
                <c:pt idx="26">
                  <c:v>15292.0334106</c:v>
                </c:pt>
                <c:pt idx="27">
                  <c:v>17124.8007066</c:v>
                </c:pt>
                <c:pt idx="28">
                  <c:v>16662.2962761</c:v>
                </c:pt>
                <c:pt idx="29">
                  <c:v>18809.2666016</c:v>
                </c:pt>
                <c:pt idx="30">
                  <c:v>19875.4382937</c:v>
                </c:pt>
                <c:pt idx="31">
                  <c:v>21564.7403798</c:v>
                </c:pt>
                <c:pt idx="32">
                  <c:v>19117.7454836</c:v>
                </c:pt>
                <c:pt idx="33">
                  <c:v>22232.7929916</c:v>
                </c:pt>
                <c:pt idx="34">
                  <c:v>23060.7120415</c:v>
                </c:pt>
                <c:pt idx="35">
                  <c:v>23452.8560862</c:v>
                </c:pt>
                <c:pt idx="36">
                  <c:v>19435.543141</c:v>
                </c:pt>
                <c:pt idx="37">
                  <c:v>17597.1130833</c:v>
                </c:pt>
                <c:pt idx="38">
                  <c:v>19005.0888908</c:v>
                </c:pt>
                <c:pt idx="39">
                  <c:v>14073.0548765</c:v>
                </c:pt>
                <c:pt idx="40">
                  <c:v>13422.192203</c:v>
                </c:pt>
                <c:pt idx="41">
                  <c:v>10985.8319108</c:v>
                </c:pt>
                <c:pt idx="42">
                  <c:v>13825.367588</c:v>
                </c:pt>
                <c:pt idx="43">
                  <c:v>12341.5865572</c:v>
                </c:pt>
                <c:pt idx="44">
                  <c:v>9773.00490313</c:v>
                </c:pt>
                <c:pt idx="45">
                  <c:v>10438.4685126</c:v>
                </c:pt>
                <c:pt idx="46">
                  <c:v>11481.1854911</c:v>
                </c:pt>
                <c:pt idx="47">
                  <c:v>9421.51830766</c:v>
                </c:pt>
                <c:pt idx="48">
                  <c:v>11443.838561</c:v>
                </c:pt>
                <c:pt idx="49">
                  <c:v>11263.2470964</c:v>
                </c:pt>
                <c:pt idx="50">
                  <c:v>13403.4308965</c:v>
                </c:pt>
                <c:pt idx="51">
                  <c:v>13469.5416864</c:v>
                </c:pt>
                <c:pt idx="52">
                  <c:v>15545.2685836</c:v>
                </c:pt>
                <c:pt idx="53">
                  <c:v>17481.834121</c:v>
                </c:pt>
                <c:pt idx="54">
                  <c:v>18765.8169061</c:v>
                </c:pt>
                <c:pt idx="55">
                  <c:v>18037.5134292</c:v>
                </c:pt>
                <c:pt idx="56">
                  <c:v>16214.4633487</c:v>
                </c:pt>
                <c:pt idx="57">
                  <c:v>15432.6731122</c:v>
                </c:pt>
                <c:pt idx="58">
                  <c:v>18817.8831012</c:v>
                </c:pt>
                <c:pt idx="59">
                  <c:v>20857.7691888</c:v>
                </c:pt>
                <c:pt idx="60">
                  <c:v>21482.81319</c:v>
                </c:pt>
                <c:pt idx="61">
                  <c:v>23658.049766</c:v>
                </c:pt>
                <c:pt idx="62">
                  <c:v>24089.1886634</c:v>
                </c:pt>
                <c:pt idx="63">
                  <c:v>21860.2073983</c:v>
                </c:pt>
                <c:pt idx="64">
                  <c:v>24583.8140724</c:v>
                </c:pt>
                <c:pt idx="65">
                  <c:v>27584.0654256</c:v>
                </c:pt>
                <c:pt idx="66">
                  <c:v>26414.5732059</c:v>
                </c:pt>
                <c:pt idx="67">
                  <c:v>26723.4135738</c:v>
                </c:pt>
                <c:pt idx="68">
                  <c:v>27908.5202009</c:v>
                </c:pt>
                <c:pt idx="69">
                  <c:v>27257.8820082</c:v>
                </c:pt>
                <c:pt idx="70">
                  <c:v>30033.6501073</c:v>
                </c:pt>
                <c:pt idx="71">
                  <c:v>30077.9872613</c:v>
                </c:pt>
                <c:pt idx="72">
                  <c:v>31146.3603222</c:v>
                </c:pt>
                <c:pt idx="73">
                  <c:v>29296.8230975</c:v>
                </c:pt>
                <c:pt idx="74">
                  <c:v>24754.8914724</c:v>
                </c:pt>
                <c:pt idx="75">
                  <c:v>24690.9334333</c:v>
                </c:pt>
                <c:pt idx="76">
                  <c:v>29215.6556958</c:v>
                </c:pt>
                <c:pt idx="77">
                  <c:v>32894.807169</c:v>
                </c:pt>
                <c:pt idx="78">
                  <c:v>34330.0523759</c:v>
                </c:pt>
                <c:pt idx="79">
                  <c:v>34756.5622219</c:v>
                </c:pt>
                <c:pt idx="80">
                  <c:v>38422.318325</c:v>
                </c:pt>
                <c:pt idx="81">
                  <c:v>41882.8363048</c:v>
                </c:pt>
                <c:pt idx="82">
                  <c:v>40259.940869</c:v>
                </c:pt>
                <c:pt idx="83">
                  <c:v>39507.306759</c:v>
                </c:pt>
                <c:pt idx="84">
                  <c:v>40257.1686636</c:v>
                </c:pt>
                <c:pt idx="85">
                  <c:v>38187.4686732</c:v>
                </c:pt>
                <c:pt idx="86">
                  <c:v>34286.4405661</c:v>
                </c:pt>
                <c:pt idx="87">
                  <c:v>45581.904185</c:v>
                </c:pt>
                <c:pt idx="88">
                  <c:v>55396.9549868</c:v>
                </c:pt>
                <c:pt idx="89">
                  <c:v>54496.3153943</c:v>
                </c:pt>
                <c:pt idx="90">
                  <c:v>47141.6747167</c:v>
                </c:pt>
                <c:pt idx="91">
                  <c:v>50864.1726534</c:v>
                </c:pt>
              </c:numCache>
            </c:numRef>
          </c:yVal>
        </c:ser>
        <c:ser>
          <c:idx val="3"/>
          <c:order val="3"/>
          <c:tx>
            <c:v>나스닥3배</c:v>
          </c:tx>
          <c:spPr>
            <a:ln xmlns:a="http://schemas.openxmlformats.org/drawingml/2006/main" w="25718">
              <a:solidFill>
                <a:srgbClr val="8052A2"/>
              </a:solidFill>
              <a:prstDash val="solid"/>
            </a:ln>
          </c:spPr>
          <c:marker>
            <c:symbol val="none"/>
          </c:marker>
          <c:xVal>
            <c:numRef>
              <c:f>'Chart Data'!$G$2:$G$93</c:f>
              <c:numCache>
                <c:formatCode>General</c:formatCode>
                <c:ptCount val="92"/>
                <c:pt idx="0">
                  <c:v>2019.04166667</c:v>
                </c:pt>
                <c:pt idx="1">
                  <c:v>2019.125</c:v>
                </c:pt>
                <c:pt idx="2">
                  <c:v>2019.20833333</c:v>
                </c:pt>
                <c:pt idx="3">
                  <c:v>2019.29166667</c:v>
                </c:pt>
                <c:pt idx="4">
                  <c:v>2019.375</c:v>
                </c:pt>
                <c:pt idx="5">
                  <c:v>2019.45833333</c:v>
                </c:pt>
                <c:pt idx="6">
                  <c:v>2019.54166667</c:v>
                </c:pt>
                <c:pt idx="7">
                  <c:v>2019.625</c:v>
                </c:pt>
                <c:pt idx="8">
                  <c:v>2019.70833333</c:v>
                </c:pt>
                <c:pt idx="9">
                  <c:v>2019.79166667</c:v>
                </c:pt>
                <c:pt idx="10">
                  <c:v>2019.875</c:v>
                </c:pt>
                <c:pt idx="11">
                  <c:v>2019.95833333</c:v>
                </c:pt>
                <c:pt idx="12">
                  <c:v>2020.04166667</c:v>
                </c:pt>
                <c:pt idx="13">
                  <c:v>2020.125</c:v>
                </c:pt>
                <c:pt idx="14">
                  <c:v>2020.20833333</c:v>
                </c:pt>
                <c:pt idx="15">
                  <c:v>2020.29166667</c:v>
                </c:pt>
                <c:pt idx="16">
                  <c:v>2020.375</c:v>
                </c:pt>
                <c:pt idx="17">
                  <c:v>2020.45833333</c:v>
                </c:pt>
                <c:pt idx="18">
                  <c:v>2020.54166667</c:v>
                </c:pt>
                <c:pt idx="19">
                  <c:v>2020.625</c:v>
                </c:pt>
                <c:pt idx="20">
                  <c:v>2020.70833333</c:v>
                </c:pt>
                <c:pt idx="21">
                  <c:v>2020.79166667</c:v>
                </c:pt>
                <c:pt idx="22">
                  <c:v>2020.875</c:v>
                </c:pt>
                <c:pt idx="23">
                  <c:v>2020.95833333</c:v>
                </c:pt>
                <c:pt idx="24">
                  <c:v>2021.04166667</c:v>
                </c:pt>
                <c:pt idx="25">
                  <c:v>2021.125</c:v>
                </c:pt>
                <c:pt idx="26">
                  <c:v>2021.20833333</c:v>
                </c:pt>
                <c:pt idx="27">
                  <c:v>2021.29166667</c:v>
                </c:pt>
                <c:pt idx="28">
                  <c:v>2021.375</c:v>
                </c:pt>
                <c:pt idx="29">
                  <c:v>2021.45833333</c:v>
                </c:pt>
                <c:pt idx="30">
                  <c:v>2021.54166667</c:v>
                </c:pt>
                <c:pt idx="31">
                  <c:v>2021.625</c:v>
                </c:pt>
                <c:pt idx="32">
                  <c:v>2021.70833333</c:v>
                </c:pt>
                <c:pt idx="33">
                  <c:v>2021.79166667</c:v>
                </c:pt>
                <c:pt idx="34">
                  <c:v>2021.875</c:v>
                </c:pt>
                <c:pt idx="35">
                  <c:v>2021.95833333</c:v>
                </c:pt>
                <c:pt idx="36">
                  <c:v>2022.04166667</c:v>
                </c:pt>
                <c:pt idx="37">
                  <c:v>2022.125</c:v>
                </c:pt>
                <c:pt idx="38">
                  <c:v>2022.20833333</c:v>
                </c:pt>
                <c:pt idx="39">
                  <c:v>2022.29166667</c:v>
                </c:pt>
                <c:pt idx="40">
                  <c:v>2022.375</c:v>
                </c:pt>
                <c:pt idx="41">
                  <c:v>2022.45833333</c:v>
                </c:pt>
                <c:pt idx="42">
                  <c:v>2022.54166667</c:v>
                </c:pt>
                <c:pt idx="43">
                  <c:v>2022.625</c:v>
                </c:pt>
                <c:pt idx="44">
                  <c:v>2022.70833333</c:v>
                </c:pt>
                <c:pt idx="45">
                  <c:v>2022.79166667</c:v>
                </c:pt>
                <c:pt idx="46">
                  <c:v>2022.875</c:v>
                </c:pt>
                <c:pt idx="47">
                  <c:v>2022.95833333</c:v>
                </c:pt>
                <c:pt idx="48">
                  <c:v>2023.04166667</c:v>
                </c:pt>
                <c:pt idx="49">
                  <c:v>2023.125</c:v>
                </c:pt>
                <c:pt idx="50">
                  <c:v>2023.20833333</c:v>
                </c:pt>
                <c:pt idx="51">
                  <c:v>2023.29166667</c:v>
                </c:pt>
                <c:pt idx="52">
                  <c:v>2023.375</c:v>
                </c:pt>
                <c:pt idx="53">
                  <c:v>2023.45833333</c:v>
                </c:pt>
                <c:pt idx="54">
                  <c:v>2023.54166667</c:v>
                </c:pt>
                <c:pt idx="55">
                  <c:v>2023.625</c:v>
                </c:pt>
                <c:pt idx="56">
                  <c:v>2023.70833333</c:v>
                </c:pt>
                <c:pt idx="57">
                  <c:v>2023.79166667</c:v>
                </c:pt>
                <c:pt idx="58">
                  <c:v>2023.875</c:v>
                </c:pt>
                <c:pt idx="59">
                  <c:v>2023.95833333</c:v>
                </c:pt>
                <c:pt idx="60">
                  <c:v>2024.04166667</c:v>
                </c:pt>
                <c:pt idx="61">
                  <c:v>2024.125</c:v>
                </c:pt>
                <c:pt idx="62">
                  <c:v>2024.20833333</c:v>
                </c:pt>
                <c:pt idx="63">
                  <c:v>2024.29166667</c:v>
                </c:pt>
                <c:pt idx="64">
                  <c:v>2024.375</c:v>
                </c:pt>
                <c:pt idx="65">
                  <c:v>2024.45833333</c:v>
                </c:pt>
                <c:pt idx="66">
                  <c:v>2024.54166667</c:v>
                </c:pt>
                <c:pt idx="67">
                  <c:v>2024.625</c:v>
                </c:pt>
                <c:pt idx="68">
                  <c:v>2024.70833333</c:v>
                </c:pt>
                <c:pt idx="69">
                  <c:v>2024.79166667</c:v>
                </c:pt>
                <c:pt idx="70">
                  <c:v>2024.875</c:v>
                </c:pt>
                <c:pt idx="71">
                  <c:v>2024.95833333</c:v>
                </c:pt>
                <c:pt idx="72">
                  <c:v>2025.04166667</c:v>
                </c:pt>
                <c:pt idx="73">
                  <c:v>2025.125</c:v>
                </c:pt>
                <c:pt idx="74">
                  <c:v>2025.20833333</c:v>
                </c:pt>
                <c:pt idx="75">
                  <c:v>2025.29166667</c:v>
                </c:pt>
                <c:pt idx="76">
                  <c:v>2025.375</c:v>
                </c:pt>
                <c:pt idx="77">
                  <c:v>2025.45833333</c:v>
                </c:pt>
                <c:pt idx="78">
                  <c:v>2025.54166667</c:v>
                </c:pt>
                <c:pt idx="79">
                  <c:v>2025.625</c:v>
                </c:pt>
                <c:pt idx="80">
                  <c:v>2025.70833333</c:v>
                </c:pt>
                <c:pt idx="81">
                  <c:v>2025.79166667</c:v>
                </c:pt>
                <c:pt idx="82">
                  <c:v>2025.875</c:v>
                </c:pt>
                <c:pt idx="83">
                  <c:v>2025.95833333</c:v>
                </c:pt>
                <c:pt idx="84">
                  <c:v>2026.04166667</c:v>
                </c:pt>
                <c:pt idx="85">
                  <c:v>2026.125</c:v>
                </c:pt>
                <c:pt idx="86">
                  <c:v>2026.20833333</c:v>
                </c:pt>
                <c:pt idx="87">
                  <c:v>2026.29166667</c:v>
                </c:pt>
                <c:pt idx="88">
                  <c:v>2026.375</c:v>
                </c:pt>
                <c:pt idx="89">
                  <c:v>2026.45833333</c:v>
                </c:pt>
                <c:pt idx="90">
                  <c:v>2026.54166667</c:v>
                </c:pt>
                <c:pt idx="91">
                  <c:v>2026.625</c:v>
                </c:pt>
              </c:numCache>
            </c:numRef>
          </c:xVal>
          <c:yVal>
            <c:numRef>
              <c:f>'Chart Data'!$H$2:$H$93</c:f>
              <c:numCache>
                <c:formatCode>#,##0</c:formatCode>
                <c:ptCount val="92"/>
                <c:pt idx="0">
                  <c:v>7361.1214528</c:v>
                </c:pt>
                <c:pt idx="1">
                  <c:v>8014.12686011</c:v>
                </c:pt>
                <c:pt idx="2">
                  <c:v>8921.45927138</c:v>
                </c:pt>
                <c:pt idx="3">
                  <c:v>10428.6807467</c:v>
                </c:pt>
                <c:pt idx="4">
                  <c:v>7939.82316111</c:v>
                </c:pt>
                <c:pt idx="5">
                  <c:v>9792.12856989</c:v>
                </c:pt>
                <c:pt idx="6">
                  <c:v>10419.6770982</c:v>
                </c:pt>
                <c:pt idx="7">
                  <c:v>9626.70018689</c:v>
                </c:pt>
                <c:pt idx="8">
                  <c:v>9829.08020558</c:v>
                </c:pt>
                <c:pt idx="9">
                  <c:v>11073.7462331</c:v>
                </c:pt>
                <c:pt idx="10">
                  <c:v>12446.0162262</c:v>
                </c:pt>
                <c:pt idx="11">
                  <c:v>13884.4694659</c:v>
                </c:pt>
                <c:pt idx="12">
                  <c:v>15042.4429586</c:v>
                </c:pt>
                <c:pt idx="13">
                  <c:v>12385.0734294</c:v>
                </c:pt>
                <c:pt idx="14">
                  <c:v>7673.53348782</c:v>
                </c:pt>
                <c:pt idx="15">
                  <c:v>11271.4701598</c:v>
                </c:pt>
                <c:pt idx="16">
                  <c:v>13397.6741569</c:v>
                </c:pt>
                <c:pt idx="17">
                  <c:v>15829.5170757</c:v>
                </c:pt>
                <c:pt idx="18">
                  <c:v>19375.6255105</c:v>
                </c:pt>
                <c:pt idx="19">
                  <c:v>26215.0839213</c:v>
                </c:pt>
                <c:pt idx="20">
                  <c:v>21281.8556659</c:v>
                </c:pt>
                <c:pt idx="21">
                  <c:v>19112.2551392</c:v>
                </c:pt>
                <c:pt idx="22">
                  <c:v>25740.9368353</c:v>
                </c:pt>
                <c:pt idx="23">
                  <c:v>29636.7314887</c:v>
                </c:pt>
                <c:pt idx="24">
                  <c:v>29517.3219068</c:v>
                </c:pt>
                <c:pt idx="25">
                  <c:v>29127.8332819</c:v>
                </c:pt>
                <c:pt idx="26">
                  <c:v>29812.6230682</c:v>
                </c:pt>
                <c:pt idx="27">
                  <c:v>35192.5587655</c:v>
                </c:pt>
                <c:pt idx="28">
                  <c:v>33554.5957708</c:v>
                </c:pt>
                <c:pt idx="29">
                  <c:v>40090.7257721</c:v>
                </c:pt>
                <c:pt idx="30">
                  <c:v>43463.622508</c:v>
                </c:pt>
                <c:pt idx="31">
                  <c:v>48970.6267945</c:v>
                </c:pt>
                <c:pt idx="32">
                  <c:v>40823.7731515</c:v>
                </c:pt>
                <c:pt idx="33">
                  <c:v>50873.0813044</c:v>
                </c:pt>
                <c:pt idx="34">
                  <c:v>53625.125527</c:v>
                </c:pt>
                <c:pt idx="35">
                  <c:v>54578.0680315</c:v>
                </c:pt>
                <c:pt idx="36">
                  <c:v>40591.1334315</c:v>
                </c:pt>
                <c:pt idx="37">
                  <c:v>34456.4002035</c:v>
                </c:pt>
                <c:pt idx="38">
                  <c:v>38236.5835057</c:v>
                </c:pt>
                <c:pt idx="39">
                  <c:v>24020.5368252</c:v>
                </c:pt>
                <c:pt idx="40">
                  <c:v>21749.4996106</c:v>
                </c:pt>
                <c:pt idx="41">
                  <c:v>15808.7332169</c:v>
                </c:pt>
                <c:pt idx="42">
                  <c:v>22001.4580111</c:v>
                </c:pt>
                <c:pt idx="43">
                  <c:v>18357.8163905</c:v>
                </c:pt>
                <c:pt idx="44">
                  <c:v>12767.2926703</c:v>
                </c:pt>
                <c:pt idx="45">
                  <c:v>13864.7014119</c:v>
                </c:pt>
                <c:pt idx="46">
                  <c:v>15615.1730864</c:v>
                </c:pt>
                <c:pt idx="47">
                  <c:v>11540.3183362</c:v>
                </c:pt>
                <c:pt idx="48">
                  <c:v>15309.640018</c:v>
                </c:pt>
                <c:pt idx="49">
                  <c:v>14806.5236785</c:v>
                </c:pt>
                <c:pt idx="50">
                  <c:v>19044.4479807</c:v>
                </c:pt>
                <c:pt idx="51">
                  <c:v>19057.8096218</c:v>
                </c:pt>
                <c:pt idx="52">
                  <c:v>23467.4296244</c:v>
                </c:pt>
                <c:pt idx="53">
                  <c:v>27798.5644435</c:v>
                </c:pt>
                <c:pt idx="54">
                  <c:v>30742.7316103</c:v>
                </c:pt>
                <c:pt idx="55">
                  <c:v>28814.291768</c:v>
                </c:pt>
                <c:pt idx="56">
                  <c:v>24285.9786318</c:v>
                </c:pt>
                <c:pt idx="57">
                  <c:v>22367.5903516</c:v>
                </c:pt>
                <c:pt idx="58">
                  <c:v>29960.3192378</c:v>
                </c:pt>
                <c:pt idx="59">
                  <c:v>34799.7513886</c:v>
                </c:pt>
                <c:pt idx="60">
                  <c:v>36153.1796577</c:v>
                </c:pt>
                <c:pt idx="61">
                  <c:v>41477.3986436</c:v>
                </c:pt>
                <c:pt idx="62">
                  <c:v>42474.1773094</c:v>
                </c:pt>
                <c:pt idx="63">
                  <c:v>36405.702745</c:v>
                </c:pt>
                <c:pt idx="64">
                  <c:v>43187.8031602</c:v>
                </c:pt>
                <c:pt idx="65">
                  <c:v>51203.9333794</c:v>
                </c:pt>
                <c:pt idx="66">
                  <c:v>47379.3848287</c:v>
                </c:pt>
                <c:pt idx="67">
                  <c:v>47629.9930245</c:v>
                </c:pt>
                <c:pt idx="68">
                  <c:v>50508.9037767</c:v>
                </c:pt>
                <c:pt idx="69">
                  <c:v>48410.6900615</c:v>
                </c:pt>
                <c:pt idx="70">
                  <c:v>55710.4840036</c:v>
                </c:pt>
                <c:pt idx="71">
                  <c:v>55383.0913503</c:v>
                </c:pt>
                <c:pt idx="72">
                  <c:v>57916.7495922</c:v>
                </c:pt>
                <c:pt idx="73">
                  <c:v>52474.0734522</c:v>
                </c:pt>
                <c:pt idx="74">
                  <c:v>40267.7827659</c:v>
                </c:pt>
                <c:pt idx="75">
                  <c:v>38585.8138987</c:v>
                </c:pt>
                <c:pt idx="76">
                  <c:v>49241.2219484</c:v>
                </c:pt>
                <c:pt idx="77">
                  <c:v>58572.6635247</c:v>
                </c:pt>
                <c:pt idx="78">
                  <c:v>62271.1136559</c:v>
                </c:pt>
                <c:pt idx="79">
                  <c:v>63104.4653831</c:v>
                </c:pt>
                <c:pt idx="80">
                  <c:v>73112.8099576</c:v>
                </c:pt>
                <c:pt idx="81">
                  <c:v>82553.4243152</c:v>
                </c:pt>
                <c:pt idx="82">
                  <c:v>77168.246419</c:v>
                </c:pt>
                <c:pt idx="83">
                  <c:v>74729.4465658</c:v>
                </c:pt>
                <c:pt idx="84">
                  <c:v>76564.4185838</c:v>
                </c:pt>
                <c:pt idx="85">
                  <c:v>70230.3586016</c:v>
                </c:pt>
                <c:pt idx="86">
                  <c:v>59226.0025599</c:v>
                </c:pt>
                <c:pt idx="87">
                  <c:v>90317.745908</c:v>
                </c:pt>
                <c:pt idx="88">
                  <c:v>120222.088253</c:v>
                </c:pt>
                <c:pt idx="89">
                  <c:v>115444.704131</c:v>
                </c:pt>
                <c:pt idx="90">
                  <c:v>92115.8773437</c:v>
                </c:pt>
                <c:pt idx="91">
                  <c:v>102543.158233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32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22000"/>
      </c:valAx>
      <c:valAx>
        <c:axId val="48650112"/>
        <c:scaling>
          <c:orientation val="minMax"/>
          <c:max val="2027"/>
          <c:min val="2019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납입 원금</c:v>
          </c:tx>
          <c:spPr>
            <a:solidFill xmlns:a="http://schemas.openxmlformats.org/drawingml/2006/main">
              <a:srgbClr val="2767B7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Deneb</c:v>
                </c:pt>
                <c:pt idx="1">
                  <c:v>나스닥1배</c:v>
                </c:pt>
                <c:pt idx="2">
                  <c:v>나스닥2배</c:v>
                </c:pt>
                <c:pt idx="3">
                  <c:v>S&amp;P500</c:v>
                </c:pt>
                <c:pt idx="4">
                  <c:v>Polaris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3520</c:v>
                </c:pt>
                <c:pt idx="1">
                  <c:v>3520</c:v>
                </c:pt>
                <c:pt idx="2">
                  <c:v>3520</c:v>
                </c:pt>
                <c:pt idx="3">
                  <c:v>3520</c:v>
                </c:pt>
                <c:pt idx="4">
                  <c:v>3520</c:v>
                </c:pt>
              </c:numCache>
            </c:numRef>
          </c:val>
        </c:ser>
        <c:ser>
          <c:idx val="1"/>
          <c:order val="1"/>
          <c:tx>
            <c:v>투자이익</c:v>
          </c:tx>
          <c:spPr>
            <a:solidFill xmlns:a="http://schemas.openxmlformats.org/drawingml/2006/main">
              <a:srgbClr val="174D3B"/>
            </a:solidFill>
          </c:spPr>
          <c:invertIfNegative val="0"/>
          <c:cat>
            <c:strRef>
              <c:f>'Chart Data'!$C$2:$C$6</c:f>
              <c:strCache>
                <c:ptCount val="5"/>
                <c:pt idx="0">
                  <c:v>Deneb</c:v>
                </c:pt>
                <c:pt idx="1">
                  <c:v>나스닥1배</c:v>
                </c:pt>
                <c:pt idx="2">
                  <c:v>나스닥2배</c:v>
                </c:pt>
                <c:pt idx="3">
                  <c:v>S&amp;P500</c:v>
                </c:pt>
                <c:pt idx="4">
                  <c:v>Polaris</c:v>
                </c:pt>
              </c:strCache>
            </c:strRef>
          </c:cat>
          <c:val>
            <c:numRef>
              <c:f>'Chart Data'!$D$2:$D$6</c:f>
              <c:numCache>
                <c:formatCode>#,##0</c:formatCode>
                <c:ptCount val="5"/>
                <c:pt idx="0">
                  <c:v>68702.4515457</c:v>
                </c:pt>
                <c:pt idx="1">
                  <c:v>14089.0716921</c:v>
                </c:pt>
                <c:pt idx="2">
                  <c:v>47344.1726534</c:v>
                </c:pt>
                <c:pt idx="3">
                  <c:v>8100.05214318</c:v>
                </c:pt>
                <c:pt idx="4">
                  <c:v>6633.47963723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80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2000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최대 낙폭</c:v>
          </c:tx>
          <c:spPr>
            <a:solidFill xmlns:a="http://schemas.openxmlformats.org/drawingml/2006/main">
              <a:srgbClr val="C2692B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Deneb</c:v>
                </c:pt>
                <c:pt idx="1">
                  <c:v>나스닥1배</c:v>
                </c:pt>
                <c:pt idx="2">
                  <c:v>나스닥2배</c:v>
                </c:pt>
                <c:pt idx="3">
                  <c:v>나스닥3배</c:v>
                </c:pt>
                <c:pt idx="4">
                  <c:v>S&amp;P500</c:v>
                </c:pt>
                <c:pt idx="5">
                  <c:v>Polaris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-0.317153568407</c:v>
                </c:pt>
                <c:pt idx="1">
                  <c:v>-0.351218255181</c:v>
                </c:pt>
                <c:pt idx="2">
                  <c:v>-0.636854742192</c:v>
                </c:pt>
                <c:pt idx="3">
                  <c:v>-0.816601661822</c:v>
                </c:pt>
                <c:pt idx="4">
                  <c:v>-0.337178708524</c:v>
                </c:pt>
                <c:pt idx="5">
                  <c:v>-0.233590049135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42923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t"/>
        <c:numFmt formatCode="General"/>
        <c:majorTickMark val="none"/>
        <c:minorTickMark val="none"/>
        <c:tickLblPos val="high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0"/>
          <c:min val="-1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가격 정체</c:v>
          </c:tx>
          <c:spPr>
            <a:ln xmlns:a="http://schemas.openxmlformats.org/drawingml/2006/main" w="25718">
              <a:solidFill>
                <a:srgbClr val="C2692B"/>
              </a:solidFill>
              <a:prstDash val="solid"/>
            </a:ln>
          </c:spPr>
          <c:marker>
            <c:symbol val="none"/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Data'!$B$2:$B$21</c:f>
              <c:numCache>
                <c:formatCode>#,##0</c:formatCode>
                <c:ptCount val="20"/>
                <c:pt idx="0">
                  <c:v>1.78788801956</c:v>
                </c:pt>
                <c:pt idx="1">
                  <c:v>4.62082216338</c:v>
                </c:pt>
                <c:pt idx="2">
                  <c:v>7.41781881926</c:v>
                </c:pt>
                <c:pt idx="3">
                  <c:v>10.179575671</c:v>
                </c:pt>
                <c:pt idx="4">
                  <c:v>16.927763562</c:v>
                </c:pt>
                <c:pt idx="5">
                  <c:v>22.1163533072</c:v>
                </c:pt>
                <c:pt idx="6">
                  <c:v>27.3498125309</c:v>
                </c:pt>
                <c:pt idx="7">
                  <c:v>32.6281613123</c:v>
                </c:pt>
                <c:pt idx="8">
                  <c:v>38.2496969637</c:v>
                </c:pt>
                <c:pt idx="9">
                  <c:v>46.2278755144</c:v>
                </c:pt>
                <c:pt idx="10">
                  <c:v>54.9008754943</c:v>
                </c:pt>
                <c:pt idx="11">
                  <c:v>63.8370072743</c:v>
                </c:pt>
                <c:pt idx="12">
                  <c:v>73.0442540601</c:v>
                </c:pt>
                <c:pt idx="13">
                  <c:v>82.5308412617</c:v>
                </c:pt>
                <c:pt idx="14">
                  <c:v>92.3052438412</c:v>
                </c:pt>
                <c:pt idx="15">
                  <c:v>102.376193884</c:v>
                </c:pt>
                <c:pt idx="16">
                  <c:v>112.752688401</c:v>
                </c:pt>
                <c:pt idx="17">
                  <c:v>123.443997363</c:v>
                </c:pt>
                <c:pt idx="18">
                  <c:v>134.459671986</c:v>
                </c:pt>
                <c:pt idx="19">
                  <c:v>145.809553261</c:v>
                </c:pt>
              </c:numCache>
            </c:numRef>
          </c:yVal>
        </c:ser>
        <c:ser>
          <c:idx val="1"/>
          <c:order val="1"/>
          <c:tx>
            <c:v>완만한 성장</c:v>
          </c:tx>
          <c:spPr>
            <a:ln xmlns:a="http://schemas.openxmlformats.org/drawingml/2006/main" w="25718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Data'!$C$2:$C$21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Data'!$D$2:$D$21</c:f>
              <c:numCache>
                <c:formatCode>#,##0</c:formatCode>
                <c:ptCount val="20"/>
                <c:pt idx="0">
                  <c:v>1.82288632424</c:v>
                </c:pt>
                <c:pt idx="1">
                  <c:v>4.98955990874</c:v>
                </c:pt>
                <c:pt idx="2">
                  <c:v>8.50135460143</c:v>
                </c:pt>
                <c:pt idx="3">
                  <c:v>12.3945118682</c:v>
                </c:pt>
                <c:pt idx="4">
                  <c:v>16.7113173231</c:v>
                </c:pt>
                <c:pt idx="5">
                  <c:v>21.4999341105</c:v>
                </c:pt>
                <c:pt idx="6">
                  <c:v>26.8150710411</c:v>
                </c:pt>
                <c:pt idx="7">
                  <c:v>32.7200314021</c:v>
                </c:pt>
                <c:pt idx="8">
                  <c:v>39.2650593445</c:v>
                </c:pt>
                <c:pt idx="9">
                  <c:v>46.5079512222</c:v>
                </c:pt>
                <c:pt idx="10">
                  <c:v>54.5391725065</c:v>
                </c:pt>
                <c:pt idx="11">
                  <c:v>63.4579768332</c:v>
                </c:pt>
                <c:pt idx="12">
                  <c:v>73.3676126861</c:v>
                </c:pt>
                <c:pt idx="13">
                  <c:v>84.3780556665</c:v>
                </c:pt>
                <c:pt idx="14">
                  <c:v>96.5468461488</c:v>
                </c:pt>
                <c:pt idx="15">
                  <c:v>110.035771827</c:v>
                </c:pt>
                <c:pt idx="16">
                  <c:v>125.002214196</c:v>
                </c:pt>
                <c:pt idx="17">
                  <c:v>141.642049628</c:v>
                </c:pt>
                <c:pt idx="18">
                  <c:v>160.1022228</c:v>
                </c:pt>
                <c:pt idx="19">
                  <c:v>180.57517874</c:v>
                </c:pt>
              </c:numCache>
            </c:numRef>
          </c:yVal>
        </c:ser>
        <c:ser>
          <c:idx val="2"/>
          <c:order val="2"/>
          <c:tx>
            <c:v>성장 중 급락</c:v>
          </c:tx>
          <c:spPr>
            <a:ln xmlns:a="http://schemas.openxmlformats.org/drawingml/2006/main" w="25718">
              <a:solidFill>
                <a:srgbClr val="2767B7"/>
              </a:solidFill>
              <a:prstDash val="solid"/>
            </a:ln>
          </c:spPr>
          <c:marker>
            <c:symbol val="none"/>
          </c:marker>
          <c:xVal>
            <c:numRef>
              <c:f>'Chart Data'!$E$2:$E$21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Data'!$F$2:$F$21</c:f>
              <c:numCache>
                <c:formatCode>#,##0</c:formatCode>
                <c:ptCount val="20"/>
                <c:pt idx="0">
                  <c:v>1.82288632424</c:v>
                </c:pt>
                <c:pt idx="1">
                  <c:v>4.98955990874</c:v>
                </c:pt>
                <c:pt idx="2">
                  <c:v>8.50135460143</c:v>
                </c:pt>
                <c:pt idx="3">
                  <c:v>12.3945118682</c:v>
                </c:pt>
                <c:pt idx="4">
                  <c:v>15.3751486983</c:v>
                </c:pt>
                <c:pt idx="5">
                  <c:v>19.9815112607</c:v>
                </c:pt>
                <c:pt idx="6">
                  <c:v>33.6896834271</c:v>
                </c:pt>
                <c:pt idx="7">
                  <c:v>45.4527504269</c:v>
                </c:pt>
                <c:pt idx="8">
                  <c:v>52.6774254006</c:v>
                </c:pt>
                <c:pt idx="9">
                  <c:v>60.6497312955</c:v>
                </c:pt>
                <c:pt idx="10">
                  <c:v>69.4683848281</c:v>
                </c:pt>
                <c:pt idx="11">
                  <c:v>79.2404868347</c:v>
                </c:pt>
                <c:pt idx="12">
                  <c:v>90.0748862661</c:v>
                </c:pt>
                <c:pt idx="13">
                  <c:v>102.086851236</c:v>
                </c:pt>
                <c:pt idx="14">
                  <c:v>115.325974949</c:v>
                </c:pt>
                <c:pt idx="15">
                  <c:v>129.966473591</c:v>
                </c:pt>
                <c:pt idx="16">
                  <c:v>146.17340757</c:v>
                </c:pt>
                <c:pt idx="17">
                  <c:v>164.153768536</c:v>
                </c:pt>
                <c:pt idx="18">
                  <c:v>184.054495814</c:v>
                </c:pt>
                <c:pt idx="19">
                  <c:v>206.073133421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60"/>
      </c:valAx>
      <c:valAx>
        <c:axId val="48650112"/>
        <c:scaling>
          <c:orientation val="minMax"/>
          <c:max val="2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하락 방어 사용</c:v>
          </c:tx>
          <c:spPr>
            <a:solidFill xmlns:a="http://schemas.openxmlformats.org/drawingml/2006/main">
              <a:srgbClr val="174D3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2018년4분기</c:v>
                </c:pt>
                <c:pt idx="1">
                  <c:v>2020년 코로나</c:v>
                </c:pt>
                <c:pt idx="2">
                  <c:v>2022년 금리 인상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-0.3067</c:v>
                </c:pt>
                <c:pt idx="1">
                  <c:v>-0.312</c:v>
                </c:pt>
                <c:pt idx="2">
                  <c:v>-0.2764</c:v>
                </c:pt>
              </c:numCache>
            </c:numRef>
          </c:val>
        </c:ser>
        <c:ser>
          <c:idx val="1"/>
          <c:order val="1"/>
          <c:tx>
            <c:v>하락 방어 제외</c:v>
          </c:tx>
          <c:spPr>
            <a:solidFill xmlns:a="http://schemas.openxmlformats.org/drawingml/2006/main">
              <a:srgbClr val="C2692B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2018년4분기</c:v>
                </c:pt>
                <c:pt idx="1">
                  <c:v>2020년 코로나</c:v>
                </c:pt>
                <c:pt idx="2">
                  <c:v>2022년 금리 인상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-0.3799</c:v>
                </c:pt>
                <c:pt idx="1">
                  <c:v>-0.521</c:v>
                </c:pt>
                <c:pt idx="2">
                  <c:v>-0.5119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42923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t"/>
        <c:numFmt formatCode="General"/>
        <c:majorTickMark val="none"/>
        <c:minorTickMark val="none"/>
        <c:tickLblPos val="high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0"/>
          <c:min val="-0.6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Deneb</c:v>
          </c:tx>
          <c:spPr>
            <a:ln xmlns:a="http://schemas.openxmlformats.org/drawingml/2006/main" w="25718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Data'!$A$2:$A$177</c:f>
              <c:numCache>
                <c:formatCode>General</c:formatCode>
                <c:ptCount val="176"/>
                <c:pt idx="0">
                  <c:v>2012.04166667</c:v>
                </c:pt>
                <c:pt idx="1">
                  <c:v>2012.125</c:v>
                </c:pt>
                <c:pt idx="2">
                  <c:v>2012.20833333</c:v>
                </c:pt>
                <c:pt idx="3">
                  <c:v>2012.29166667</c:v>
                </c:pt>
                <c:pt idx="4">
                  <c:v>2012.375</c:v>
                </c:pt>
                <c:pt idx="5">
                  <c:v>2012.45833333</c:v>
                </c:pt>
                <c:pt idx="6">
                  <c:v>2012.54166667</c:v>
                </c:pt>
                <c:pt idx="7">
                  <c:v>2012.625</c:v>
                </c:pt>
                <c:pt idx="8">
                  <c:v>2012.70833333</c:v>
                </c:pt>
                <c:pt idx="9">
                  <c:v>2012.79166667</c:v>
                </c:pt>
                <c:pt idx="10">
                  <c:v>2012.875</c:v>
                </c:pt>
                <c:pt idx="11">
                  <c:v>2012.95833333</c:v>
                </c:pt>
                <c:pt idx="12">
                  <c:v>2013.04166667</c:v>
                </c:pt>
                <c:pt idx="13">
                  <c:v>2013.125</c:v>
                </c:pt>
                <c:pt idx="14">
                  <c:v>2013.20833333</c:v>
                </c:pt>
                <c:pt idx="15">
                  <c:v>2013.29166667</c:v>
                </c:pt>
                <c:pt idx="16">
                  <c:v>2013.375</c:v>
                </c:pt>
                <c:pt idx="17">
                  <c:v>2013.45833333</c:v>
                </c:pt>
                <c:pt idx="18">
                  <c:v>2013.54166667</c:v>
                </c:pt>
                <c:pt idx="19">
                  <c:v>2013.625</c:v>
                </c:pt>
                <c:pt idx="20">
                  <c:v>2013.70833333</c:v>
                </c:pt>
                <c:pt idx="21">
                  <c:v>2013.79166667</c:v>
                </c:pt>
                <c:pt idx="22">
                  <c:v>2013.875</c:v>
                </c:pt>
                <c:pt idx="23">
                  <c:v>2013.95833333</c:v>
                </c:pt>
                <c:pt idx="24">
                  <c:v>2014.04166667</c:v>
                </c:pt>
                <c:pt idx="25">
                  <c:v>2014.125</c:v>
                </c:pt>
                <c:pt idx="26">
                  <c:v>2014.20833333</c:v>
                </c:pt>
                <c:pt idx="27">
                  <c:v>2014.29166667</c:v>
                </c:pt>
                <c:pt idx="28">
                  <c:v>2014.375</c:v>
                </c:pt>
                <c:pt idx="29">
                  <c:v>2014.45833333</c:v>
                </c:pt>
                <c:pt idx="30">
                  <c:v>2014.54166667</c:v>
                </c:pt>
                <c:pt idx="31">
                  <c:v>2014.625</c:v>
                </c:pt>
                <c:pt idx="32">
                  <c:v>2014.70833333</c:v>
                </c:pt>
                <c:pt idx="33">
                  <c:v>2014.79166667</c:v>
                </c:pt>
                <c:pt idx="34">
                  <c:v>2014.875</c:v>
                </c:pt>
                <c:pt idx="35">
                  <c:v>2014.95833333</c:v>
                </c:pt>
                <c:pt idx="36">
                  <c:v>2015.04166667</c:v>
                </c:pt>
                <c:pt idx="37">
                  <c:v>2015.125</c:v>
                </c:pt>
                <c:pt idx="38">
                  <c:v>2015.20833333</c:v>
                </c:pt>
                <c:pt idx="39">
                  <c:v>2015.29166667</c:v>
                </c:pt>
                <c:pt idx="40">
                  <c:v>2015.375</c:v>
                </c:pt>
                <c:pt idx="41">
                  <c:v>2015.45833333</c:v>
                </c:pt>
                <c:pt idx="42">
                  <c:v>2015.54166667</c:v>
                </c:pt>
                <c:pt idx="43">
                  <c:v>2015.625</c:v>
                </c:pt>
                <c:pt idx="44">
                  <c:v>2015.70833333</c:v>
                </c:pt>
                <c:pt idx="45">
                  <c:v>2015.79166667</c:v>
                </c:pt>
                <c:pt idx="46">
                  <c:v>2015.875</c:v>
                </c:pt>
                <c:pt idx="47">
                  <c:v>2015.95833333</c:v>
                </c:pt>
                <c:pt idx="48">
                  <c:v>2016.04166667</c:v>
                </c:pt>
                <c:pt idx="49">
                  <c:v>2016.125</c:v>
                </c:pt>
                <c:pt idx="50">
                  <c:v>2016.20833333</c:v>
                </c:pt>
                <c:pt idx="51">
                  <c:v>2016.29166667</c:v>
                </c:pt>
                <c:pt idx="52">
                  <c:v>2016.375</c:v>
                </c:pt>
                <c:pt idx="53">
                  <c:v>2016.45833333</c:v>
                </c:pt>
                <c:pt idx="54">
                  <c:v>2016.54166667</c:v>
                </c:pt>
                <c:pt idx="55">
                  <c:v>2016.625</c:v>
                </c:pt>
                <c:pt idx="56">
                  <c:v>2016.70833333</c:v>
                </c:pt>
                <c:pt idx="57">
                  <c:v>2016.79166667</c:v>
                </c:pt>
                <c:pt idx="58">
                  <c:v>2016.875</c:v>
                </c:pt>
                <c:pt idx="59">
                  <c:v>2016.95833333</c:v>
                </c:pt>
                <c:pt idx="60">
                  <c:v>2017.04166667</c:v>
                </c:pt>
                <c:pt idx="61">
                  <c:v>2017.125</c:v>
                </c:pt>
                <c:pt idx="62">
                  <c:v>2017.20833333</c:v>
                </c:pt>
                <c:pt idx="63">
                  <c:v>2017.29166667</c:v>
                </c:pt>
                <c:pt idx="64">
                  <c:v>2017.375</c:v>
                </c:pt>
                <c:pt idx="65">
                  <c:v>2017.45833333</c:v>
                </c:pt>
                <c:pt idx="66">
                  <c:v>2017.54166667</c:v>
                </c:pt>
                <c:pt idx="67">
                  <c:v>2017.625</c:v>
                </c:pt>
                <c:pt idx="68">
                  <c:v>2017.70833333</c:v>
                </c:pt>
                <c:pt idx="69">
                  <c:v>2017.79166667</c:v>
                </c:pt>
                <c:pt idx="70">
                  <c:v>2017.875</c:v>
                </c:pt>
                <c:pt idx="71">
                  <c:v>2017.95833333</c:v>
                </c:pt>
                <c:pt idx="72">
                  <c:v>2018.04166667</c:v>
                </c:pt>
                <c:pt idx="73">
                  <c:v>2018.125</c:v>
                </c:pt>
                <c:pt idx="74">
                  <c:v>2018.20833333</c:v>
                </c:pt>
                <c:pt idx="75">
                  <c:v>2018.29166667</c:v>
                </c:pt>
                <c:pt idx="76">
                  <c:v>2018.375</c:v>
                </c:pt>
                <c:pt idx="77">
                  <c:v>2018.45833333</c:v>
                </c:pt>
                <c:pt idx="78">
                  <c:v>2018.54166667</c:v>
                </c:pt>
                <c:pt idx="79">
                  <c:v>2018.625</c:v>
                </c:pt>
                <c:pt idx="80">
                  <c:v>2018.70833333</c:v>
                </c:pt>
                <c:pt idx="81">
                  <c:v>2018.79166667</c:v>
                </c:pt>
                <c:pt idx="82">
                  <c:v>2018.875</c:v>
                </c:pt>
                <c:pt idx="83">
                  <c:v>2018.95833333</c:v>
                </c:pt>
                <c:pt idx="84">
                  <c:v>2019.04166667</c:v>
                </c:pt>
                <c:pt idx="85">
                  <c:v>2019.125</c:v>
                </c:pt>
                <c:pt idx="86">
                  <c:v>2019.20833333</c:v>
                </c:pt>
                <c:pt idx="87">
                  <c:v>2019.29166667</c:v>
                </c:pt>
                <c:pt idx="88">
                  <c:v>2019.375</c:v>
                </c:pt>
                <c:pt idx="89">
                  <c:v>2019.45833333</c:v>
                </c:pt>
                <c:pt idx="90">
                  <c:v>2019.54166667</c:v>
                </c:pt>
                <c:pt idx="91">
                  <c:v>2019.625</c:v>
                </c:pt>
                <c:pt idx="92">
                  <c:v>2019.70833333</c:v>
                </c:pt>
                <c:pt idx="93">
                  <c:v>2019.79166667</c:v>
                </c:pt>
                <c:pt idx="94">
                  <c:v>2019.875</c:v>
                </c:pt>
                <c:pt idx="95">
                  <c:v>2019.95833333</c:v>
                </c:pt>
                <c:pt idx="96">
                  <c:v>2020.04166667</c:v>
                </c:pt>
                <c:pt idx="97">
                  <c:v>2020.125</c:v>
                </c:pt>
                <c:pt idx="98">
                  <c:v>2020.20833333</c:v>
                </c:pt>
                <c:pt idx="99">
                  <c:v>2020.29166667</c:v>
                </c:pt>
                <c:pt idx="100">
                  <c:v>2020.375</c:v>
                </c:pt>
                <c:pt idx="101">
                  <c:v>2020.45833333</c:v>
                </c:pt>
                <c:pt idx="102">
                  <c:v>2020.54166667</c:v>
                </c:pt>
                <c:pt idx="103">
                  <c:v>2020.625</c:v>
                </c:pt>
                <c:pt idx="104">
                  <c:v>2020.70833333</c:v>
                </c:pt>
                <c:pt idx="105">
                  <c:v>2020.79166667</c:v>
                </c:pt>
                <c:pt idx="106">
                  <c:v>2020.875</c:v>
                </c:pt>
                <c:pt idx="107">
                  <c:v>2020.95833333</c:v>
                </c:pt>
                <c:pt idx="108">
                  <c:v>2021.04166667</c:v>
                </c:pt>
                <c:pt idx="109">
                  <c:v>2021.125</c:v>
                </c:pt>
                <c:pt idx="110">
                  <c:v>2021.20833333</c:v>
                </c:pt>
                <c:pt idx="111">
                  <c:v>2021.29166667</c:v>
                </c:pt>
                <c:pt idx="112">
                  <c:v>2021.375</c:v>
                </c:pt>
                <c:pt idx="113">
                  <c:v>2021.45833333</c:v>
                </c:pt>
                <c:pt idx="114">
                  <c:v>2021.54166667</c:v>
                </c:pt>
                <c:pt idx="115">
                  <c:v>2021.625</c:v>
                </c:pt>
                <c:pt idx="116">
                  <c:v>2021.70833333</c:v>
                </c:pt>
                <c:pt idx="117">
                  <c:v>2021.79166667</c:v>
                </c:pt>
                <c:pt idx="118">
                  <c:v>2021.875</c:v>
                </c:pt>
                <c:pt idx="119">
                  <c:v>2021.95833333</c:v>
                </c:pt>
                <c:pt idx="120">
                  <c:v>2022.04166667</c:v>
                </c:pt>
                <c:pt idx="121">
                  <c:v>2022.125</c:v>
                </c:pt>
                <c:pt idx="122">
                  <c:v>2022.20833333</c:v>
                </c:pt>
                <c:pt idx="123">
                  <c:v>2022.29166667</c:v>
                </c:pt>
                <c:pt idx="124">
                  <c:v>2022.375</c:v>
                </c:pt>
                <c:pt idx="125">
                  <c:v>2022.45833333</c:v>
                </c:pt>
                <c:pt idx="126">
                  <c:v>2022.54166667</c:v>
                </c:pt>
                <c:pt idx="127">
                  <c:v>2022.625</c:v>
                </c:pt>
                <c:pt idx="128">
                  <c:v>2022.70833333</c:v>
                </c:pt>
                <c:pt idx="129">
                  <c:v>2022.79166667</c:v>
                </c:pt>
                <c:pt idx="130">
                  <c:v>2022.875</c:v>
                </c:pt>
                <c:pt idx="131">
                  <c:v>2022.95833333</c:v>
                </c:pt>
                <c:pt idx="132">
                  <c:v>2023.04166667</c:v>
                </c:pt>
                <c:pt idx="133">
                  <c:v>2023.125</c:v>
                </c:pt>
                <c:pt idx="134">
                  <c:v>2023.20833333</c:v>
                </c:pt>
                <c:pt idx="135">
                  <c:v>2023.29166667</c:v>
                </c:pt>
                <c:pt idx="136">
                  <c:v>2023.375</c:v>
                </c:pt>
                <c:pt idx="137">
                  <c:v>2023.45833333</c:v>
                </c:pt>
                <c:pt idx="138">
                  <c:v>2023.54166667</c:v>
                </c:pt>
                <c:pt idx="139">
                  <c:v>2023.625</c:v>
                </c:pt>
                <c:pt idx="140">
                  <c:v>2023.70833333</c:v>
                </c:pt>
                <c:pt idx="141">
                  <c:v>2023.79166667</c:v>
                </c:pt>
                <c:pt idx="142">
                  <c:v>2023.875</c:v>
                </c:pt>
                <c:pt idx="143">
                  <c:v>2023.95833333</c:v>
                </c:pt>
                <c:pt idx="144">
                  <c:v>2024.04166667</c:v>
                </c:pt>
                <c:pt idx="145">
                  <c:v>2024.125</c:v>
                </c:pt>
                <c:pt idx="146">
                  <c:v>2024.20833333</c:v>
                </c:pt>
                <c:pt idx="147">
                  <c:v>2024.29166667</c:v>
                </c:pt>
                <c:pt idx="148">
                  <c:v>2024.375</c:v>
                </c:pt>
                <c:pt idx="149">
                  <c:v>2024.45833333</c:v>
                </c:pt>
                <c:pt idx="150">
                  <c:v>2024.54166667</c:v>
                </c:pt>
                <c:pt idx="151">
                  <c:v>2024.625</c:v>
                </c:pt>
                <c:pt idx="152">
                  <c:v>2024.70833333</c:v>
                </c:pt>
                <c:pt idx="153">
                  <c:v>2024.79166667</c:v>
                </c:pt>
                <c:pt idx="154">
                  <c:v>2024.875</c:v>
                </c:pt>
                <c:pt idx="155">
                  <c:v>2024.95833333</c:v>
                </c:pt>
                <c:pt idx="156">
                  <c:v>2025.04166667</c:v>
                </c:pt>
                <c:pt idx="157">
                  <c:v>2025.125</c:v>
                </c:pt>
                <c:pt idx="158">
                  <c:v>2025.20833333</c:v>
                </c:pt>
                <c:pt idx="159">
                  <c:v>2025.29166667</c:v>
                </c:pt>
                <c:pt idx="160">
                  <c:v>2025.375</c:v>
                </c:pt>
                <c:pt idx="161">
                  <c:v>2025.45833333</c:v>
                </c:pt>
                <c:pt idx="162">
                  <c:v>2025.54166667</c:v>
                </c:pt>
                <c:pt idx="163">
                  <c:v>2025.625</c:v>
                </c:pt>
                <c:pt idx="164">
                  <c:v>2025.70833333</c:v>
                </c:pt>
                <c:pt idx="165">
                  <c:v>2025.79166667</c:v>
                </c:pt>
                <c:pt idx="166">
                  <c:v>2025.875</c:v>
                </c:pt>
                <c:pt idx="167">
                  <c:v>2025.95833333</c:v>
                </c:pt>
                <c:pt idx="168">
                  <c:v>2026.04166667</c:v>
                </c:pt>
                <c:pt idx="169">
                  <c:v>2026.125</c:v>
                </c:pt>
                <c:pt idx="170">
                  <c:v>2026.20833333</c:v>
                </c:pt>
                <c:pt idx="171">
                  <c:v>2026.29166667</c:v>
                </c:pt>
                <c:pt idx="172">
                  <c:v>2026.375</c:v>
                </c:pt>
                <c:pt idx="173">
                  <c:v>2026.45833333</c:v>
                </c:pt>
                <c:pt idx="174">
                  <c:v>2026.54166667</c:v>
                </c:pt>
                <c:pt idx="175">
                  <c:v>2026.625</c:v>
                </c:pt>
              </c:numCache>
            </c:numRef>
          </c:xVal>
          <c:yVal>
            <c:numRef>
              <c:f>'Chart Data'!$B$2:$B$177</c:f>
              <c:numCache>
                <c:formatCode>#,##0</c:formatCode>
                <c:ptCount val="176"/>
                <c:pt idx="0">
                  <c:v>22.4268449462</c:v>
                </c:pt>
                <c:pt idx="1">
                  <c:v>47.6109643345</c:v>
                </c:pt>
                <c:pt idx="2">
                  <c:v>74.1618216252</c:v>
                </c:pt>
                <c:pt idx="3">
                  <c:v>90.9336746368</c:v>
                </c:pt>
                <c:pt idx="4">
                  <c:v>103.837071076</c:v>
                </c:pt>
                <c:pt idx="5">
                  <c:v>128.509366475</c:v>
                </c:pt>
                <c:pt idx="6">
                  <c:v>151.643632313</c:v>
                </c:pt>
                <c:pt idx="7">
                  <c:v>188.849426641</c:v>
                </c:pt>
                <c:pt idx="8">
                  <c:v>212.581437518</c:v>
                </c:pt>
                <c:pt idx="9">
                  <c:v>212.050462773</c:v>
                </c:pt>
                <c:pt idx="10">
                  <c:v>227.036921998</c:v>
                </c:pt>
                <c:pt idx="11">
                  <c:v>244.203240168</c:v>
                </c:pt>
                <c:pt idx="12">
                  <c:v>280.987303258</c:v>
                </c:pt>
                <c:pt idx="13">
                  <c:v>304.084404542</c:v>
                </c:pt>
                <c:pt idx="14">
                  <c:v>347.016717119</c:v>
                </c:pt>
                <c:pt idx="15">
                  <c:v>386.960704744</c:v>
                </c:pt>
                <c:pt idx="16">
                  <c:v>435.610782285</c:v>
                </c:pt>
                <c:pt idx="17">
                  <c:v>426.74259802</c:v>
                </c:pt>
                <c:pt idx="18">
                  <c:v>476.981505452</c:v>
                </c:pt>
                <c:pt idx="19">
                  <c:v>485.622304705</c:v>
                </c:pt>
                <c:pt idx="20">
                  <c:v>529.808185211</c:v>
                </c:pt>
                <c:pt idx="21">
                  <c:v>583.488335548</c:v>
                </c:pt>
                <c:pt idx="22">
                  <c:v>627.016867973</c:v>
                </c:pt>
                <c:pt idx="23">
                  <c:v>668.01929</c:v>
                </c:pt>
                <c:pt idx="24">
                  <c:v>659.664694608</c:v>
                </c:pt>
                <c:pt idx="25">
                  <c:v>722.360631407</c:v>
                </c:pt>
                <c:pt idx="26">
                  <c:v>734.975395082</c:v>
                </c:pt>
                <c:pt idx="27">
                  <c:v>722.679963577</c:v>
                </c:pt>
                <c:pt idx="28">
                  <c:v>805.969900547</c:v>
                </c:pt>
                <c:pt idx="29">
                  <c:v>877.314974972</c:v>
                </c:pt>
                <c:pt idx="30">
                  <c:v>907.398249652</c:v>
                </c:pt>
                <c:pt idx="31">
                  <c:v>1026.56210991</c:v>
                </c:pt>
                <c:pt idx="32">
                  <c:v>1028.42969494</c:v>
                </c:pt>
                <c:pt idx="33">
                  <c:v>1065.05720059</c:v>
                </c:pt>
                <c:pt idx="34">
                  <c:v>1186.7008061</c:v>
                </c:pt>
                <c:pt idx="35">
                  <c:v>1131.08222189</c:v>
                </c:pt>
                <c:pt idx="36">
                  <c:v>1114.81966187</c:v>
                </c:pt>
                <c:pt idx="37">
                  <c:v>1271.55639816</c:v>
                </c:pt>
                <c:pt idx="38">
                  <c:v>1219.66455308</c:v>
                </c:pt>
                <c:pt idx="39">
                  <c:v>1282.41411906</c:v>
                </c:pt>
                <c:pt idx="40">
                  <c:v>1354.31793621</c:v>
                </c:pt>
                <c:pt idx="41">
                  <c:v>1293.15850571</c:v>
                </c:pt>
                <c:pt idx="42">
                  <c:v>1420.94324971</c:v>
                </c:pt>
                <c:pt idx="43">
                  <c:v>1160.44464187</c:v>
                </c:pt>
                <c:pt idx="44">
                  <c:v>1131.15460192</c:v>
                </c:pt>
                <c:pt idx="45">
                  <c:v>1423.2473269</c:v>
                </c:pt>
                <c:pt idx="46">
                  <c:v>1455.19775236</c:v>
                </c:pt>
                <c:pt idx="47">
                  <c:v>1418.53442981</c:v>
                </c:pt>
                <c:pt idx="48">
                  <c:v>1258.36609219</c:v>
                </c:pt>
                <c:pt idx="49">
                  <c:v>1305.04555173</c:v>
                </c:pt>
                <c:pt idx="50">
                  <c:v>1511.82457994</c:v>
                </c:pt>
                <c:pt idx="51">
                  <c:v>1441.0196435</c:v>
                </c:pt>
                <c:pt idx="52">
                  <c:v>1525.93068004</c:v>
                </c:pt>
                <c:pt idx="53">
                  <c:v>1432.13026348</c:v>
                </c:pt>
                <c:pt idx="54">
                  <c:v>1586.66363912</c:v>
                </c:pt>
                <c:pt idx="55">
                  <c:v>1629.37461295</c:v>
                </c:pt>
                <c:pt idx="56">
                  <c:v>1707.84959673</c:v>
                </c:pt>
                <c:pt idx="57">
                  <c:v>1669.29934282</c:v>
                </c:pt>
                <c:pt idx="58">
                  <c:v>1722.91279466</c:v>
                </c:pt>
                <c:pt idx="59">
                  <c:v>1787.53935847</c:v>
                </c:pt>
                <c:pt idx="60">
                  <c:v>1973.82950493</c:v>
                </c:pt>
                <c:pt idx="61">
                  <c:v>2181.55007336</c:v>
                </c:pt>
                <c:pt idx="62">
                  <c:v>2277.11587429</c:v>
                </c:pt>
                <c:pt idx="63">
                  <c:v>2410.61705107</c:v>
                </c:pt>
                <c:pt idx="64">
                  <c:v>2614.0074172</c:v>
                </c:pt>
                <c:pt idx="65">
                  <c:v>2505.83653679</c:v>
                </c:pt>
                <c:pt idx="66">
                  <c:v>2737.47915797</c:v>
                </c:pt>
                <c:pt idx="67">
                  <c:v>2840.61230468</c:v>
                </c:pt>
                <c:pt idx="68">
                  <c:v>2874.85866545</c:v>
                </c:pt>
                <c:pt idx="69">
                  <c:v>3175.33160123</c:v>
                </c:pt>
                <c:pt idx="70">
                  <c:v>3354.06448558</c:v>
                </c:pt>
                <c:pt idx="71">
                  <c:v>3424.3766703</c:v>
                </c:pt>
                <c:pt idx="72">
                  <c:v>4072.09516428</c:v>
                </c:pt>
                <c:pt idx="73">
                  <c:v>3762.37990331</c:v>
                </c:pt>
                <c:pt idx="74">
                  <c:v>3632.97045851</c:v>
                </c:pt>
                <c:pt idx="75">
                  <c:v>3527.7138397</c:v>
                </c:pt>
                <c:pt idx="76">
                  <c:v>3895.89034221</c:v>
                </c:pt>
                <c:pt idx="77">
                  <c:v>3977.36414089</c:v>
                </c:pt>
                <c:pt idx="78">
                  <c:v>4250.52396438</c:v>
                </c:pt>
                <c:pt idx="79">
                  <c:v>4760.04796348</c:v>
                </c:pt>
                <c:pt idx="80">
                  <c:v>4755.80159827</c:v>
                </c:pt>
                <c:pt idx="81">
                  <c:v>3958.74328958</c:v>
                </c:pt>
                <c:pt idx="82">
                  <c:v>3804.53680332</c:v>
                </c:pt>
                <c:pt idx="83">
                  <c:v>3482.3736478</c:v>
                </c:pt>
                <c:pt idx="84">
                  <c:v>3797.60533287</c:v>
                </c:pt>
                <c:pt idx="85">
                  <c:v>4057.41597878</c:v>
                </c:pt>
                <c:pt idx="86">
                  <c:v>4362.14065254</c:v>
                </c:pt>
                <c:pt idx="87">
                  <c:v>4874.43724996</c:v>
                </c:pt>
                <c:pt idx="88">
                  <c:v>4178.28079998</c:v>
                </c:pt>
                <c:pt idx="89">
                  <c:v>4749.76350359</c:v>
                </c:pt>
                <c:pt idx="90">
                  <c:v>4969.25167809</c:v>
                </c:pt>
                <c:pt idx="91">
                  <c:v>4622.33269268</c:v>
                </c:pt>
                <c:pt idx="92">
                  <c:v>4763.23635695</c:v>
                </c:pt>
                <c:pt idx="93">
                  <c:v>5174.20055579</c:v>
                </c:pt>
                <c:pt idx="94">
                  <c:v>5633.03855031</c:v>
                </c:pt>
                <c:pt idx="95">
                  <c:v>6092.45679758</c:v>
                </c:pt>
                <c:pt idx="96">
                  <c:v>6372.77972795</c:v>
                </c:pt>
                <c:pt idx="97">
                  <c:v>5697.27560394</c:v>
                </c:pt>
                <c:pt idx="98">
                  <c:v>5431.51718556</c:v>
                </c:pt>
                <c:pt idx="99">
                  <c:v>6917.99612357</c:v>
                </c:pt>
                <c:pt idx="100">
                  <c:v>7374.2280066</c:v>
                </c:pt>
                <c:pt idx="101">
                  <c:v>8132.1904434</c:v>
                </c:pt>
                <c:pt idx="102">
                  <c:v>9277.48322155</c:v>
                </c:pt>
                <c:pt idx="103">
                  <c:v>11232.3148382</c:v>
                </c:pt>
                <c:pt idx="104">
                  <c:v>10122.6058962</c:v>
                </c:pt>
                <c:pt idx="105">
                  <c:v>10159.8071595</c:v>
                </c:pt>
                <c:pt idx="106">
                  <c:v>11490.0523475</c:v>
                </c:pt>
                <c:pt idx="107">
                  <c:v>12576.7317347</c:v>
                </c:pt>
                <c:pt idx="108">
                  <c:v>12540.3058974</c:v>
                </c:pt>
                <c:pt idx="109">
                  <c:v>12860.8171312</c:v>
                </c:pt>
                <c:pt idx="110">
                  <c:v>14245.8520269</c:v>
                </c:pt>
                <c:pt idx="111">
                  <c:v>15583.8035336</c:v>
                </c:pt>
                <c:pt idx="112">
                  <c:v>15264.1647876</c:v>
                </c:pt>
                <c:pt idx="113">
                  <c:v>17013.4469911</c:v>
                </c:pt>
                <c:pt idx="114">
                  <c:v>17927.4910046</c:v>
                </c:pt>
                <c:pt idx="115">
                  <c:v>19455.1641922</c:v>
                </c:pt>
                <c:pt idx="116">
                  <c:v>17296.7407258</c:v>
                </c:pt>
                <c:pt idx="117">
                  <c:v>20090.7713633</c:v>
                </c:pt>
                <c:pt idx="118">
                  <c:v>20579.5672769</c:v>
                </c:pt>
                <c:pt idx="119">
                  <c:v>20900.5752236</c:v>
                </c:pt>
                <c:pt idx="120">
                  <c:v>19458.1264884</c:v>
                </c:pt>
                <c:pt idx="121">
                  <c:v>19265.8911964</c:v>
                </c:pt>
                <c:pt idx="122">
                  <c:v>19782.6045576</c:v>
                </c:pt>
                <c:pt idx="123">
                  <c:v>17682.2041454</c:v>
                </c:pt>
                <c:pt idx="124">
                  <c:v>18169.0010559</c:v>
                </c:pt>
                <c:pt idx="125">
                  <c:v>17197.9547455</c:v>
                </c:pt>
                <c:pt idx="126">
                  <c:v>17666.8148625</c:v>
                </c:pt>
                <c:pt idx="127">
                  <c:v>16464.3761038</c:v>
                </c:pt>
                <c:pt idx="128">
                  <c:v>15489.7415566</c:v>
                </c:pt>
                <c:pt idx="129">
                  <c:v>16596.3206873</c:v>
                </c:pt>
                <c:pt idx="130">
                  <c:v>17354.5181829</c:v>
                </c:pt>
                <c:pt idx="131">
                  <c:v>15680.4143684</c:v>
                </c:pt>
                <c:pt idx="132">
                  <c:v>16683.03452</c:v>
                </c:pt>
                <c:pt idx="133">
                  <c:v>15934.0424111</c:v>
                </c:pt>
                <c:pt idx="134">
                  <c:v>18046.7460779</c:v>
                </c:pt>
                <c:pt idx="135">
                  <c:v>18013.9485499</c:v>
                </c:pt>
                <c:pt idx="136">
                  <c:v>20231.2152174</c:v>
                </c:pt>
                <c:pt idx="137">
                  <c:v>22935.7304378</c:v>
                </c:pt>
                <c:pt idx="138">
                  <c:v>24786.5522814</c:v>
                </c:pt>
                <c:pt idx="139">
                  <c:v>23365.7167541</c:v>
                </c:pt>
                <c:pt idx="140">
                  <c:v>22082.4349371</c:v>
                </c:pt>
                <c:pt idx="141">
                  <c:v>21049.5496248</c:v>
                </c:pt>
                <c:pt idx="142">
                  <c:v>25691.4639107</c:v>
                </c:pt>
                <c:pt idx="143">
                  <c:v>28834.7364664</c:v>
                </c:pt>
                <c:pt idx="144">
                  <c:v>29535.7746078</c:v>
                </c:pt>
                <c:pt idx="145">
                  <c:v>32370.6594376</c:v>
                </c:pt>
                <c:pt idx="146">
                  <c:v>33495.7952281</c:v>
                </c:pt>
                <c:pt idx="147">
                  <c:v>29335.1605624</c:v>
                </c:pt>
                <c:pt idx="148">
                  <c:v>32915.1613199</c:v>
                </c:pt>
                <c:pt idx="149">
                  <c:v>36592.271375</c:v>
                </c:pt>
                <c:pt idx="150">
                  <c:v>36774.2642906</c:v>
                </c:pt>
                <c:pt idx="151">
                  <c:v>38227.8908921</c:v>
                </c:pt>
                <c:pt idx="152">
                  <c:v>38064.2932856</c:v>
                </c:pt>
                <c:pt idx="153">
                  <c:v>37239.6569445</c:v>
                </c:pt>
                <c:pt idx="154">
                  <c:v>41280.1391542</c:v>
                </c:pt>
                <c:pt idx="155">
                  <c:v>40065.311492</c:v>
                </c:pt>
                <c:pt idx="156">
                  <c:v>41408.0365247</c:v>
                </c:pt>
                <c:pt idx="157">
                  <c:v>41023.4383202</c:v>
                </c:pt>
                <c:pt idx="158">
                  <c:v>38976.8672855</c:v>
                </c:pt>
                <c:pt idx="159">
                  <c:v>37510.1913314</c:v>
                </c:pt>
                <c:pt idx="160">
                  <c:v>37987.3969042</c:v>
                </c:pt>
                <c:pt idx="161">
                  <c:v>42558.5120031</c:v>
                </c:pt>
                <c:pt idx="162">
                  <c:v>44168.4819274</c:v>
                </c:pt>
                <c:pt idx="163">
                  <c:v>45425.1103131</c:v>
                </c:pt>
                <c:pt idx="164">
                  <c:v>49570.2727949</c:v>
                </c:pt>
                <c:pt idx="165">
                  <c:v>53020.0893024</c:v>
                </c:pt>
                <c:pt idx="166">
                  <c:v>50225.4469884</c:v>
                </c:pt>
                <c:pt idx="167">
                  <c:v>49981.130208</c:v>
                </c:pt>
                <c:pt idx="168">
                  <c:v>52513.5956588</c:v>
                </c:pt>
                <c:pt idx="169">
                  <c:v>53692.8581431</c:v>
                </c:pt>
                <c:pt idx="170">
                  <c:v>48964.588139</c:v>
                </c:pt>
                <c:pt idx="171">
                  <c:v>59260.2728953</c:v>
                </c:pt>
                <c:pt idx="172">
                  <c:v>71092.6733051</c:v>
                </c:pt>
                <c:pt idx="173">
                  <c:v>67796.6187116</c:v>
                </c:pt>
                <c:pt idx="174">
                  <c:v>67375.5297244</c:v>
                </c:pt>
                <c:pt idx="175">
                  <c:v>72222.4515457</c:v>
                </c:pt>
              </c:numCache>
            </c:numRef>
          </c:yVal>
        </c:ser>
        <c:ser>
          <c:idx val="1"/>
          <c:order val="1"/>
          <c:tx>
            <c:v>방어 제외</c:v>
          </c:tx>
          <c:spPr>
            <a:ln xmlns:a="http://schemas.openxmlformats.org/drawingml/2006/main" w="25718">
              <a:solidFill>
                <a:srgbClr val="2767B7"/>
              </a:solidFill>
              <a:prstDash val="solid"/>
            </a:ln>
          </c:spPr>
          <c:marker>
            <c:symbol val="none"/>
          </c:marker>
          <c:xVal>
            <c:numRef>
              <c:f>'Chart Data'!$C$2:$C$177</c:f>
              <c:numCache>
                <c:formatCode>General</c:formatCode>
                <c:ptCount val="176"/>
                <c:pt idx="0">
                  <c:v>2012.04166667</c:v>
                </c:pt>
                <c:pt idx="1">
                  <c:v>2012.125</c:v>
                </c:pt>
                <c:pt idx="2">
                  <c:v>2012.20833333</c:v>
                </c:pt>
                <c:pt idx="3">
                  <c:v>2012.29166667</c:v>
                </c:pt>
                <c:pt idx="4">
                  <c:v>2012.375</c:v>
                </c:pt>
                <c:pt idx="5">
                  <c:v>2012.45833333</c:v>
                </c:pt>
                <c:pt idx="6">
                  <c:v>2012.54166667</c:v>
                </c:pt>
                <c:pt idx="7">
                  <c:v>2012.625</c:v>
                </c:pt>
                <c:pt idx="8">
                  <c:v>2012.70833333</c:v>
                </c:pt>
                <c:pt idx="9">
                  <c:v>2012.79166667</c:v>
                </c:pt>
                <c:pt idx="10">
                  <c:v>2012.875</c:v>
                </c:pt>
                <c:pt idx="11">
                  <c:v>2012.95833333</c:v>
                </c:pt>
                <c:pt idx="12">
                  <c:v>2013.04166667</c:v>
                </c:pt>
                <c:pt idx="13">
                  <c:v>2013.125</c:v>
                </c:pt>
                <c:pt idx="14">
                  <c:v>2013.20833333</c:v>
                </c:pt>
                <c:pt idx="15">
                  <c:v>2013.29166667</c:v>
                </c:pt>
                <c:pt idx="16">
                  <c:v>2013.375</c:v>
                </c:pt>
                <c:pt idx="17">
                  <c:v>2013.45833333</c:v>
                </c:pt>
                <c:pt idx="18">
                  <c:v>2013.54166667</c:v>
                </c:pt>
                <c:pt idx="19">
                  <c:v>2013.625</c:v>
                </c:pt>
                <c:pt idx="20">
                  <c:v>2013.70833333</c:v>
                </c:pt>
                <c:pt idx="21">
                  <c:v>2013.79166667</c:v>
                </c:pt>
                <c:pt idx="22">
                  <c:v>2013.875</c:v>
                </c:pt>
                <c:pt idx="23">
                  <c:v>2013.95833333</c:v>
                </c:pt>
                <c:pt idx="24">
                  <c:v>2014.04166667</c:v>
                </c:pt>
                <c:pt idx="25">
                  <c:v>2014.125</c:v>
                </c:pt>
                <c:pt idx="26">
                  <c:v>2014.20833333</c:v>
                </c:pt>
                <c:pt idx="27">
                  <c:v>2014.29166667</c:v>
                </c:pt>
                <c:pt idx="28">
                  <c:v>2014.375</c:v>
                </c:pt>
                <c:pt idx="29">
                  <c:v>2014.45833333</c:v>
                </c:pt>
                <c:pt idx="30">
                  <c:v>2014.54166667</c:v>
                </c:pt>
                <c:pt idx="31">
                  <c:v>2014.625</c:v>
                </c:pt>
                <c:pt idx="32">
                  <c:v>2014.70833333</c:v>
                </c:pt>
                <c:pt idx="33">
                  <c:v>2014.79166667</c:v>
                </c:pt>
                <c:pt idx="34">
                  <c:v>2014.875</c:v>
                </c:pt>
                <c:pt idx="35">
                  <c:v>2014.95833333</c:v>
                </c:pt>
                <c:pt idx="36">
                  <c:v>2015.04166667</c:v>
                </c:pt>
                <c:pt idx="37">
                  <c:v>2015.125</c:v>
                </c:pt>
                <c:pt idx="38">
                  <c:v>2015.20833333</c:v>
                </c:pt>
                <c:pt idx="39">
                  <c:v>2015.29166667</c:v>
                </c:pt>
                <c:pt idx="40">
                  <c:v>2015.375</c:v>
                </c:pt>
                <c:pt idx="41">
                  <c:v>2015.45833333</c:v>
                </c:pt>
                <c:pt idx="42">
                  <c:v>2015.54166667</c:v>
                </c:pt>
                <c:pt idx="43">
                  <c:v>2015.625</c:v>
                </c:pt>
                <c:pt idx="44">
                  <c:v>2015.70833333</c:v>
                </c:pt>
                <c:pt idx="45">
                  <c:v>2015.79166667</c:v>
                </c:pt>
                <c:pt idx="46">
                  <c:v>2015.875</c:v>
                </c:pt>
                <c:pt idx="47">
                  <c:v>2015.95833333</c:v>
                </c:pt>
                <c:pt idx="48">
                  <c:v>2016.04166667</c:v>
                </c:pt>
                <c:pt idx="49">
                  <c:v>2016.125</c:v>
                </c:pt>
                <c:pt idx="50">
                  <c:v>2016.20833333</c:v>
                </c:pt>
                <c:pt idx="51">
                  <c:v>2016.29166667</c:v>
                </c:pt>
                <c:pt idx="52">
                  <c:v>2016.375</c:v>
                </c:pt>
                <c:pt idx="53">
                  <c:v>2016.45833333</c:v>
                </c:pt>
                <c:pt idx="54">
                  <c:v>2016.54166667</c:v>
                </c:pt>
                <c:pt idx="55">
                  <c:v>2016.625</c:v>
                </c:pt>
                <c:pt idx="56">
                  <c:v>2016.70833333</c:v>
                </c:pt>
                <c:pt idx="57">
                  <c:v>2016.79166667</c:v>
                </c:pt>
                <c:pt idx="58">
                  <c:v>2016.875</c:v>
                </c:pt>
                <c:pt idx="59">
                  <c:v>2016.95833333</c:v>
                </c:pt>
                <c:pt idx="60">
                  <c:v>2017.04166667</c:v>
                </c:pt>
                <c:pt idx="61">
                  <c:v>2017.125</c:v>
                </c:pt>
                <c:pt idx="62">
                  <c:v>2017.20833333</c:v>
                </c:pt>
                <c:pt idx="63">
                  <c:v>2017.29166667</c:v>
                </c:pt>
                <c:pt idx="64">
                  <c:v>2017.375</c:v>
                </c:pt>
                <c:pt idx="65">
                  <c:v>2017.45833333</c:v>
                </c:pt>
                <c:pt idx="66">
                  <c:v>2017.54166667</c:v>
                </c:pt>
                <c:pt idx="67">
                  <c:v>2017.625</c:v>
                </c:pt>
                <c:pt idx="68">
                  <c:v>2017.70833333</c:v>
                </c:pt>
                <c:pt idx="69">
                  <c:v>2017.79166667</c:v>
                </c:pt>
                <c:pt idx="70">
                  <c:v>2017.875</c:v>
                </c:pt>
                <c:pt idx="71">
                  <c:v>2017.95833333</c:v>
                </c:pt>
                <c:pt idx="72">
                  <c:v>2018.04166667</c:v>
                </c:pt>
                <c:pt idx="73">
                  <c:v>2018.125</c:v>
                </c:pt>
                <c:pt idx="74">
                  <c:v>2018.20833333</c:v>
                </c:pt>
                <c:pt idx="75">
                  <c:v>2018.29166667</c:v>
                </c:pt>
                <c:pt idx="76">
                  <c:v>2018.375</c:v>
                </c:pt>
                <c:pt idx="77">
                  <c:v>2018.45833333</c:v>
                </c:pt>
                <c:pt idx="78">
                  <c:v>2018.54166667</c:v>
                </c:pt>
                <c:pt idx="79">
                  <c:v>2018.625</c:v>
                </c:pt>
                <c:pt idx="80">
                  <c:v>2018.70833333</c:v>
                </c:pt>
                <c:pt idx="81">
                  <c:v>2018.79166667</c:v>
                </c:pt>
                <c:pt idx="82">
                  <c:v>2018.875</c:v>
                </c:pt>
                <c:pt idx="83">
                  <c:v>2018.95833333</c:v>
                </c:pt>
                <c:pt idx="84">
                  <c:v>2019.04166667</c:v>
                </c:pt>
                <c:pt idx="85">
                  <c:v>2019.125</c:v>
                </c:pt>
                <c:pt idx="86">
                  <c:v>2019.20833333</c:v>
                </c:pt>
                <c:pt idx="87">
                  <c:v>2019.29166667</c:v>
                </c:pt>
                <c:pt idx="88">
                  <c:v>2019.375</c:v>
                </c:pt>
                <c:pt idx="89">
                  <c:v>2019.45833333</c:v>
                </c:pt>
                <c:pt idx="90">
                  <c:v>2019.54166667</c:v>
                </c:pt>
                <c:pt idx="91">
                  <c:v>2019.625</c:v>
                </c:pt>
                <c:pt idx="92">
                  <c:v>2019.70833333</c:v>
                </c:pt>
                <c:pt idx="93">
                  <c:v>2019.79166667</c:v>
                </c:pt>
                <c:pt idx="94">
                  <c:v>2019.875</c:v>
                </c:pt>
                <c:pt idx="95">
                  <c:v>2019.95833333</c:v>
                </c:pt>
                <c:pt idx="96">
                  <c:v>2020.04166667</c:v>
                </c:pt>
                <c:pt idx="97">
                  <c:v>2020.125</c:v>
                </c:pt>
                <c:pt idx="98">
                  <c:v>2020.20833333</c:v>
                </c:pt>
                <c:pt idx="99">
                  <c:v>2020.29166667</c:v>
                </c:pt>
                <c:pt idx="100">
                  <c:v>2020.375</c:v>
                </c:pt>
                <c:pt idx="101">
                  <c:v>2020.45833333</c:v>
                </c:pt>
                <c:pt idx="102">
                  <c:v>2020.54166667</c:v>
                </c:pt>
                <c:pt idx="103">
                  <c:v>2020.625</c:v>
                </c:pt>
                <c:pt idx="104">
                  <c:v>2020.70833333</c:v>
                </c:pt>
                <c:pt idx="105">
                  <c:v>2020.79166667</c:v>
                </c:pt>
                <c:pt idx="106">
                  <c:v>2020.875</c:v>
                </c:pt>
                <c:pt idx="107">
                  <c:v>2020.95833333</c:v>
                </c:pt>
                <c:pt idx="108">
                  <c:v>2021.04166667</c:v>
                </c:pt>
                <c:pt idx="109">
                  <c:v>2021.125</c:v>
                </c:pt>
                <c:pt idx="110">
                  <c:v>2021.20833333</c:v>
                </c:pt>
                <c:pt idx="111">
                  <c:v>2021.29166667</c:v>
                </c:pt>
                <c:pt idx="112">
                  <c:v>2021.375</c:v>
                </c:pt>
                <c:pt idx="113">
                  <c:v>2021.45833333</c:v>
                </c:pt>
                <c:pt idx="114">
                  <c:v>2021.54166667</c:v>
                </c:pt>
                <c:pt idx="115">
                  <c:v>2021.625</c:v>
                </c:pt>
                <c:pt idx="116">
                  <c:v>2021.70833333</c:v>
                </c:pt>
                <c:pt idx="117">
                  <c:v>2021.79166667</c:v>
                </c:pt>
                <c:pt idx="118">
                  <c:v>2021.875</c:v>
                </c:pt>
                <c:pt idx="119">
                  <c:v>2021.95833333</c:v>
                </c:pt>
                <c:pt idx="120">
                  <c:v>2022.04166667</c:v>
                </c:pt>
                <c:pt idx="121">
                  <c:v>2022.125</c:v>
                </c:pt>
                <c:pt idx="122">
                  <c:v>2022.20833333</c:v>
                </c:pt>
                <c:pt idx="123">
                  <c:v>2022.29166667</c:v>
                </c:pt>
                <c:pt idx="124">
                  <c:v>2022.375</c:v>
                </c:pt>
                <c:pt idx="125">
                  <c:v>2022.45833333</c:v>
                </c:pt>
                <c:pt idx="126">
                  <c:v>2022.54166667</c:v>
                </c:pt>
                <c:pt idx="127">
                  <c:v>2022.625</c:v>
                </c:pt>
                <c:pt idx="128">
                  <c:v>2022.70833333</c:v>
                </c:pt>
                <c:pt idx="129">
                  <c:v>2022.79166667</c:v>
                </c:pt>
                <c:pt idx="130">
                  <c:v>2022.875</c:v>
                </c:pt>
                <c:pt idx="131">
                  <c:v>2022.95833333</c:v>
                </c:pt>
                <c:pt idx="132">
                  <c:v>2023.04166667</c:v>
                </c:pt>
                <c:pt idx="133">
                  <c:v>2023.125</c:v>
                </c:pt>
                <c:pt idx="134">
                  <c:v>2023.20833333</c:v>
                </c:pt>
                <c:pt idx="135">
                  <c:v>2023.29166667</c:v>
                </c:pt>
                <c:pt idx="136">
                  <c:v>2023.375</c:v>
                </c:pt>
                <c:pt idx="137">
                  <c:v>2023.45833333</c:v>
                </c:pt>
                <c:pt idx="138">
                  <c:v>2023.54166667</c:v>
                </c:pt>
                <c:pt idx="139">
                  <c:v>2023.625</c:v>
                </c:pt>
                <c:pt idx="140">
                  <c:v>2023.70833333</c:v>
                </c:pt>
                <c:pt idx="141">
                  <c:v>2023.79166667</c:v>
                </c:pt>
                <c:pt idx="142">
                  <c:v>2023.875</c:v>
                </c:pt>
                <c:pt idx="143">
                  <c:v>2023.95833333</c:v>
                </c:pt>
                <c:pt idx="144">
                  <c:v>2024.04166667</c:v>
                </c:pt>
                <c:pt idx="145">
                  <c:v>2024.125</c:v>
                </c:pt>
                <c:pt idx="146">
                  <c:v>2024.20833333</c:v>
                </c:pt>
                <c:pt idx="147">
                  <c:v>2024.29166667</c:v>
                </c:pt>
                <c:pt idx="148">
                  <c:v>2024.375</c:v>
                </c:pt>
                <c:pt idx="149">
                  <c:v>2024.45833333</c:v>
                </c:pt>
                <c:pt idx="150">
                  <c:v>2024.54166667</c:v>
                </c:pt>
                <c:pt idx="151">
                  <c:v>2024.625</c:v>
                </c:pt>
                <c:pt idx="152">
                  <c:v>2024.70833333</c:v>
                </c:pt>
                <c:pt idx="153">
                  <c:v>2024.79166667</c:v>
                </c:pt>
                <c:pt idx="154">
                  <c:v>2024.875</c:v>
                </c:pt>
                <c:pt idx="155">
                  <c:v>2024.95833333</c:v>
                </c:pt>
                <c:pt idx="156">
                  <c:v>2025.04166667</c:v>
                </c:pt>
                <c:pt idx="157">
                  <c:v>2025.125</c:v>
                </c:pt>
                <c:pt idx="158">
                  <c:v>2025.20833333</c:v>
                </c:pt>
                <c:pt idx="159">
                  <c:v>2025.29166667</c:v>
                </c:pt>
                <c:pt idx="160">
                  <c:v>2025.375</c:v>
                </c:pt>
                <c:pt idx="161">
                  <c:v>2025.45833333</c:v>
                </c:pt>
                <c:pt idx="162">
                  <c:v>2025.54166667</c:v>
                </c:pt>
                <c:pt idx="163">
                  <c:v>2025.625</c:v>
                </c:pt>
                <c:pt idx="164">
                  <c:v>2025.70833333</c:v>
                </c:pt>
                <c:pt idx="165">
                  <c:v>2025.79166667</c:v>
                </c:pt>
                <c:pt idx="166">
                  <c:v>2025.875</c:v>
                </c:pt>
                <c:pt idx="167">
                  <c:v>2025.95833333</c:v>
                </c:pt>
                <c:pt idx="168">
                  <c:v>2026.04166667</c:v>
                </c:pt>
                <c:pt idx="169">
                  <c:v>2026.125</c:v>
                </c:pt>
                <c:pt idx="170">
                  <c:v>2026.20833333</c:v>
                </c:pt>
                <c:pt idx="171">
                  <c:v>2026.29166667</c:v>
                </c:pt>
                <c:pt idx="172">
                  <c:v>2026.375</c:v>
                </c:pt>
                <c:pt idx="173">
                  <c:v>2026.45833333</c:v>
                </c:pt>
                <c:pt idx="174">
                  <c:v>2026.54166667</c:v>
                </c:pt>
                <c:pt idx="175">
                  <c:v>2026.625</c:v>
                </c:pt>
              </c:numCache>
            </c:numRef>
          </c:xVal>
          <c:yVal>
            <c:numRef>
              <c:f>'Chart Data'!$D$2:$D$177</c:f>
              <c:numCache>
                <c:formatCode>#,##0</c:formatCode>
                <c:ptCount val="176"/>
                <c:pt idx="0">
                  <c:v>22.4268449462</c:v>
                </c:pt>
                <c:pt idx="1">
                  <c:v>47.6109643345</c:v>
                </c:pt>
                <c:pt idx="2">
                  <c:v>74.1618216252</c:v>
                </c:pt>
                <c:pt idx="3">
                  <c:v>91.3364994801</c:v>
                </c:pt>
                <c:pt idx="4">
                  <c:v>95.8703823642</c:v>
                </c:pt>
                <c:pt idx="5">
                  <c:v>126.429968954</c:v>
                </c:pt>
                <c:pt idx="6">
                  <c:v>149.826787245</c:v>
                </c:pt>
                <c:pt idx="7">
                  <c:v>186.851165779</c:v>
                </c:pt>
                <c:pt idx="8">
                  <c:v>210.547923038</c:v>
                </c:pt>
                <c:pt idx="9">
                  <c:v>207.987028244</c:v>
                </c:pt>
                <c:pt idx="10">
                  <c:v>231.91309018</c:v>
                </c:pt>
                <c:pt idx="11">
                  <c:v>249.029305529</c:v>
                </c:pt>
                <c:pt idx="12">
                  <c:v>286.144458323</c:v>
                </c:pt>
                <c:pt idx="13">
                  <c:v>309.303034171</c:v>
                </c:pt>
                <c:pt idx="14">
                  <c:v>352.607730365</c:v>
                </c:pt>
                <c:pt idx="15">
                  <c:v>392.85192255</c:v>
                </c:pt>
                <c:pt idx="16">
                  <c:v>441.913917867</c:v>
                </c:pt>
                <c:pt idx="17">
                  <c:v>437.926247773</c:v>
                </c:pt>
                <c:pt idx="18">
                  <c:v>520.932037636</c:v>
                </c:pt>
                <c:pt idx="19">
                  <c:v>527.649529307</c:v>
                </c:pt>
                <c:pt idx="20">
                  <c:v>602.05211061</c:v>
                </c:pt>
                <c:pt idx="21">
                  <c:v>688.962493117</c:v>
                </c:pt>
                <c:pt idx="22">
                  <c:v>760.117143671</c:v>
                </c:pt>
                <c:pt idx="23">
                  <c:v>827.546575085</c:v>
                </c:pt>
                <c:pt idx="24">
                  <c:v>800.26920432</c:v>
                </c:pt>
                <c:pt idx="25">
                  <c:v>911.42650858</c:v>
                </c:pt>
                <c:pt idx="26">
                  <c:v>891.431596031</c:v>
                </c:pt>
                <c:pt idx="27">
                  <c:v>906.247681978</c:v>
                </c:pt>
                <c:pt idx="28">
                  <c:v>1005.33406023</c:v>
                </c:pt>
                <c:pt idx="29">
                  <c:v>1089.06199137</c:v>
                </c:pt>
                <c:pt idx="30">
                  <c:v>1121.62836295</c:v>
                </c:pt>
                <c:pt idx="31">
                  <c:v>1263.66604763</c:v>
                </c:pt>
                <c:pt idx="32">
                  <c:v>1261.44195447</c:v>
                </c:pt>
                <c:pt idx="33">
                  <c:v>1344.13219887</c:v>
                </c:pt>
                <c:pt idx="34">
                  <c:v>1492.10342698</c:v>
                </c:pt>
                <c:pt idx="35">
                  <c:v>1439.05623153</c:v>
                </c:pt>
                <c:pt idx="36">
                  <c:v>1380.13515781</c:v>
                </c:pt>
                <c:pt idx="37">
                  <c:v>1619.14048295</c:v>
                </c:pt>
                <c:pt idx="38">
                  <c:v>1551.64709043</c:v>
                </c:pt>
                <c:pt idx="39">
                  <c:v>1625.77615566</c:v>
                </c:pt>
                <c:pt idx="40">
                  <c:v>1711.51220997</c:v>
                </c:pt>
                <c:pt idx="41">
                  <c:v>1629.28351388</c:v>
                </c:pt>
                <c:pt idx="42">
                  <c:v>1784.74009749</c:v>
                </c:pt>
                <c:pt idx="43">
                  <c:v>1535.29804663</c:v>
                </c:pt>
                <c:pt idx="44">
                  <c:v>1483.00729255</c:v>
                </c:pt>
                <c:pt idx="45">
                  <c:v>1853.85600206</c:v>
                </c:pt>
                <c:pt idx="46">
                  <c:v>1889.50788953</c:v>
                </c:pt>
                <c:pt idx="47">
                  <c:v>1836.28789371</c:v>
                </c:pt>
                <c:pt idx="48">
                  <c:v>1603.82087634</c:v>
                </c:pt>
                <c:pt idx="49">
                  <c:v>1590.79337397</c:v>
                </c:pt>
                <c:pt idx="50">
                  <c:v>1816.5178472</c:v>
                </c:pt>
                <c:pt idx="51">
                  <c:v>1727.71153008</c:v>
                </c:pt>
                <c:pt idx="52">
                  <c:v>1889.62895536</c:v>
                </c:pt>
                <c:pt idx="53">
                  <c:v>1841.93297546</c:v>
                </c:pt>
                <c:pt idx="54">
                  <c:v>2118.93351311</c:v>
                </c:pt>
                <c:pt idx="55">
                  <c:v>2174.14448526</c:v>
                </c:pt>
                <c:pt idx="56">
                  <c:v>2271.96745327</c:v>
                </c:pt>
                <c:pt idx="57">
                  <c:v>2214.28178877</c:v>
                </c:pt>
                <c:pt idx="58">
                  <c:v>2278.64142931</c:v>
                </c:pt>
                <c:pt idx="59">
                  <c:v>2357.25789539</c:v>
                </c:pt>
                <c:pt idx="60">
                  <c:v>2596.07315034</c:v>
                </c:pt>
                <c:pt idx="61">
                  <c:v>2862.4454635</c:v>
                </c:pt>
                <c:pt idx="62">
                  <c:v>2981.52975376</c:v>
                </c:pt>
                <c:pt idx="63">
                  <c:v>3149.81841354</c:v>
                </c:pt>
                <c:pt idx="64">
                  <c:v>3409.07573566</c:v>
                </c:pt>
                <c:pt idx="65">
                  <c:v>3262.26765152</c:v>
                </c:pt>
                <c:pt idx="66">
                  <c:v>3557.19693384</c:v>
                </c:pt>
                <c:pt idx="67">
                  <c:v>3685.06746044</c:v>
                </c:pt>
                <c:pt idx="68">
                  <c:v>3723.51838171</c:v>
                </c:pt>
                <c:pt idx="69">
                  <c:v>4106.23868179</c:v>
                </c:pt>
                <c:pt idx="70">
                  <c:v>4331.21715812</c:v>
                </c:pt>
                <c:pt idx="71">
                  <c:v>4416.05744403</c:v>
                </c:pt>
                <c:pt idx="72">
                  <c:v>5244.7139751</c:v>
                </c:pt>
                <c:pt idx="73">
                  <c:v>4947.85634038</c:v>
                </c:pt>
                <c:pt idx="74">
                  <c:v>4586.70823159</c:v>
                </c:pt>
                <c:pt idx="75">
                  <c:v>4596.27407728</c:v>
                </c:pt>
                <c:pt idx="76">
                  <c:v>5074.3908215</c:v>
                </c:pt>
                <c:pt idx="77">
                  <c:v>5174.55569831</c:v>
                </c:pt>
                <c:pt idx="78">
                  <c:v>5523.62488108</c:v>
                </c:pt>
                <c:pt idx="79">
                  <c:v>6179.11299637</c:v>
                </c:pt>
                <c:pt idx="80">
                  <c:v>6167.62097178</c:v>
                </c:pt>
                <c:pt idx="81">
                  <c:v>5054.28189716</c:v>
                </c:pt>
                <c:pt idx="82">
                  <c:v>5167.89200102</c:v>
                </c:pt>
                <c:pt idx="83">
                  <c:v>4332.45669191</c:v>
                </c:pt>
                <c:pt idx="84">
                  <c:v>4916.32149159</c:v>
                </c:pt>
                <c:pt idx="85">
                  <c:v>5248.95952558</c:v>
                </c:pt>
                <c:pt idx="86">
                  <c:v>5636.95504055</c:v>
                </c:pt>
                <c:pt idx="87">
                  <c:v>6292.64461429</c:v>
                </c:pt>
                <c:pt idx="88">
                  <c:v>5210.05706489</c:v>
                </c:pt>
                <c:pt idx="89">
                  <c:v>6150.18234874</c:v>
                </c:pt>
                <c:pt idx="90">
                  <c:v>6448.27313725</c:v>
                </c:pt>
                <c:pt idx="91">
                  <c:v>6132.63655499</c:v>
                </c:pt>
                <c:pt idx="92">
                  <c:v>6311.08200671</c:v>
                </c:pt>
                <c:pt idx="93">
                  <c:v>6848.43115319</c:v>
                </c:pt>
                <c:pt idx="94">
                  <c:v>7448.85862329</c:v>
                </c:pt>
                <c:pt idx="95">
                  <c:v>8049.2680529</c:v>
                </c:pt>
                <c:pt idx="96">
                  <c:v>8413.13419043</c:v>
                </c:pt>
                <c:pt idx="97">
                  <c:v>7231.55544574</c:v>
                </c:pt>
                <c:pt idx="98">
                  <c:v>5698.92560548</c:v>
                </c:pt>
                <c:pt idx="99">
                  <c:v>6611.79777644</c:v>
                </c:pt>
                <c:pt idx="100">
                  <c:v>7275.80961104</c:v>
                </c:pt>
                <c:pt idx="101">
                  <c:v>8023.86405423</c:v>
                </c:pt>
                <c:pt idx="102">
                  <c:v>9154.19808551</c:v>
                </c:pt>
                <c:pt idx="103">
                  <c:v>11083.3673302</c:v>
                </c:pt>
                <c:pt idx="104">
                  <c:v>9755.74700584</c:v>
                </c:pt>
                <c:pt idx="105">
                  <c:v>9552.54655698</c:v>
                </c:pt>
                <c:pt idx="106">
                  <c:v>11814.2781273</c:v>
                </c:pt>
                <c:pt idx="107">
                  <c:v>12917.9461453</c:v>
                </c:pt>
                <c:pt idx="108">
                  <c:v>12879.9986611</c:v>
                </c:pt>
                <c:pt idx="109">
                  <c:v>13213.8340996</c:v>
                </c:pt>
                <c:pt idx="110">
                  <c:v>13914.7904151</c:v>
                </c:pt>
                <c:pt idx="111">
                  <c:v>15263.3399906</c:v>
                </c:pt>
                <c:pt idx="112">
                  <c:v>15087.7328141</c:v>
                </c:pt>
                <c:pt idx="113">
                  <c:v>16816.5952964</c:v>
                </c:pt>
                <c:pt idx="114">
                  <c:v>17720.3061365</c:v>
                </c:pt>
                <c:pt idx="115">
                  <c:v>19230.5751199</c:v>
                </c:pt>
                <c:pt idx="116">
                  <c:v>17049.8958482</c:v>
                </c:pt>
                <c:pt idx="117">
                  <c:v>19875.5485945</c:v>
                </c:pt>
                <c:pt idx="118">
                  <c:v>20374.4083732</c:v>
                </c:pt>
                <c:pt idx="119">
                  <c:v>21186.8798131</c:v>
                </c:pt>
                <c:pt idx="120">
                  <c:v>18185.8678299</c:v>
                </c:pt>
                <c:pt idx="121">
                  <c:v>16829.5344792</c:v>
                </c:pt>
                <c:pt idx="122">
                  <c:v>17827.4355366</c:v>
                </c:pt>
                <c:pt idx="123">
                  <c:v>14924.8581864</c:v>
                </c:pt>
                <c:pt idx="124">
                  <c:v>14775.6227249</c:v>
                </c:pt>
                <c:pt idx="125">
                  <c:v>12774.4812775</c:v>
                </c:pt>
                <c:pt idx="126">
                  <c:v>14723.3643527</c:v>
                </c:pt>
                <c:pt idx="127">
                  <c:v>13397.4457203</c:v>
                </c:pt>
                <c:pt idx="128">
                  <c:v>10888.6554986</c:v>
                </c:pt>
                <c:pt idx="129">
                  <c:v>12013.254377</c:v>
                </c:pt>
                <c:pt idx="130">
                  <c:v>13097.9594861</c:v>
                </c:pt>
                <c:pt idx="131">
                  <c:v>11724.5123524</c:v>
                </c:pt>
                <c:pt idx="132">
                  <c:v>13979.330877</c:v>
                </c:pt>
                <c:pt idx="133">
                  <c:v>13570.3918908</c:v>
                </c:pt>
                <c:pt idx="134">
                  <c:v>15373.3235796</c:v>
                </c:pt>
                <c:pt idx="135">
                  <c:v>15348.3427161</c:v>
                </c:pt>
                <c:pt idx="136">
                  <c:v>17240.835918</c:v>
                </c:pt>
                <c:pt idx="137">
                  <c:v>19548.8634751</c:v>
                </c:pt>
                <c:pt idx="138">
                  <c:v>21129.5481542</c:v>
                </c:pt>
                <c:pt idx="139">
                  <c:v>20217.0653004</c:v>
                </c:pt>
                <c:pt idx="140">
                  <c:v>17979.0016494</c:v>
                </c:pt>
                <c:pt idx="141">
                  <c:v>16855.7767594</c:v>
                </c:pt>
                <c:pt idx="142">
                  <c:v>20664.2316452</c:v>
                </c:pt>
                <c:pt idx="143">
                  <c:v>23196.7759456</c:v>
                </c:pt>
                <c:pt idx="144">
                  <c:v>23764.864626</c:v>
                </c:pt>
                <c:pt idx="145">
                  <c:v>26050.0226463</c:v>
                </c:pt>
                <c:pt idx="146">
                  <c:v>26959.384881</c:v>
                </c:pt>
                <c:pt idx="147">
                  <c:v>24176.4471927</c:v>
                </c:pt>
                <c:pt idx="148">
                  <c:v>27126.0686255</c:v>
                </c:pt>
                <c:pt idx="149">
                  <c:v>30160.3489444</c:v>
                </c:pt>
                <c:pt idx="150">
                  <c:v>29611.5998532</c:v>
                </c:pt>
                <c:pt idx="151">
                  <c:v>29954.8906014</c:v>
                </c:pt>
                <c:pt idx="152">
                  <c:v>31186.5041748</c:v>
                </c:pt>
                <c:pt idx="153">
                  <c:v>30489.5309764</c:v>
                </c:pt>
                <c:pt idx="154">
                  <c:v>33801.6252989</c:v>
                </c:pt>
                <c:pt idx="155">
                  <c:v>32810.3375851</c:v>
                </c:pt>
                <c:pt idx="156">
                  <c:v>33968.9878516</c:v>
                </c:pt>
                <c:pt idx="157">
                  <c:v>32391.4225098</c:v>
                </c:pt>
                <c:pt idx="158">
                  <c:v>27693.2165722</c:v>
                </c:pt>
                <c:pt idx="159">
                  <c:v>26081.3492819</c:v>
                </c:pt>
                <c:pt idx="160">
                  <c:v>28067.9847305</c:v>
                </c:pt>
                <c:pt idx="161">
                  <c:v>31247.8888082</c:v>
                </c:pt>
                <c:pt idx="162">
                  <c:v>32436.0758985</c:v>
                </c:pt>
                <c:pt idx="163">
                  <c:v>33364.5951434</c:v>
                </c:pt>
                <c:pt idx="164">
                  <c:v>36415.0911171</c:v>
                </c:pt>
                <c:pt idx="165">
                  <c:v>38954.9890875</c:v>
                </c:pt>
                <c:pt idx="166">
                  <c:v>37985.8194504</c:v>
                </c:pt>
                <c:pt idx="167">
                  <c:v>37381.0525472</c:v>
                </c:pt>
                <c:pt idx="168">
                  <c:v>39261.8487783</c:v>
                </c:pt>
                <c:pt idx="169">
                  <c:v>38369.1749715</c:v>
                </c:pt>
                <c:pt idx="170">
                  <c:v>34369.1133064</c:v>
                </c:pt>
                <c:pt idx="171">
                  <c:v>44677.0926393</c:v>
                </c:pt>
                <c:pt idx="172">
                  <c:v>53736.1014111</c:v>
                </c:pt>
                <c:pt idx="173">
                  <c:v>52200.0680955</c:v>
                </c:pt>
                <c:pt idx="174">
                  <c:v>49520.1674258</c:v>
                </c:pt>
                <c:pt idx="175">
                  <c:v>52883.6097904</c:v>
                </c:pt>
              </c:numCache>
            </c:numRef>
          </c:yVal>
        </c:ser>
        <c:ser>
          <c:idx val="2"/>
          <c:order val="2"/>
          <c:tx>
            <c:v>3배+SCHD 고정</c:v>
          </c:tx>
          <c:spPr>
            <a:ln xmlns:a="http://schemas.openxmlformats.org/drawingml/2006/main" w="25718">
              <a:solidFill>
                <a:srgbClr val="C2692B"/>
              </a:solidFill>
              <a:prstDash val="solid"/>
            </a:ln>
          </c:spPr>
          <c:marker>
            <c:symbol val="none"/>
          </c:marker>
          <c:xVal>
            <c:numRef>
              <c:f>'Chart Data'!$E$2:$E$177</c:f>
              <c:numCache>
                <c:formatCode>General</c:formatCode>
                <c:ptCount val="176"/>
                <c:pt idx="0">
                  <c:v>2012.04166667</c:v>
                </c:pt>
                <c:pt idx="1">
                  <c:v>2012.125</c:v>
                </c:pt>
                <c:pt idx="2">
                  <c:v>2012.20833333</c:v>
                </c:pt>
                <c:pt idx="3">
                  <c:v>2012.29166667</c:v>
                </c:pt>
                <c:pt idx="4">
                  <c:v>2012.375</c:v>
                </c:pt>
                <c:pt idx="5">
                  <c:v>2012.45833333</c:v>
                </c:pt>
                <c:pt idx="6">
                  <c:v>2012.54166667</c:v>
                </c:pt>
                <c:pt idx="7">
                  <c:v>2012.625</c:v>
                </c:pt>
                <c:pt idx="8">
                  <c:v>2012.70833333</c:v>
                </c:pt>
                <c:pt idx="9">
                  <c:v>2012.79166667</c:v>
                </c:pt>
                <c:pt idx="10">
                  <c:v>2012.875</c:v>
                </c:pt>
                <c:pt idx="11">
                  <c:v>2012.95833333</c:v>
                </c:pt>
                <c:pt idx="12">
                  <c:v>2013.04166667</c:v>
                </c:pt>
                <c:pt idx="13">
                  <c:v>2013.125</c:v>
                </c:pt>
                <c:pt idx="14">
                  <c:v>2013.20833333</c:v>
                </c:pt>
                <c:pt idx="15">
                  <c:v>2013.29166667</c:v>
                </c:pt>
                <c:pt idx="16">
                  <c:v>2013.375</c:v>
                </c:pt>
                <c:pt idx="17">
                  <c:v>2013.45833333</c:v>
                </c:pt>
                <c:pt idx="18">
                  <c:v>2013.54166667</c:v>
                </c:pt>
                <c:pt idx="19">
                  <c:v>2013.625</c:v>
                </c:pt>
                <c:pt idx="20">
                  <c:v>2013.70833333</c:v>
                </c:pt>
                <c:pt idx="21">
                  <c:v>2013.79166667</c:v>
                </c:pt>
                <c:pt idx="22">
                  <c:v>2013.875</c:v>
                </c:pt>
                <c:pt idx="23">
                  <c:v>2013.95833333</c:v>
                </c:pt>
                <c:pt idx="24">
                  <c:v>2014.04166667</c:v>
                </c:pt>
                <c:pt idx="25">
                  <c:v>2014.125</c:v>
                </c:pt>
                <c:pt idx="26">
                  <c:v>2014.20833333</c:v>
                </c:pt>
                <c:pt idx="27">
                  <c:v>2014.29166667</c:v>
                </c:pt>
                <c:pt idx="28">
                  <c:v>2014.375</c:v>
                </c:pt>
                <c:pt idx="29">
                  <c:v>2014.45833333</c:v>
                </c:pt>
                <c:pt idx="30">
                  <c:v>2014.54166667</c:v>
                </c:pt>
                <c:pt idx="31">
                  <c:v>2014.625</c:v>
                </c:pt>
                <c:pt idx="32">
                  <c:v>2014.70833333</c:v>
                </c:pt>
                <c:pt idx="33">
                  <c:v>2014.79166667</c:v>
                </c:pt>
                <c:pt idx="34">
                  <c:v>2014.875</c:v>
                </c:pt>
                <c:pt idx="35">
                  <c:v>2014.95833333</c:v>
                </c:pt>
                <c:pt idx="36">
                  <c:v>2015.04166667</c:v>
                </c:pt>
                <c:pt idx="37">
                  <c:v>2015.125</c:v>
                </c:pt>
                <c:pt idx="38">
                  <c:v>2015.20833333</c:v>
                </c:pt>
                <c:pt idx="39">
                  <c:v>2015.29166667</c:v>
                </c:pt>
                <c:pt idx="40">
                  <c:v>2015.375</c:v>
                </c:pt>
                <c:pt idx="41">
                  <c:v>2015.45833333</c:v>
                </c:pt>
                <c:pt idx="42">
                  <c:v>2015.54166667</c:v>
                </c:pt>
                <c:pt idx="43">
                  <c:v>2015.625</c:v>
                </c:pt>
                <c:pt idx="44">
                  <c:v>2015.70833333</c:v>
                </c:pt>
                <c:pt idx="45">
                  <c:v>2015.79166667</c:v>
                </c:pt>
                <c:pt idx="46">
                  <c:v>2015.875</c:v>
                </c:pt>
                <c:pt idx="47">
                  <c:v>2015.95833333</c:v>
                </c:pt>
                <c:pt idx="48">
                  <c:v>2016.04166667</c:v>
                </c:pt>
                <c:pt idx="49">
                  <c:v>2016.125</c:v>
                </c:pt>
                <c:pt idx="50">
                  <c:v>2016.20833333</c:v>
                </c:pt>
                <c:pt idx="51">
                  <c:v>2016.29166667</c:v>
                </c:pt>
                <c:pt idx="52">
                  <c:v>2016.375</c:v>
                </c:pt>
                <c:pt idx="53">
                  <c:v>2016.45833333</c:v>
                </c:pt>
                <c:pt idx="54">
                  <c:v>2016.54166667</c:v>
                </c:pt>
                <c:pt idx="55">
                  <c:v>2016.625</c:v>
                </c:pt>
                <c:pt idx="56">
                  <c:v>2016.70833333</c:v>
                </c:pt>
                <c:pt idx="57">
                  <c:v>2016.79166667</c:v>
                </c:pt>
                <c:pt idx="58">
                  <c:v>2016.875</c:v>
                </c:pt>
                <c:pt idx="59">
                  <c:v>2016.95833333</c:v>
                </c:pt>
                <c:pt idx="60">
                  <c:v>2017.04166667</c:v>
                </c:pt>
                <c:pt idx="61">
                  <c:v>2017.125</c:v>
                </c:pt>
                <c:pt idx="62">
                  <c:v>2017.20833333</c:v>
                </c:pt>
                <c:pt idx="63">
                  <c:v>2017.29166667</c:v>
                </c:pt>
                <c:pt idx="64">
                  <c:v>2017.375</c:v>
                </c:pt>
                <c:pt idx="65">
                  <c:v>2017.45833333</c:v>
                </c:pt>
                <c:pt idx="66">
                  <c:v>2017.54166667</c:v>
                </c:pt>
                <c:pt idx="67">
                  <c:v>2017.625</c:v>
                </c:pt>
                <c:pt idx="68">
                  <c:v>2017.70833333</c:v>
                </c:pt>
                <c:pt idx="69">
                  <c:v>2017.79166667</c:v>
                </c:pt>
                <c:pt idx="70">
                  <c:v>2017.875</c:v>
                </c:pt>
                <c:pt idx="71">
                  <c:v>2017.95833333</c:v>
                </c:pt>
                <c:pt idx="72">
                  <c:v>2018.04166667</c:v>
                </c:pt>
                <c:pt idx="73">
                  <c:v>2018.125</c:v>
                </c:pt>
                <c:pt idx="74">
                  <c:v>2018.20833333</c:v>
                </c:pt>
                <c:pt idx="75">
                  <c:v>2018.29166667</c:v>
                </c:pt>
                <c:pt idx="76">
                  <c:v>2018.375</c:v>
                </c:pt>
                <c:pt idx="77">
                  <c:v>2018.45833333</c:v>
                </c:pt>
                <c:pt idx="78">
                  <c:v>2018.54166667</c:v>
                </c:pt>
                <c:pt idx="79">
                  <c:v>2018.625</c:v>
                </c:pt>
                <c:pt idx="80">
                  <c:v>2018.70833333</c:v>
                </c:pt>
                <c:pt idx="81">
                  <c:v>2018.79166667</c:v>
                </c:pt>
                <c:pt idx="82">
                  <c:v>2018.875</c:v>
                </c:pt>
                <c:pt idx="83">
                  <c:v>2018.95833333</c:v>
                </c:pt>
                <c:pt idx="84">
                  <c:v>2019.04166667</c:v>
                </c:pt>
                <c:pt idx="85">
                  <c:v>2019.125</c:v>
                </c:pt>
                <c:pt idx="86">
                  <c:v>2019.20833333</c:v>
                </c:pt>
                <c:pt idx="87">
                  <c:v>2019.29166667</c:v>
                </c:pt>
                <c:pt idx="88">
                  <c:v>2019.375</c:v>
                </c:pt>
                <c:pt idx="89">
                  <c:v>2019.45833333</c:v>
                </c:pt>
                <c:pt idx="90">
                  <c:v>2019.54166667</c:v>
                </c:pt>
                <c:pt idx="91">
                  <c:v>2019.625</c:v>
                </c:pt>
                <c:pt idx="92">
                  <c:v>2019.70833333</c:v>
                </c:pt>
                <c:pt idx="93">
                  <c:v>2019.79166667</c:v>
                </c:pt>
                <c:pt idx="94">
                  <c:v>2019.875</c:v>
                </c:pt>
                <c:pt idx="95">
                  <c:v>2019.95833333</c:v>
                </c:pt>
                <c:pt idx="96">
                  <c:v>2020.04166667</c:v>
                </c:pt>
                <c:pt idx="97">
                  <c:v>2020.125</c:v>
                </c:pt>
                <c:pt idx="98">
                  <c:v>2020.20833333</c:v>
                </c:pt>
                <c:pt idx="99">
                  <c:v>2020.29166667</c:v>
                </c:pt>
                <c:pt idx="100">
                  <c:v>2020.375</c:v>
                </c:pt>
                <c:pt idx="101">
                  <c:v>2020.45833333</c:v>
                </c:pt>
                <c:pt idx="102">
                  <c:v>2020.54166667</c:v>
                </c:pt>
                <c:pt idx="103">
                  <c:v>2020.625</c:v>
                </c:pt>
                <c:pt idx="104">
                  <c:v>2020.70833333</c:v>
                </c:pt>
                <c:pt idx="105">
                  <c:v>2020.79166667</c:v>
                </c:pt>
                <c:pt idx="106">
                  <c:v>2020.875</c:v>
                </c:pt>
                <c:pt idx="107">
                  <c:v>2020.95833333</c:v>
                </c:pt>
                <c:pt idx="108">
                  <c:v>2021.04166667</c:v>
                </c:pt>
                <c:pt idx="109">
                  <c:v>2021.125</c:v>
                </c:pt>
                <c:pt idx="110">
                  <c:v>2021.20833333</c:v>
                </c:pt>
                <c:pt idx="111">
                  <c:v>2021.29166667</c:v>
                </c:pt>
                <c:pt idx="112">
                  <c:v>2021.375</c:v>
                </c:pt>
                <c:pt idx="113">
                  <c:v>2021.45833333</c:v>
                </c:pt>
                <c:pt idx="114">
                  <c:v>2021.54166667</c:v>
                </c:pt>
                <c:pt idx="115">
                  <c:v>2021.625</c:v>
                </c:pt>
                <c:pt idx="116">
                  <c:v>2021.70833333</c:v>
                </c:pt>
                <c:pt idx="117">
                  <c:v>2021.79166667</c:v>
                </c:pt>
                <c:pt idx="118">
                  <c:v>2021.875</c:v>
                </c:pt>
                <c:pt idx="119">
                  <c:v>2021.95833333</c:v>
                </c:pt>
                <c:pt idx="120">
                  <c:v>2022.04166667</c:v>
                </c:pt>
                <c:pt idx="121">
                  <c:v>2022.125</c:v>
                </c:pt>
                <c:pt idx="122">
                  <c:v>2022.20833333</c:v>
                </c:pt>
                <c:pt idx="123">
                  <c:v>2022.29166667</c:v>
                </c:pt>
                <c:pt idx="124">
                  <c:v>2022.375</c:v>
                </c:pt>
                <c:pt idx="125">
                  <c:v>2022.45833333</c:v>
                </c:pt>
                <c:pt idx="126">
                  <c:v>2022.54166667</c:v>
                </c:pt>
                <c:pt idx="127">
                  <c:v>2022.625</c:v>
                </c:pt>
                <c:pt idx="128">
                  <c:v>2022.70833333</c:v>
                </c:pt>
                <c:pt idx="129">
                  <c:v>2022.79166667</c:v>
                </c:pt>
                <c:pt idx="130">
                  <c:v>2022.875</c:v>
                </c:pt>
                <c:pt idx="131">
                  <c:v>2022.95833333</c:v>
                </c:pt>
                <c:pt idx="132">
                  <c:v>2023.04166667</c:v>
                </c:pt>
                <c:pt idx="133">
                  <c:v>2023.125</c:v>
                </c:pt>
                <c:pt idx="134">
                  <c:v>2023.20833333</c:v>
                </c:pt>
                <c:pt idx="135">
                  <c:v>2023.29166667</c:v>
                </c:pt>
                <c:pt idx="136">
                  <c:v>2023.375</c:v>
                </c:pt>
                <c:pt idx="137">
                  <c:v>2023.45833333</c:v>
                </c:pt>
                <c:pt idx="138">
                  <c:v>2023.54166667</c:v>
                </c:pt>
                <c:pt idx="139">
                  <c:v>2023.625</c:v>
                </c:pt>
                <c:pt idx="140">
                  <c:v>2023.70833333</c:v>
                </c:pt>
                <c:pt idx="141">
                  <c:v>2023.79166667</c:v>
                </c:pt>
                <c:pt idx="142">
                  <c:v>2023.875</c:v>
                </c:pt>
                <c:pt idx="143">
                  <c:v>2023.95833333</c:v>
                </c:pt>
                <c:pt idx="144">
                  <c:v>2024.04166667</c:v>
                </c:pt>
                <c:pt idx="145">
                  <c:v>2024.125</c:v>
                </c:pt>
                <c:pt idx="146">
                  <c:v>2024.20833333</c:v>
                </c:pt>
                <c:pt idx="147">
                  <c:v>2024.29166667</c:v>
                </c:pt>
                <c:pt idx="148">
                  <c:v>2024.375</c:v>
                </c:pt>
                <c:pt idx="149">
                  <c:v>2024.45833333</c:v>
                </c:pt>
                <c:pt idx="150">
                  <c:v>2024.54166667</c:v>
                </c:pt>
                <c:pt idx="151">
                  <c:v>2024.625</c:v>
                </c:pt>
                <c:pt idx="152">
                  <c:v>2024.70833333</c:v>
                </c:pt>
                <c:pt idx="153">
                  <c:v>2024.79166667</c:v>
                </c:pt>
                <c:pt idx="154">
                  <c:v>2024.875</c:v>
                </c:pt>
                <c:pt idx="155">
                  <c:v>2024.95833333</c:v>
                </c:pt>
                <c:pt idx="156">
                  <c:v>2025.04166667</c:v>
                </c:pt>
                <c:pt idx="157">
                  <c:v>2025.125</c:v>
                </c:pt>
                <c:pt idx="158">
                  <c:v>2025.20833333</c:v>
                </c:pt>
                <c:pt idx="159">
                  <c:v>2025.29166667</c:v>
                </c:pt>
                <c:pt idx="160">
                  <c:v>2025.375</c:v>
                </c:pt>
                <c:pt idx="161">
                  <c:v>2025.45833333</c:v>
                </c:pt>
                <c:pt idx="162">
                  <c:v>2025.54166667</c:v>
                </c:pt>
                <c:pt idx="163">
                  <c:v>2025.625</c:v>
                </c:pt>
                <c:pt idx="164">
                  <c:v>2025.70833333</c:v>
                </c:pt>
                <c:pt idx="165">
                  <c:v>2025.79166667</c:v>
                </c:pt>
                <c:pt idx="166">
                  <c:v>2025.875</c:v>
                </c:pt>
                <c:pt idx="167">
                  <c:v>2025.95833333</c:v>
                </c:pt>
                <c:pt idx="168">
                  <c:v>2026.04166667</c:v>
                </c:pt>
                <c:pt idx="169">
                  <c:v>2026.125</c:v>
                </c:pt>
                <c:pt idx="170">
                  <c:v>2026.20833333</c:v>
                </c:pt>
                <c:pt idx="171">
                  <c:v>2026.29166667</c:v>
                </c:pt>
                <c:pt idx="172">
                  <c:v>2026.375</c:v>
                </c:pt>
                <c:pt idx="173">
                  <c:v>2026.45833333</c:v>
                </c:pt>
                <c:pt idx="174">
                  <c:v>2026.54166667</c:v>
                </c:pt>
                <c:pt idx="175">
                  <c:v>2026.625</c:v>
                </c:pt>
              </c:numCache>
            </c:numRef>
          </c:xVal>
          <c:yVal>
            <c:numRef>
              <c:f>'Chart Data'!$F$2:$F$177</c:f>
              <c:numCache>
                <c:formatCode>#,##0</c:formatCode>
                <c:ptCount val="176"/>
                <c:pt idx="0">
                  <c:v>22.4268449462</c:v>
                </c:pt>
                <c:pt idx="1">
                  <c:v>47.6109643345</c:v>
                </c:pt>
                <c:pt idx="2">
                  <c:v>74.1618216252</c:v>
                </c:pt>
                <c:pt idx="3">
                  <c:v>91.3364994801</c:v>
                </c:pt>
                <c:pt idx="4">
                  <c:v>95.8703823642</c:v>
                </c:pt>
                <c:pt idx="5">
                  <c:v>126.429968954</c:v>
                </c:pt>
                <c:pt idx="6">
                  <c:v>149.769857598</c:v>
                </c:pt>
                <c:pt idx="7">
                  <c:v>186.737511756</c:v>
                </c:pt>
                <c:pt idx="8">
                  <c:v>210.432253796</c:v>
                </c:pt>
                <c:pt idx="9">
                  <c:v>207.882675327</c:v>
                </c:pt>
                <c:pt idx="10">
                  <c:v>231.806680349</c:v>
                </c:pt>
                <c:pt idx="11">
                  <c:v>248.924149554</c:v>
                </c:pt>
                <c:pt idx="12">
                  <c:v>286.032096663</c:v>
                </c:pt>
                <c:pt idx="13">
                  <c:v>309.189333136</c:v>
                </c:pt>
                <c:pt idx="14">
                  <c:v>352.485916011</c:v>
                </c:pt>
                <c:pt idx="15">
                  <c:v>392.723567482</c:v>
                </c:pt>
                <c:pt idx="16">
                  <c:v>441.776588129</c:v>
                </c:pt>
                <c:pt idx="17">
                  <c:v>437.796000666</c:v>
                </c:pt>
                <c:pt idx="18">
                  <c:v>520.783764536</c:v>
                </c:pt>
                <c:pt idx="19">
                  <c:v>527.504782307</c:v>
                </c:pt>
                <c:pt idx="20">
                  <c:v>601.892919941</c:v>
                </c:pt>
                <c:pt idx="21">
                  <c:v>688.786067605</c:v>
                </c:pt>
                <c:pt idx="22">
                  <c:v>759.927977824</c:v>
                </c:pt>
                <c:pt idx="23">
                  <c:v>827.345939291</c:v>
                </c:pt>
                <c:pt idx="24">
                  <c:v>800.079836152</c:v>
                </c:pt>
                <c:pt idx="25">
                  <c:v>911.216358538</c:v>
                </c:pt>
                <c:pt idx="26">
                  <c:v>891.230544121</c:v>
                </c:pt>
                <c:pt idx="27">
                  <c:v>906.047634408</c:v>
                </c:pt>
                <c:pt idx="28">
                  <c:v>1005.31129246</c:v>
                </c:pt>
                <c:pt idx="29">
                  <c:v>1089.02721594</c:v>
                </c:pt>
                <c:pt idx="30">
                  <c:v>1121.59327394</c:v>
                </c:pt>
                <c:pt idx="31">
                  <c:v>1263.62721201</c:v>
                </c:pt>
                <c:pt idx="32">
                  <c:v>1261.40378904</c:v>
                </c:pt>
                <c:pt idx="33">
                  <c:v>1344.0921878</c:v>
                </c:pt>
                <c:pt idx="34">
                  <c:v>1497.06066272</c:v>
                </c:pt>
                <c:pt idx="35">
                  <c:v>1442.10247096</c:v>
                </c:pt>
                <c:pt idx="36">
                  <c:v>1383.01614047</c:v>
                </c:pt>
                <c:pt idx="37">
                  <c:v>1622.47316244</c:v>
                </c:pt>
                <c:pt idx="38">
                  <c:v>1554.80257318</c:v>
                </c:pt>
                <c:pt idx="39">
                  <c:v>1629.03981506</c:v>
                </c:pt>
                <c:pt idx="40">
                  <c:v>1714.90734485</c:v>
                </c:pt>
                <c:pt idx="41">
                  <c:v>1632.47837165</c:v>
                </c:pt>
                <c:pt idx="42">
                  <c:v>1788.19797525</c:v>
                </c:pt>
                <c:pt idx="43">
                  <c:v>1538.23943023</c:v>
                </c:pt>
                <c:pt idx="44">
                  <c:v>1482.83900831</c:v>
                </c:pt>
                <c:pt idx="45">
                  <c:v>1889.43638426</c:v>
                </c:pt>
                <c:pt idx="46">
                  <c:v>1928.1561461</c:v>
                </c:pt>
                <c:pt idx="47">
                  <c:v>1873.46721133</c:v>
                </c:pt>
                <c:pt idx="48">
                  <c:v>1634.77674692</c:v>
                </c:pt>
                <c:pt idx="49">
                  <c:v>1599.29452343</c:v>
                </c:pt>
                <c:pt idx="50">
                  <c:v>1858.79475111</c:v>
                </c:pt>
                <c:pt idx="51">
                  <c:v>1771.43378351</c:v>
                </c:pt>
                <c:pt idx="52">
                  <c:v>1936.91556733</c:v>
                </c:pt>
                <c:pt idx="53">
                  <c:v>1887.54361718</c:v>
                </c:pt>
                <c:pt idx="54">
                  <c:v>2184.8664989</c:v>
                </c:pt>
                <c:pt idx="55">
                  <c:v>2242.53758734</c:v>
                </c:pt>
                <c:pt idx="56">
                  <c:v>2342.78994421</c:v>
                </c:pt>
                <c:pt idx="57">
                  <c:v>2282.70191358</c:v>
                </c:pt>
                <c:pt idx="58">
                  <c:v>2348.41069036</c:v>
                </c:pt>
                <c:pt idx="59">
                  <c:v>2428.78352651</c:v>
                </c:pt>
                <c:pt idx="60">
                  <c:v>2674.19307547</c:v>
                </c:pt>
                <c:pt idx="61">
                  <c:v>2947.9288546</c:v>
                </c:pt>
                <c:pt idx="62">
                  <c:v>3069.96578671</c:v>
                </c:pt>
                <c:pt idx="63">
                  <c:v>3242.62186042</c:v>
                </c:pt>
                <c:pt idx="64">
                  <c:v>3508.89303066</c:v>
                </c:pt>
                <c:pt idx="65">
                  <c:v>3357.23421725</c:v>
                </c:pt>
                <c:pt idx="66">
                  <c:v>3660.1088587</c:v>
                </c:pt>
                <c:pt idx="67">
                  <c:v>3791.08505344</c:v>
                </c:pt>
                <c:pt idx="68">
                  <c:v>3830.0638386</c:v>
                </c:pt>
                <c:pt idx="69">
                  <c:v>4223.10992985</c:v>
                </c:pt>
                <c:pt idx="70">
                  <c:v>4453.89433479</c:v>
                </c:pt>
                <c:pt idx="71">
                  <c:v>4540.55855926</c:v>
                </c:pt>
                <c:pt idx="72">
                  <c:v>5391.931057</c:v>
                </c:pt>
                <c:pt idx="73">
                  <c:v>5086.20380496</c:v>
                </c:pt>
                <c:pt idx="74">
                  <c:v>4642.72844599</c:v>
                </c:pt>
                <c:pt idx="75">
                  <c:v>4643.0243864</c:v>
                </c:pt>
                <c:pt idx="76">
                  <c:v>5170.12177216</c:v>
                </c:pt>
                <c:pt idx="77">
                  <c:v>5276.95624706</c:v>
                </c:pt>
                <c:pt idx="78">
                  <c:v>5632.52535882</c:v>
                </c:pt>
                <c:pt idx="79">
                  <c:v>6300.49918824</c:v>
                </c:pt>
                <c:pt idx="80">
                  <c:v>6288.38737316</c:v>
                </c:pt>
                <c:pt idx="81">
                  <c:v>5152.92997956</c:v>
                </c:pt>
                <c:pt idx="82">
                  <c:v>5144.68956342</c:v>
                </c:pt>
                <c:pt idx="83">
                  <c:v>4172.95500365</c:v>
                </c:pt>
                <c:pt idx="84">
                  <c:v>4962.88182751</c:v>
                </c:pt>
                <c:pt idx="85">
                  <c:v>5317.58993892</c:v>
                </c:pt>
                <c:pt idx="86">
                  <c:v>5723.65865739</c:v>
                </c:pt>
                <c:pt idx="87">
                  <c:v>6389.12583694</c:v>
                </c:pt>
                <c:pt idx="88">
                  <c:v>5289.68377883</c:v>
                </c:pt>
                <c:pt idx="89">
                  <c:v>6243.80671714</c:v>
                </c:pt>
                <c:pt idx="90">
                  <c:v>6546.12589909</c:v>
                </c:pt>
                <c:pt idx="91">
                  <c:v>6225.40756616</c:v>
                </c:pt>
                <c:pt idx="92">
                  <c:v>6413.59862539</c:v>
                </c:pt>
                <c:pt idx="93">
                  <c:v>6950.60584161</c:v>
                </c:pt>
                <c:pt idx="94">
                  <c:v>7559.69239973</c:v>
                </c:pt>
                <c:pt idx="95">
                  <c:v>8168.70755125</c:v>
                </c:pt>
                <c:pt idx="96">
                  <c:v>8537.67298444</c:v>
                </c:pt>
                <c:pt idx="97">
                  <c:v>7338.35666324</c:v>
                </c:pt>
                <c:pt idx="98">
                  <c:v>5357.71745462</c:v>
                </c:pt>
                <c:pt idx="99">
                  <c:v>7286.65305731</c:v>
                </c:pt>
                <c:pt idx="100">
                  <c:v>8211.61517375</c:v>
                </c:pt>
                <c:pt idx="101">
                  <c:v>9098.46702326</c:v>
                </c:pt>
                <c:pt idx="102">
                  <c:v>10533.090938</c:v>
                </c:pt>
                <c:pt idx="103">
                  <c:v>12983.11501</c:v>
                </c:pt>
                <c:pt idx="104">
                  <c:v>11455.7698031</c:v>
                </c:pt>
                <c:pt idx="105">
                  <c:v>10774.9781207</c:v>
                </c:pt>
                <c:pt idx="106">
                  <c:v>13623.7493459</c:v>
                </c:pt>
                <c:pt idx="107">
                  <c:v>15049.2711532</c:v>
                </c:pt>
                <c:pt idx="108">
                  <c:v>14966.6677409</c:v>
                </c:pt>
                <c:pt idx="109">
                  <c:v>15260.7549285</c:v>
                </c:pt>
                <c:pt idx="110">
                  <c:v>16032.3099601</c:v>
                </c:pt>
                <c:pt idx="111">
                  <c:v>17881.3452133</c:v>
                </c:pt>
                <c:pt idx="112">
                  <c:v>17608.174021</c:v>
                </c:pt>
                <c:pt idx="113">
                  <c:v>19622.0817179</c:v>
                </c:pt>
                <c:pt idx="114">
                  <c:v>20673.0508862</c:v>
                </c:pt>
                <c:pt idx="115">
                  <c:v>22431.3600502</c:v>
                </c:pt>
                <c:pt idx="116">
                  <c:v>19884.7784842</c:v>
                </c:pt>
                <c:pt idx="117">
                  <c:v>23176.4419628</c:v>
                </c:pt>
                <c:pt idx="118">
                  <c:v>23754.7725099</c:v>
                </c:pt>
                <c:pt idx="119">
                  <c:v>24698.4757111</c:v>
                </c:pt>
                <c:pt idx="120">
                  <c:v>20685.1769753</c:v>
                </c:pt>
                <c:pt idx="121">
                  <c:v>18650.165554</c:v>
                </c:pt>
                <c:pt idx="122">
                  <c:v>20150.2585689</c:v>
                </c:pt>
                <c:pt idx="123">
                  <c:v>15316.4113557</c:v>
                </c:pt>
                <c:pt idx="124">
                  <c:v>14658.8094975</c:v>
                </c:pt>
                <c:pt idx="125">
                  <c:v>11796.930692</c:v>
                </c:pt>
                <c:pt idx="126">
                  <c:v>14748.7899828</c:v>
                </c:pt>
                <c:pt idx="127">
                  <c:v>13127.3988885</c:v>
                </c:pt>
                <c:pt idx="128">
                  <c:v>10347.1364991</c:v>
                </c:pt>
                <c:pt idx="129">
                  <c:v>11329.2276675</c:v>
                </c:pt>
                <c:pt idx="130">
                  <c:v>12522.8533103</c:v>
                </c:pt>
                <c:pt idx="131">
                  <c:v>10403.5043453</c:v>
                </c:pt>
                <c:pt idx="132">
                  <c:v>12571.2380528</c:v>
                </c:pt>
                <c:pt idx="133">
                  <c:v>12218.770446</c:v>
                </c:pt>
                <c:pt idx="134">
                  <c:v>14303.5323771</c:v>
                </c:pt>
                <c:pt idx="135">
                  <c:v>14260.6925319</c:v>
                </c:pt>
                <c:pt idx="136">
                  <c:v>16020.650639</c:v>
                </c:pt>
                <c:pt idx="137">
                  <c:v>18166.8967281</c:v>
                </c:pt>
                <c:pt idx="138">
                  <c:v>19637.355472</c:v>
                </c:pt>
                <c:pt idx="139">
                  <c:v>18790.6726102</c:v>
                </c:pt>
                <c:pt idx="140">
                  <c:v>16711.768022</c:v>
                </c:pt>
                <c:pt idx="141">
                  <c:v>15669.0193044</c:v>
                </c:pt>
                <c:pt idx="142">
                  <c:v>19211.0066342</c:v>
                </c:pt>
                <c:pt idx="143">
                  <c:v>21567.0115341</c:v>
                </c:pt>
                <c:pt idx="144">
                  <c:v>22096.6686205</c:v>
                </c:pt>
                <c:pt idx="145">
                  <c:v>24222.9172017</c:v>
                </c:pt>
                <c:pt idx="146">
                  <c:v>25069.9058099</c:v>
                </c:pt>
                <c:pt idx="147">
                  <c:v>22483.2678675</c:v>
                </c:pt>
                <c:pt idx="148">
                  <c:v>25227.905214</c:v>
                </c:pt>
                <c:pt idx="149">
                  <c:v>28051.4087944</c:v>
                </c:pt>
                <c:pt idx="150">
                  <c:v>27542.3913752</c:v>
                </c:pt>
                <c:pt idx="151">
                  <c:v>27989.3404517</c:v>
                </c:pt>
                <c:pt idx="152">
                  <c:v>29171.7336767</c:v>
                </c:pt>
                <c:pt idx="153">
                  <c:v>28438.1102609</c:v>
                </c:pt>
                <c:pt idx="154">
                  <c:v>31534.6120675</c:v>
                </c:pt>
                <c:pt idx="155">
                  <c:v>30611.1007019</c:v>
                </c:pt>
                <c:pt idx="156">
                  <c:v>31693.4820882</c:v>
                </c:pt>
                <c:pt idx="157">
                  <c:v>30222.8925509</c:v>
                </c:pt>
                <c:pt idx="158">
                  <c:v>25840.4110382</c:v>
                </c:pt>
                <c:pt idx="159">
                  <c:v>24378.9686117</c:v>
                </c:pt>
                <c:pt idx="160">
                  <c:v>28517.164105</c:v>
                </c:pt>
                <c:pt idx="161">
                  <c:v>32035.3637563</c:v>
                </c:pt>
                <c:pt idx="162">
                  <c:v>33252.1391029</c:v>
                </c:pt>
                <c:pt idx="163">
                  <c:v>34203.4786739</c:v>
                </c:pt>
                <c:pt idx="164">
                  <c:v>37330.1154822</c:v>
                </c:pt>
                <c:pt idx="165">
                  <c:v>39933.3039227</c:v>
                </c:pt>
                <c:pt idx="166">
                  <c:v>38939.3071787</c:v>
                </c:pt>
                <c:pt idx="167">
                  <c:v>38285.188764</c:v>
                </c:pt>
                <c:pt idx="168">
                  <c:v>40194.823975</c:v>
                </c:pt>
                <c:pt idx="169">
                  <c:v>39280.5017597</c:v>
                </c:pt>
                <c:pt idx="170">
                  <c:v>35185.0086735</c:v>
                </c:pt>
                <c:pt idx="171">
                  <c:v>46696.6877097</c:v>
                </c:pt>
                <c:pt idx="172">
                  <c:v>56268.03082</c:v>
                </c:pt>
                <c:pt idx="173">
                  <c:v>54658.8453596</c:v>
                </c:pt>
                <c:pt idx="174">
                  <c:v>49148.5278353</c:v>
                </c:pt>
                <c:pt idx="175">
                  <c:v>53174.0492197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20000"/>
      </c:valAx>
      <c:valAx>
        <c:axId val="48650112"/>
        <c:scaling>
          <c:orientation val="minMax"/>
          <c:max val="2027"/>
          <c:min val="2012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비중</c:v>
          </c:tx>
          <c:dPt>
            <c:idx val="0"/>
            <c:spPr>
              <a:solidFill xmlns:a="http://schemas.openxmlformats.org/drawingml/2006/main">
                <a:srgbClr val="2767B7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8052A2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147F88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BE8B1B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cat>
            <c:strRef>
              <c:f>'Chart Data'!$A$2:$A$5</c:f>
              <c:strCache>
                <c:ptCount val="4"/>
                <c:pt idx="0">
                  <c:v>SPYM30%</c:v>
                </c:pt>
                <c:pt idx="1">
                  <c:v>QQQM30%</c:v>
                </c:pt>
                <c:pt idx="2">
                  <c:v>IEF20%</c:v>
                </c:pt>
                <c:pt idx="3">
                  <c:v>GLDM20%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0.3</c:v>
                </c:pt>
                <c:pt idx="1">
                  <c:v>0.3</c:v>
                </c:pt>
                <c:pt idx="2">
                  <c:v>0.2</c:v>
                </c:pt>
                <c:pt idx="3">
                  <c:v>0.2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0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주식</c:v>
          </c:tx>
          <c:spPr>
            <a:solidFill xmlns:a="http://schemas.openxmlformats.org/drawingml/2006/main">
              <a:srgbClr val="174D3B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조정 전 예시</c:v>
                </c:pt>
                <c:pt idx="1">
                  <c:v>목표 비중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0.5</c:v>
                </c:pt>
                <c:pt idx="1">
                  <c:v>0.6</c:v>
                </c:pt>
              </c:numCache>
            </c:numRef>
          </c:val>
        </c:ser>
        <c:ser>
          <c:idx val="1"/>
          <c:order val="1"/>
          <c:tx>
            <c:v>미국 국채</c:v>
          </c:tx>
          <c:spPr>
            <a:solidFill xmlns:a="http://schemas.openxmlformats.org/drawingml/2006/main">
              <a:srgbClr val="147F88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조정 전 예시</c:v>
                </c:pt>
                <c:pt idx="1">
                  <c:v>목표 비중</c:v>
                </c:pt>
              </c:strCache>
            </c:str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0.3</c:v>
                </c:pt>
                <c:pt idx="1">
                  <c:v>0.2</c:v>
                </c:pt>
              </c:numCache>
            </c:numRef>
          </c:val>
        </c:ser>
        <c:ser>
          <c:idx val="2"/>
          <c:order val="2"/>
          <c:tx>
            <c:v>금</c:v>
          </c:tx>
          <c:spPr>
            <a:solidFill xmlns:a="http://schemas.openxmlformats.org/drawingml/2006/main">
              <a:srgbClr val="BE8B1B"/>
            </a:solidFill>
          </c:spPr>
          <c:invertIfNegative val="0"/>
          <c:cat>
            <c:strRef>
              <c:f>'Chart Data'!$E$2:$E$3</c:f>
              <c:strCache>
                <c:ptCount val="2"/>
                <c:pt idx="0">
                  <c:v>조정 전 예시</c:v>
                </c:pt>
                <c:pt idx="1">
                  <c:v>목표 비중</c:v>
                </c:pt>
              </c:strCache>
            </c:strRef>
          </c:cat>
          <c:val>
            <c:numRef>
              <c:f>'Chart Data'!$F$2:$F$3</c:f>
              <c:numCache>
                <c:formatCode>0%</c:formatCode>
                <c:ptCount val="2"/>
                <c:pt idx="0">
                  <c:v>0.2</c:v>
                </c:pt>
                <c:pt idx="1">
                  <c:v>0.2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Polaris</c:v>
          </c:tx>
          <c:spPr>
            <a:ln xmlns:a="http://schemas.openxmlformats.org/drawingml/2006/main" w="25718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Data'!$A$2:$A$177</c:f>
              <c:numCache>
                <c:formatCode>General</c:formatCode>
                <c:ptCount val="176"/>
                <c:pt idx="0">
                  <c:v>2012.04166667</c:v>
                </c:pt>
                <c:pt idx="1">
                  <c:v>2012.125</c:v>
                </c:pt>
                <c:pt idx="2">
                  <c:v>2012.20833333</c:v>
                </c:pt>
                <c:pt idx="3">
                  <c:v>2012.29166667</c:v>
                </c:pt>
                <c:pt idx="4">
                  <c:v>2012.375</c:v>
                </c:pt>
                <c:pt idx="5">
                  <c:v>2012.45833333</c:v>
                </c:pt>
                <c:pt idx="6">
                  <c:v>2012.54166667</c:v>
                </c:pt>
                <c:pt idx="7">
                  <c:v>2012.625</c:v>
                </c:pt>
                <c:pt idx="8">
                  <c:v>2012.70833333</c:v>
                </c:pt>
                <c:pt idx="9">
                  <c:v>2012.79166667</c:v>
                </c:pt>
                <c:pt idx="10">
                  <c:v>2012.875</c:v>
                </c:pt>
                <c:pt idx="11">
                  <c:v>2012.95833333</c:v>
                </c:pt>
                <c:pt idx="12">
                  <c:v>2013.04166667</c:v>
                </c:pt>
                <c:pt idx="13">
                  <c:v>2013.125</c:v>
                </c:pt>
                <c:pt idx="14">
                  <c:v>2013.20833333</c:v>
                </c:pt>
                <c:pt idx="15">
                  <c:v>2013.29166667</c:v>
                </c:pt>
                <c:pt idx="16">
                  <c:v>2013.375</c:v>
                </c:pt>
                <c:pt idx="17">
                  <c:v>2013.45833333</c:v>
                </c:pt>
                <c:pt idx="18">
                  <c:v>2013.54166667</c:v>
                </c:pt>
                <c:pt idx="19">
                  <c:v>2013.625</c:v>
                </c:pt>
                <c:pt idx="20">
                  <c:v>2013.70833333</c:v>
                </c:pt>
                <c:pt idx="21">
                  <c:v>2013.79166667</c:v>
                </c:pt>
                <c:pt idx="22">
                  <c:v>2013.875</c:v>
                </c:pt>
                <c:pt idx="23">
                  <c:v>2013.95833333</c:v>
                </c:pt>
                <c:pt idx="24">
                  <c:v>2014.04166667</c:v>
                </c:pt>
                <c:pt idx="25">
                  <c:v>2014.125</c:v>
                </c:pt>
                <c:pt idx="26">
                  <c:v>2014.20833333</c:v>
                </c:pt>
                <c:pt idx="27">
                  <c:v>2014.29166667</c:v>
                </c:pt>
                <c:pt idx="28">
                  <c:v>2014.375</c:v>
                </c:pt>
                <c:pt idx="29">
                  <c:v>2014.45833333</c:v>
                </c:pt>
                <c:pt idx="30">
                  <c:v>2014.54166667</c:v>
                </c:pt>
                <c:pt idx="31">
                  <c:v>2014.625</c:v>
                </c:pt>
                <c:pt idx="32">
                  <c:v>2014.70833333</c:v>
                </c:pt>
                <c:pt idx="33">
                  <c:v>2014.79166667</c:v>
                </c:pt>
                <c:pt idx="34">
                  <c:v>2014.875</c:v>
                </c:pt>
                <c:pt idx="35">
                  <c:v>2014.95833333</c:v>
                </c:pt>
                <c:pt idx="36">
                  <c:v>2015.04166667</c:v>
                </c:pt>
                <c:pt idx="37">
                  <c:v>2015.125</c:v>
                </c:pt>
                <c:pt idx="38">
                  <c:v>2015.20833333</c:v>
                </c:pt>
                <c:pt idx="39">
                  <c:v>2015.29166667</c:v>
                </c:pt>
                <c:pt idx="40">
                  <c:v>2015.375</c:v>
                </c:pt>
                <c:pt idx="41">
                  <c:v>2015.45833333</c:v>
                </c:pt>
                <c:pt idx="42">
                  <c:v>2015.54166667</c:v>
                </c:pt>
                <c:pt idx="43">
                  <c:v>2015.625</c:v>
                </c:pt>
                <c:pt idx="44">
                  <c:v>2015.70833333</c:v>
                </c:pt>
                <c:pt idx="45">
                  <c:v>2015.79166667</c:v>
                </c:pt>
                <c:pt idx="46">
                  <c:v>2015.875</c:v>
                </c:pt>
                <c:pt idx="47">
                  <c:v>2015.95833333</c:v>
                </c:pt>
                <c:pt idx="48">
                  <c:v>2016.04166667</c:v>
                </c:pt>
                <c:pt idx="49">
                  <c:v>2016.125</c:v>
                </c:pt>
                <c:pt idx="50">
                  <c:v>2016.20833333</c:v>
                </c:pt>
                <c:pt idx="51">
                  <c:v>2016.29166667</c:v>
                </c:pt>
                <c:pt idx="52">
                  <c:v>2016.375</c:v>
                </c:pt>
                <c:pt idx="53">
                  <c:v>2016.45833333</c:v>
                </c:pt>
                <c:pt idx="54">
                  <c:v>2016.54166667</c:v>
                </c:pt>
                <c:pt idx="55">
                  <c:v>2016.625</c:v>
                </c:pt>
                <c:pt idx="56">
                  <c:v>2016.70833333</c:v>
                </c:pt>
                <c:pt idx="57">
                  <c:v>2016.79166667</c:v>
                </c:pt>
                <c:pt idx="58">
                  <c:v>2016.875</c:v>
                </c:pt>
                <c:pt idx="59">
                  <c:v>2016.95833333</c:v>
                </c:pt>
                <c:pt idx="60">
                  <c:v>2017.04166667</c:v>
                </c:pt>
                <c:pt idx="61">
                  <c:v>2017.125</c:v>
                </c:pt>
                <c:pt idx="62">
                  <c:v>2017.20833333</c:v>
                </c:pt>
                <c:pt idx="63">
                  <c:v>2017.29166667</c:v>
                </c:pt>
                <c:pt idx="64">
                  <c:v>2017.375</c:v>
                </c:pt>
                <c:pt idx="65">
                  <c:v>2017.45833333</c:v>
                </c:pt>
                <c:pt idx="66">
                  <c:v>2017.54166667</c:v>
                </c:pt>
                <c:pt idx="67">
                  <c:v>2017.625</c:v>
                </c:pt>
                <c:pt idx="68">
                  <c:v>2017.70833333</c:v>
                </c:pt>
                <c:pt idx="69">
                  <c:v>2017.79166667</c:v>
                </c:pt>
                <c:pt idx="70">
                  <c:v>2017.875</c:v>
                </c:pt>
                <c:pt idx="71">
                  <c:v>2017.95833333</c:v>
                </c:pt>
                <c:pt idx="72">
                  <c:v>2018.04166667</c:v>
                </c:pt>
                <c:pt idx="73">
                  <c:v>2018.125</c:v>
                </c:pt>
                <c:pt idx="74">
                  <c:v>2018.20833333</c:v>
                </c:pt>
                <c:pt idx="75">
                  <c:v>2018.29166667</c:v>
                </c:pt>
                <c:pt idx="76">
                  <c:v>2018.375</c:v>
                </c:pt>
                <c:pt idx="77">
                  <c:v>2018.45833333</c:v>
                </c:pt>
                <c:pt idx="78">
                  <c:v>2018.54166667</c:v>
                </c:pt>
                <c:pt idx="79">
                  <c:v>2018.625</c:v>
                </c:pt>
                <c:pt idx="80">
                  <c:v>2018.70833333</c:v>
                </c:pt>
                <c:pt idx="81">
                  <c:v>2018.79166667</c:v>
                </c:pt>
                <c:pt idx="82">
                  <c:v>2018.875</c:v>
                </c:pt>
                <c:pt idx="83">
                  <c:v>2018.95833333</c:v>
                </c:pt>
                <c:pt idx="84">
                  <c:v>2019.04166667</c:v>
                </c:pt>
                <c:pt idx="85">
                  <c:v>2019.125</c:v>
                </c:pt>
                <c:pt idx="86">
                  <c:v>2019.20833333</c:v>
                </c:pt>
                <c:pt idx="87">
                  <c:v>2019.29166667</c:v>
                </c:pt>
                <c:pt idx="88">
                  <c:v>2019.375</c:v>
                </c:pt>
                <c:pt idx="89">
                  <c:v>2019.45833333</c:v>
                </c:pt>
                <c:pt idx="90">
                  <c:v>2019.54166667</c:v>
                </c:pt>
                <c:pt idx="91">
                  <c:v>2019.625</c:v>
                </c:pt>
                <c:pt idx="92">
                  <c:v>2019.70833333</c:v>
                </c:pt>
                <c:pt idx="93">
                  <c:v>2019.79166667</c:v>
                </c:pt>
                <c:pt idx="94">
                  <c:v>2019.875</c:v>
                </c:pt>
                <c:pt idx="95">
                  <c:v>2019.95833333</c:v>
                </c:pt>
                <c:pt idx="96">
                  <c:v>2020.04166667</c:v>
                </c:pt>
                <c:pt idx="97">
                  <c:v>2020.125</c:v>
                </c:pt>
                <c:pt idx="98">
                  <c:v>2020.20833333</c:v>
                </c:pt>
                <c:pt idx="99">
                  <c:v>2020.29166667</c:v>
                </c:pt>
                <c:pt idx="100">
                  <c:v>2020.375</c:v>
                </c:pt>
                <c:pt idx="101">
                  <c:v>2020.45833333</c:v>
                </c:pt>
                <c:pt idx="102">
                  <c:v>2020.54166667</c:v>
                </c:pt>
                <c:pt idx="103">
                  <c:v>2020.625</c:v>
                </c:pt>
                <c:pt idx="104">
                  <c:v>2020.70833333</c:v>
                </c:pt>
                <c:pt idx="105">
                  <c:v>2020.79166667</c:v>
                </c:pt>
                <c:pt idx="106">
                  <c:v>2020.875</c:v>
                </c:pt>
                <c:pt idx="107">
                  <c:v>2020.95833333</c:v>
                </c:pt>
                <c:pt idx="108">
                  <c:v>2021.04166667</c:v>
                </c:pt>
                <c:pt idx="109">
                  <c:v>2021.125</c:v>
                </c:pt>
                <c:pt idx="110">
                  <c:v>2021.20833333</c:v>
                </c:pt>
                <c:pt idx="111">
                  <c:v>2021.29166667</c:v>
                </c:pt>
                <c:pt idx="112">
                  <c:v>2021.375</c:v>
                </c:pt>
                <c:pt idx="113">
                  <c:v>2021.45833333</c:v>
                </c:pt>
                <c:pt idx="114">
                  <c:v>2021.54166667</c:v>
                </c:pt>
                <c:pt idx="115">
                  <c:v>2021.625</c:v>
                </c:pt>
                <c:pt idx="116">
                  <c:v>2021.70833333</c:v>
                </c:pt>
                <c:pt idx="117">
                  <c:v>2021.79166667</c:v>
                </c:pt>
                <c:pt idx="118">
                  <c:v>2021.875</c:v>
                </c:pt>
                <c:pt idx="119">
                  <c:v>2021.95833333</c:v>
                </c:pt>
                <c:pt idx="120">
                  <c:v>2022.04166667</c:v>
                </c:pt>
                <c:pt idx="121">
                  <c:v>2022.125</c:v>
                </c:pt>
                <c:pt idx="122">
                  <c:v>2022.20833333</c:v>
                </c:pt>
                <c:pt idx="123">
                  <c:v>2022.29166667</c:v>
                </c:pt>
                <c:pt idx="124">
                  <c:v>2022.375</c:v>
                </c:pt>
                <c:pt idx="125">
                  <c:v>2022.45833333</c:v>
                </c:pt>
                <c:pt idx="126">
                  <c:v>2022.54166667</c:v>
                </c:pt>
                <c:pt idx="127">
                  <c:v>2022.625</c:v>
                </c:pt>
                <c:pt idx="128">
                  <c:v>2022.70833333</c:v>
                </c:pt>
                <c:pt idx="129">
                  <c:v>2022.79166667</c:v>
                </c:pt>
                <c:pt idx="130">
                  <c:v>2022.875</c:v>
                </c:pt>
                <c:pt idx="131">
                  <c:v>2022.95833333</c:v>
                </c:pt>
                <c:pt idx="132">
                  <c:v>2023.04166667</c:v>
                </c:pt>
                <c:pt idx="133">
                  <c:v>2023.125</c:v>
                </c:pt>
                <c:pt idx="134">
                  <c:v>2023.20833333</c:v>
                </c:pt>
                <c:pt idx="135">
                  <c:v>2023.29166667</c:v>
                </c:pt>
                <c:pt idx="136">
                  <c:v>2023.375</c:v>
                </c:pt>
                <c:pt idx="137">
                  <c:v>2023.45833333</c:v>
                </c:pt>
                <c:pt idx="138">
                  <c:v>2023.54166667</c:v>
                </c:pt>
                <c:pt idx="139">
                  <c:v>2023.625</c:v>
                </c:pt>
                <c:pt idx="140">
                  <c:v>2023.70833333</c:v>
                </c:pt>
                <c:pt idx="141">
                  <c:v>2023.79166667</c:v>
                </c:pt>
                <c:pt idx="142">
                  <c:v>2023.875</c:v>
                </c:pt>
                <c:pt idx="143">
                  <c:v>2023.95833333</c:v>
                </c:pt>
                <c:pt idx="144">
                  <c:v>2024.04166667</c:v>
                </c:pt>
                <c:pt idx="145">
                  <c:v>2024.125</c:v>
                </c:pt>
                <c:pt idx="146">
                  <c:v>2024.20833333</c:v>
                </c:pt>
                <c:pt idx="147">
                  <c:v>2024.29166667</c:v>
                </c:pt>
                <c:pt idx="148">
                  <c:v>2024.375</c:v>
                </c:pt>
                <c:pt idx="149">
                  <c:v>2024.45833333</c:v>
                </c:pt>
                <c:pt idx="150">
                  <c:v>2024.54166667</c:v>
                </c:pt>
                <c:pt idx="151">
                  <c:v>2024.625</c:v>
                </c:pt>
                <c:pt idx="152">
                  <c:v>2024.70833333</c:v>
                </c:pt>
                <c:pt idx="153">
                  <c:v>2024.79166667</c:v>
                </c:pt>
                <c:pt idx="154">
                  <c:v>2024.875</c:v>
                </c:pt>
                <c:pt idx="155">
                  <c:v>2024.95833333</c:v>
                </c:pt>
                <c:pt idx="156">
                  <c:v>2025.04166667</c:v>
                </c:pt>
                <c:pt idx="157">
                  <c:v>2025.125</c:v>
                </c:pt>
                <c:pt idx="158">
                  <c:v>2025.20833333</c:v>
                </c:pt>
                <c:pt idx="159">
                  <c:v>2025.29166667</c:v>
                </c:pt>
                <c:pt idx="160">
                  <c:v>2025.375</c:v>
                </c:pt>
                <c:pt idx="161">
                  <c:v>2025.45833333</c:v>
                </c:pt>
                <c:pt idx="162">
                  <c:v>2025.54166667</c:v>
                </c:pt>
                <c:pt idx="163">
                  <c:v>2025.625</c:v>
                </c:pt>
                <c:pt idx="164">
                  <c:v>2025.70833333</c:v>
                </c:pt>
                <c:pt idx="165">
                  <c:v>2025.79166667</c:v>
                </c:pt>
                <c:pt idx="166">
                  <c:v>2025.875</c:v>
                </c:pt>
                <c:pt idx="167">
                  <c:v>2025.95833333</c:v>
                </c:pt>
                <c:pt idx="168">
                  <c:v>2026.04166667</c:v>
                </c:pt>
                <c:pt idx="169">
                  <c:v>2026.125</c:v>
                </c:pt>
                <c:pt idx="170">
                  <c:v>2026.20833333</c:v>
                </c:pt>
                <c:pt idx="171">
                  <c:v>2026.29166667</c:v>
                </c:pt>
                <c:pt idx="172">
                  <c:v>2026.375</c:v>
                </c:pt>
                <c:pt idx="173">
                  <c:v>2026.45833333</c:v>
                </c:pt>
                <c:pt idx="174">
                  <c:v>2026.54166667</c:v>
                </c:pt>
                <c:pt idx="175">
                  <c:v>2026.625</c:v>
                </c:pt>
              </c:numCache>
            </c:numRef>
          </c:xVal>
          <c:yVal>
            <c:numRef>
              <c:f>'Chart Data'!$B$2:$B$177</c:f>
              <c:numCache>
                <c:formatCode>#,##0</c:formatCode>
                <c:ptCount val="176"/>
                <c:pt idx="0">
                  <c:v>20.9348997657</c:v>
                </c:pt>
                <c:pt idx="1">
                  <c:v>41.7919729949</c:v>
                </c:pt>
                <c:pt idx="2">
                  <c:v>62.8106839782</c:v>
                </c:pt>
                <c:pt idx="3">
                  <c:v>82.5886255837</c:v>
                </c:pt>
                <c:pt idx="4">
                  <c:v>97.8129940488</c:v>
                </c:pt>
                <c:pt idx="5">
                  <c:v>121.230103729</c:v>
                </c:pt>
                <c:pt idx="6">
                  <c:v>142.706219626</c:v>
                </c:pt>
                <c:pt idx="7">
                  <c:v>168.077100953</c:v>
                </c:pt>
                <c:pt idx="8">
                  <c:v>191.618649065</c:v>
                </c:pt>
                <c:pt idx="9">
                  <c:v>205.643450651</c:v>
                </c:pt>
                <c:pt idx="10">
                  <c:v>226.981969657</c:v>
                </c:pt>
                <c:pt idx="11">
                  <c:v>245.654265378</c:v>
                </c:pt>
                <c:pt idx="12">
                  <c:v>270.523150866</c:v>
                </c:pt>
                <c:pt idx="13">
                  <c:v>289.494133619</c:v>
                </c:pt>
                <c:pt idx="14">
                  <c:v>316.532814737</c:v>
                </c:pt>
                <c:pt idx="15">
                  <c:v>337.010584323</c:v>
                </c:pt>
                <c:pt idx="16">
                  <c:v>356.853818886</c:v>
                </c:pt>
                <c:pt idx="17">
                  <c:v>362.278178367</c:v>
                </c:pt>
                <c:pt idx="18">
                  <c:v>400.566119948</c:v>
                </c:pt>
                <c:pt idx="19">
                  <c:v>419.548018698</c:v>
                </c:pt>
                <c:pt idx="20">
                  <c:v>447.265491908</c:v>
                </c:pt>
                <c:pt idx="21">
                  <c:v>481.208934242</c:v>
                </c:pt>
                <c:pt idx="22">
                  <c:v>504.570027518</c:v>
                </c:pt>
                <c:pt idx="23">
                  <c:v>527.278617993</c:v>
                </c:pt>
                <c:pt idx="24">
                  <c:v>545.227089855</c:v>
                </c:pt>
                <c:pt idx="25">
                  <c:v>589.642019407</c:v>
                </c:pt>
                <c:pt idx="26">
                  <c:v>601.664718037</c:v>
                </c:pt>
                <c:pt idx="27">
                  <c:v>623.8443492</c:v>
                </c:pt>
                <c:pt idx="28">
                  <c:v>655.322933276</c:v>
                </c:pt>
                <c:pt idx="29">
                  <c:v>694.139368139</c:v>
                </c:pt>
                <c:pt idx="30">
                  <c:v>708.13672549</c:v>
                </c:pt>
                <c:pt idx="31">
                  <c:v>751.012599286</c:v>
                </c:pt>
                <c:pt idx="32">
                  <c:v>755.042602737</c:v>
                </c:pt>
                <c:pt idx="33">
                  <c:v>784.557614067</c:v>
                </c:pt>
                <c:pt idx="34">
                  <c:v>823.45795545</c:v>
                </c:pt>
                <c:pt idx="35">
                  <c:v>839.428521077</c:v>
                </c:pt>
                <c:pt idx="36">
                  <c:v>868.595560135</c:v>
                </c:pt>
                <c:pt idx="37">
                  <c:v>906.577322567</c:v>
                </c:pt>
                <c:pt idx="38">
                  <c:v>913.285758092</c:v>
                </c:pt>
                <c:pt idx="39">
                  <c:v>939.963643638</c:v>
                </c:pt>
                <c:pt idx="40">
                  <c:v>970.397317726</c:v>
                </c:pt>
                <c:pt idx="41">
                  <c:v>970.737598533</c:v>
                </c:pt>
                <c:pt idx="42">
                  <c:v>1000.63665151</c:v>
                </c:pt>
                <c:pt idx="43">
                  <c:v>988.680501288</c:v>
                </c:pt>
                <c:pt idx="44">
                  <c:v>994.520873108</c:v>
                </c:pt>
                <c:pt idx="45">
                  <c:v>1077.6138947</c:v>
                </c:pt>
                <c:pt idx="46">
                  <c:v>1085.18150053</c:v>
                </c:pt>
                <c:pt idx="47">
                  <c:v>1092.07741171</c:v>
                </c:pt>
                <c:pt idx="48">
                  <c:v>1091.80871339</c:v>
                </c:pt>
                <c:pt idx="49">
                  <c:v>1135.24723738</c:v>
                </c:pt>
                <c:pt idx="50">
                  <c:v>1197.42519554</c:v>
                </c:pt>
                <c:pt idx="51">
                  <c:v>1219.98204471</c:v>
                </c:pt>
                <c:pt idx="52">
                  <c:v>1244.97912506</c:v>
                </c:pt>
                <c:pt idx="53">
                  <c:v>1288.15047472</c:v>
                </c:pt>
                <c:pt idx="54">
                  <c:v>1355.66577457</c:v>
                </c:pt>
                <c:pt idx="55">
                  <c:v>1368.55233957</c:v>
                </c:pt>
                <c:pt idx="56">
                  <c:v>1400.29553708</c:v>
                </c:pt>
                <c:pt idx="57">
                  <c:v>1394.10408901</c:v>
                </c:pt>
                <c:pt idx="58">
                  <c:v>1396.37114801</c:v>
                </c:pt>
                <c:pt idx="59">
                  <c:v>1424.04327591</c:v>
                </c:pt>
                <c:pt idx="60">
                  <c:v>1490.18111493</c:v>
                </c:pt>
                <c:pt idx="61">
                  <c:v>1559.65864016</c:v>
                </c:pt>
                <c:pt idx="62">
                  <c:v>1588.8506137</c:v>
                </c:pt>
                <c:pt idx="63">
                  <c:v>1635.9215568</c:v>
                </c:pt>
                <c:pt idx="64">
                  <c:v>1684.69689302</c:v>
                </c:pt>
                <c:pt idx="65">
                  <c:v>1686.7843579</c:v>
                </c:pt>
                <c:pt idx="66">
                  <c:v>1747.57197503</c:v>
                </c:pt>
                <c:pt idx="67">
                  <c:v>1800.09629521</c:v>
                </c:pt>
                <c:pt idx="68">
                  <c:v>1811.71605941</c:v>
                </c:pt>
                <c:pt idx="69">
                  <c:v>1866.60024485</c:v>
                </c:pt>
                <c:pt idx="70">
                  <c:v>1915.41359483</c:v>
                </c:pt>
                <c:pt idx="71">
                  <c:v>1954.66857684</c:v>
                </c:pt>
                <c:pt idx="72">
                  <c:v>2063.66448478</c:v>
                </c:pt>
                <c:pt idx="73">
                  <c:v>2040.3165014</c:v>
                </c:pt>
                <c:pt idx="74">
                  <c:v>2025.1019481</c:v>
                </c:pt>
                <c:pt idx="75">
                  <c:v>2042.70369204</c:v>
                </c:pt>
                <c:pt idx="76">
                  <c:v>2111.9369679</c:v>
                </c:pt>
                <c:pt idx="77">
                  <c:v>2128.74468721</c:v>
                </c:pt>
                <c:pt idx="78">
                  <c:v>2179.42603898</c:v>
                </c:pt>
                <c:pt idx="79">
                  <c:v>2255.31245798</c:v>
                </c:pt>
                <c:pt idx="80">
                  <c:v>2269.26327292</c:v>
                </c:pt>
                <c:pt idx="81">
                  <c:v>2187.91785398</c:v>
                </c:pt>
                <c:pt idx="82">
                  <c:v>2225.55506458</c:v>
                </c:pt>
                <c:pt idx="83">
                  <c:v>2163.06824567</c:v>
                </c:pt>
                <c:pt idx="84">
                  <c:v>2305.54425666</c:v>
                </c:pt>
                <c:pt idx="85">
                  <c:v>2362.81761801</c:v>
                </c:pt>
                <c:pt idx="86">
                  <c:v>2428.46289499</c:v>
                </c:pt>
                <c:pt idx="87">
                  <c:v>2512.9355049</c:v>
                </c:pt>
                <c:pt idx="88">
                  <c:v>2444.45305579</c:v>
                </c:pt>
                <c:pt idx="89">
                  <c:v>2616.60778993</c:v>
                </c:pt>
                <c:pt idx="90">
                  <c:v>2666.78812012</c:v>
                </c:pt>
                <c:pt idx="91">
                  <c:v>2722.20876217</c:v>
                </c:pt>
                <c:pt idx="92">
                  <c:v>2738.73550999</c:v>
                </c:pt>
                <c:pt idx="93">
                  <c:v>2828.6061781</c:v>
                </c:pt>
                <c:pt idx="94">
                  <c:v>2891.43773245</c:v>
                </c:pt>
                <c:pt idx="95">
                  <c:v>2986.56036359</c:v>
                </c:pt>
                <c:pt idx="96">
                  <c:v>3081.33317516</c:v>
                </c:pt>
                <c:pt idx="97">
                  <c:v>2986.20785467</c:v>
                </c:pt>
                <c:pt idx="98">
                  <c:v>2855.7885783</c:v>
                </c:pt>
                <c:pt idx="99">
                  <c:v>3144.77363972</c:v>
                </c:pt>
                <c:pt idx="100">
                  <c:v>3289.61812405</c:v>
                </c:pt>
                <c:pt idx="101">
                  <c:v>3409.05165913</c:v>
                </c:pt>
                <c:pt idx="102">
                  <c:v>3647.35002077</c:v>
                </c:pt>
                <c:pt idx="103">
                  <c:v>3857.51690926</c:v>
                </c:pt>
                <c:pt idx="104">
                  <c:v>3730.98290166</c:v>
                </c:pt>
                <c:pt idx="105">
                  <c:v>3673.29294866</c:v>
                </c:pt>
                <c:pt idx="106">
                  <c:v>3903.46216745</c:v>
                </c:pt>
                <c:pt idx="107">
                  <c:v>4077.40347613</c:v>
                </c:pt>
                <c:pt idx="108">
                  <c:v>4052.69918615</c:v>
                </c:pt>
                <c:pt idx="109">
                  <c:v>4035.01743087</c:v>
                </c:pt>
                <c:pt idx="110">
                  <c:v>4105.25765219</c:v>
                </c:pt>
                <c:pt idx="111">
                  <c:v>4304.04642885</c:v>
                </c:pt>
                <c:pt idx="112">
                  <c:v>4382.50950923</c:v>
                </c:pt>
                <c:pt idx="113">
                  <c:v>4462.07412578</c:v>
                </c:pt>
                <c:pt idx="114">
                  <c:v>4594.24057735</c:v>
                </c:pt>
                <c:pt idx="115">
                  <c:v>4714.0947589</c:v>
                </c:pt>
                <c:pt idx="116">
                  <c:v>4537.24056999</c:v>
                </c:pt>
                <c:pt idx="117">
                  <c:v>4777.23218956</c:v>
                </c:pt>
                <c:pt idx="118">
                  <c:v>4818.92904166</c:v>
                </c:pt>
                <c:pt idx="119">
                  <c:v>4946.49498155</c:v>
                </c:pt>
                <c:pt idx="120">
                  <c:v>4719.58692442</c:v>
                </c:pt>
                <c:pt idx="121">
                  <c:v>4692.4249583</c:v>
                </c:pt>
                <c:pt idx="122">
                  <c:v>4802.16355105</c:v>
                </c:pt>
                <c:pt idx="123">
                  <c:v>4443.8202901</c:v>
                </c:pt>
                <c:pt idx="124">
                  <c:v>4419.04462429</c:v>
                </c:pt>
                <c:pt idx="125">
                  <c:v>4196.99567562</c:v>
                </c:pt>
                <c:pt idx="126">
                  <c:v>4472.42403127</c:v>
                </c:pt>
                <c:pt idx="127">
                  <c:v>4308.44689231</c:v>
                </c:pt>
                <c:pt idx="128">
                  <c:v>4010.3580959</c:v>
                </c:pt>
                <c:pt idx="129">
                  <c:v>4142.28830407</c:v>
                </c:pt>
                <c:pt idx="130">
                  <c:v>4403.58187316</c:v>
                </c:pt>
                <c:pt idx="131">
                  <c:v>4239.6946401</c:v>
                </c:pt>
                <c:pt idx="132">
                  <c:v>4552.91494992</c:v>
                </c:pt>
                <c:pt idx="133">
                  <c:v>4453.01820716</c:v>
                </c:pt>
                <c:pt idx="134">
                  <c:v>4755.36115444</c:v>
                </c:pt>
                <c:pt idx="135">
                  <c:v>4820.96200922</c:v>
                </c:pt>
                <c:pt idx="136">
                  <c:v>4938.44434149</c:v>
                </c:pt>
                <c:pt idx="137">
                  <c:v>5119.49466822</c:v>
                </c:pt>
                <c:pt idx="138">
                  <c:v>5271.436089</c:v>
                </c:pt>
                <c:pt idx="139">
                  <c:v>5219.97643897</c:v>
                </c:pt>
                <c:pt idx="140">
                  <c:v>5000.6545699</c:v>
                </c:pt>
                <c:pt idx="141">
                  <c:v>5005.82620967</c:v>
                </c:pt>
                <c:pt idx="142">
                  <c:v>5402.77532403</c:v>
                </c:pt>
                <c:pt idx="143">
                  <c:v>5641.1385017</c:v>
                </c:pt>
                <c:pt idx="144">
                  <c:v>5704.77071088</c:v>
                </c:pt>
                <c:pt idx="145">
                  <c:v>5889.19913038</c:v>
                </c:pt>
                <c:pt idx="146">
                  <c:v>6097.21799244</c:v>
                </c:pt>
                <c:pt idx="147">
                  <c:v>5959.96942439</c:v>
                </c:pt>
                <c:pt idx="148">
                  <c:v>6222.18533008</c:v>
                </c:pt>
                <c:pt idx="149">
                  <c:v>6444.71489784</c:v>
                </c:pt>
                <c:pt idx="150">
                  <c:v>6557.62198693</c:v>
                </c:pt>
                <c:pt idx="151">
                  <c:v>6690.93688819</c:v>
                </c:pt>
                <c:pt idx="152">
                  <c:v>6894.28811752</c:v>
                </c:pt>
                <c:pt idx="153">
                  <c:v>6895.02372499</c:v>
                </c:pt>
                <c:pt idx="154">
                  <c:v>7114.72774332</c:v>
                </c:pt>
                <c:pt idx="155">
                  <c:v>7040.44740889</c:v>
                </c:pt>
                <c:pt idx="156">
                  <c:v>7268.2015284</c:v>
                </c:pt>
                <c:pt idx="157">
                  <c:v>7269.19721814</c:v>
                </c:pt>
                <c:pt idx="158">
                  <c:v>7159.01703495</c:v>
                </c:pt>
                <c:pt idx="159">
                  <c:v>7296.20196487</c:v>
                </c:pt>
                <c:pt idx="160">
                  <c:v>7609.68479764</c:v>
                </c:pt>
                <c:pt idx="161">
                  <c:v>7912.90420709</c:v>
                </c:pt>
                <c:pt idx="162">
                  <c:v>8022.8111527</c:v>
                </c:pt>
                <c:pt idx="163">
                  <c:v>8227.5729233</c:v>
                </c:pt>
                <c:pt idx="164">
                  <c:v>8694.29861692</c:v>
                </c:pt>
                <c:pt idx="165">
                  <c:v>8982.25447226</c:v>
                </c:pt>
                <c:pt idx="166">
                  <c:v>9096.68713469</c:v>
                </c:pt>
                <c:pt idx="167">
                  <c:v>9129.10731231</c:v>
                </c:pt>
                <c:pt idx="168">
                  <c:v>9446.06812242</c:v>
                </c:pt>
                <c:pt idx="169">
                  <c:v>9603.19411053</c:v>
                </c:pt>
                <c:pt idx="170">
                  <c:v>9061.78171197</c:v>
                </c:pt>
                <c:pt idx="171">
                  <c:v>9732.86954857</c:v>
                </c:pt>
                <c:pt idx="172">
                  <c:v>10193.1783604</c:v>
                </c:pt>
                <c:pt idx="173">
                  <c:v>9952.92148751</c:v>
                </c:pt>
                <c:pt idx="174">
                  <c:v>9744.75357692</c:v>
                </c:pt>
                <c:pt idx="175">
                  <c:v>10153.4796372</c:v>
                </c:pt>
              </c:numCache>
            </c:numRef>
          </c:yVal>
        </c:ser>
        <c:ser>
          <c:idx val="1"/>
          <c:order val="1"/>
          <c:tx>
            <c:v>Polaris 매수만</c:v>
          </c:tx>
          <c:spPr>
            <a:ln xmlns:a="http://schemas.openxmlformats.org/drawingml/2006/main" w="25718">
              <a:solidFill>
                <a:srgbClr val="2767B7"/>
              </a:solidFill>
              <a:prstDash val="solid"/>
            </a:ln>
          </c:spPr>
          <c:marker>
            <c:symbol val="none"/>
          </c:marker>
          <c:xVal>
            <c:numRef>
              <c:f>'Chart Data'!$C$2:$C$177</c:f>
              <c:numCache>
                <c:formatCode>General</c:formatCode>
                <c:ptCount val="176"/>
                <c:pt idx="0">
                  <c:v>2012.04166667</c:v>
                </c:pt>
                <c:pt idx="1">
                  <c:v>2012.125</c:v>
                </c:pt>
                <c:pt idx="2">
                  <c:v>2012.20833333</c:v>
                </c:pt>
                <c:pt idx="3">
                  <c:v>2012.29166667</c:v>
                </c:pt>
                <c:pt idx="4">
                  <c:v>2012.375</c:v>
                </c:pt>
                <c:pt idx="5">
                  <c:v>2012.45833333</c:v>
                </c:pt>
                <c:pt idx="6">
                  <c:v>2012.54166667</c:v>
                </c:pt>
                <c:pt idx="7">
                  <c:v>2012.625</c:v>
                </c:pt>
                <c:pt idx="8">
                  <c:v>2012.70833333</c:v>
                </c:pt>
                <c:pt idx="9">
                  <c:v>2012.79166667</c:v>
                </c:pt>
                <c:pt idx="10">
                  <c:v>2012.875</c:v>
                </c:pt>
                <c:pt idx="11">
                  <c:v>2012.95833333</c:v>
                </c:pt>
                <c:pt idx="12">
                  <c:v>2013.04166667</c:v>
                </c:pt>
                <c:pt idx="13">
                  <c:v>2013.125</c:v>
                </c:pt>
                <c:pt idx="14">
                  <c:v>2013.20833333</c:v>
                </c:pt>
                <c:pt idx="15">
                  <c:v>2013.29166667</c:v>
                </c:pt>
                <c:pt idx="16">
                  <c:v>2013.375</c:v>
                </c:pt>
                <c:pt idx="17">
                  <c:v>2013.45833333</c:v>
                </c:pt>
                <c:pt idx="18">
                  <c:v>2013.54166667</c:v>
                </c:pt>
                <c:pt idx="19">
                  <c:v>2013.625</c:v>
                </c:pt>
                <c:pt idx="20">
                  <c:v>2013.70833333</c:v>
                </c:pt>
                <c:pt idx="21">
                  <c:v>2013.79166667</c:v>
                </c:pt>
                <c:pt idx="22">
                  <c:v>2013.875</c:v>
                </c:pt>
                <c:pt idx="23">
                  <c:v>2013.95833333</c:v>
                </c:pt>
                <c:pt idx="24">
                  <c:v>2014.04166667</c:v>
                </c:pt>
                <c:pt idx="25">
                  <c:v>2014.125</c:v>
                </c:pt>
                <c:pt idx="26">
                  <c:v>2014.20833333</c:v>
                </c:pt>
                <c:pt idx="27">
                  <c:v>2014.29166667</c:v>
                </c:pt>
                <c:pt idx="28">
                  <c:v>2014.375</c:v>
                </c:pt>
                <c:pt idx="29">
                  <c:v>2014.45833333</c:v>
                </c:pt>
                <c:pt idx="30">
                  <c:v>2014.54166667</c:v>
                </c:pt>
                <c:pt idx="31">
                  <c:v>2014.625</c:v>
                </c:pt>
                <c:pt idx="32">
                  <c:v>2014.70833333</c:v>
                </c:pt>
                <c:pt idx="33">
                  <c:v>2014.79166667</c:v>
                </c:pt>
                <c:pt idx="34">
                  <c:v>2014.875</c:v>
                </c:pt>
                <c:pt idx="35">
                  <c:v>2014.95833333</c:v>
                </c:pt>
                <c:pt idx="36">
                  <c:v>2015.04166667</c:v>
                </c:pt>
                <c:pt idx="37">
                  <c:v>2015.125</c:v>
                </c:pt>
                <c:pt idx="38">
                  <c:v>2015.20833333</c:v>
                </c:pt>
                <c:pt idx="39">
                  <c:v>2015.29166667</c:v>
                </c:pt>
                <c:pt idx="40">
                  <c:v>2015.375</c:v>
                </c:pt>
                <c:pt idx="41">
                  <c:v>2015.45833333</c:v>
                </c:pt>
                <c:pt idx="42">
                  <c:v>2015.54166667</c:v>
                </c:pt>
                <c:pt idx="43">
                  <c:v>2015.625</c:v>
                </c:pt>
                <c:pt idx="44">
                  <c:v>2015.70833333</c:v>
                </c:pt>
                <c:pt idx="45">
                  <c:v>2015.79166667</c:v>
                </c:pt>
                <c:pt idx="46">
                  <c:v>2015.875</c:v>
                </c:pt>
                <c:pt idx="47">
                  <c:v>2015.95833333</c:v>
                </c:pt>
                <c:pt idx="48">
                  <c:v>2016.04166667</c:v>
                </c:pt>
                <c:pt idx="49">
                  <c:v>2016.125</c:v>
                </c:pt>
                <c:pt idx="50">
                  <c:v>2016.20833333</c:v>
                </c:pt>
                <c:pt idx="51">
                  <c:v>2016.29166667</c:v>
                </c:pt>
                <c:pt idx="52">
                  <c:v>2016.375</c:v>
                </c:pt>
                <c:pt idx="53">
                  <c:v>2016.45833333</c:v>
                </c:pt>
                <c:pt idx="54">
                  <c:v>2016.54166667</c:v>
                </c:pt>
                <c:pt idx="55">
                  <c:v>2016.625</c:v>
                </c:pt>
                <c:pt idx="56">
                  <c:v>2016.70833333</c:v>
                </c:pt>
                <c:pt idx="57">
                  <c:v>2016.79166667</c:v>
                </c:pt>
                <c:pt idx="58">
                  <c:v>2016.875</c:v>
                </c:pt>
                <c:pt idx="59">
                  <c:v>2016.95833333</c:v>
                </c:pt>
                <c:pt idx="60">
                  <c:v>2017.04166667</c:v>
                </c:pt>
                <c:pt idx="61">
                  <c:v>2017.125</c:v>
                </c:pt>
                <c:pt idx="62">
                  <c:v>2017.20833333</c:v>
                </c:pt>
                <c:pt idx="63">
                  <c:v>2017.29166667</c:v>
                </c:pt>
                <c:pt idx="64">
                  <c:v>2017.375</c:v>
                </c:pt>
                <c:pt idx="65">
                  <c:v>2017.45833333</c:v>
                </c:pt>
                <c:pt idx="66">
                  <c:v>2017.54166667</c:v>
                </c:pt>
                <c:pt idx="67">
                  <c:v>2017.625</c:v>
                </c:pt>
                <c:pt idx="68">
                  <c:v>2017.70833333</c:v>
                </c:pt>
                <c:pt idx="69">
                  <c:v>2017.79166667</c:v>
                </c:pt>
                <c:pt idx="70">
                  <c:v>2017.875</c:v>
                </c:pt>
                <c:pt idx="71">
                  <c:v>2017.95833333</c:v>
                </c:pt>
                <c:pt idx="72">
                  <c:v>2018.04166667</c:v>
                </c:pt>
                <c:pt idx="73">
                  <c:v>2018.125</c:v>
                </c:pt>
                <c:pt idx="74">
                  <c:v>2018.20833333</c:v>
                </c:pt>
                <c:pt idx="75">
                  <c:v>2018.29166667</c:v>
                </c:pt>
                <c:pt idx="76">
                  <c:v>2018.375</c:v>
                </c:pt>
                <c:pt idx="77">
                  <c:v>2018.45833333</c:v>
                </c:pt>
                <c:pt idx="78">
                  <c:v>2018.54166667</c:v>
                </c:pt>
                <c:pt idx="79">
                  <c:v>2018.625</c:v>
                </c:pt>
                <c:pt idx="80">
                  <c:v>2018.70833333</c:v>
                </c:pt>
                <c:pt idx="81">
                  <c:v>2018.79166667</c:v>
                </c:pt>
                <c:pt idx="82">
                  <c:v>2018.875</c:v>
                </c:pt>
                <c:pt idx="83">
                  <c:v>2018.95833333</c:v>
                </c:pt>
                <c:pt idx="84">
                  <c:v>2019.04166667</c:v>
                </c:pt>
                <c:pt idx="85">
                  <c:v>2019.125</c:v>
                </c:pt>
                <c:pt idx="86">
                  <c:v>2019.20833333</c:v>
                </c:pt>
                <c:pt idx="87">
                  <c:v>2019.29166667</c:v>
                </c:pt>
                <c:pt idx="88">
                  <c:v>2019.375</c:v>
                </c:pt>
                <c:pt idx="89">
                  <c:v>2019.45833333</c:v>
                </c:pt>
                <c:pt idx="90">
                  <c:v>2019.54166667</c:v>
                </c:pt>
                <c:pt idx="91">
                  <c:v>2019.625</c:v>
                </c:pt>
                <c:pt idx="92">
                  <c:v>2019.70833333</c:v>
                </c:pt>
                <c:pt idx="93">
                  <c:v>2019.79166667</c:v>
                </c:pt>
                <c:pt idx="94">
                  <c:v>2019.875</c:v>
                </c:pt>
                <c:pt idx="95">
                  <c:v>2019.95833333</c:v>
                </c:pt>
                <c:pt idx="96">
                  <c:v>2020.04166667</c:v>
                </c:pt>
                <c:pt idx="97">
                  <c:v>2020.125</c:v>
                </c:pt>
                <c:pt idx="98">
                  <c:v>2020.20833333</c:v>
                </c:pt>
                <c:pt idx="99">
                  <c:v>2020.29166667</c:v>
                </c:pt>
                <c:pt idx="100">
                  <c:v>2020.375</c:v>
                </c:pt>
                <c:pt idx="101">
                  <c:v>2020.45833333</c:v>
                </c:pt>
                <c:pt idx="102">
                  <c:v>2020.54166667</c:v>
                </c:pt>
                <c:pt idx="103">
                  <c:v>2020.625</c:v>
                </c:pt>
                <c:pt idx="104">
                  <c:v>2020.70833333</c:v>
                </c:pt>
                <c:pt idx="105">
                  <c:v>2020.79166667</c:v>
                </c:pt>
                <c:pt idx="106">
                  <c:v>2020.875</c:v>
                </c:pt>
                <c:pt idx="107">
                  <c:v>2020.95833333</c:v>
                </c:pt>
                <c:pt idx="108">
                  <c:v>2021.04166667</c:v>
                </c:pt>
                <c:pt idx="109">
                  <c:v>2021.125</c:v>
                </c:pt>
                <c:pt idx="110">
                  <c:v>2021.20833333</c:v>
                </c:pt>
                <c:pt idx="111">
                  <c:v>2021.29166667</c:v>
                </c:pt>
                <c:pt idx="112">
                  <c:v>2021.375</c:v>
                </c:pt>
                <c:pt idx="113">
                  <c:v>2021.45833333</c:v>
                </c:pt>
                <c:pt idx="114">
                  <c:v>2021.54166667</c:v>
                </c:pt>
                <c:pt idx="115">
                  <c:v>2021.625</c:v>
                </c:pt>
                <c:pt idx="116">
                  <c:v>2021.70833333</c:v>
                </c:pt>
                <c:pt idx="117">
                  <c:v>2021.79166667</c:v>
                </c:pt>
                <c:pt idx="118">
                  <c:v>2021.875</c:v>
                </c:pt>
                <c:pt idx="119">
                  <c:v>2021.95833333</c:v>
                </c:pt>
                <c:pt idx="120">
                  <c:v>2022.04166667</c:v>
                </c:pt>
                <c:pt idx="121">
                  <c:v>2022.125</c:v>
                </c:pt>
                <c:pt idx="122">
                  <c:v>2022.20833333</c:v>
                </c:pt>
                <c:pt idx="123">
                  <c:v>2022.29166667</c:v>
                </c:pt>
                <c:pt idx="124">
                  <c:v>2022.375</c:v>
                </c:pt>
                <c:pt idx="125">
                  <c:v>2022.45833333</c:v>
                </c:pt>
                <c:pt idx="126">
                  <c:v>2022.54166667</c:v>
                </c:pt>
                <c:pt idx="127">
                  <c:v>2022.625</c:v>
                </c:pt>
                <c:pt idx="128">
                  <c:v>2022.70833333</c:v>
                </c:pt>
                <c:pt idx="129">
                  <c:v>2022.79166667</c:v>
                </c:pt>
                <c:pt idx="130">
                  <c:v>2022.875</c:v>
                </c:pt>
                <c:pt idx="131">
                  <c:v>2022.95833333</c:v>
                </c:pt>
                <c:pt idx="132">
                  <c:v>2023.04166667</c:v>
                </c:pt>
                <c:pt idx="133">
                  <c:v>2023.125</c:v>
                </c:pt>
                <c:pt idx="134">
                  <c:v>2023.20833333</c:v>
                </c:pt>
                <c:pt idx="135">
                  <c:v>2023.29166667</c:v>
                </c:pt>
                <c:pt idx="136">
                  <c:v>2023.375</c:v>
                </c:pt>
                <c:pt idx="137">
                  <c:v>2023.45833333</c:v>
                </c:pt>
                <c:pt idx="138">
                  <c:v>2023.54166667</c:v>
                </c:pt>
                <c:pt idx="139">
                  <c:v>2023.625</c:v>
                </c:pt>
                <c:pt idx="140">
                  <c:v>2023.70833333</c:v>
                </c:pt>
                <c:pt idx="141">
                  <c:v>2023.79166667</c:v>
                </c:pt>
                <c:pt idx="142">
                  <c:v>2023.875</c:v>
                </c:pt>
                <c:pt idx="143">
                  <c:v>2023.95833333</c:v>
                </c:pt>
                <c:pt idx="144">
                  <c:v>2024.04166667</c:v>
                </c:pt>
                <c:pt idx="145">
                  <c:v>2024.125</c:v>
                </c:pt>
                <c:pt idx="146">
                  <c:v>2024.20833333</c:v>
                </c:pt>
                <c:pt idx="147">
                  <c:v>2024.29166667</c:v>
                </c:pt>
                <c:pt idx="148">
                  <c:v>2024.375</c:v>
                </c:pt>
                <c:pt idx="149">
                  <c:v>2024.45833333</c:v>
                </c:pt>
                <c:pt idx="150">
                  <c:v>2024.54166667</c:v>
                </c:pt>
                <c:pt idx="151">
                  <c:v>2024.625</c:v>
                </c:pt>
                <c:pt idx="152">
                  <c:v>2024.70833333</c:v>
                </c:pt>
                <c:pt idx="153">
                  <c:v>2024.79166667</c:v>
                </c:pt>
                <c:pt idx="154">
                  <c:v>2024.875</c:v>
                </c:pt>
                <c:pt idx="155">
                  <c:v>2024.95833333</c:v>
                </c:pt>
                <c:pt idx="156">
                  <c:v>2025.04166667</c:v>
                </c:pt>
                <c:pt idx="157">
                  <c:v>2025.125</c:v>
                </c:pt>
                <c:pt idx="158">
                  <c:v>2025.20833333</c:v>
                </c:pt>
                <c:pt idx="159">
                  <c:v>2025.29166667</c:v>
                </c:pt>
                <c:pt idx="160">
                  <c:v>2025.375</c:v>
                </c:pt>
                <c:pt idx="161">
                  <c:v>2025.45833333</c:v>
                </c:pt>
                <c:pt idx="162">
                  <c:v>2025.54166667</c:v>
                </c:pt>
                <c:pt idx="163">
                  <c:v>2025.625</c:v>
                </c:pt>
                <c:pt idx="164">
                  <c:v>2025.70833333</c:v>
                </c:pt>
                <c:pt idx="165">
                  <c:v>2025.79166667</c:v>
                </c:pt>
                <c:pt idx="166">
                  <c:v>2025.875</c:v>
                </c:pt>
                <c:pt idx="167">
                  <c:v>2025.95833333</c:v>
                </c:pt>
                <c:pt idx="168">
                  <c:v>2026.04166667</c:v>
                </c:pt>
                <c:pt idx="169">
                  <c:v>2026.125</c:v>
                </c:pt>
                <c:pt idx="170">
                  <c:v>2026.20833333</c:v>
                </c:pt>
                <c:pt idx="171">
                  <c:v>2026.29166667</c:v>
                </c:pt>
                <c:pt idx="172">
                  <c:v>2026.375</c:v>
                </c:pt>
                <c:pt idx="173">
                  <c:v>2026.45833333</c:v>
                </c:pt>
                <c:pt idx="174">
                  <c:v>2026.54166667</c:v>
                </c:pt>
                <c:pt idx="175">
                  <c:v>2026.625</c:v>
                </c:pt>
              </c:numCache>
            </c:numRef>
          </c:xVal>
          <c:yVal>
            <c:numRef>
              <c:f>'Chart Data'!$D$2:$D$177</c:f>
              <c:numCache>
                <c:formatCode>#,##0</c:formatCode>
                <c:ptCount val="176"/>
                <c:pt idx="0">
                  <c:v>20.9348997657</c:v>
                </c:pt>
                <c:pt idx="1">
                  <c:v>41.7919729949</c:v>
                </c:pt>
                <c:pt idx="2">
                  <c:v>62.8106839782</c:v>
                </c:pt>
                <c:pt idx="3">
                  <c:v>82.5886255837</c:v>
                </c:pt>
                <c:pt idx="4">
                  <c:v>97.8129940488</c:v>
                </c:pt>
                <c:pt idx="5">
                  <c:v>121.230103729</c:v>
                </c:pt>
                <c:pt idx="6">
                  <c:v>142.706219626</c:v>
                </c:pt>
                <c:pt idx="7">
                  <c:v>168.077100953</c:v>
                </c:pt>
                <c:pt idx="8">
                  <c:v>191.618649065</c:v>
                </c:pt>
                <c:pt idx="9">
                  <c:v>205.643450651</c:v>
                </c:pt>
                <c:pt idx="10">
                  <c:v>226.981969657</c:v>
                </c:pt>
                <c:pt idx="11">
                  <c:v>245.654288059</c:v>
                </c:pt>
                <c:pt idx="12">
                  <c:v>270.523144312</c:v>
                </c:pt>
                <c:pt idx="13">
                  <c:v>289.494127065</c:v>
                </c:pt>
                <c:pt idx="14">
                  <c:v>316.532808033</c:v>
                </c:pt>
                <c:pt idx="15">
                  <c:v>337.01057761</c:v>
                </c:pt>
                <c:pt idx="16">
                  <c:v>356.853812177</c:v>
                </c:pt>
                <c:pt idx="17">
                  <c:v>362.278171915</c:v>
                </c:pt>
                <c:pt idx="18">
                  <c:v>400.566113184</c:v>
                </c:pt>
                <c:pt idx="19">
                  <c:v>419.548011949</c:v>
                </c:pt>
                <c:pt idx="20">
                  <c:v>447.265485044</c:v>
                </c:pt>
                <c:pt idx="21">
                  <c:v>481.208927175</c:v>
                </c:pt>
                <c:pt idx="22">
                  <c:v>504.570020404</c:v>
                </c:pt>
                <c:pt idx="23">
                  <c:v>527.279197426</c:v>
                </c:pt>
                <c:pt idx="24">
                  <c:v>545.227374261</c:v>
                </c:pt>
                <c:pt idx="25">
                  <c:v>589.64231564</c:v>
                </c:pt>
                <c:pt idx="26">
                  <c:v>601.665009981</c:v>
                </c:pt>
                <c:pt idx="27">
                  <c:v>623.844642243</c:v>
                </c:pt>
                <c:pt idx="28">
                  <c:v>655.323231565</c:v>
                </c:pt>
                <c:pt idx="29">
                  <c:v>694.139674734</c:v>
                </c:pt>
                <c:pt idx="30">
                  <c:v>708.137029508</c:v>
                </c:pt>
                <c:pt idx="31">
                  <c:v>751.012912887</c:v>
                </c:pt>
                <c:pt idx="32">
                  <c:v>755.042909865</c:v>
                </c:pt>
                <c:pt idx="33">
                  <c:v>784.557924877</c:v>
                </c:pt>
                <c:pt idx="34">
                  <c:v>823.458273663</c:v>
                </c:pt>
                <c:pt idx="35">
                  <c:v>839.428752323</c:v>
                </c:pt>
                <c:pt idx="36">
                  <c:v>868.595782339</c:v>
                </c:pt>
                <c:pt idx="37">
                  <c:v>906.577548746</c:v>
                </c:pt>
                <c:pt idx="38">
                  <c:v>913.285980975</c:v>
                </c:pt>
                <c:pt idx="39">
                  <c:v>939.963868145</c:v>
                </c:pt>
                <c:pt idx="40">
                  <c:v>970.397544711</c:v>
                </c:pt>
                <c:pt idx="41">
                  <c:v>970.737821029</c:v>
                </c:pt>
                <c:pt idx="42">
                  <c:v>1000.63687625</c:v>
                </c:pt>
                <c:pt idx="43">
                  <c:v>988.680718845</c:v>
                </c:pt>
                <c:pt idx="44">
                  <c:v>994.521087523</c:v>
                </c:pt>
                <c:pt idx="45">
                  <c:v>1077.61412224</c:v>
                </c:pt>
                <c:pt idx="46">
                  <c:v>1085.18172549</c:v>
                </c:pt>
                <c:pt idx="47">
                  <c:v>1091.99895491</c:v>
                </c:pt>
                <c:pt idx="48">
                  <c:v>1091.25344353</c:v>
                </c:pt>
                <c:pt idx="49">
                  <c:v>1134.29700399</c:v>
                </c:pt>
                <c:pt idx="50">
                  <c:v>1196.7148001</c:v>
                </c:pt>
                <c:pt idx="51">
                  <c:v>1219.05930945</c:v>
                </c:pt>
                <c:pt idx="52">
                  <c:v>1244.36259091</c:v>
                </c:pt>
                <c:pt idx="53">
                  <c:v>1287.5272614</c:v>
                </c:pt>
                <c:pt idx="54">
                  <c:v>1355.02016938</c:v>
                </c:pt>
                <c:pt idx="55">
                  <c:v>1367.91037541</c:v>
                </c:pt>
                <c:pt idx="56">
                  <c:v>1399.64808269</c:v>
                </c:pt>
                <c:pt idx="57">
                  <c:v>1393.46857982</c:v>
                </c:pt>
                <c:pt idx="58">
                  <c:v>1395.74362287</c:v>
                </c:pt>
                <c:pt idx="59">
                  <c:v>1424.08273309</c:v>
                </c:pt>
                <c:pt idx="60">
                  <c:v>1489.90843274</c:v>
                </c:pt>
                <c:pt idx="61">
                  <c:v>1559.54935853</c:v>
                </c:pt>
                <c:pt idx="62">
                  <c:v>1588.7619139</c:v>
                </c:pt>
                <c:pt idx="63">
                  <c:v>1635.77673726</c:v>
                </c:pt>
                <c:pt idx="64">
                  <c:v>1684.52897375</c:v>
                </c:pt>
                <c:pt idx="65">
                  <c:v>1686.633227</c:v>
                </c:pt>
                <c:pt idx="66">
                  <c:v>1747.41262413</c:v>
                </c:pt>
                <c:pt idx="67">
                  <c:v>1799.93188325</c:v>
                </c:pt>
                <c:pt idx="68">
                  <c:v>1811.55289465</c:v>
                </c:pt>
                <c:pt idx="69">
                  <c:v>1866.43392366</c:v>
                </c:pt>
                <c:pt idx="70">
                  <c:v>1915.24461806</c:v>
                </c:pt>
                <c:pt idx="71">
                  <c:v>1954.52551589</c:v>
                </c:pt>
                <c:pt idx="72">
                  <c:v>2063.59375084</c:v>
                </c:pt>
                <c:pt idx="73">
                  <c:v>2040.2495942</c:v>
                </c:pt>
                <c:pt idx="74">
                  <c:v>2025.00979118</c:v>
                </c:pt>
                <c:pt idx="75">
                  <c:v>2042.61534995</c:v>
                </c:pt>
                <c:pt idx="76">
                  <c:v>2111.86759001</c:v>
                </c:pt>
                <c:pt idx="77">
                  <c:v>2128.68615066</c:v>
                </c:pt>
                <c:pt idx="78">
                  <c:v>2179.38163406</c:v>
                </c:pt>
                <c:pt idx="79">
                  <c:v>2255.29333611</c:v>
                </c:pt>
                <c:pt idx="80">
                  <c:v>2269.24552583</c:v>
                </c:pt>
                <c:pt idx="81">
                  <c:v>2187.86408856</c:v>
                </c:pt>
                <c:pt idx="82">
                  <c:v>2225.50325785</c:v>
                </c:pt>
                <c:pt idx="83">
                  <c:v>2163.02106591</c:v>
                </c:pt>
                <c:pt idx="84">
                  <c:v>2305.49404864</c:v>
                </c:pt>
                <c:pt idx="85">
                  <c:v>2362.76644693</c:v>
                </c:pt>
                <c:pt idx="86">
                  <c:v>2428.41066109</c:v>
                </c:pt>
                <c:pt idx="87">
                  <c:v>2512.88188684</c:v>
                </c:pt>
                <c:pt idx="88">
                  <c:v>2444.40134162</c:v>
                </c:pt>
                <c:pt idx="89">
                  <c:v>2616.55289031</c:v>
                </c:pt>
                <c:pt idx="90">
                  <c:v>2666.73258671</c:v>
                </c:pt>
                <c:pt idx="91">
                  <c:v>2722.15249313</c:v>
                </c:pt>
                <c:pt idx="92">
                  <c:v>2738.67932402</c:v>
                </c:pt>
                <c:pt idx="93">
                  <c:v>2828.54857486</c:v>
                </c:pt>
                <c:pt idx="94">
                  <c:v>2891.37927536</c:v>
                </c:pt>
                <c:pt idx="95">
                  <c:v>2987.13548566</c:v>
                </c:pt>
                <c:pt idx="96">
                  <c:v>3081.76093283</c:v>
                </c:pt>
                <c:pt idx="97">
                  <c:v>2985.78533971</c:v>
                </c:pt>
                <c:pt idx="98">
                  <c:v>2854.35624529</c:v>
                </c:pt>
                <c:pt idx="99">
                  <c:v>3144.66627991</c:v>
                </c:pt>
                <c:pt idx="100">
                  <c:v>3290.15276819</c:v>
                </c:pt>
                <c:pt idx="101">
                  <c:v>3410.18696867</c:v>
                </c:pt>
                <c:pt idx="102">
                  <c:v>3648.84249142</c:v>
                </c:pt>
                <c:pt idx="103">
                  <c:v>3860.32065689</c:v>
                </c:pt>
                <c:pt idx="104">
                  <c:v>3733.18207877</c:v>
                </c:pt>
                <c:pt idx="105">
                  <c:v>3675.24510052</c:v>
                </c:pt>
                <c:pt idx="106">
                  <c:v>3906.68234553</c:v>
                </c:pt>
                <c:pt idx="107">
                  <c:v>4083.07281946</c:v>
                </c:pt>
                <c:pt idx="108">
                  <c:v>4061.46228605</c:v>
                </c:pt>
                <c:pt idx="109">
                  <c:v>4049.35235537</c:v>
                </c:pt>
                <c:pt idx="110">
                  <c:v>4124.63077054</c:v>
                </c:pt>
                <c:pt idx="111">
                  <c:v>4329.46998251</c:v>
                </c:pt>
                <c:pt idx="112">
                  <c:v>4400.93625149</c:v>
                </c:pt>
                <c:pt idx="113">
                  <c:v>4493.93557337</c:v>
                </c:pt>
                <c:pt idx="114">
                  <c:v>4627.86461854</c:v>
                </c:pt>
                <c:pt idx="115">
                  <c:v>4755.25924948</c:v>
                </c:pt>
                <c:pt idx="116">
                  <c:v>4571.49177447</c:v>
                </c:pt>
                <c:pt idx="117">
                  <c:v>4824.10643251</c:v>
                </c:pt>
                <c:pt idx="118">
                  <c:v>4869.02850051</c:v>
                </c:pt>
                <c:pt idx="119">
                  <c:v>5001.56896891</c:v>
                </c:pt>
                <c:pt idx="120">
                  <c:v>4752.41246288</c:v>
                </c:pt>
                <c:pt idx="121">
                  <c:v>4705.2931072</c:v>
                </c:pt>
                <c:pt idx="122">
                  <c:v>4829.07526521</c:v>
                </c:pt>
                <c:pt idx="123">
                  <c:v>4444.60775059</c:v>
                </c:pt>
                <c:pt idx="124">
                  <c:v>4421.43564032</c:v>
                </c:pt>
                <c:pt idx="125">
                  <c:v>4185.05657231</c:v>
                </c:pt>
                <c:pt idx="126">
                  <c:v>4481.14823432</c:v>
                </c:pt>
                <c:pt idx="127">
                  <c:v>4314.09196332</c:v>
                </c:pt>
                <c:pt idx="128">
                  <c:v>4006.86767184</c:v>
                </c:pt>
                <c:pt idx="129">
                  <c:v>4146.47749181</c:v>
                </c:pt>
                <c:pt idx="130">
                  <c:v>4405.6457028</c:v>
                </c:pt>
                <c:pt idx="131">
                  <c:v>4239.39551799</c:v>
                </c:pt>
                <c:pt idx="132">
                  <c:v>4553.23137391</c:v>
                </c:pt>
                <c:pt idx="133">
                  <c:v>4453.52343588</c:v>
                </c:pt>
                <c:pt idx="134">
                  <c:v>4755.7150763</c:v>
                </c:pt>
                <c:pt idx="135">
                  <c:v>4821.40572612</c:v>
                </c:pt>
                <c:pt idx="136">
                  <c:v>4938.87587112</c:v>
                </c:pt>
                <c:pt idx="137">
                  <c:v>5120.35897413</c:v>
                </c:pt>
                <c:pt idx="138">
                  <c:v>5272.41942683</c:v>
                </c:pt>
                <c:pt idx="139">
                  <c:v>5220.91768758</c:v>
                </c:pt>
                <c:pt idx="140">
                  <c:v>5001.53698431</c:v>
                </c:pt>
                <c:pt idx="141">
                  <c:v>5006.5874762</c:v>
                </c:pt>
                <c:pt idx="142">
                  <c:v>5403.67239065</c:v>
                </c:pt>
                <c:pt idx="143">
                  <c:v>5647.45543311</c:v>
                </c:pt>
                <c:pt idx="144">
                  <c:v>5714.42333989</c:v>
                </c:pt>
                <c:pt idx="145">
                  <c:v>5908.6988744</c:v>
                </c:pt>
                <c:pt idx="146">
                  <c:v>6113.28065431</c:v>
                </c:pt>
                <c:pt idx="147">
                  <c:v>5970.30234949</c:v>
                </c:pt>
                <c:pt idx="148">
                  <c:v>6239.7582633</c:v>
                </c:pt>
                <c:pt idx="149">
                  <c:v>6472.56925844</c:v>
                </c:pt>
                <c:pt idx="150">
                  <c:v>6576.26186036</c:v>
                </c:pt>
                <c:pt idx="151">
                  <c:v>6708.77178587</c:v>
                </c:pt>
                <c:pt idx="152">
                  <c:v>6912.56792343</c:v>
                </c:pt>
                <c:pt idx="153">
                  <c:v>6913.09366902</c:v>
                </c:pt>
                <c:pt idx="154">
                  <c:v>7142.5207144</c:v>
                </c:pt>
                <c:pt idx="155">
                  <c:v>7073.96178555</c:v>
                </c:pt>
                <c:pt idx="156">
                  <c:v>7303.8661187</c:v>
                </c:pt>
                <c:pt idx="157">
                  <c:v>7291.78631055</c:v>
                </c:pt>
                <c:pt idx="158">
                  <c:v>7158.81186178</c:v>
                </c:pt>
                <c:pt idx="159">
                  <c:v>7294.87660054</c:v>
                </c:pt>
                <c:pt idx="160">
                  <c:v>7629.25308532</c:v>
                </c:pt>
                <c:pt idx="161">
                  <c:v>7943.71229795</c:v>
                </c:pt>
                <c:pt idx="162">
                  <c:v>8060.17681468</c:v>
                </c:pt>
                <c:pt idx="163">
                  <c:v>8262.31968882</c:v>
                </c:pt>
                <c:pt idx="164">
                  <c:v>8734.62185415</c:v>
                </c:pt>
                <c:pt idx="165">
                  <c:v>9030.88272768</c:v>
                </c:pt>
                <c:pt idx="166">
                  <c:v>9137.22621282</c:v>
                </c:pt>
                <c:pt idx="167">
                  <c:v>9177.01780256</c:v>
                </c:pt>
                <c:pt idx="168">
                  <c:v>9545.65820228</c:v>
                </c:pt>
                <c:pt idx="169">
                  <c:v>9733.37839421</c:v>
                </c:pt>
                <c:pt idx="170">
                  <c:v>9145.19761138</c:v>
                </c:pt>
                <c:pt idx="171">
                  <c:v>9811.70232037</c:v>
                </c:pt>
                <c:pt idx="172">
                  <c:v>10270.5559177</c:v>
                </c:pt>
                <c:pt idx="173">
                  <c:v>9980.1556584</c:v>
                </c:pt>
                <c:pt idx="174">
                  <c:v>9769.83596124</c:v>
                </c:pt>
                <c:pt idx="175">
                  <c:v>10215.378472</c:v>
                </c:pt>
              </c:numCache>
            </c:numRef>
          </c:yVal>
        </c:ser>
        <c:ser>
          <c:idx val="2"/>
          <c:order val="2"/>
          <c:tx>
            <c:v>Polaris 매달조정</c:v>
          </c:tx>
          <c:spPr>
            <a:ln xmlns:a="http://schemas.openxmlformats.org/drawingml/2006/main" w="25718">
              <a:solidFill>
                <a:srgbClr val="C2692B"/>
              </a:solidFill>
              <a:prstDash val="solid"/>
            </a:ln>
          </c:spPr>
          <c:marker>
            <c:symbol val="none"/>
          </c:marker>
          <c:xVal>
            <c:numRef>
              <c:f>'Chart Data'!$E$2:$E$177</c:f>
              <c:numCache>
                <c:formatCode>General</c:formatCode>
                <c:ptCount val="176"/>
                <c:pt idx="0">
                  <c:v>2012.04166667</c:v>
                </c:pt>
                <c:pt idx="1">
                  <c:v>2012.125</c:v>
                </c:pt>
                <c:pt idx="2">
                  <c:v>2012.20833333</c:v>
                </c:pt>
                <c:pt idx="3">
                  <c:v>2012.29166667</c:v>
                </c:pt>
                <c:pt idx="4">
                  <c:v>2012.375</c:v>
                </c:pt>
                <c:pt idx="5">
                  <c:v>2012.45833333</c:v>
                </c:pt>
                <c:pt idx="6">
                  <c:v>2012.54166667</c:v>
                </c:pt>
                <c:pt idx="7">
                  <c:v>2012.625</c:v>
                </c:pt>
                <c:pt idx="8">
                  <c:v>2012.70833333</c:v>
                </c:pt>
                <c:pt idx="9">
                  <c:v>2012.79166667</c:v>
                </c:pt>
                <c:pt idx="10">
                  <c:v>2012.875</c:v>
                </c:pt>
                <c:pt idx="11">
                  <c:v>2012.95833333</c:v>
                </c:pt>
                <c:pt idx="12">
                  <c:v>2013.04166667</c:v>
                </c:pt>
                <c:pt idx="13">
                  <c:v>2013.125</c:v>
                </c:pt>
                <c:pt idx="14">
                  <c:v>2013.20833333</c:v>
                </c:pt>
                <c:pt idx="15">
                  <c:v>2013.29166667</c:v>
                </c:pt>
                <c:pt idx="16">
                  <c:v>2013.375</c:v>
                </c:pt>
                <c:pt idx="17">
                  <c:v>2013.45833333</c:v>
                </c:pt>
                <c:pt idx="18">
                  <c:v>2013.54166667</c:v>
                </c:pt>
                <c:pt idx="19">
                  <c:v>2013.625</c:v>
                </c:pt>
                <c:pt idx="20">
                  <c:v>2013.70833333</c:v>
                </c:pt>
                <c:pt idx="21">
                  <c:v>2013.79166667</c:v>
                </c:pt>
                <c:pt idx="22">
                  <c:v>2013.875</c:v>
                </c:pt>
                <c:pt idx="23">
                  <c:v>2013.95833333</c:v>
                </c:pt>
                <c:pt idx="24">
                  <c:v>2014.04166667</c:v>
                </c:pt>
                <c:pt idx="25">
                  <c:v>2014.125</c:v>
                </c:pt>
                <c:pt idx="26">
                  <c:v>2014.20833333</c:v>
                </c:pt>
                <c:pt idx="27">
                  <c:v>2014.29166667</c:v>
                </c:pt>
                <c:pt idx="28">
                  <c:v>2014.375</c:v>
                </c:pt>
                <c:pt idx="29">
                  <c:v>2014.45833333</c:v>
                </c:pt>
                <c:pt idx="30">
                  <c:v>2014.54166667</c:v>
                </c:pt>
                <c:pt idx="31">
                  <c:v>2014.625</c:v>
                </c:pt>
                <c:pt idx="32">
                  <c:v>2014.70833333</c:v>
                </c:pt>
                <c:pt idx="33">
                  <c:v>2014.79166667</c:v>
                </c:pt>
                <c:pt idx="34">
                  <c:v>2014.875</c:v>
                </c:pt>
                <c:pt idx="35">
                  <c:v>2014.95833333</c:v>
                </c:pt>
                <c:pt idx="36">
                  <c:v>2015.04166667</c:v>
                </c:pt>
                <c:pt idx="37">
                  <c:v>2015.125</c:v>
                </c:pt>
                <c:pt idx="38">
                  <c:v>2015.20833333</c:v>
                </c:pt>
                <c:pt idx="39">
                  <c:v>2015.29166667</c:v>
                </c:pt>
                <c:pt idx="40">
                  <c:v>2015.375</c:v>
                </c:pt>
                <c:pt idx="41">
                  <c:v>2015.45833333</c:v>
                </c:pt>
                <c:pt idx="42">
                  <c:v>2015.54166667</c:v>
                </c:pt>
                <c:pt idx="43">
                  <c:v>2015.625</c:v>
                </c:pt>
                <c:pt idx="44">
                  <c:v>2015.70833333</c:v>
                </c:pt>
                <c:pt idx="45">
                  <c:v>2015.79166667</c:v>
                </c:pt>
                <c:pt idx="46">
                  <c:v>2015.875</c:v>
                </c:pt>
                <c:pt idx="47">
                  <c:v>2015.95833333</c:v>
                </c:pt>
                <c:pt idx="48">
                  <c:v>2016.04166667</c:v>
                </c:pt>
                <c:pt idx="49">
                  <c:v>2016.125</c:v>
                </c:pt>
                <c:pt idx="50">
                  <c:v>2016.20833333</c:v>
                </c:pt>
                <c:pt idx="51">
                  <c:v>2016.29166667</c:v>
                </c:pt>
                <c:pt idx="52">
                  <c:v>2016.375</c:v>
                </c:pt>
                <c:pt idx="53">
                  <c:v>2016.45833333</c:v>
                </c:pt>
                <c:pt idx="54">
                  <c:v>2016.54166667</c:v>
                </c:pt>
                <c:pt idx="55">
                  <c:v>2016.625</c:v>
                </c:pt>
                <c:pt idx="56">
                  <c:v>2016.70833333</c:v>
                </c:pt>
                <c:pt idx="57">
                  <c:v>2016.79166667</c:v>
                </c:pt>
                <c:pt idx="58">
                  <c:v>2016.875</c:v>
                </c:pt>
                <c:pt idx="59">
                  <c:v>2016.95833333</c:v>
                </c:pt>
                <c:pt idx="60">
                  <c:v>2017.04166667</c:v>
                </c:pt>
                <c:pt idx="61">
                  <c:v>2017.125</c:v>
                </c:pt>
                <c:pt idx="62">
                  <c:v>2017.20833333</c:v>
                </c:pt>
                <c:pt idx="63">
                  <c:v>2017.29166667</c:v>
                </c:pt>
                <c:pt idx="64">
                  <c:v>2017.375</c:v>
                </c:pt>
                <c:pt idx="65">
                  <c:v>2017.45833333</c:v>
                </c:pt>
                <c:pt idx="66">
                  <c:v>2017.54166667</c:v>
                </c:pt>
                <c:pt idx="67">
                  <c:v>2017.625</c:v>
                </c:pt>
                <c:pt idx="68">
                  <c:v>2017.70833333</c:v>
                </c:pt>
                <c:pt idx="69">
                  <c:v>2017.79166667</c:v>
                </c:pt>
                <c:pt idx="70">
                  <c:v>2017.875</c:v>
                </c:pt>
                <c:pt idx="71">
                  <c:v>2017.95833333</c:v>
                </c:pt>
                <c:pt idx="72">
                  <c:v>2018.04166667</c:v>
                </c:pt>
                <c:pt idx="73">
                  <c:v>2018.125</c:v>
                </c:pt>
                <c:pt idx="74">
                  <c:v>2018.20833333</c:v>
                </c:pt>
                <c:pt idx="75">
                  <c:v>2018.29166667</c:v>
                </c:pt>
                <c:pt idx="76">
                  <c:v>2018.375</c:v>
                </c:pt>
                <c:pt idx="77">
                  <c:v>2018.45833333</c:v>
                </c:pt>
                <c:pt idx="78">
                  <c:v>2018.54166667</c:v>
                </c:pt>
                <c:pt idx="79">
                  <c:v>2018.625</c:v>
                </c:pt>
                <c:pt idx="80">
                  <c:v>2018.70833333</c:v>
                </c:pt>
                <c:pt idx="81">
                  <c:v>2018.79166667</c:v>
                </c:pt>
                <c:pt idx="82">
                  <c:v>2018.875</c:v>
                </c:pt>
                <c:pt idx="83">
                  <c:v>2018.95833333</c:v>
                </c:pt>
                <c:pt idx="84">
                  <c:v>2019.04166667</c:v>
                </c:pt>
                <c:pt idx="85">
                  <c:v>2019.125</c:v>
                </c:pt>
                <c:pt idx="86">
                  <c:v>2019.20833333</c:v>
                </c:pt>
                <c:pt idx="87">
                  <c:v>2019.29166667</c:v>
                </c:pt>
                <c:pt idx="88">
                  <c:v>2019.375</c:v>
                </c:pt>
                <c:pt idx="89">
                  <c:v>2019.45833333</c:v>
                </c:pt>
                <c:pt idx="90">
                  <c:v>2019.54166667</c:v>
                </c:pt>
                <c:pt idx="91">
                  <c:v>2019.625</c:v>
                </c:pt>
                <c:pt idx="92">
                  <c:v>2019.70833333</c:v>
                </c:pt>
                <c:pt idx="93">
                  <c:v>2019.79166667</c:v>
                </c:pt>
                <c:pt idx="94">
                  <c:v>2019.875</c:v>
                </c:pt>
                <c:pt idx="95">
                  <c:v>2019.95833333</c:v>
                </c:pt>
                <c:pt idx="96">
                  <c:v>2020.04166667</c:v>
                </c:pt>
                <c:pt idx="97">
                  <c:v>2020.125</c:v>
                </c:pt>
                <c:pt idx="98">
                  <c:v>2020.20833333</c:v>
                </c:pt>
                <c:pt idx="99">
                  <c:v>2020.29166667</c:v>
                </c:pt>
                <c:pt idx="100">
                  <c:v>2020.375</c:v>
                </c:pt>
                <c:pt idx="101">
                  <c:v>2020.45833333</c:v>
                </c:pt>
                <c:pt idx="102">
                  <c:v>2020.54166667</c:v>
                </c:pt>
                <c:pt idx="103">
                  <c:v>2020.625</c:v>
                </c:pt>
                <c:pt idx="104">
                  <c:v>2020.70833333</c:v>
                </c:pt>
                <c:pt idx="105">
                  <c:v>2020.79166667</c:v>
                </c:pt>
                <c:pt idx="106">
                  <c:v>2020.875</c:v>
                </c:pt>
                <c:pt idx="107">
                  <c:v>2020.95833333</c:v>
                </c:pt>
                <c:pt idx="108">
                  <c:v>2021.04166667</c:v>
                </c:pt>
                <c:pt idx="109">
                  <c:v>2021.125</c:v>
                </c:pt>
                <c:pt idx="110">
                  <c:v>2021.20833333</c:v>
                </c:pt>
                <c:pt idx="111">
                  <c:v>2021.29166667</c:v>
                </c:pt>
                <c:pt idx="112">
                  <c:v>2021.375</c:v>
                </c:pt>
                <c:pt idx="113">
                  <c:v>2021.45833333</c:v>
                </c:pt>
                <c:pt idx="114">
                  <c:v>2021.54166667</c:v>
                </c:pt>
                <c:pt idx="115">
                  <c:v>2021.625</c:v>
                </c:pt>
                <c:pt idx="116">
                  <c:v>2021.70833333</c:v>
                </c:pt>
                <c:pt idx="117">
                  <c:v>2021.79166667</c:v>
                </c:pt>
                <c:pt idx="118">
                  <c:v>2021.875</c:v>
                </c:pt>
                <c:pt idx="119">
                  <c:v>2021.95833333</c:v>
                </c:pt>
                <c:pt idx="120">
                  <c:v>2022.04166667</c:v>
                </c:pt>
                <c:pt idx="121">
                  <c:v>2022.125</c:v>
                </c:pt>
                <c:pt idx="122">
                  <c:v>2022.20833333</c:v>
                </c:pt>
                <c:pt idx="123">
                  <c:v>2022.29166667</c:v>
                </c:pt>
                <c:pt idx="124">
                  <c:v>2022.375</c:v>
                </c:pt>
                <c:pt idx="125">
                  <c:v>2022.45833333</c:v>
                </c:pt>
                <c:pt idx="126">
                  <c:v>2022.54166667</c:v>
                </c:pt>
                <c:pt idx="127">
                  <c:v>2022.625</c:v>
                </c:pt>
                <c:pt idx="128">
                  <c:v>2022.70833333</c:v>
                </c:pt>
                <c:pt idx="129">
                  <c:v>2022.79166667</c:v>
                </c:pt>
                <c:pt idx="130">
                  <c:v>2022.875</c:v>
                </c:pt>
                <c:pt idx="131">
                  <c:v>2022.95833333</c:v>
                </c:pt>
                <c:pt idx="132">
                  <c:v>2023.04166667</c:v>
                </c:pt>
                <c:pt idx="133">
                  <c:v>2023.125</c:v>
                </c:pt>
                <c:pt idx="134">
                  <c:v>2023.20833333</c:v>
                </c:pt>
                <c:pt idx="135">
                  <c:v>2023.29166667</c:v>
                </c:pt>
                <c:pt idx="136">
                  <c:v>2023.375</c:v>
                </c:pt>
                <c:pt idx="137">
                  <c:v>2023.45833333</c:v>
                </c:pt>
                <c:pt idx="138">
                  <c:v>2023.54166667</c:v>
                </c:pt>
                <c:pt idx="139">
                  <c:v>2023.625</c:v>
                </c:pt>
                <c:pt idx="140">
                  <c:v>2023.70833333</c:v>
                </c:pt>
                <c:pt idx="141">
                  <c:v>2023.79166667</c:v>
                </c:pt>
                <c:pt idx="142">
                  <c:v>2023.875</c:v>
                </c:pt>
                <c:pt idx="143">
                  <c:v>2023.95833333</c:v>
                </c:pt>
                <c:pt idx="144">
                  <c:v>2024.04166667</c:v>
                </c:pt>
                <c:pt idx="145">
                  <c:v>2024.125</c:v>
                </c:pt>
                <c:pt idx="146">
                  <c:v>2024.20833333</c:v>
                </c:pt>
                <c:pt idx="147">
                  <c:v>2024.29166667</c:v>
                </c:pt>
                <c:pt idx="148">
                  <c:v>2024.375</c:v>
                </c:pt>
                <c:pt idx="149">
                  <c:v>2024.45833333</c:v>
                </c:pt>
                <c:pt idx="150">
                  <c:v>2024.54166667</c:v>
                </c:pt>
                <c:pt idx="151">
                  <c:v>2024.625</c:v>
                </c:pt>
                <c:pt idx="152">
                  <c:v>2024.70833333</c:v>
                </c:pt>
                <c:pt idx="153">
                  <c:v>2024.79166667</c:v>
                </c:pt>
                <c:pt idx="154">
                  <c:v>2024.875</c:v>
                </c:pt>
                <c:pt idx="155">
                  <c:v>2024.95833333</c:v>
                </c:pt>
                <c:pt idx="156">
                  <c:v>2025.04166667</c:v>
                </c:pt>
                <c:pt idx="157">
                  <c:v>2025.125</c:v>
                </c:pt>
                <c:pt idx="158">
                  <c:v>2025.20833333</c:v>
                </c:pt>
                <c:pt idx="159">
                  <c:v>2025.29166667</c:v>
                </c:pt>
                <c:pt idx="160">
                  <c:v>2025.375</c:v>
                </c:pt>
                <c:pt idx="161">
                  <c:v>2025.45833333</c:v>
                </c:pt>
                <c:pt idx="162">
                  <c:v>2025.54166667</c:v>
                </c:pt>
                <c:pt idx="163">
                  <c:v>2025.625</c:v>
                </c:pt>
                <c:pt idx="164">
                  <c:v>2025.70833333</c:v>
                </c:pt>
                <c:pt idx="165">
                  <c:v>2025.79166667</c:v>
                </c:pt>
                <c:pt idx="166">
                  <c:v>2025.875</c:v>
                </c:pt>
                <c:pt idx="167">
                  <c:v>2025.95833333</c:v>
                </c:pt>
                <c:pt idx="168">
                  <c:v>2026.04166667</c:v>
                </c:pt>
                <c:pt idx="169">
                  <c:v>2026.125</c:v>
                </c:pt>
                <c:pt idx="170">
                  <c:v>2026.20833333</c:v>
                </c:pt>
                <c:pt idx="171">
                  <c:v>2026.29166667</c:v>
                </c:pt>
                <c:pt idx="172">
                  <c:v>2026.375</c:v>
                </c:pt>
                <c:pt idx="173">
                  <c:v>2026.45833333</c:v>
                </c:pt>
                <c:pt idx="174">
                  <c:v>2026.54166667</c:v>
                </c:pt>
                <c:pt idx="175">
                  <c:v>2026.625</c:v>
                </c:pt>
              </c:numCache>
            </c:numRef>
          </c:xVal>
          <c:yVal>
            <c:numRef>
              <c:f>'Chart Data'!$F$2:$F$177</c:f>
              <c:numCache>
                <c:formatCode>#,##0</c:formatCode>
                <c:ptCount val="176"/>
                <c:pt idx="0">
                  <c:v>20.9348997657</c:v>
                </c:pt>
                <c:pt idx="1">
                  <c:v>41.7919265077</c:v>
                </c:pt>
                <c:pt idx="2">
                  <c:v>62.8105298401</c:v>
                </c:pt>
                <c:pt idx="3">
                  <c:v>82.5884549752</c:v>
                </c:pt>
                <c:pt idx="4">
                  <c:v>97.8127136388</c:v>
                </c:pt>
                <c:pt idx="5">
                  <c:v>121.230045234</c:v>
                </c:pt>
                <c:pt idx="6">
                  <c:v>142.706118021</c:v>
                </c:pt>
                <c:pt idx="7">
                  <c:v>168.07694189</c:v>
                </c:pt>
                <c:pt idx="8">
                  <c:v>191.618393604</c:v>
                </c:pt>
                <c:pt idx="9">
                  <c:v>205.643164415</c:v>
                </c:pt>
                <c:pt idx="10">
                  <c:v>226.98164055</c:v>
                </c:pt>
                <c:pt idx="11">
                  <c:v>245.65394203</c:v>
                </c:pt>
                <c:pt idx="12">
                  <c:v>270.522667556</c:v>
                </c:pt>
                <c:pt idx="13">
                  <c:v>289.493491158</c:v>
                </c:pt>
                <c:pt idx="14">
                  <c:v>316.532085923</c:v>
                </c:pt>
                <c:pt idx="15">
                  <c:v>337.009768269</c:v>
                </c:pt>
                <c:pt idx="16">
                  <c:v>356.852335645</c:v>
                </c:pt>
                <c:pt idx="17">
                  <c:v>362.276330116</c:v>
                </c:pt>
                <c:pt idx="18">
                  <c:v>400.564276328</c:v>
                </c:pt>
                <c:pt idx="19">
                  <c:v>419.546077093</c:v>
                </c:pt>
                <c:pt idx="20">
                  <c:v>447.490207323</c:v>
                </c:pt>
                <c:pt idx="21">
                  <c:v>481.52717715</c:v>
                </c:pt>
                <c:pt idx="22">
                  <c:v>504.890064952</c:v>
                </c:pt>
                <c:pt idx="23">
                  <c:v>527.600197999</c:v>
                </c:pt>
                <c:pt idx="24">
                  <c:v>545.547622442</c:v>
                </c:pt>
                <c:pt idx="25">
                  <c:v>590.047647616</c:v>
                </c:pt>
                <c:pt idx="26">
                  <c:v>602.040823206</c:v>
                </c:pt>
                <c:pt idx="27">
                  <c:v>624.221855419</c:v>
                </c:pt>
                <c:pt idx="28">
                  <c:v>655.707272678</c:v>
                </c:pt>
                <c:pt idx="29">
                  <c:v>694.534734804</c:v>
                </c:pt>
                <c:pt idx="30">
                  <c:v>708.538242868</c:v>
                </c:pt>
                <c:pt idx="31">
                  <c:v>751.423780639</c:v>
                </c:pt>
                <c:pt idx="32">
                  <c:v>755.432142163</c:v>
                </c:pt>
                <c:pt idx="33">
                  <c:v>784.964177207</c:v>
                </c:pt>
                <c:pt idx="34">
                  <c:v>823.859471507</c:v>
                </c:pt>
                <c:pt idx="35">
                  <c:v>839.841401077</c:v>
                </c:pt>
                <c:pt idx="36">
                  <c:v>869.013059465</c:v>
                </c:pt>
                <c:pt idx="37">
                  <c:v>907.621504497</c:v>
                </c:pt>
                <c:pt idx="38">
                  <c:v>914.525406153</c:v>
                </c:pt>
                <c:pt idx="39">
                  <c:v>941.284319223</c:v>
                </c:pt>
                <c:pt idx="40">
                  <c:v>971.721314776</c:v>
                </c:pt>
                <c:pt idx="41">
                  <c:v>972.026928105</c:v>
                </c:pt>
                <c:pt idx="42">
                  <c:v>1001.93890621</c:v>
                </c:pt>
                <c:pt idx="43">
                  <c:v>990.205074737</c:v>
                </c:pt>
                <c:pt idx="44">
                  <c:v>996.377529154</c:v>
                </c:pt>
                <c:pt idx="45">
                  <c:v>1080.19155727</c:v>
                </c:pt>
                <c:pt idx="46">
                  <c:v>1087.63640605</c:v>
                </c:pt>
                <c:pt idx="47">
                  <c:v>1094.48269604</c:v>
                </c:pt>
                <c:pt idx="48">
                  <c:v>1093.86540865</c:v>
                </c:pt>
                <c:pt idx="49">
                  <c:v>1135.81349341</c:v>
                </c:pt>
                <c:pt idx="50">
                  <c:v>1199.44459993</c:v>
                </c:pt>
                <c:pt idx="51">
                  <c:v>1221.5581428</c:v>
                </c:pt>
                <c:pt idx="52">
                  <c:v>1248.17229008</c:v>
                </c:pt>
                <c:pt idx="53">
                  <c:v>1291.40965816</c:v>
                </c:pt>
                <c:pt idx="54">
                  <c:v>1359.80421191</c:v>
                </c:pt>
                <c:pt idx="55">
                  <c:v>1372.87021716</c:v>
                </c:pt>
                <c:pt idx="56">
                  <c:v>1404.62923547</c:v>
                </c:pt>
                <c:pt idx="57">
                  <c:v>1398.35775127</c:v>
                </c:pt>
                <c:pt idx="58">
                  <c:v>1400.57153033</c:v>
                </c:pt>
                <c:pt idx="59">
                  <c:v>1428.26597734</c:v>
                </c:pt>
                <c:pt idx="60">
                  <c:v>1494.50463607</c:v>
                </c:pt>
                <c:pt idx="61">
                  <c:v>1564.02023882</c:v>
                </c:pt>
                <c:pt idx="62">
                  <c:v>1593.16605392</c:v>
                </c:pt>
                <c:pt idx="63">
                  <c:v>1640.29466431</c:v>
                </c:pt>
                <c:pt idx="64">
                  <c:v>1688.98641284</c:v>
                </c:pt>
                <c:pt idx="65">
                  <c:v>1691.14458557</c:v>
                </c:pt>
                <c:pt idx="66">
                  <c:v>1752.1033424</c:v>
                </c:pt>
                <c:pt idx="67">
                  <c:v>1804.66255112</c:v>
                </c:pt>
                <c:pt idx="68">
                  <c:v>1816.48089268</c:v>
                </c:pt>
                <c:pt idx="69">
                  <c:v>1871.40809291</c:v>
                </c:pt>
                <c:pt idx="70">
                  <c:v>1920.13196939</c:v>
                </c:pt>
                <c:pt idx="71">
                  <c:v>1959.4936432</c:v>
                </c:pt>
                <c:pt idx="72">
                  <c:v>2068.70655337</c:v>
                </c:pt>
                <c:pt idx="73">
                  <c:v>2045.25595529</c:v>
                </c:pt>
                <c:pt idx="74">
                  <c:v>2030.3439287</c:v>
                </c:pt>
                <c:pt idx="75">
                  <c:v>2048.88734263</c:v>
                </c:pt>
                <c:pt idx="76">
                  <c:v>2118.23235084</c:v>
                </c:pt>
                <c:pt idx="77">
                  <c:v>2134.67506372</c:v>
                </c:pt>
                <c:pt idx="78">
                  <c:v>2184.65721566</c:v>
                </c:pt>
                <c:pt idx="79">
                  <c:v>2258.90450831</c:v>
                </c:pt>
                <c:pt idx="80">
                  <c:v>2272.55173375</c:v>
                </c:pt>
                <c:pt idx="81">
                  <c:v>2194.45074702</c:v>
                </c:pt>
                <c:pt idx="82">
                  <c:v>2231.94647325</c:v>
                </c:pt>
                <c:pt idx="83">
                  <c:v>2169.25703031</c:v>
                </c:pt>
                <c:pt idx="84">
                  <c:v>2316.10163739</c:v>
                </c:pt>
                <c:pt idx="85">
                  <c:v>2374.47375774</c:v>
                </c:pt>
                <c:pt idx="86">
                  <c:v>2440.84275698</c:v>
                </c:pt>
                <c:pt idx="87">
                  <c:v>2525.29162154</c:v>
                </c:pt>
                <c:pt idx="88">
                  <c:v>2458.19441344</c:v>
                </c:pt>
                <c:pt idx="89">
                  <c:v>2634.13538858</c:v>
                </c:pt>
                <c:pt idx="90">
                  <c:v>2685.3850419</c:v>
                </c:pt>
                <c:pt idx="91">
                  <c:v>2739.64783669</c:v>
                </c:pt>
                <c:pt idx="92">
                  <c:v>2759.24202276</c:v>
                </c:pt>
                <c:pt idx="93">
                  <c:v>2849.23368702</c:v>
                </c:pt>
                <c:pt idx="94">
                  <c:v>2912.81285902</c:v>
                </c:pt>
                <c:pt idx="95">
                  <c:v>3008.45819918</c:v>
                </c:pt>
                <c:pt idx="96">
                  <c:v>3103.9510743</c:v>
                </c:pt>
                <c:pt idx="97">
                  <c:v>3008.07891167</c:v>
                </c:pt>
                <c:pt idx="98">
                  <c:v>2870.98168853</c:v>
                </c:pt>
                <c:pt idx="99">
                  <c:v>3186.61004607</c:v>
                </c:pt>
                <c:pt idx="100">
                  <c:v>3333.01282256</c:v>
                </c:pt>
                <c:pt idx="101">
                  <c:v>3452.5599553</c:v>
                </c:pt>
                <c:pt idx="102">
                  <c:v>3691.57293416</c:v>
                </c:pt>
                <c:pt idx="103">
                  <c:v>3900.45872992</c:v>
                </c:pt>
                <c:pt idx="104">
                  <c:v>3779.32628805</c:v>
                </c:pt>
                <c:pt idx="105">
                  <c:v>3721.19620722</c:v>
                </c:pt>
                <c:pt idx="106">
                  <c:v>3951.32771211</c:v>
                </c:pt>
                <c:pt idx="107">
                  <c:v>4126.44150563</c:v>
                </c:pt>
                <c:pt idx="108">
                  <c:v>4102.88782542</c:v>
                </c:pt>
                <c:pt idx="109">
                  <c:v>4084.38614411</c:v>
                </c:pt>
                <c:pt idx="110">
                  <c:v>4152.53553325</c:v>
                </c:pt>
                <c:pt idx="111">
                  <c:v>4350.307681</c:v>
                </c:pt>
                <c:pt idx="112">
                  <c:v>4433.06245961</c:v>
                </c:pt>
                <c:pt idx="113">
                  <c:v>4512.02445293</c:v>
                </c:pt>
                <c:pt idx="114">
                  <c:v>4644.64956702</c:v>
                </c:pt>
                <c:pt idx="115">
                  <c:v>4761.03143791</c:v>
                </c:pt>
                <c:pt idx="116">
                  <c:v>4586.51028866</c:v>
                </c:pt>
                <c:pt idx="117">
                  <c:v>4821.00402142</c:v>
                </c:pt>
                <c:pt idx="118">
                  <c:v>4862.06680043</c:v>
                </c:pt>
                <c:pt idx="119">
                  <c:v>4994.11646518</c:v>
                </c:pt>
                <c:pt idx="120">
                  <c:v>4767.40443763</c:v>
                </c:pt>
                <c:pt idx="121">
                  <c:v>4736.06497581</c:v>
                </c:pt>
                <c:pt idx="122">
                  <c:v>4854.94677688</c:v>
                </c:pt>
                <c:pt idx="123">
                  <c:v>4487.24206084</c:v>
                </c:pt>
                <c:pt idx="124">
                  <c:v>4462.37651913</c:v>
                </c:pt>
                <c:pt idx="125">
                  <c:v>4229.44486979</c:v>
                </c:pt>
                <c:pt idx="126">
                  <c:v>4529.00477682</c:v>
                </c:pt>
                <c:pt idx="127">
                  <c:v>4360.42285458</c:v>
                </c:pt>
                <c:pt idx="128">
                  <c:v>4054.40611632</c:v>
                </c:pt>
                <c:pt idx="129">
                  <c:v>4194.75987137</c:v>
                </c:pt>
                <c:pt idx="130">
                  <c:v>4456.19017868</c:v>
                </c:pt>
                <c:pt idx="131">
                  <c:v>4289.37856612</c:v>
                </c:pt>
                <c:pt idx="132">
                  <c:v>4610.42248492</c:v>
                </c:pt>
                <c:pt idx="133">
                  <c:v>4510.53424583</c:v>
                </c:pt>
                <c:pt idx="134">
                  <c:v>4815.15378194</c:v>
                </c:pt>
                <c:pt idx="135">
                  <c:v>4881.41552756</c:v>
                </c:pt>
                <c:pt idx="136">
                  <c:v>4996.58666111</c:v>
                </c:pt>
                <c:pt idx="137">
                  <c:v>5173.61448463</c:v>
                </c:pt>
                <c:pt idx="138">
                  <c:v>5321.56446901</c:v>
                </c:pt>
                <c:pt idx="139">
                  <c:v>5270.47438275</c:v>
                </c:pt>
                <c:pt idx="140">
                  <c:v>5051.03903439</c:v>
                </c:pt>
                <c:pt idx="141">
                  <c:v>5062.75834224</c:v>
                </c:pt>
                <c:pt idx="142">
                  <c:v>5456.25936763</c:v>
                </c:pt>
                <c:pt idx="143">
                  <c:v>5698.00687518</c:v>
                </c:pt>
                <c:pt idx="144">
                  <c:v>5761.14012197</c:v>
                </c:pt>
                <c:pt idx="145">
                  <c:v>5943.87101694</c:v>
                </c:pt>
                <c:pt idx="146">
                  <c:v>6156.67637041</c:v>
                </c:pt>
                <c:pt idx="147">
                  <c:v>6019.11178917</c:v>
                </c:pt>
                <c:pt idx="148">
                  <c:v>6285.11255321</c:v>
                </c:pt>
                <c:pt idx="149">
                  <c:v>6507.53896659</c:v>
                </c:pt>
                <c:pt idx="150">
                  <c:v>6627.00086272</c:v>
                </c:pt>
                <c:pt idx="151">
                  <c:v>6763.73759926</c:v>
                </c:pt>
                <c:pt idx="152">
                  <c:v>6968.25934886</c:v>
                </c:pt>
                <c:pt idx="153">
                  <c:v>6963.54257709</c:v>
                </c:pt>
                <c:pt idx="154">
                  <c:v>7190.2743347</c:v>
                </c:pt>
                <c:pt idx="155">
                  <c:v>7115.92243838</c:v>
                </c:pt>
                <c:pt idx="156">
                  <c:v>7344.92721426</c:v>
                </c:pt>
                <c:pt idx="157">
                  <c:v>7344.76672408</c:v>
                </c:pt>
                <c:pt idx="158">
                  <c:v>7214.663337</c:v>
                </c:pt>
                <c:pt idx="159">
                  <c:v>7338.64948051</c:v>
                </c:pt>
                <c:pt idx="160">
                  <c:v>7676.64234804</c:v>
                </c:pt>
                <c:pt idx="161">
                  <c:v>7994.73259282</c:v>
                </c:pt>
                <c:pt idx="162">
                  <c:v>8108.35556043</c:v>
                </c:pt>
                <c:pt idx="163">
                  <c:v>8307.84089066</c:v>
                </c:pt>
                <c:pt idx="164">
                  <c:v>8755.90538913</c:v>
                </c:pt>
                <c:pt idx="165">
                  <c:v>9038.98726755</c:v>
                </c:pt>
                <c:pt idx="166">
                  <c:v>9137.24032089</c:v>
                </c:pt>
                <c:pt idx="167">
                  <c:v>9167.10120666</c:v>
                </c:pt>
                <c:pt idx="168">
                  <c:v>9482.15458626</c:v>
                </c:pt>
                <c:pt idx="169">
                  <c:v>9626.35754077</c:v>
                </c:pt>
                <c:pt idx="170">
                  <c:v>9109.081576</c:v>
                </c:pt>
                <c:pt idx="171">
                  <c:v>9812.93455881</c:v>
                </c:pt>
                <c:pt idx="172">
                  <c:v>10268.9597121</c:v>
                </c:pt>
                <c:pt idx="173">
                  <c:v>10016.7119621</c:v>
                </c:pt>
                <c:pt idx="174">
                  <c:v>9825.10740282</c:v>
                </c:pt>
                <c:pt idx="175">
                  <c:v>10245.1722548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2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3000"/>
      </c:valAx>
      <c:valAx>
        <c:axId val="48650112"/>
        <c:scaling>
          <c:orientation val="minMax"/>
          <c:max val="2027"/>
          <c:min val="2012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Polaris</c:v>
          </c:tx>
          <c:spPr>
            <a:ln xmlns:a="http://schemas.openxmlformats.org/drawingml/2006/main" w="25718">
              <a:solidFill>
                <a:srgbClr val="BE8B1B"/>
              </a:solidFill>
              <a:prstDash val="solid"/>
            </a:ln>
          </c:spPr>
          <c:marker>
            <c:symbol val="none"/>
          </c:marker>
          <c:xVal>
            <c:numRef>
              <c:f>'Chart Data'!$A$2:$A$177</c:f>
              <c:numCache>
                <c:formatCode>General</c:formatCode>
                <c:ptCount val="176"/>
                <c:pt idx="0">
                  <c:v>2012.04166667</c:v>
                </c:pt>
                <c:pt idx="1">
                  <c:v>2012.125</c:v>
                </c:pt>
                <c:pt idx="2">
                  <c:v>2012.20833333</c:v>
                </c:pt>
                <c:pt idx="3">
                  <c:v>2012.29166667</c:v>
                </c:pt>
                <c:pt idx="4">
                  <c:v>2012.375</c:v>
                </c:pt>
                <c:pt idx="5">
                  <c:v>2012.45833333</c:v>
                </c:pt>
                <c:pt idx="6">
                  <c:v>2012.54166667</c:v>
                </c:pt>
                <c:pt idx="7">
                  <c:v>2012.625</c:v>
                </c:pt>
                <c:pt idx="8">
                  <c:v>2012.70833333</c:v>
                </c:pt>
                <c:pt idx="9">
                  <c:v>2012.79166667</c:v>
                </c:pt>
                <c:pt idx="10">
                  <c:v>2012.875</c:v>
                </c:pt>
                <c:pt idx="11">
                  <c:v>2012.95833333</c:v>
                </c:pt>
                <c:pt idx="12">
                  <c:v>2013.04166667</c:v>
                </c:pt>
                <c:pt idx="13">
                  <c:v>2013.125</c:v>
                </c:pt>
                <c:pt idx="14">
                  <c:v>2013.20833333</c:v>
                </c:pt>
                <c:pt idx="15">
                  <c:v>2013.29166667</c:v>
                </c:pt>
                <c:pt idx="16">
                  <c:v>2013.375</c:v>
                </c:pt>
                <c:pt idx="17">
                  <c:v>2013.45833333</c:v>
                </c:pt>
                <c:pt idx="18">
                  <c:v>2013.54166667</c:v>
                </c:pt>
                <c:pt idx="19">
                  <c:v>2013.625</c:v>
                </c:pt>
                <c:pt idx="20">
                  <c:v>2013.70833333</c:v>
                </c:pt>
                <c:pt idx="21">
                  <c:v>2013.79166667</c:v>
                </c:pt>
                <c:pt idx="22">
                  <c:v>2013.875</c:v>
                </c:pt>
                <c:pt idx="23">
                  <c:v>2013.95833333</c:v>
                </c:pt>
                <c:pt idx="24">
                  <c:v>2014.04166667</c:v>
                </c:pt>
                <c:pt idx="25">
                  <c:v>2014.125</c:v>
                </c:pt>
                <c:pt idx="26">
                  <c:v>2014.20833333</c:v>
                </c:pt>
                <c:pt idx="27">
                  <c:v>2014.29166667</c:v>
                </c:pt>
                <c:pt idx="28">
                  <c:v>2014.375</c:v>
                </c:pt>
                <c:pt idx="29">
                  <c:v>2014.45833333</c:v>
                </c:pt>
                <c:pt idx="30">
                  <c:v>2014.54166667</c:v>
                </c:pt>
                <c:pt idx="31">
                  <c:v>2014.625</c:v>
                </c:pt>
                <c:pt idx="32">
                  <c:v>2014.70833333</c:v>
                </c:pt>
                <c:pt idx="33">
                  <c:v>2014.79166667</c:v>
                </c:pt>
                <c:pt idx="34">
                  <c:v>2014.875</c:v>
                </c:pt>
                <c:pt idx="35">
                  <c:v>2014.95833333</c:v>
                </c:pt>
                <c:pt idx="36">
                  <c:v>2015.04166667</c:v>
                </c:pt>
                <c:pt idx="37">
                  <c:v>2015.125</c:v>
                </c:pt>
                <c:pt idx="38">
                  <c:v>2015.20833333</c:v>
                </c:pt>
                <c:pt idx="39">
                  <c:v>2015.29166667</c:v>
                </c:pt>
                <c:pt idx="40">
                  <c:v>2015.375</c:v>
                </c:pt>
                <c:pt idx="41">
                  <c:v>2015.45833333</c:v>
                </c:pt>
                <c:pt idx="42">
                  <c:v>2015.54166667</c:v>
                </c:pt>
                <c:pt idx="43">
                  <c:v>2015.625</c:v>
                </c:pt>
                <c:pt idx="44">
                  <c:v>2015.70833333</c:v>
                </c:pt>
                <c:pt idx="45">
                  <c:v>2015.79166667</c:v>
                </c:pt>
                <c:pt idx="46">
                  <c:v>2015.875</c:v>
                </c:pt>
                <c:pt idx="47">
                  <c:v>2015.95833333</c:v>
                </c:pt>
                <c:pt idx="48">
                  <c:v>2016.04166667</c:v>
                </c:pt>
                <c:pt idx="49">
                  <c:v>2016.125</c:v>
                </c:pt>
                <c:pt idx="50">
                  <c:v>2016.20833333</c:v>
                </c:pt>
                <c:pt idx="51">
                  <c:v>2016.29166667</c:v>
                </c:pt>
                <c:pt idx="52">
                  <c:v>2016.375</c:v>
                </c:pt>
                <c:pt idx="53">
                  <c:v>2016.45833333</c:v>
                </c:pt>
                <c:pt idx="54">
                  <c:v>2016.54166667</c:v>
                </c:pt>
                <c:pt idx="55">
                  <c:v>2016.625</c:v>
                </c:pt>
                <c:pt idx="56">
                  <c:v>2016.70833333</c:v>
                </c:pt>
                <c:pt idx="57">
                  <c:v>2016.79166667</c:v>
                </c:pt>
                <c:pt idx="58">
                  <c:v>2016.875</c:v>
                </c:pt>
                <c:pt idx="59">
                  <c:v>2016.95833333</c:v>
                </c:pt>
                <c:pt idx="60">
                  <c:v>2017.04166667</c:v>
                </c:pt>
                <c:pt idx="61">
                  <c:v>2017.125</c:v>
                </c:pt>
                <c:pt idx="62">
                  <c:v>2017.20833333</c:v>
                </c:pt>
                <c:pt idx="63">
                  <c:v>2017.29166667</c:v>
                </c:pt>
                <c:pt idx="64">
                  <c:v>2017.375</c:v>
                </c:pt>
                <c:pt idx="65">
                  <c:v>2017.45833333</c:v>
                </c:pt>
                <c:pt idx="66">
                  <c:v>2017.54166667</c:v>
                </c:pt>
                <c:pt idx="67">
                  <c:v>2017.625</c:v>
                </c:pt>
                <c:pt idx="68">
                  <c:v>2017.70833333</c:v>
                </c:pt>
                <c:pt idx="69">
                  <c:v>2017.79166667</c:v>
                </c:pt>
                <c:pt idx="70">
                  <c:v>2017.875</c:v>
                </c:pt>
                <c:pt idx="71">
                  <c:v>2017.95833333</c:v>
                </c:pt>
                <c:pt idx="72">
                  <c:v>2018.04166667</c:v>
                </c:pt>
                <c:pt idx="73">
                  <c:v>2018.125</c:v>
                </c:pt>
                <c:pt idx="74">
                  <c:v>2018.20833333</c:v>
                </c:pt>
                <c:pt idx="75">
                  <c:v>2018.29166667</c:v>
                </c:pt>
                <c:pt idx="76">
                  <c:v>2018.375</c:v>
                </c:pt>
                <c:pt idx="77">
                  <c:v>2018.45833333</c:v>
                </c:pt>
                <c:pt idx="78">
                  <c:v>2018.54166667</c:v>
                </c:pt>
                <c:pt idx="79">
                  <c:v>2018.625</c:v>
                </c:pt>
                <c:pt idx="80">
                  <c:v>2018.70833333</c:v>
                </c:pt>
                <c:pt idx="81">
                  <c:v>2018.79166667</c:v>
                </c:pt>
                <c:pt idx="82">
                  <c:v>2018.875</c:v>
                </c:pt>
                <c:pt idx="83">
                  <c:v>2018.95833333</c:v>
                </c:pt>
                <c:pt idx="84">
                  <c:v>2019.04166667</c:v>
                </c:pt>
                <c:pt idx="85">
                  <c:v>2019.125</c:v>
                </c:pt>
                <c:pt idx="86">
                  <c:v>2019.20833333</c:v>
                </c:pt>
                <c:pt idx="87">
                  <c:v>2019.29166667</c:v>
                </c:pt>
                <c:pt idx="88">
                  <c:v>2019.375</c:v>
                </c:pt>
                <c:pt idx="89">
                  <c:v>2019.45833333</c:v>
                </c:pt>
                <c:pt idx="90">
                  <c:v>2019.54166667</c:v>
                </c:pt>
                <c:pt idx="91">
                  <c:v>2019.625</c:v>
                </c:pt>
                <c:pt idx="92">
                  <c:v>2019.70833333</c:v>
                </c:pt>
                <c:pt idx="93">
                  <c:v>2019.79166667</c:v>
                </c:pt>
                <c:pt idx="94">
                  <c:v>2019.875</c:v>
                </c:pt>
                <c:pt idx="95">
                  <c:v>2019.95833333</c:v>
                </c:pt>
                <c:pt idx="96">
                  <c:v>2020.04166667</c:v>
                </c:pt>
                <c:pt idx="97">
                  <c:v>2020.125</c:v>
                </c:pt>
                <c:pt idx="98">
                  <c:v>2020.20833333</c:v>
                </c:pt>
                <c:pt idx="99">
                  <c:v>2020.29166667</c:v>
                </c:pt>
                <c:pt idx="100">
                  <c:v>2020.375</c:v>
                </c:pt>
                <c:pt idx="101">
                  <c:v>2020.45833333</c:v>
                </c:pt>
                <c:pt idx="102">
                  <c:v>2020.54166667</c:v>
                </c:pt>
                <c:pt idx="103">
                  <c:v>2020.625</c:v>
                </c:pt>
                <c:pt idx="104">
                  <c:v>2020.70833333</c:v>
                </c:pt>
                <c:pt idx="105">
                  <c:v>2020.79166667</c:v>
                </c:pt>
                <c:pt idx="106">
                  <c:v>2020.875</c:v>
                </c:pt>
                <c:pt idx="107">
                  <c:v>2020.95833333</c:v>
                </c:pt>
                <c:pt idx="108">
                  <c:v>2021.04166667</c:v>
                </c:pt>
                <c:pt idx="109">
                  <c:v>2021.125</c:v>
                </c:pt>
                <c:pt idx="110">
                  <c:v>2021.20833333</c:v>
                </c:pt>
                <c:pt idx="111">
                  <c:v>2021.29166667</c:v>
                </c:pt>
                <c:pt idx="112">
                  <c:v>2021.375</c:v>
                </c:pt>
                <c:pt idx="113">
                  <c:v>2021.45833333</c:v>
                </c:pt>
                <c:pt idx="114">
                  <c:v>2021.54166667</c:v>
                </c:pt>
                <c:pt idx="115">
                  <c:v>2021.625</c:v>
                </c:pt>
                <c:pt idx="116">
                  <c:v>2021.70833333</c:v>
                </c:pt>
                <c:pt idx="117">
                  <c:v>2021.79166667</c:v>
                </c:pt>
                <c:pt idx="118">
                  <c:v>2021.875</c:v>
                </c:pt>
                <c:pt idx="119">
                  <c:v>2021.95833333</c:v>
                </c:pt>
                <c:pt idx="120">
                  <c:v>2022.04166667</c:v>
                </c:pt>
                <c:pt idx="121">
                  <c:v>2022.125</c:v>
                </c:pt>
                <c:pt idx="122">
                  <c:v>2022.20833333</c:v>
                </c:pt>
                <c:pt idx="123">
                  <c:v>2022.29166667</c:v>
                </c:pt>
                <c:pt idx="124">
                  <c:v>2022.375</c:v>
                </c:pt>
                <c:pt idx="125">
                  <c:v>2022.45833333</c:v>
                </c:pt>
                <c:pt idx="126">
                  <c:v>2022.54166667</c:v>
                </c:pt>
                <c:pt idx="127">
                  <c:v>2022.625</c:v>
                </c:pt>
                <c:pt idx="128">
                  <c:v>2022.70833333</c:v>
                </c:pt>
                <c:pt idx="129">
                  <c:v>2022.79166667</c:v>
                </c:pt>
                <c:pt idx="130">
                  <c:v>2022.875</c:v>
                </c:pt>
                <c:pt idx="131">
                  <c:v>2022.95833333</c:v>
                </c:pt>
                <c:pt idx="132">
                  <c:v>2023.04166667</c:v>
                </c:pt>
                <c:pt idx="133">
                  <c:v>2023.125</c:v>
                </c:pt>
                <c:pt idx="134">
                  <c:v>2023.20833333</c:v>
                </c:pt>
                <c:pt idx="135">
                  <c:v>2023.29166667</c:v>
                </c:pt>
                <c:pt idx="136">
                  <c:v>2023.375</c:v>
                </c:pt>
                <c:pt idx="137">
                  <c:v>2023.45833333</c:v>
                </c:pt>
                <c:pt idx="138">
                  <c:v>2023.54166667</c:v>
                </c:pt>
                <c:pt idx="139">
                  <c:v>2023.625</c:v>
                </c:pt>
                <c:pt idx="140">
                  <c:v>2023.70833333</c:v>
                </c:pt>
                <c:pt idx="141">
                  <c:v>2023.79166667</c:v>
                </c:pt>
                <c:pt idx="142">
                  <c:v>2023.875</c:v>
                </c:pt>
                <c:pt idx="143">
                  <c:v>2023.95833333</c:v>
                </c:pt>
                <c:pt idx="144">
                  <c:v>2024.04166667</c:v>
                </c:pt>
                <c:pt idx="145">
                  <c:v>2024.125</c:v>
                </c:pt>
                <c:pt idx="146">
                  <c:v>2024.20833333</c:v>
                </c:pt>
                <c:pt idx="147">
                  <c:v>2024.29166667</c:v>
                </c:pt>
                <c:pt idx="148">
                  <c:v>2024.375</c:v>
                </c:pt>
                <c:pt idx="149">
                  <c:v>2024.45833333</c:v>
                </c:pt>
                <c:pt idx="150">
                  <c:v>2024.54166667</c:v>
                </c:pt>
                <c:pt idx="151">
                  <c:v>2024.625</c:v>
                </c:pt>
                <c:pt idx="152">
                  <c:v>2024.70833333</c:v>
                </c:pt>
                <c:pt idx="153">
                  <c:v>2024.79166667</c:v>
                </c:pt>
                <c:pt idx="154">
                  <c:v>2024.875</c:v>
                </c:pt>
                <c:pt idx="155">
                  <c:v>2024.95833333</c:v>
                </c:pt>
                <c:pt idx="156">
                  <c:v>2025.04166667</c:v>
                </c:pt>
                <c:pt idx="157">
                  <c:v>2025.125</c:v>
                </c:pt>
                <c:pt idx="158">
                  <c:v>2025.20833333</c:v>
                </c:pt>
                <c:pt idx="159">
                  <c:v>2025.29166667</c:v>
                </c:pt>
                <c:pt idx="160">
                  <c:v>2025.375</c:v>
                </c:pt>
                <c:pt idx="161">
                  <c:v>2025.45833333</c:v>
                </c:pt>
                <c:pt idx="162">
                  <c:v>2025.54166667</c:v>
                </c:pt>
                <c:pt idx="163">
                  <c:v>2025.625</c:v>
                </c:pt>
                <c:pt idx="164">
                  <c:v>2025.70833333</c:v>
                </c:pt>
                <c:pt idx="165">
                  <c:v>2025.79166667</c:v>
                </c:pt>
                <c:pt idx="166">
                  <c:v>2025.875</c:v>
                </c:pt>
                <c:pt idx="167">
                  <c:v>2025.95833333</c:v>
                </c:pt>
                <c:pt idx="168">
                  <c:v>2026.04166667</c:v>
                </c:pt>
                <c:pt idx="169">
                  <c:v>2026.125</c:v>
                </c:pt>
                <c:pt idx="170">
                  <c:v>2026.20833333</c:v>
                </c:pt>
                <c:pt idx="171">
                  <c:v>2026.29166667</c:v>
                </c:pt>
                <c:pt idx="172">
                  <c:v>2026.375</c:v>
                </c:pt>
                <c:pt idx="173">
                  <c:v>2026.45833333</c:v>
                </c:pt>
                <c:pt idx="174">
                  <c:v>2026.54166667</c:v>
                </c:pt>
                <c:pt idx="175">
                  <c:v>2026.625</c:v>
                </c:pt>
              </c:numCache>
            </c:numRef>
          </c:xVal>
          <c:yVal>
            <c:numRef>
              <c:f>'Chart Data'!$B$2:$B$177</c:f>
              <c:numCache>
                <c:formatCode>#,##0</c:formatCode>
                <c:ptCount val="176"/>
                <c:pt idx="0">
                  <c:v>20.9348997657</c:v>
                </c:pt>
                <c:pt idx="1">
                  <c:v>41.7919729949</c:v>
                </c:pt>
                <c:pt idx="2">
                  <c:v>62.8106839782</c:v>
                </c:pt>
                <c:pt idx="3">
                  <c:v>82.5886255837</c:v>
                </c:pt>
                <c:pt idx="4">
                  <c:v>97.8129940488</c:v>
                </c:pt>
                <c:pt idx="5">
                  <c:v>121.230103729</c:v>
                </c:pt>
                <c:pt idx="6">
                  <c:v>142.706219626</c:v>
                </c:pt>
                <c:pt idx="7">
                  <c:v>168.077100953</c:v>
                </c:pt>
                <c:pt idx="8">
                  <c:v>191.618649065</c:v>
                </c:pt>
                <c:pt idx="9">
                  <c:v>205.643450651</c:v>
                </c:pt>
                <c:pt idx="10">
                  <c:v>226.981969657</c:v>
                </c:pt>
                <c:pt idx="11">
                  <c:v>245.654265378</c:v>
                </c:pt>
                <c:pt idx="12">
                  <c:v>270.523150866</c:v>
                </c:pt>
                <c:pt idx="13">
                  <c:v>289.494133619</c:v>
                </c:pt>
                <c:pt idx="14">
                  <c:v>316.532814737</c:v>
                </c:pt>
                <c:pt idx="15">
                  <c:v>337.010584323</c:v>
                </c:pt>
                <c:pt idx="16">
                  <c:v>356.853818886</c:v>
                </c:pt>
                <c:pt idx="17">
                  <c:v>362.278178367</c:v>
                </c:pt>
                <c:pt idx="18">
                  <c:v>400.566119948</c:v>
                </c:pt>
                <c:pt idx="19">
                  <c:v>419.548018698</c:v>
                </c:pt>
                <c:pt idx="20">
                  <c:v>447.265491908</c:v>
                </c:pt>
                <c:pt idx="21">
                  <c:v>481.208934242</c:v>
                </c:pt>
                <c:pt idx="22">
                  <c:v>504.570027518</c:v>
                </c:pt>
                <c:pt idx="23">
                  <c:v>527.278617993</c:v>
                </c:pt>
                <c:pt idx="24">
                  <c:v>545.227089855</c:v>
                </c:pt>
                <c:pt idx="25">
                  <c:v>589.642019407</c:v>
                </c:pt>
                <c:pt idx="26">
                  <c:v>601.664718037</c:v>
                </c:pt>
                <c:pt idx="27">
                  <c:v>623.8443492</c:v>
                </c:pt>
                <c:pt idx="28">
                  <c:v>655.322933276</c:v>
                </c:pt>
                <c:pt idx="29">
                  <c:v>694.139368139</c:v>
                </c:pt>
                <c:pt idx="30">
                  <c:v>708.13672549</c:v>
                </c:pt>
                <c:pt idx="31">
                  <c:v>751.012599286</c:v>
                </c:pt>
                <c:pt idx="32">
                  <c:v>755.042602737</c:v>
                </c:pt>
                <c:pt idx="33">
                  <c:v>784.557614067</c:v>
                </c:pt>
                <c:pt idx="34">
                  <c:v>823.45795545</c:v>
                </c:pt>
                <c:pt idx="35">
                  <c:v>839.428521077</c:v>
                </c:pt>
                <c:pt idx="36">
                  <c:v>868.595560135</c:v>
                </c:pt>
                <c:pt idx="37">
                  <c:v>906.577322567</c:v>
                </c:pt>
                <c:pt idx="38">
                  <c:v>913.285758092</c:v>
                </c:pt>
                <c:pt idx="39">
                  <c:v>939.963643638</c:v>
                </c:pt>
                <c:pt idx="40">
                  <c:v>970.397317726</c:v>
                </c:pt>
                <c:pt idx="41">
                  <c:v>970.737598533</c:v>
                </c:pt>
                <c:pt idx="42">
                  <c:v>1000.63665151</c:v>
                </c:pt>
                <c:pt idx="43">
                  <c:v>988.680501288</c:v>
                </c:pt>
                <c:pt idx="44">
                  <c:v>994.520873108</c:v>
                </c:pt>
                <c:pt idx="45">
                  <c:v>1077.6138947</c:v>
                </c:pt>
                <c:pt idx="46">
                  <c:v>1085.18150053</c:v>
                </c:pt>
                <c:pt idx="47">
                  <c:v>1092.07741171</c:v>
                </c:pt>
                <c:pt idx="48">
                  <c:v>1091.80871339</c:v>
                </c:pt>
                <c:pt idx="49">
                  <c:v>1135.24723738</c:v>
                </c:pt>
                <c:pt idx="50">
                  <c:v>1197.42519554</c:v>
                </c:pt>
                <c:pt idx="51">
                  <c:v>1219.98204471</c:v>
                </c:pt>
                <c:pt idx="52">
                  <c:v>1244.97912506</c:v>
                </c:pt>
                <c:pt idx="53">
                  <c:v>1288.15047472</c:v>
                </c:pt>
                <c:pt idx="54">
                  <c:v>1355.66577457</c:v>
                </c:pt>
                <c:pt idx="55">
                  <c:v>1368.55233957</c:v>
                </c:pt>
                <c:pt idx="56">
                  <c:v>1400.29553708</c:v>
                </c:pt>
                <c:pt idx="57">
                  <c:v>1394.10408901</c:v>
                </c:pt>
                <c:pt idx="58">
                  <c:v>1396.37114801</c:v>
                </c:pt>
                <c:pt idx="59">
                  <c:v>1424.04327591</c:v>
                </c:pt>
                <c:pt idx="60">
                  <c:v>1490.18111493</c:v>
                </c:pt>
                <c:pt idx="61">
                  <c:v>1559.65864016</c:v>
                </c:pt>
                <c:pt idx="62">
                  <c:v>1588.8506137</c:v>
                </c:pt>
                <c:pt idx="63">
                  <c:v>1635.9215568</c:v>
                </c:pt>
                <c:pt idx="64">
                  <c:v>1684.69689302</c:v>
                </c:pt>
                <c:pt idx="65">
                  <c:v>1686.7843579</c:v>
                </c:pt>
                <c:pt idx="66">
                  <c:v>1747.57197503</c:v>
                </c:pt>
                <c:pt idx="67">
                  <c:v>1800.09629521</c:v>
                </c:pt>
                <c:pt idx="68">
                  <c:v>1811.71605941</c:v>
                </c:pt>
                <c:pt idx="69">
                  <c:v>1866.60024485</c:v>
                </c:pt>
                <c:pt idx="70">
                  <c:v>1915.41359483</c:v>
                </c:pt>
                <c:pt idx="71">
                  <c:v>1954.66857684</c:v>
                </c:pt>
                <c:pt idx="72">
                  <c:v>2063.66448478</c:v>
                </c:pt>
                <c:pt idx="73">
                  <c:v>2040.3165014</c:v>
                </c:pt>
                <c:pt idx="74">
                  <c:v>2025.1019481</c:v>
                </c:pt>
                <c:pt idx="75">
                  <c:v>2042.70369204</c:v>
                </c:pt>
                <c:pt idx="76">
                  <c:v>2111.9369679</c:v>
                </c:pt>
                <c:pt idx="77">
                  <c:v>2128.74468721</c:v>
                </c:pt>
                <c:pt idx="78">
                  <c:v>2179.42603898</c:v>
                </c:pt>
                <c:pt idx="79">
                  <c:v>2255.31245798</c:v>
                </c:pt>
                <c:pt idx="80">
                  <c:v>2269.26327292</c:v>
                </c:pt>
                <c:pt idx="81">
                  <c:v>2187.91785398</c:v>
                </c:pt>
                <c:pt idx="82">
                  <c:v>2225.55506458</c:v>
                </c:pt>
                <c:pt idx="83">
                  <c:v>2163.06824567</c:v>
                </c:pt>
                <c:pt idx="84">
                  <c:v>2305.54425666</c:v>
                </c:pt>
                <c:pt idx="85">
                  <c:v>2362.81761801</c:v>
                </c:pt>
                <c:pt idx="86">
                  <c:v>2428.46289499</c:v>
                </c:pt>
                <c:pt idx="87">
                  <c:v>2512.9355049</c:v>
                </c:pt>
                <c:pt idx="88">
                  <c:v>2444.45305579</c:v>
                </c:pt>
                <c:pt idx="89">
                  <c:v>2616.60778993</c:v>
                </c:pt>
                <c:pt idx="90">
                  <c:v>2666.78812012</c:v>
                </c:pt>
                <c:pt idx="91">
                  <c:v>2722.20876217</c:v>
                </c:pt>
                <c:pt idx="92">
                  <c:v>2738.73550999</c:v>
                </c:pt>
                <c:pt idx="93">
                  <c:v>2828.6061781</c:v>
                </c:pt>
                <c:pt idx="94">
                  <c:v>2891.43773245</c:v>
                </c:pt>
                <c:pt idx="95">
                  <c:v>2986.56036359</c:v>
                </c:pt>
                <c:pt idx="96">
                  <c:v>3081.33317516</c:v>
                </c:pt>
                <c:pt idx="97">
                  <c:v>2986.20785467</c:v>
                </c:pt>
                <c:pt idx="98">
                  <c:v>2855.7885783</c:v>
                </c:pt>
                <c:pt idx="99">
                  <c:v>3144.77363972</c:v>
                </c:pt>
                <c:pt idx="100">
                  <c:v>3289.61812405</c:v>
                </c:pt>
                <c:pt idx="101">
                  <c:v>3409.05165913</c:v>
                </c:pt>
                <c:pt idx="102">
                  <c:v>3647.35002077</c:v>
                </c:pt>
                <c:pt idx="103">
                  <c:v>3857.51690926</c:v>
                </c:pt>
                <c:pt idx="104">
                  <c:v>3730.98290166</c:v>
                </c:pt>
                <c:pt idx="105">
                  <c:v>3673.29294866</c:v>
                </c:pt>
                <c:pt idx="106">
                  <c:v>3903.46216745</c:v>
                </c:pt>
                <c:pt idx="107">
                  <c:v>4077.40347613</c:v>
                </c:pt>
                <c:pt idx="108">
                  <c:v>4052.69918615</c:v>
                </c:pt>
                <c:pt idx="109">
                  <c:v>4035.01743087</c:v>
                </c:pt>
                <c:pt idx="110">
                  <c:v>4105.25765219</c:v>
                </c:pt>
                <c:pt idx="111">
                  <c:v>4304.04642885</c:v>
                </c:pt>
                <c:pt idx="112">
                  <c:v>4382.50950923</c:v>
                </c:pt>
                <c:pt idx="113">
                  <c:v>4462.07412578</c:v>
                </c:pt>
                <c:pt idx="114">
                  <c:v>4594.24057735</c:v>
                </c:pt>
                <c:pt idx="115">
                  <c:v>4714.0947589</c:v>
                </c:pt>
                <c:pt idx="116">
                  <c:v>4537.24056999</c:v>
                </c:pt>
                <c:pt idx="117">
                  <c:v>4777.23218956</c:v>
                </c:pt>
                <c:pt idx="118">
                  <c:v>4818.92904166</c:v>
                </c:pt>
                <c:pt idx="119">
                  <c:v>4946.49498155</c:v>
                </c:pt>
                <c:pt idx="120">
                  <c:v>4719.58692442</c:v>
                </c:pt>
                <c:pt idx="121">
                  <c:v>4692.4249583</c:v>
                </c:pt>
                <c:pt idx="122">
                  <c:v>4802.16355105</c:v>
                </c:pt>
                <c:pt idx="123">
                  <c:v>4443.8202901</c:v>
                </c:pt>
                <c:pt idx="124">
                  <c:v>4419.04462429</c:v>
                </c:pt>
                <c:pt idx="125">
                  <c:v>4196.99567562</c:v>
                </c:pt>
                <c:pt idx="126">
                  <c:v>4472.42403127</c:v>
                </c:pt>
                <c:pt idx="127">
                  <c:v>4308.44689231</c:v>
                </c:pt>
                <c:pt idx="128">
                  <c:v>4010.3580959</c:v>
                </c:pt>
                <c:pt idx="129">
                  <c:v>4142.28830407</c:v>
                </c:pt>
                <c:pt idx="130">
                  <c:v>4403.58187316</c:v>
                </c:pt>
                <c:pt idx="131">
                  <c:v>4239.6946401</c:v>
                </c:pt>
                <c:pt idx="132">
                  <c:v>4552.91494992</c:v>
                </c:pt>
                <c:pt idx="133">
                  <c:v>4453.01820716</c:v>
                </c:pt>
                <c:pt idx="134">
                  <c:v>4755.36115444</c:v>
                </c:pt>
                <c:pt idx="135">
                  <c:v>4820.96200922</c:v>
                </c:pt>
                <c:pt idx="136">
                  <c:v>4938.44434149</c:v>
                </c:pt>
                <c:pt idx="137">
                  <c:v>5119.49466822</c:v>
                </c:pt>
                <c:pt idx="138">
                  <c:v>5271.436089</c:v>
                </c:pt>
                <c:pt idx="139">
                  <c:v>5219.97643897</c:v>
                </c:pt>
                <c:pt idx="140">
                  <c:v>5000.6545699</c:v>
                </c:pt>
                <c:pt idx="141">
                  <c:v>5005.82620967</c:v>
                </c:pt>
                <c:pt idx="142">
                  <c:v>5402.77532403</c:v>
                </c:pt>
                <c:pt idx="143">
                  <c:v>5641.1385017</c:v>
                </c:pt>
                <c:pt idx="144">
                  <c:v>5704.77071088</c:v>
                </c:pt>
                <c:pt idx="145">
                  <c:v>5889.19913038</c:v>
                </c:pt>
                <c:pt idx="146">
                  <c:v>6097.21799244</c:v>
                </c:pt>
                <c:pt idx="147">
                  <c:v>5959.96942439</c:v>
                </c:pt>
                <c:pt idx="148">
                  <c:v>6222.18533008</c:v>
                </c:pt>
                <c:pt idx="149">
                  <c:v>6444.71489784</c:v>
                </c:pt>
                <c:pt idx="150">
                  <c:v>6557.62198693</c:v>
                </c:pt>
                <c:pt idx="151">
                  <c:v>6690.93688819</c:v>
                </c:pt>
                <c:pt idx="152">
                  <c:v>6894.28811752</c:v>
                </c:pt>
                <c:pt idx="153">
                  <c:v>6895.02372499</c:v>
                </c:pt>
                <c:pt idx="154">
                  <c:v>7114.72774332</c:v>
                </c:pt>
                <c:pt idx="155">
                  <c:v>7040.44740889</c:v>
                </c:pt>
                <c:pt idx="156">
                  <c:v>7268.2015284</c:v>
                </c:pt>
                <c:pt idx="157">
                  <c:v>7269.19721814</c:v>
                </c:pt>
                <c:pt idx="158">
                  <c:v>7159.01703495</c:v>
                </c:pt>
                <c:pt idx="159">
                  <c:v>7296.20196487</c:v>
                </c:pt>
                <c:pt idx="160">
                  <c:v>7609.68479764</c:v>
                </c:pt>
                <c:pt idx="161">
                  <c:v>7912.90420709</c:v>
                </c:pt>
                <c:pt idx="162">
                  <c:v>8022.8111527</c:v>
                </c:pt>
                <c:pt idx="163">
                  <c:v>8227.5729233</c:v>
                </c:pt>
                <c:pt idx="164">
                  <c:v>8694.29861692</c:v>
                </c:pt>
                <c:pt idx="165">
                  <c:v>8982.25447226</c:v>
                </c:pt>
                <c:pt idx="166">
                  <c:v>9096.68713469</c:v>
                </c:pt>
                <c:pt idx="167">
                  <c:v>9129.10731231</c:v>
                </c:pt>
                <c:pt idx="168">
                  <c:v>9446.06812242</c:v>
                </c:pt>
                <c:pt idx="169">
                  <c:v>9603.19411053</c:v>
                </c:pt>
                <c:pt idx="170">
                  <c:v>9061.78171197</c:v>
                </c:pt>
                <c:pt idx="171">
                  <c:v>9732.86954857</c:v>
                </c:pt>
                <c:pt idx="172">
                  <c:v>10193.1783604</c:v>
                </c:pt>
                <c:pt idx="173">
                  <c:v>9952.92148751</c:v>
                </c:pt>
                <c:pt idx="174">
                  <c:v>9744.75357692</c:v>
                </c:pt>
                <c:pt idx="175">
                  <c:v>10153.4796372</c:v>
                </c:pt>
              </c:numCache>
            </c:numRef>
          </c:yVal>
        </c:ser>
        <c:ser>
          <c:idx val="1"/>
          <c:order val="1"/>
          <c:tx>
            <c:v>적금4%</c:v>
          </c:tx>
          <c:spPr>
            <a:ln xmlns:a="http://schemas.openxmlformats.org/drawingml/2006/main" w="25718">
              <a:solidFill>
                <a:srgbClr val="2767B7"/>
              </a:solidFill>
              <a:prstDash val="solid"/>
            </a:ln>
          </c:spPr>
          <c:marker>
            <c:symbol val="none"/>
          </c:marker>
          <c:xVal>
            <c:numRef>
              <c:f>'Chart Data'!$C$2:$C$177</c:f>
              <c:numCache>
                <c:formatCode>General</c:formatCode>
                <c:ptCount val="176"/>
                <c:pt idx="0">
                  <c:v>2012.04166667</c:v>
                </c:pt>
                <c:pt idx="1">
                  <c:v>2012.125</c:v>
                </c:pt>
                <c:pt idx="2">
                  <c:v>2012.20833333</c:v>
                </c:pt>
                <c:pt idx="3">
                  <c:v>2012.29166667</c:v>
                </c:pt>
                <c:pt idx="4">
                  <c:v>2012.375</c:v>
                </c:pt>
                <c:pt idx="5">
                  <c:v>2012.45833333</c:v>
                </c:pt>
                <c:pt idx="6">
                  <c:v>2012.54166667</c:v>
                </c:pt>
                <c:pt idx="7">
                  <c:v>2012.625</c:v>
                </c:pt>
                <c:pt idx="8">
                  <c:v>2012.70833333</c:v>
                </c:pt>
                <c:pt idx="9">
                  <c:v>2012.79166667</c:v>
                </c:pt>
                <c:pt idx="10">
                  <c:v>2012.875</c:v>
                </c:pt>
                <c:pt idx="11">
                  <c:v>2012.95833333</c:v>
                </c:pt>
                <c:pt idx="12">
                  <c:v>2013.04166667</c:v>
                </c:pt>
                <c:pt idx="13">
                  <c:v>2013.125</c:v>
                </c:pt>
                <c:pt idx="14">
                  <c:v>2013.20833333</c:v>
                </c:pt>
                <c:pt idx="15">
                  <c:v>2013.29166667</c:v>
                </c:pt>
                <c:pt idx="16">
                  <c:v>2013.375</c:v>
                </c:pt>
                <c:pt idx="17">
                  <c:v>2013.45833333</c:v>
                </c:pt>
                <c:pt idx="18">
                  <c:v>2013.54166667</c:v>
                </c:pt>
                <c:pt idx="19">
                  <c:v>2013.625</c:v>
                </c:pt>
                <c:pt idx="20">
                  <c:v>2013.70833333</c:v>
                </c:pt>
                <c:pt idx="21">
                  <c:v>2013.79166667</c:v>
                </c:pt>
                <c:pt idx="22">
                  <c:v>2013.875</c:v>
                </c:pt>
                <c:pt idx="23">
                  <c:v>2013.95833333</c:v>
                </c:pt>
                <c:pt idx="24">
                  <c:v>2014.04166667</c:v>
                </c:pt>
                <c:pt idx="25">
                  <c:v>2014.125</c:v>
                </c:pt>
                <c:pt idx="26">
                  <c:v>2014.20833333</c:v>
                </c:pt>
                <c:pt idx="27">
                  <c:v>2014.29166667</c:v>
                </c:pt>
                <c:pt idx="28">
                  <c:v>2014.375</c:v>
                </c:pt>
                <c:pt idx="29">
                  <c:v>2014.45833333</c:v>
                </c:pt>
                <c:pt idx="30">
                  <c:v>2014.54166667</c:v>
                </c:pt>
                <c:pt idx="31">
                  <c:v>2014.625</c:v>
                </c:pt>
                <c:pt idx="32">
                  <c:v>2014.70833333</c:v>
                </c:pt>
                <c:pt idx="33">
                  <c:v>2014.79166667</c:v>
                </c:pt>
                <c:pt idx="34">
                  <c:v>2014.875</c:v>
                </c:pt>
                <c:pt idx="35">
                  <c:v>2014.95833333</c:v>
                </c:pt>
                <c:pt idx="36">
                  <c:v>2015.04166667</c:v>
                </c:pt>
                <c:pt idx="37">
                  <c:v>2015.125</c:v>
                </c:pt>
                <c:pt idx="38">
                  <c:v>2015.20833333</c:v>
                </c:pt>
                <c:pt idx="39">
                  <c:v>2015.29166667</c:v>
                </c:pt>
                <c:pt idx="40">
                  <c:v>2015.375</c:v>
                </c:pt>
                <c:pt idx="41">
                  <c:v>2015.45833333</c:v>
                </c:pt>
                <c:pt idx="42">
                  <c:v>2015.54166667</c:v>
                </c:pt>
                <c:pt idx="43">
                  <c:v>2015.625</c:v>
                </c:pt>
                <c:pt idx="44">
                  <c:v>2015.70833333</c:v>
                </c:pt>
                <c:pt idx="45">
                  <c:v>2015.79166667</c:v>
                </c:pt>
                <c:pt idx="46">
                  <c:v>2015.875</c:v>
                </c:pt>
                <c:pt idx="47">
                  <c:v>2015.95833333</c:v>
                </c:pt>
                <c:pt idx="48">
                  <c:v>2016.04166667</c:v>
                </c:pt>
                <c:pt idx="49">
                  <c:v>2016.125</c:v>
                </c:pt>
                <c:pt idx="50">
                  <c:v>2016.20833333</c:v>
                </c:pt>
                <c:pt idx="51">
                  <c:v>2016.29166667</c:v>
                </c:pt>
                <c:pt idx="52">
                  <c:v>2016.375</c:v>
                </c:pt>
                <c:pt idx="53">
                  <c:v>2016.45833333</c:v>
                </c:pt>
                <c:pt idx="54">
                  <c:v>2016.54166667</c:v>
                </c:pt>
                <c:pt idx="55">
                  <c:v>2016.625</c:v>
                </c:pt>
                <c:pt idx="56">
                  <c:v>2016.70833333</c:v>
                </c:pt>
                <c:pt idx="57">
                  <c:v>2016.79166667</c:v>
                </c:pt>
                <c:pt idx="58">
                  <c:v>2016.875</c:v>
                </c:pt>
                <c:pt idx="59">
                  <c:v>2016.95833333</c:v>
                </c:pt>
                <c:pt idx="60">
                  <c:v>2017.04166667</c:v>
                </c:pt>
                <c:pt idx="61">
                  <c:v>2017.125</c:v>
                </c:pt>
                <c:pt idx="62">
                  <c:v>2017.20833333</c:v>
                </c:pt>
                <c:pt idx="63">
                  <c:v>2017.29166667</c:v>
                </c:pt>
                <c:pt idx="64">
                  <c:v>2017.375</c:v>
                </c:pt>
                <c:pt idx="65">
                  <c:v>2017.45833333</c:v>
                </c:pt>
                <c:pt idx="66">
                  <c:v>2017.54166667</c:v>
                </c:pt>
                <c:pt idx="67">
                  <c:v>2017.625</c:v>
                </c:pt>
                <c:pt idx="68">
                  <c:v>2017.70833333</c:v>
                </c:pt>
                <c:pt idx="69">
                  <c:v>2017.79166667</c:v>
                </c:pt>
                <c:pt idx="70">
                  <c:v>2017.875</c:v>
                </c:pt>
                <c:pt idx="71">
                  <c:v>2017.95833333</c:v>
                </c:pt>
                <c:pt idx="72">
                  <c:v>2018.04166667</c:v>
                </c:pt>
                <c:pt idx="73">
                  <c:v>2018.125</c:v>
                </c:pt>
                <c:pt idx="74">
                  <c:v>2018.20833333</c:v>
                </c:pt>
                <c:pt idx="75">
                  <c:v>2018.29166667</c:v>
                </c:pt>
                <c:pt idx="76">
                  <c:v>2018.375</c:v>
                </c:pt>
                <c:pt idx="77">
                  <c:v>2018.45833333</c:v>
                </c:pt>
                <c:pt idx="78">
                  <c:v>2018.54166667</c:v>
                </c:pt>
                <c:pt idx="79">
                  <c:v>2018.625</c:v>
                </c:pt>
                <c:pt idx="80">
                  <c:v>2018.70833333</c:v>
                </c:pt>
                <c:pt idx="81">
                  <c:v>2018.79166667</c:v>
                </c:pt>
                <c:pt idx="82">
                  <c:v>2018.875</c:v>
                </c:pt>
                <c:pt idx="83">
                  <c:v>2018.95833333</c:v>
                </c:pt>
                <c:pt idx="84">
                  <c:v>2019.04166667</c:v>
                </c:pt>
                <c:pt idx="85">
                  <c:v>2019.125</c:v>
                </c:pt>
                <c:pt idx="86">
                  <c:v>2019.20833333</c:v>
                </c:pt>
                <c:pt idx="87">
                  <c:v>2019.29166667</c:v>
                </c:pt>
                <c:pt idx="88">
                  <c:v>2019.375</c:v>
                </c:pt>
                <c:pt idx="89">
                  <c:v>2019.45833333</c:v>
                </c:pt>
                <c:pt idx="90">
                  <c:v>2019.54166667</c:v>
                </c:pt>
                <c:pt idx="91">
                  <c:v>2019.625</c:v>
                </c:pt>
                <c:pt idx="92">
                  <c:v>2019.70833333</c:v>
                </c:pt>
                <c:pt idx="93">
                  <c:v>2019.79166667</c:v>
                </c:pt>
                <c:pt idx="94">
                  <c:v>2019.875</c:v>
                </c:pt>
                <c:pt idx="95">
                  <c:v>2019.95833333</c:v>
                </c:pt>
                <c:pt idx="96">
                  <c:v>2020.04166667</c:v>
                </c:pt>
                <c:pt idx="97">
                  <c:v>2020.125</c:v>
                </c:pt>
                <c:pt idx="98">
                  <c:v>2020.20833333</c:v>
                </c:pt>
                <c:pt idx="99">
                  <c:v>2020.29166667</c:v>
                </c:pt>
                <c:pt idx="100">
                  <c:v>2020.375</c:v>
                </c:pt>
                <c:pt idx="101">
                  <c:v>2020.45833333</c:v>
                </c:pt>
                <c:pt idx="102">
                  <c:v>2020.54166667</c:v>
                </c:pt>
                <c:pt idx="103">
                  <c:v>2020.625</c:v>
                </c:pt>
                <c:pt idx="104">
                  <c:v>2020.70833333</c:v>
                </c:pt>
                <c:pt idx="105">
                  <c:v>2020.79166667</c:v>
                </c:pt>
                <c:pt idx="106">
                  <c:v>2020.875</c:v>
                </c:pt>
                <c:pt idx="107">
                  <c:v>2020.95833333</c:v>
                </c:pt>
                <c:pt idx="108">
                  <c:v>2021.04166667</c:v>
                </c:pt>
                <c:pt idx="109">
                  <c:v>2021.125</c:v>
                </c:pt>
                <c:pt idx="110">
                  <c:v>2021.20833333</c:v>
                </c:pt>
                <c:pt idx="111">
                  <c:v>2021.29166667</c:v>
                </c:pt>
                <c:pt idx="112">
                  <c:v>2021.375</c:v>
                </c:pt>
                <c:pt idx="113">
                  <c:v>2021.45833333</c:v>
                </c:pt>
                <c:pt idx="114">
                  <c:v>2021.54166667</c:v>
                </c:pt>
                <c:pt idx="115">
                  <c:v>2021.625</c:v>
                </c:pt>
                <c:pt idx="116">
                  <c:v>2021.70833333</c:v>
                </c:pt>
                <c:pt idx="117">
                  <c:v>2021.79166667</c:v>
                </c:pt>
                <c:pt idx="118">
                  <c:v>2021.875</c:v>
                </c:pt>
                <c:pt idx="119">
                  <c:v>2021.95833333</c:v>
                </c:pt>
                <c:pt idx="120">
                  <c:v>2022.04166667</c:v>
                </c:pt>
                <c:pt idx="121">
                  <c:v>2022.125</c:v>
                </c:pt>
                <c:pt idx="122">
                  <c:v>2022.20833333</c:v>
                </c:pt>
                <c:pt idx="123">
                  <c:v>2022.29166667</c:v>
                </c:pt>
                <c:pt idx="124">
                  <c:v>2022.375</c:v>
                </c:pt>
                <c:pt idx="125">
                  <c:v>2022.45833333</c:v>
                </c:pt>
                <c:pt idx="126">
                  <c:v>2022.54166667</c:v>
                </c:pt>
                <c:pt idx="127">
                  <c:v>2022.625</c:v>
                </c:pt>
                <c:pt idx="128">
                  <c:v>2022.70833333</c:v>
                </c:pt>
                <c:pt idx="129">
                  <c:v>2022.79166667</c:v>
                </c:pt>
                <c:pt idx="130">
                  <c:v>2022.875</c:v>
                </c:pt>
                <c:pt idx="131">
                  <c:v>2022.95833333</c:v>
                </c:pt>
                <c:pt idx="132">
                  <c:v>2023.04166667</c:v>
                </c:pt>
                <c:pt idx="133">
                  <c:v>2023.125</c:v>
                </c:pt>
                <c:pt idx="134">
                  <c:v>2023.20833333</c:v>
                </c:pt>
                <c:pt idx="135">
                  <c:v>2023.29166667</c:v>
                </c:pt>
                <c:pt idx="136">
                  <c:v>2023.375</c:v>
                </c:pt>
                <c:pt idx="137">
                  <c:v>2023.45833333</c:v>
                </c:pt>
                <c:pt idx="138">
                  <c:v>2023.54166667</c:v>
                </c:pt>
                <c:pt idx="139">
                  <c:v>2023.625</c:v>
                </c:pt>
                <c:pt idx="140">
                  <c:v>2023.70833333</c:v>
                </c:pt>
                <c:pt idx="141">
                  <c:v>2023.79166667</c:v>
                </c:pt>
                <c:pt idx="142">
                  <c:v>2023.875</c:v>
                </c:pt>
                <c:pt idx="143">
                  <c:v>2023.95833333</c:v>
                </c:pt>
                <c:pt idx="144">
                  <c:v>2024.04166667</c:v>
                </c:pt>
                <c:pt idx="145">
                  <c:v>2024.125</c:v>
                </c:pt>
                <c:pt idx="146">
                  <c:v>2024.20833333</c:v>
                </c:pt>
                <c:pt idx="147">
                  <c:v>2024.29166667</c:v>
                </c:pt>
                <c:pt idx="148">
                  <c:v>2024.375</c:v>
                </c:pt>
                <c:pt idx="149">
                  <c:v>2024.45833333</c:v>
                </c:pt>
                <c:pt idx="150">
                  <c:v>2024.54166667</c:v>
                </c:pt>
                <c:pt idx="151">
                  <c:v>2024.625</c:v>
                </c:pt>
                <c:pt idx="152">
                  <c:v>2024.70833333</c:v>
                </c:pt>
                <c:pt idx="153">
                  <c:v>2024.79166667</c:v>
                </c:pt>
                <c:pt idx="154">
                  <c:v>2024.875</c:v>
                </c:pt>
                <c:pt idx="155">
                  <c:v>2024.95833333</c:v>
                </c:pt>
                <c:pt idx="156">
                  <c:v>2025.04166667</c:v>
                </c:pt>
                <c:pt idx="157">
                  <c:v>2025.125</c:v>
                </c:pt>
                <c:pt idx="158">
                  <c:v>2025.20833333</c:v>
                </c:pt>
                <c:pt idx="159">
                  <c:v>2025.29166667</c:v>
                </c:pt>
                <c:pt idx="160">
                  <c:v>2025.375</c:v>
                </c:pt>
                <c:pt idx="161">
                  <c:v>2025.45833333</c:v>
                </c:pt>
                <c:pt idx="162">
                  <c:v>2025.54166667</c:v>
                </c:pt>
                <c:pt idx="163">
                  <c:v>2025.625</c:v>
                </c:pt>
                <c:pt idx="164">
                  <c:v>2025.70833333</c:v>
                </c:pt>
                <c:pt idx="165">
                  <c:v>2025.79166667</c:v>
                </c:pt>
                <c:pt idx="166">
                  <c:v>2025.875</c:v>
                </c:pt>
                <c:pt idx="167">
                  <c:v>2025.95833333</c:v>
                </c:pt>
                <c:pt idx="168">
                  <c:v>2026.04166667</c:v>
                </c:pt>
                <c:pt idx="169">
                  <c:v>2026.125</c:v>
                </c:pt>
                <c:pt idx="170">
                  <c:v>2026.20833333</c:v>
                </c:pt>
                <c:pt idx="171">
                  <c:v>2026.29166667</c:v>
                </c:pt>
                <c:pt idx="172">
                  <c:v>2026.375</c:v>
                </c:pt>
                <c:pt idx="173">
                  <c:v>2026.45833333</c:v>
                </c:pt>
                <c:pt idx="174">
                  <c:v>2026.54166667</c:v>
                </c:pt>
                <c:pt idx="175">
                  <c:v>2026.625</c:v>
                </c:pt>
              </c:numCache>
            </c:numRef>
          </c:xVal>
          <c:yVal>
            <c:numRef>
              <c:f>'Chart Data'!$D$2:$D$177</c:f>
              <c:numCache>
                <c:formatCode>#,##0</c:formatCode>
                <c:ptCount val="176"/>
                <c:pt idx="0">
                  <c:v>20.0666666667</c:v>
                </c:pt>
                <c:pt idx="1">
                  <c:v>40.2</c:v>
                </c:pt>
                <c:pt idx="2">
                  <c:v>60.4</c:v>
                </c:pt>
                <c:pt idx="3">
                  <c:v>80.6666666667</c:v>
                </c:pt>
                <c:pt idx="4">
                  <c:v>101</c:v>
                </c:pt>
                <c:pt idx="5">
                  <c:v>121.4</c:v>
                </c:pt>
                <c:pt idx="6">
                  <c:v>141.866666667</c:v>
                </c:pt>
                <c:pt idx="7">
                  <c:v>162.4</c:v>
                </c:pt>
                <c:pt idx="8">
                  <c:v>183</c:v>
                </c:pt>
                <c:pt idx="9">
                  <c:v>203.666666667</c:v>
                </c:pt>
                <c:pt idx="10">
                  <c:v>224.4</c:v>
                </c:pt>
                <c:pt idx="11">
                  <c:v>245.2</c:v>
                </c:pt>
                <c:pt idx="12">
                  <c:v>266.084</c:v>
                </c:pt>
                <c:pt idx="13">
                  <c:v>287.034666667</c:v>
                </c:pt>
                <c:pt idx="14">
                  <c:v>308.052</c:v>
                </c:pt>
                <c:pt idx="15">
                  <c:v>329.136</c:v>
                </c:pt>
                <c:pt idx="16">
                  <c:v>350.286666667</c:v>
                </c:pt>
                <c:pt idx="17">
                  <c:v>371.504</c:v>
                </c:pt>
                <c:pt idx="18">
                  <c:v>392.788</c:v>
                </c:pt>
                <c:pt idx="19">
                  <c:v>414.138666667</c:v>
                </c:pt>
                <c:pt idx="20">
                  <c:v>435.556</c:v>
                </c:pt>
                <c:pt idx="21">
                  <c:v>457.04</c:v>
                </c:pt>
                <c:pt idx="22">
                  <c:v>478.590666667</c:v>
                </c:pt>
                <c:pt idx="23">
                  <c:v>500.208</c:v>
                </c:pt>
                <c:pt idx="24">
                  <c:v>521.942026667</c:v>
                </c:pt>
                <c:pt idx="25">
                  <c:v>543.74272</c:v>
                </c:pt>
                <c:pt idx="26">
                  <c:v>565.61008</c:v>
                </c:pt>
                <c:pt idx="27">
                  <c:v>587.544106667</c:v>
                </c:pt>
                <c:pt idx="28">
                  <c:v>609.5448</c:v>
                </c:pt>
                <c:pt idx="29">
                  <c:v>631.61216</c:v>
                </c:pt>
                <c:pt idx="30">
                  <c:v>653.746186667</c:v>
                </c:pt>
                <c:pt idx="31">
                  <c:v>675.94688</c:v>
                </c:pt>
                <c:pt idx="32">
                  <c:v>698.21424</c:v>
                </c:pt>
                <c:pt idx="33">
                  <c:v>720.548266667</c:v>
                </c:pt>
                <c:pt idx="34">
                  <c:v>742.94896</c:v>
                </c:pt>
                <c:pt idx="35">
                  <c:v>765.41632</c:v>
                </c:pt>
                <c:pt idx="36">
                  <c:v>788.0343744</c:v>
                </c:pt>
                <c:pt idx="37">
                  <c:v>810.719095467</c:v>
                </c:pt>
                <c:pt idx="38">
                  <c:v>833.4704832</c:v>
                </c:pt>
                <c:pt idx="39">
                  <c:v>856.2885376</c:v>
                </c:pt>
                <c:pt idx="40">
                  <c:v>879.173258667</c:v>
                </c:pt>
                <c:pt idx="41">
                  <c:v>902.1246464</c:v>
                </c:pt>
                <c:pt idx="42">
                  <c:v>925.1427008</c:v>
                </c:pt>
                <c:pt idx="43">
                  <c:v>948.227421867</c:v>
                </c:pt>
                <c:pt idx="44">
                  <c:v>971.3788096</c:v>
                </c:pt>
                <c:pt idx="45">
                  <c:v>994.596864</c:v>
                </c:pt>
                <c:pt idx="46">
                  <c:v>1017.88158507</c:v>
                </c:pt>
                <c:pt idx="47">
                  <c:v>1041.2329728</c:v>
                </c:pt>
                <c:pt idx="48">
                  <c:v>1064.77041604</c:v>
                </c:pt>
                <c:pt idx="49">
                  <c:v>1088.37452595</c:v>
                </c:pt>
                <c:pt idx="50">
                  <c:v>1112.04530253</c:v>
                </c:pt>
                <c:pt idx="51">
                  <c:v>1135.78274577</c:v>
                </c:pt>
                <c:pt idx="52">
                  <c:v>1159.58685568</c:v>
                </c:pt>
                <c:pt idx="53">
                  <c:v>1183.45763226</c:v>
                </c:pt>
                <c:pt idx="54">
                  <c:v>1207.3950755</c:v>
                </c:pt>
                <c:pt idx="55">
                  <c:v>1231.39918541</c:v>
                </c:pt>
                <c:pt idx="56">
                  <c:v>1255.46996198</c:v>
                </c:pt>
                <c:pt idx="57">
                  <c:v>1279.60740523</c:v>
                </c:pt>
                <c:pt idx="58">
                  <c:v>1303.81151514</c:v>
                </c:pt>
                <c:pt idx="59">
                  <c:v>1328.08229171</c:v>
                </c:pt>
                <c:pt idx="60">
                  <c:v>1352.57589935</c:v>
                </c:pt>
                <c:pt idx="61">
                  <c:v>1377.13617366</c:v>
                </c:pt>
                <c:pt idx="62">
                  <c:v>1401.76311463</c:v>
                </c:pt>
                <c:pt idx="63">
                  <c:v>1426.45672227</c:v>
                </c:pt>
                <c:pt idx="64">
                  <c:v>1451.21699657</c:v>
                </c:pt>
                <c:pt idx="65">
                  <c:v>1476.04393755</c:v>
                </c:pt>
                <c:pt idx="66">
                  <c:v>1500.93754519</c:v>
                </c:pt>
                <c:pt idx="67">
                  <c:v>1525.89781949</c:v>
                </c:pt>
                <c:pt idx="68">
                  <c:v>1550.92476046</c:v>
                </c:pt>
                <c:pt idx="69">
                  <c:v>1576.0183681</c:v>
                </c:pt>
                <c:pt idx="70">
                  <c:v>1601.17864241</c:v>
                </c:pt>
                <c:pt idx="71">
                  <c:v>1626.40558338</c:v>
                </c:pt>
                <c:pt idx="72">
                  <c:v>1651.89360199</c:v>
                </c:pt>
                <c:pt idx="73">
                  <c:v>1677.44828727</c:v>
                </c:pt>
                <c:pt idx="74">
                  <c:v>1703.06963921</c:v>
                </c:pt>
                <c:pt idx="75">
                  <c:v>1728.75765783</c:v>
                </c:pt>
                <c:pt idx="76">
                  <c:v>1754.5123431</c:v>
                </c:pt>
                <c:pt idx="77">
                  <c:v>1780.33369505</c:v>
                </c:pt>
                <c:pt idx="78">
                  <c:v>1806.22171366</c:v>
                </c:pt>
                <c:pt idx="79">
                  <c:v>1832.17639894</c:v>
                </c:pt>
                <c:pt idx="80">
                  <c:v>1858.19775088</c:v>
                </c:pt>
                <c:pt idx="81">
                  <c:v>1884.28576949</c:v>
                </c:pt>
                <c:pt idx="82">
                  <c:v>1910.44045477</c:v>
                </c:pt>
                <c:pt idx="83">
                  <c:v>1936.66180672</c:v>
                </c:pt>
                <c:pt idx="84">
                  <c:v>1963.18401274</c:v>
                </c:pt>
                <c:pt idx="85">
                  <c:v>1989.77288543</c:v>
                </c:pt>
                <c:pt idx="86">
                  <c:v>2016.42842478</c:v>
                </c:pt>
                <c:pt idx="87">
                  <c:v>2043.15063081</c:v>
                </c:pt>
                <c:pt idx="88">
                  <c:v>2069.93950349</c:v>
                </c:pt>
                <c:pt idx="89">
                  <c:v>2096.79504285</c:v>
                </c:pt>
                <c:pt idx="90">
                  <c:v>2123.71724887</c:v>
                </c:pt>
                <c:pt idx="91">
                  <c:v>2150.70612156</c:v>
                </c:pt>
                <c:pt idx="92">
                  <c:v>2177.76166092</c:v>
                </c:pt>
                <c:pt idx="93">
                  <c:v>2204.88386694</c:v>
                </c:pt>
                <c:pt idx="94">
                  <c:v>2232.07273963</c:v>
                </c:pt>
                <c:pt idx="95">
                  <c:v>2259.32827898</c:v>
                </c:pt>
                <c:pt idx="96">
                  <c:v>2286.92603991</c:v>
                </c:pt>
                <c:pt idx="97">
                  <c:v>2314.59046751</c:v>
                </c:pt>
                <c:pt idx="98">
                  <c:v>2342.32156177</c:v>
                </c:pt>
                <c:pt idx="99">
                  <c:v>2370.1193227</c:v>
                </c:pt>
                <c:pt idx="100">
                  <c:v>2397.9837503</c:v>
                </c:pt>
                <c:pt idx="101">
                  <c:v>2425.91484456</c:v>
                </c:pt>
                <c:pt idx="102">
                  <c:v>2453.91260549</c:v>
                </c:pt>
                <c:pt idx="103">
                  <c:v>2481.97703309</c:v>
                </c:pt>
                <c:pt idx="104">
                  <c:v>2510.10812735</c:v>
                </c:pt>
                <c:pt idx="105">
                  <c:v>2538.30588828</c:v>
                </c:pt>
                <c:pt idx="106">
                  <c:v>2566.57031588</c:v>
                </c:pt>
                <c:pt idx="107">
                  <c:v>2594.90141014</c:v>
                </c:pt>
                <c:pt idx="108">
                  <c:v>2623.61774818</c:v>
                </c:pt>
                <c:pt idx="109">
                  <c:v>2652.40075288</c:v>
                </c:pt>
                <c:pt idx="110">
                  <c:v>2681.25042425</c:v>
                </c:pt>
                <c:pt idx="111">
                  <c:v>2710.16676228</c:v>
                </c:pt>
                <c:pt idx="112">
                  <c:v>2739.14976698</c:v>
                </c:pt>
                <c:pt idx="113">
                  <c:v>2768.19943835</c:v>
                </c:pt>
                <c:pt idx="114">
                  <c:v>2797.31577638</c:v>
                </c:pt>
                <c:pt idx="115">
                  <c:v>2826.49878108</c:v>
                </c:pt>
                <c:pt idx="116">
                  <c:v>2855.74845245</c:v>
                </c:pt>
                <c:pt idx="117">
                  <c:v>2885.06479048</c:v>
                </c:pt>
                <c:pt idx="118">
                  <c:v>2914.44779518</c:v>
                </c:pt>
                <c:pt idx="119">
                  <c:v>2943.89746655</c:v>
                </c:pt>
                <c:pt idx="120">
                  <c:v>2973.77712477</c:v>
                </c:pt>
                <c:pt idx="121">
                  <c:v>3003.72344966</c:v>
                </c:pt>
                <c:pt idx="122">
                  <c:v>3033.73644121</c:v>
                </c:pt>
                <c:pt idx="123">
                  <c:v>3063.81609944</c:v>
                </c:pt>
                <c:pt idx="124">
                  <c:v>3093.96242433</c:v>
                </c:pt>
                <c:pt idx="125">
                  <c:v>3124.17541588</c:v>
                </c:pt>
                <c:pt idx="126">
                  <c:v>3154.4550741</c:v>
                </c:pt>
                <c:pt idx="127">
                  <c:v>3184.80139899</c:v>
                </c:pt>
                <c:pt idx="128">
                  <c:v>3215.21439055</c:v>
                </c:pt>
                <c:pt idx="129">
                  <c:v>3245.69404877</c:v>
                </c:pt>
                <c:pt idx="130">
                  <c:v>3276.24037366</c:v>
                </c:pt>
                <c:pt idx="131">
                  <c:v>3306.85336521</c:v>
                </c:pt>
                <c:pt idx="132">
                  <c:v>3337.94287643</c:v>
                </c:pt>
                <c:pt idx="133">
                  <c:v>3369.09905431</c:v>
                </c:pt>
                <c:pt idx="134">
                  <c:v>3400.32189886</c:v>
                </c:pt>
                <c:pt idx="135">
                  <c:v>3431.61141008</c:v>
                </c:pt>
                <c:pt idx="136">
                  <c:v>3462.96758796</c:v>
                </c:pt>
                <c:pt idx="137">
                  <c:v>3494.39043252</c:v>
                </c:pt>
                <c:pt idx="138">
                  <c:v>3525.87994373</c:v>
                </c:pt>
                <c:pt idx="139">
                  <c:v>3557.43612162</c:v>
                </c:pt>
                <c:pt idx="140">
                  <c:v>3589.05896617</c:v>
                </c:pt>
                <c:pt idx="141">
                  <c:v>3620.74847739</c:v>
                </c:pt>
                <c:pt idx="142">
                  <c:v>3652.50465527</c:v>
                </c:pt>
                <c:pt idx="143">
                  <c:v>3684.32749982</c:v>
                </c:pt>
                <c:pt idx="144">
                  <c:v>3716.67525815</c:v>
                </c:pt>
                <c:pt idx="145">
                  <c:v>3749.08968315</c:v>
                </c:pt>
                <c:pt idx="146">
                  <c:v>3781.57077482</c:v>
                </c:pt>
                <c:pt idx="147">
                  <c:v>3814.11853315</c:v>
                </c:pt>
                <c:pt idx="148">
                  <c:v>3846.73295815</c:v>
                </c:pt>
                <c:pt idx="149">
                  <c:v>3879.41404982</c:v>
                </c:pt>
                <c:pt idx="150">
                  <c:v>3912.16180815</c:v>
                </c:pt>
                <c:pt idx="151">
                  <c:v>3944.97623315</c:v>
                </c:pt>
                <c:pt idx="152">
                  <c:v>3977.85732481</c:v>
                </c:pt>
                <c:pt idx="153">
                  <c:v>4010.80508315</c:v>
                </c:pt>
                <c:pt idx="154">
                  <c:v>4043.81950815</c:v>
                </c:pt>
                <c:pt idx="155">
                  <c:v>4076.90059981</c:v>
                </c:pt>
                <c:pt idx="156">
                  <c:v>4110.55693515</c:v>
                </c:pt>
                <c:pt idx="157">
                  <c:v>4144.27993714</c:v>
                </c:pt>
                <c:pt idx="158">
                  <c:v>4178.06960581</c:v>
                </c:pt>
                <c:pt idx="159">
                  <c:v>4211.92594114</c:v>
                </c:pt>
                <c:pt idx="160">
                  <c:v>4245.84894314</c:v>
                </c:pt>
                <c:pt idx="161">
                  <c:v>4279.83861181</c:v>
                </c:pt>
                <c:pt idx="162">
                  <c:v>4313.89494714</c:v>
                </c:pt>
                <c:pt idx="163">
                  <c:v>4348.01794914</c:v>
                </c:pt>
                <c:pt idx="164">
                  <c:v>4382.20761781</c:v>
                </c:pt>
                <c:pt idx="165">
                  <c:v>4416.46395314</c:v>
                </c:pt>
                <c:pt idx="166">
                  <c:v>4450.78695514</c:v>
                </c:pt>
                <c:pt idx="167">
                  <c:v>4485.17662381</c:v>
                </c:pt>
                <c:pt idx="168">
                  <c:v>4520.19387922</c:v>
                </c:pt>
                <c:pt idx="169">
                  <c:v>4555.2778013</c:v>
                </c:pt>
                <c:pt idx="170">
                  <c:v>4590.42839004</c:v>
                </c:pt>
                <c:pt idx="171">
                  <c:v>4625.64564546</c:v>
                </c:pt>
                <c:pt idx="172">
                  <c:v>4660.92956754</c:v>
                </c:pt>
                <c:pt idx="173">
                  <c:v>4696.28015628</c:v>
                </c:pt>
                <c:pt idx="174">
                  <c:v>4731.69741169</c:v>
                </c:pt>
                <c:pt idx="175">
                  <c:v>4767.18133377</c:v>
                </c:pt>
              </c:numCache>
            </c:numRef>
          </c:yVal>
        </c:ser>
        <c:ser>
          <c:idx val="2"/>
          <c:order val="2"/>
          <c:tx>
            <c:v>적금3%</c:v>
          </c:tx>
          <c:spPr>
            <a:ln xmlns:a="http://schemas.openxmlformats.org/drawingml/2006/main" w="25718">
              <a:solidFill>
                <a:srgbClr val="72ABE0"/>
              </a:solidFill>
              <a:prstDash val="solid"/>
            </a:ln>
          </c:spPr>
          <c:marker>
            <c:symbol val="none"/>
          </c:marker>
          <c:xVal>
            <c:numRef>
              <c:f>'Chart Data'!$E$2:$E$177</c:f>
              <c:numCache>
                <c:formatCode>General</c:formatCode>
                <c:ptCount val="176"/>
                <c:pt idx="0">
                  <c:v>2012.04166667</c:v>
                </c:pt>
                <c:pt idx="1">
                  <c:v>2012.125</c:v>
                </c:pt>
                <c:pt idx="2">
                  <c:v>2012.20833333</c:v>
                </c:pt>
                <c:pt idx="3">
                  <c:v>2012.29166667</c:v>
                </c:pt>
                <c:pt idx="4">
                  <c:v>2012.375</c:v>
                </c:pt>
                <c:pt idx="5">
                  <c:v>2012.45833333</c:v>
                </c:pt>
                <c:pt idx="6">
                  <c:v>2012.54166667</c:v>
                </c:pt>
                <c:pt idx="7">
                  <c:v>2012.625</c:v>
                </c:pt>
                <c:pt idx="8">
                  <c:v>2012.70833333</c:v>
                </c:pt>
                <c:pt idx="9">
                  <c:v>2012.79166667</c:v>
                </c:pt>
                <c:pt idx="10">
                  <c:v>2012.875</c:v>
                </c:pt>
                <c:pt idx="11">
                  <c:v>2012.95833333</c:v>
                </c:pt>
                <c:pt idx="12">
                  <c:v>2013.04166667</c:v>
                </c:pt>
                <c:pt idx="13">
                  <c:v>2013.125</c:v>
                </c:pt>
                <c:pt idx="14">
                  <c:v>2013.20833333</c:v>
                </c:pt>
                <c:pt idx="15">
                  <c:v>2013.29166667</c:v>
                </c:pt>
                <c:pt idx="16">
                  <c:v>2013.375</c:v>
                </c:pt>
                <c:pt idx="17">
                  <c:v>2013.45833333</c:v>
                </c:pt>
                <c:pt idx="18">
                  <c:v>2013.54166667</c:v>
                </c:pt>
                <c:pt idx="19">
                  <c:v>2013.625</c:v>
                </c:pt>
                <c:pt idx="20">
                  <c:v>2013.70833333</c:v>
                </c:pt>
                <c:pt idx="21">
                  <c:v>2013.79166667</c:v>
                </c:pt>
                <c:pt idx="22">
                  <c:v>2013.875</c:v>
                </c:pt>
                <c:pt idx="23">
                  <c:v>2013.95833333</c:v>
                </c:pt>
                <c:pt idx="24">
                  <c:v>2014.04166667</c:v>
                </c:pt>
                <c:pt idx="25">
                  <c:v>2014.125</c:v>
                </c:pt>
                <c:pt idx="26">
                  <c:v>2014.20833333</c:v>
                </c:pt>
                <c:pt idx="27">
                  <c:v>2014.29166667</c:v>
                </c:pt>
                <c:pt idx="28">
                  <c:v>2014.375</c:v>
                </c:pt>
                <c:pt idx="29">
                  <c:v>2014.45833333</c:v>
                </c:pt>
                <c:pt idx="30">
                  <c:v>2014.54166667</c:v>
                </c:pt>
                <c:pt idx="31">
                  <c:v>2014.625</c:v>
                </c:pt>
                <c:pt idx="32">
                  <c:v>2014.70833333</c:v>
                </c:pt>
                <c:pt idx="33">
                  <c:v>2014.79166667</c:v>
                </c:pt>
                <c:pt idx="34">
                  <c:v>2014.875</c:v>
                </c:pt>
                <c:pt idx="35">
                  <c:v>2014.95833333</c:v>
                </c:pt>
                <c:pt idx="36">
                  <c:v>2015.04166667</c:v>
                </c:pt>
                <c:pt idx="37">
                  <c:v>2015.125</c:v>
                </c:pt>
                <c:pt idx="38">
                  <c:v>2015.20833333</c:v>
                </c:pt>
                <c:pt idx="39">
                  <c:v>2015.29166667</c:v>
                </c:pt>
                <c:pt idx="40">
                  <c:v>2015.375</c:v>
                </c:pt>
                <c:pt idx="41">
                  <c:v>2015.45833333</c:v>
                </c:pt>
                <c:pt idx="42">
                  <c:v>2015.54166667</c:v>
                </c:pt>
                <c:pt idx="43">
                  <c:v>2015.625</c:v>
                </c:pt>
                <c:pt idx="44">
                  <c:v>2015.70833333</c:v>
                </c:pt>
                <c:pt idx="45">
                  <c:v>2015.79166667</c:v>
                </c:pt>
                <c:pt idx="46">
                  <c:v>2015.875</c:v>
                </c:pt>
                <c:pt idx="47">
                  <c:v>2015.95833333</c:v>
                </c:pt>
                <c:pt idx="48">
                  <c:v>2016.04166667</c:v>
                </c:pt>
                <c:pt idx="49">
                  <c:v>2016.125</c:v>
                </c:pt>
                <c:pt idx="50">
                  <c:v>2016.20833333</c:v>
                </c:pt>
                <c:pt idx="51">
                  <c:v>2016.29166667</c:v>
                </c:pt>
                <c:pt idx="52">
                  <c:v>2016.375</c:v>
                </c:pt>
                <c:pt idx="53">
                  <c:v>2016.45833333</c:v>
                </c:pt>
                <c:pt idx="54">
                  <c:v>2016.54166667</c:v>
                </c:pt>
                <c:pt idx="55">
                  <c:v>2016.625</c:v>
                </c:pt>
                <c:pt idx="56">
                  <c:v>2016.70833333</c:v>
                </c:pt>
                <c:pt idx="57">
                  <c:v>2016.79166667</c:v>
                </c:pt>
                <c:pt idx="58">
                  <c:v>2016.875</c:v>
                </c:pt>
                <c:pt idx="59">
                  <c:v>2016.95833333</c:v>
                </c:pt>
                <c:pt idx="60">
                  <c:v>2017.04166667</c:v>
                </c:pt>
                <c:pt idx="61">
                  <c:v>2017.125</c:v>
                </c:pt>
                <c:pt idx="62">
                  <c:v>2017.20833333</c:v>
                </c:pt>
                <c:pt idx="63">
                  <c:v>2017.29166667</c:v>
                </c:pt>
                <c:pt idx="64">
                  <c:v>2017.375</c:v>
                </c:pt>
                <c:pt idx="65">
                  <c:v>2017.45833333</c:v>
                </c:pt>
                <c:pt idx="66">
                  <c:v>2017.54166667</c:v>
                </c:pt>
                <c:pt idx="67">
                  <c:v>2017.625</c:v>
                </c:pt>
                <c:pt idx="68">
                  <c:v>2017.70833333</c:v>
                </c:pt>
                <c:pt idx="69">
                  <c:v>2017.79166667</c:v>
                </c:pt>
                <c:pt idx="70">
                  <c:v>2017.875</c:v>
                </c:pt>
                <c:pt idx="71">
                  <c:v>2017.95833333</c:v>
                </c:pt>
                <c:pt idx="72">
                  <c:v>2018.04166667</c:v>
                </c:pt>
                <c:pt idx="73">
                  <c:v>2018.125</c:v>
                </c:pt>
                <c:pt idx="74">
                  <c:v>2018.20833333</c:v>
                </c:pt>
                <c:pt idx="75">
                  <c:v>2018.29166667</c:v>
                </c:pt>
                <c:pt idx="76">
                  <c:v>2018.375</c:v>
                </c:pt>
                <c:pt idx="77">
                  <c:v>2018.45833333</c:v>
                </c:pt>
                <c:pt idx="78">
                  <c:v>2018.54166667</c:v>
                </c:pt>
                <c:pt idx="79">
                  <c:v>2018.625</c:v>
                </c:pt>
                <c:pt idx="80">
                  <c:v>2018.70833333</c:v>
                </c:pt>
                <c:pt idx="81">
                  <c:v>2018.79166667</c:v>
                </c:pt>
                <c:pt idx="82">
                  <c:v>2018.875</c:v>
                </c:pt>
                <c:pt idx="83">
                  <c:v>2018.95833333</c:v>
                </c:pt>
                <c:pt idx="84">
                  <c:v>2019.04166667</c:v>
                </c:pt>
                <c:pt idx="85">
                  <c:v>2019.125</c:v>
                </c:pt>
                <c:pt idx="86">
                  <c:v>2019.20833333</c:v>
                </c:pt>
                <c:pt idx="87">
                  <c:v>2019.29166667</c:v>
                </c:pt>
                <c:pt idx="88">
                  <c:v>2019.375</c:v>
                </c:pt>
                <c:pt idx="89">
                  <c:v>2019.45833333</c:v>
                </c:pt>
                <c:pt idx="90">
                  <c:v>2019.54166667</c:v>
                </c:pt>
                <c:pt idx="91">
                  <c:v>2019.625</c:v>
                </c:pt>
                <c:pt idx="92">
                  <c:v>2019.70833333</c:v>
                </c:pt>
                <c:pt idx="93">
                  <c:v>2019.79166667</c:v>
                </c:pt>
                <c:pt idx="94">
                  <c:v>2019.875</c:v>
                </c:pt>
                <c:pt idx="95">
                  <c:v>2019.95833333</c:v>
                </c:pt>
                <c:pt idx="96">
                  <c:v>2020.04166667</c:v>
                </c:pt>
                <c:pt idx="97">
                  <c:v>2020.125</c:v>
                </c:pt>
                <c:pt idx="98">
                  <c:v>2020.20833333</c:v>
                </c:pt>
                <c:pt idx="99">
                  <c:v>2020.29166667</c:v>
                </c:pt>
                <c:pt idx="100">
                  <c:v>2020.375</c:v>
                </c:pt>
                <c:pt idx="101">
                  <c:v>2020.45833333</c:v>
                </c:pt>
                <c:pt idx="102">
                  <c:v>2020.54166667</c:v>
                </c:pt>
                <c:pt idx="103">
                  <c:v>2020.625</c:v>
                </c:pt>
                <c:pt idx="104">
                  <c:v>2020.70833333</c:v>
                </c:pt>
                <c:pt idx="105">
                  <c:v>2020.79166667</c:v>
                </c:pt>
                <c:pt idx="106">
                  <c:v>2020.875</c:v>
                </c:pt>
                <c:pt idx="107">
                  <c:v>2020.95833333</c:v>
                </c:pt>
                <c:pt idx="108">
                  <c:v>2021.04166667</c:v>
                </c:pt>
                <c:pt idx="109">
                  <c:v>2021.125</c:v>
                </c:pt>
                <c:pt idx="110">
                  <c:v>2021.20833333</c:v>
                </c:pt>
                <c:pt idx="111">
                  <c:v>2021.29166667</c:v>
                </c:pt>
                <c:pt idx="112">
                  <c:v>2021.375</c:v>
                </c:pt>
                <c:pt idx="113">
                  <c:v>2021.45833333</c:v>
                </c:pt>
                <c:pt idx="114">
                  <c:v>2021.54166667</c:v>
                </c:pt>
                <c:pt idx="115">
                  <c:v>2021.625</c:v>
                </c:pt>
                <c:pt idx="116">
                  <c:v>2021.70833333</c:v>
                </c:pt>
                <c:pt idx="117">
                  <c:v>2021.79166667</c:v>
                </c:pt>
                <c:pt idx="118">
                  <c:v>2021.875</c:v>
                </c:pt>
                <c:pt idx="119">
                  <c:v>2021.95833333</c:v>
                </c:pt>
                <c:pt idx="120">
                  <c:v>2022.04166667</c:v>
                </c:pt>
                <c:pt idx="121">
                  <c:v>2022.125</c:v>
                </c:pt>
                <c:pt idx="122">
                  <c:v>2022.20833333</c:v>
                </c:pt>
                <c:pt idx="123">
                  <c:v>2022.29166667</c:v>
                </c:pt>
                <c:pt idx="124">
                  <c:v>2022.375</c:v>
                </c:pt>
                <c:pt idx="125">
                  <c:v>2022.45833333</c:v>
                </c:pt>
                <c:pt idx="126">
                  <c:v>2022.54166667</c:v>
                </c:pt>
                <c:pt idx="127">
                  <c:v>2022.625</c:v>
                </c:pt>
                <c:pt idx="128">
                  <c:v>2022.70833333</c:v>
                </c:pt>
                <c:pt idx="129">
                  <c:v>2022.79166667</c:v>
                </c:pt>
                <c:pt idx="130">
                  <c:v>2022.875</c:v>
                </c:pt>
                <c:pt idx="131">
                  <c:v>2022.95833333</c:v>
                </c:pt>
                <c:pt idx="132">
                  <c:v>2023.04166667</c:v>
                </c:pt>
                <c:pt idx="133">
                  <c:v>2023.125</c:v>
                </c:pt>
                <c:pt idx="134">
                  <c:v>2023.20833333</c:v>
                </c:pt>
                <c:pt idx="135">
                  <c:v>2023.29166667</c:v>
                </c:pt>
                <c:pt idx="136">
                  <c:v>2023.375</c:v>
                </c:pt>
                <c:pt idx="137">
                  <c:v>2023.45833333</c:v>
                </c:pt>
                <c:pt idx="138">
                  <c:v>2023.54166667</c:v>
                </c:pt>
                <c:pt idx="139">
                  <c:v>2023.625</c:v>
                </c:pt>
                <c:pt idx="140">
                  <c:v>2023.70833333</c:v>
                </c:pt>
                <c:pt idx="141">
                  <c:v>2023.79166667</c:v>
                </c:pt>
                <c:pt idx="142">
                  <c:v>2023.875</c:v>
                </c:pt>
                <c:pt idx="143">
                  <c:v>2023.95833333</c:v>
                </c:pt>
                <c:pt idx="144">
                  <c:v>2024.04166667</c:v>
                </c:pt>
                <c:pt idx="145">
                  <c:v>2024.125</c:v>
                </c:pt>
                <c:pt idx="146">
                  <c:v>2024.20833333</c:v>
                </c:pt>
                <c:pt idx="147">
                  <c:v>2024.29166667</c:v>
                </c:pt>
                <c:pt idx="148">
                  <c:v>2024.375</c:v>
                </c:pt>
                <c:pt idx="149">
                  <c:v>2024.45833333</c:v>
                </c:pt>
                <c:pt idx="150">
                  <c:v>2024.54166667</c:v>
                </c:pt>
                <c:pt idx="151">
                  <c:v>2024.625</c:v>
                </c:pt>
                <c:pt idx="152">
                  <c:v>2024.70833333</c:v>
                </c:pt>
                <c:pt idx="153">
                  <c:v>2024.79166667</c:v>
                </c:pt>
                <c:pt idx="154">
                  <c:v>2024.875</c:v>
                </c:pt>
                <c:pt idx="155">
                  <c:v>2024.95833333</c:v>
                </c:pt>
                <c:pt idx="156">
                  <c:v>2025.04166667</c:v>
                </c:pt>
                <c:pt idx="157">
                  <c:v>2025.125</c:v>
                </c:pt>
                <c:pt idx="158">
                  <c:v>2025.20833333</c:v>
                </c:pt>
                <c:pt idx="159">
                  <c:v>2025.29166667</c:v>
                </c:pt>
                <c:pt idx="160">
                  <c:v>2025.375</c:v>
                </c:pt>
                <c:pt idx="161">
                  <c:v>2025.45833333</c:v>
                </c:pt>
                <c:pt idx="162">
                  <c:v>2025.54166667</c:v>
                </c:pt>
                <c:pt idx="163">
                  <c:v>2025.625</c:v>
                </c:pt>
                <c:pt idx="164">
                  <c:v>2025.70833333</c:v>
                </c:pt>
                <c:pt idx="165">
                  <c:v>2025.79166667</c:v>
                </c:pt>
                <c:pt idx="166">
                  <c:v>2025.875</c:v>
                </c:pt>
                <c:pt idx="167">
                  <c:v>2025.95833333</c:v>
                </c:pt>
                <c:pt idx="168">
                  <c:v>2026.04166667</c:v>
                </c:pt>
                <c:pt idx="169">
                  <c:v>2026.125</c:v>
                </c:pt>
                <c:pt idx="170">
                  <c:v>2026.20833333</c:v>
                </c:pt>
                <c:pt idx="171">
                  <c:v>2026.29166667</c:v>
                </c:pt>
                <c:pt idx="172">
                  <c:v>2026.375</c:v>
                </c:pt>
                <c:pt idx="173">
                  <c:v>2026.45833333</c:v>
                </c:pt>
                <c:pt idx="174">
                  <c:v>2026.54166667</c:v>
                </c:pt>
                <c:pt idx="175">
                  <c:v>2026.625</c:v>
                </c:pt>
              </c:numCache>
            </c:numRef>
          </c:xVal>
          <c:yVal>
            <c:numRef>
              <c:f>'Chart Data'!$F$2:$F$177</c:f>
              <c:numCache>
                <c:formatCode>#,##0</c:formatCode>
                <c:ptCount val="176"/>
                <c:pt idx="0">
                  <c:v>20.05</c:v>
                </c:pt>
                <c:pt idx="1">
                  <c:v>40.15</c:v>
                </c:pt>
                <c:pt idx="2">
                  <c:v>60.3</c:v>
                </c:pt>
                <c:pt idx="3">
                  <c:v>80.5</c:v>
                </c:pt>
                <c:pt idx="4">
                  <c:v>100.75</c:v>
                </c:pt>
                <c:pt idx="5">
                  <c:v>121.05</c:v>
                </c:pt>
                <c:pt idx="6">
                  <c:v>141.4</c:v>
                </c:pt>
                <c:pt idx="7">
                  <c:v>161.8</c:v>
                </c:pt>
                <c:pt idx="8">
                  <c:v>182.25</c:v>
                </c:pt>
                <c:pt idx="9">
                  <c:v>202.75</c:v>
                </c:pt>
                <c:pt idx="10">
                  <c:v>223.3</c:v>
                </c:pt>
                <c:pt idx="11">
                  <c:v>243.9</c:v>
                </c:pt>
                <c:pt idx="12">
                  <c:v>264.55975</c:v>
                </c:pt>
                <c:pt idx="13">
                  <c:v>285.2695</c:v>
                </c:pt>
                <c:pt idx="14">
                  <c:v>306.02925</c:v>
                </c:pt>
                <c:pt idx="15">
                  <c:v>326.839</c:v>
                </c:pt>
                <c:pt idx="16">
                  <c:v>347.69875</c:v>
                </c:pt>
                <c:pt idx="17">
                  <c:v>368.6085</c:v>
                </c:pt>
                <c:pt idx="18">
                  <c:v>389.56825</c:v>
                </c:pt>
                <c:pt idx="19">
                  <c:v>410.578</c:v>
                </c:pt>
                <c:pt idx="20">
                  <c:v>431.63775</c:v>
                </c:pt>
                <c:pt idx="21">
                  <c:v>452.7475</c:v>
                </c:pt>
                <c:pt idx="22">
                  <c:v>473.90725</c:v>
                </c:pt>
                <c:pt idx="23">
                  <c:v>495.117</c:v>
                </c:pt>
                <c:pt idx="24">
                  <c:v>516.4047925</c:v>
                </c:pt>
                <c:pt idx="25">
                  <c:v>537.742585</c:v>
                </c:pt>
                <c:pt idx="26">
                  <c:v>559.1303775</c:v>
                </c:pt>
                <c:pt idx="27">
                  <c:v>580.56817</c:v>
                </c:pt>
                <c:pt idx="28">
                  <c:v>602.0559625</c:v>
                </c:pt>
                <c:pt idx="29">
                  <c:v>623.593755</c:v>
                </c:pt>
                <c:pt idx="30">
                  <c:v>645.1815475</c:v>
                </c:pt>
                <c:pt idx="31">
                  <c:v>666.81934</c:v>
                </c:pt>
                <c:pt idx="32">
                  <c:v>688.5071325</c:v>
                </c:pt>
                <c:pt idx="33">
                  <c:v>710.244925</c:v>
                </c:pt>
                <c:pt idx="34">
                  <c:v>732.0327175</c:v>
                </c:pt>
                <c:pt idx="35">
                  <c:v>753.87051</c:v>
                </c:pt>
                <c:pt idx="36">
                  <c:v>775.805186275</c:v>
                </c:pt>
                <c:pt idx="37">
                  <c:v>797.78986255</c:v>
                </c:pt>
                <c:pt idx="38">
                  <c:v>819.824538825</c:v>
                </c:pt>
                <c:pt idx="39">
                  <c:v>841.9092151</c:v>
                </c:pt>
                <c:pt idx="40">
                  <c:v>864.043891375</c:v>
                </c:pt>
                <c:pt idx="41">
                  <c:v>886.22856765</c:v>
                </c:pt>
                <c:pt idx="42">
                  <c:v>908.463243925</c:v>
                </c:pt>
                <c:pt idx="43">
                  <c:v>930.7479202</c:v>
                </c:pt>
                <c:pt idx="44">
                  <c:v>953.082596475</c:v>
                </c:pt>
                <c:pt idx="45">
                  <c:v>975.46727275</c:v>
                </c:pt>
                <c:pt idx="46">
                  <c:v>997.901949025</c:v>
                </c:pt>
                <c:pt idx="47">
                  <c:v>1020.3866253</c:v>
                </c:pt>
                <c:pt idx="48">
                  <c:v>1042.98759186</c:v>
                </c:pt>
                <c:pt idx="49">
                  <c:v>1065.63855843</c:v>
                </c:pt>
                <c:pt idx="50">
                  <c:v>1088.33952499</c:v>
                </c:pt>
                <c:pt idx="51">
                  <c:v>1111.09049155</c:v>
                </c:pt>
                <c:pt idx="52">
                  <c:v>1133.89145812</c:v>
                </c:pt>
                <c:pt idx="53">
                  <c:v>1156.74242468</c:v>
                </c:pt>
                <c:pt idx="54">
                  <c:v>1179.64339124</c:v>
                </c:pt>
                <c:pt idx="55">
                  <c:v>1202.59435781</c:v>
                </c:pt>
                <c:pt idx="56">
                  <c:v>1225.59532437</c:v>
                </c:pt>
                <c:pt idx="57">
                  <c:v>1248.64629093</c:v>
                </c:pt>
                <c:pt idx="58">
                  <c:v>1271.7472575</c:v>
                </c:pt>
                <c:pt idx="59">
                  <c:v>1294.89822406</c:v>
                </c:pt>
                <c:pt idx="60">
                  <c:v>1318.18546962</c:v>
                </c:pt>
                <c:pt idx="61">
                  <c:v>1341.52271518</c:v>
                </c:pt>
                <c:pt idx="62">
                  <c:v>1364.90996074</c:v>
                </c:pt>
                <c:pt idx="63">
                  <c:v>1388.3472063</c:v>
                </c:pt>
                <c:pt idx="64">
                  <c:v>1411.83445186</c:v>
                </c:pt>
                <c:pt idx="65">
                  <c:v>1435.37169742</c:v>
                </c:pt>
                <c:pt idx="66">
                  <c:v>1458.95894298</c:v>
                </c:pt>
                <c:pt idx="67">
                  <c:v>1482.59618854</c:v>
                </c:pt>
                <c:pt idx="68">
                  <c:v>1506.2834341</c:v>
                </c:pt>
                <c:pt idx="69">
                  <c:v>1530.02067966</c:v>
                </c:pt>
                <c:pt idx="70">
                  <c:v>1553.80792522</c:v>
                </c:pt>
                <c:pt idx="71">
                  <c:v>1577.64517078</c:v>
                </c:pt>
                <c:pt idx="72">
                  <c:v>1601.63928371</c:v>
                </c:pt>
                <c:pt idx="73">
                  <c:v>1625.68339663</c:v>
                </c:pt>
                <c:pt idx="74">
                  <c:v>1649.77750956</c:v>
                </c:pt>
                <c:pt idx="75">
                  <c:v>1673.92162249</c:v>
                </c:pt>
                <c:pt idx="76">
                  <c:v>1698.11573542</c:v>
                </c:pt>
                <c:pt idx="77">
                  <c:v>1722.35984834</c:v>
                </c:pt>
                <c:pt idx="78">
                  <c:v>1746.65396127</c:v>
                </c:pt>
                <c:pt idx="79">
                  <c:v>1770.9980742</c:v>
                </c:pt>
                <c:pt idx="80">
                  <c:v>1795.39218712</c:v>
                </c:pt>
                <c:pt idx="81">
                  <c:v>1819.83630005</c:v>
                </c:pt>
                <c:pt idx="82">
                  <c:v>1844.33041298</c:v>
                </c:pt>
                <c:pt idx="83">
                  <c:v>1868.8745259</c:v>
                </c:pt>
                <c:pt idx="84">
                  <c:v>1893.59671222</c:v>
                </c:pt>
                <c:pt idx="85">
                  <c:v>1918.36889853</c:v>
                </c:pt>
                <c:pt idx="86">
                  <c:v>1943.19108485</c:v>
                </c:pt>
                <c:pt idx="87">
                  <c:v>1968.06327116</c:v>
                </c:pt>
                <c:pt idx="88">
                  <c:v>1992.98545748</c:v>
                </c:pt>
                <c:pt idx="89">
                  <c:v>2017.95764379</c:v>
                </c:pt>
                <c:pt idx="90">
                  <c:v>2042.97983011</c:v>
                </c:pt>
                <c:pt idx="91">
                  <c:v>2068.05201642</c:v>
                </c:pt>
                <c:pt idx="92">
                  <c:v>2093.17420274</c:v>
                </c:pt>
                <c:pt idx="93">
                  <c:v>2118.34638905</c:v>
                </c:pt>
                <c:pt idx="94">
                  <c:v>2143.56857537</c:v>
                </c:pt>
                <c:pt idx="95">
                  <c:v>2168.84076168</c:v>
                </c:pt>
                <c:pt idx="96">
                  <c:v>2194.31286359</c:v>
                </c:pt>
                <c:pt idx="97">
                  <c:v>2219.83496549</c:v>
                </c:pt>
                <c:pt idx="98">
                  <c:v>2245.40706739</c:v>
                </c:pt>
                <c:pt idx="99">
                  <c:v>2271.0291693</c:v>
                </c:pt>
                <c:pt idx="100">
                  <c:v>2296.7012712</c:v>
                </c:pt>
                <c:pt idx="101">
                  <c:v>2322.42337311</c:v>
                </c:pt>
                <c:pt idx="102">
                  <c:v>2348.19547501</c:v>
                </c:pt>
                <c:pt idx="103">
                  <c:v>2374.01757691</c:v>
                </c:pt>
                <c:pt idx="104">
                  <c:v>2399.88967882</c:v>
                </c:pt>
                <c:pt idx="105">
                  <c:v>2425.81178072</c:v>
                </c:pt>
                <c:pt idx="106">
                  <c:v>2451.78388263</c:v>
                </c:pt>
                <c:pt idx="107">
                  <c:v>2477.80598453</c:v>
                </c:pt>
                <c:pt idx="108">
                  <c:v>2504.05049949</c:v>
                </c:pt>
                <c:pt idx="109">
                  <c:v>2530.34501445</c:v>
                </c:pt>
                <c:pt idx="110">
                  <c:v>2556.68952942</c:v>
                </c:pt>
                <c:pt idx="111">
                  <c:v>2583.08404438</c:v>
                </c:pt>
                <c:pt idx="112">
                  <c:v>2609.52855934</c:v>
                </c:pt>
                <c:pt idx="113">
                  <c:v>2636.0230743</c:v>
                </c:pt>
                <c:pt idx="114">
                  <c:v>2662.56758926</c:v>
                </c:pt>
                <c:pt idx="115">
                  <c:v>2689.16210422</c:v>
                </c:pt>
                <c:pt idx="116">
                  <c:v>2715.80661918</c:v>
                </c:pt>
                <c:pt idx="117">
                  <c:v>2742.50113415</c:v>
                </c:pt>
                <c:pt idx="118">
                  <c:v>2769.24564911</c:v>
                </c:pt>
                <c:pt idx="119">
                  <c:v>2796.04016407</c:v>
                </c:pt>
                <c:pt idx="120">
                  <c:v>2823.08026448</c:v>
                </c:pt>
                <c:pt idx="121">
                  <c:v>2850.17036489</c:v>
                </c:pt>
                <c:pt idx="122">
                  <c:v>2877.3104653</c:v>
                </c:pt>
                <c:pt idx="123">
                  <c:v>2904.50056571</c:v>
                </c:pt>
                <c:pt idx="124">
                  <c:v>2931.74066612</c:v>
                </c:pt>
                <c:pt idx="125">
                  <c:v>2959.03076653</c:v>
                </c:pt>
                <c:pt idx="126">
                  <c:v>2986.37086694</c:v>
                </c:pt>
                <c:pt idx="127">
                  <c:v>3013.76096735</c:v>
                </c:pt>
                <c:pt idx="128">
                  <c:v>3041.20106776</c:v>
                </c:pt>
                <c:pt idx="129">
                  <c:v>3068.69116817</c:v>
                </c:pt>
                <c:pt idx="130">
                  <c:v>3096.23126858</c:v>
                </c:pt>
                <c:pt idx="131">
                  <c:v>3123.82136899</c:v>
                </c:pt>
                <c:pt idx="132">
                  <c:v>3151.68092241</c:v>
                </c:pt>
                <c:pt idx="133">
                  <c:v>3179.59047583</c:v>
                </c:pt>
                <c:pt idx="134">
                  <c:v>3207.55002926</c:v>
                </c:pt>
                <c:pt idx="135">
                  <c:v>3235.55958268</c:v>
                </c:pt>
                <c:pt idx="136">
                  <c:v>3263.6191361</c:v>
                </c:pt>
                <c:pt idx="137">
                  <c:v>3291.72868952</c:v>
                </c:pt>
                <c:pt idx="138">
                  <c:v>3319.88824295</c:v>
                </c:pt>
                <c:pt idx="139">
                  <c:v>3348.09779637</c:v>
                </c:pt>
                <c:pt idx="140">
                  <c:v>3376.35734979</c:v>
                </c:pt>
                <c:pt idx="141">
                  <c:v>3404.66690321</c:v>
                </c:pt>
                <c:pt idx="142">
                  <c:v>3433.02645664</c:v>
                </c:pt>
                <c:pt idx="143">
                  <c:v>3461.43601006</c:v>
                </c:pt>
                <c:pt idx="144">
                  <c:v>3490.13960008</c:v>
                </c:pt>
                <c:pt idx="145">
                  <c:v>3518.89319011</c:v>
                </c:pt>
                <c:pt idx="146">
                  <c:v>3547.69678013</c:v>
                </c:pt>
                <c:pt idx="147">
                  <c:v>3576.55037016</c:v>
                </c:pt>
                <c:pt idx="148">
                  <c:v>3605.45396019</c:v>
                </c:pt>
                <c:pt idx="149">
                  <c:v>3634.40755021</c:v>
                </c:pt>
                <c:pt idx="150">
                  <c:v>3663.41114024</c:v>
                </c:pt>
                <c:pt idx="151">
                  <c:v>3692.46473026</c:v>
                </c:pt>
                <c:pt idx="152">
                  <c:v>3721.56832029</c:v>
                </c:pt>
                <c:pt idx="153">
                  <c:v>3750.72191031</c:v>
                </c:pt>
                <c:pt idx="154">
                  <c:v>3779.92550034</c:v>
                </c:pt>
                <c:pt idx="155">
                  <c:v>3809.17909036</c:v>
                </c:pt>
                <c:pt idx="156">
                  <c:v>3838.75203809</c:v>
                </c:pt>
                <c:pt idx="157">
                  <c:v>3868.37498581</c:v>
                </c:pt>
                <c:pt idx="158">
                  <c:v>3898.04793354</c:v>
                </c:pt>
                <c:pt idx="159">
                  <c:v>3927.77088126</c:v>
                </c:pt>
                <c:pt idx="160">
                  <c:v>3957.54382899</c:v>
                </c:pt>
                <c:pt idx="161">
                  <c:v>3987.36677672</c:v>
                </c:pt>
                <c:pt idx="162">
                  <c:v>4017.23972444</c:v>
                </c:pt>
                <c:pt idx="163">
                  <c:v>4047.16267217</c:v>
                </c:pt>
                <c:pt idx="164">
                  <c:v>4077.13561989</c:v>
                </c:pt>
                <c:pt idx="165">
                  <c:v>4107.15856762</c:v>
                </c:pt>
                <c:pt idx="166">
                  <c:v>4137.23151535</c:v>
                </c:pt>
                <c:pt idx="167">
                  <c:v>4167.35446307</c:v>
                </c:pt>
                <c:pt idx="168">
                  <c:v>4197.82284923</c:v>
                </c:pt>
                <c:pt idx="169">
                  <c:v>4228.34123539</c:v>
                </c:pt>
                <c:pt idx="170">
                  <c:v>4258.90962155</c:v>
                </c:pt>
                <c:pt idx="171">
                  <c:v>4289.5280077</c:v>
                </c:pt>
                <c:pt idx="172">
                  <c:v>4320.19639386</c:v>
                </c:pt>
                <c:pt idx="173">
                  <c:v>4350.91478002</c:v>
                </c:pt>
                <c:pt idx="174">
                  <c:v>4381.68316618</c:v>
                </c:pt>
                <c:pt idx="175">
                  <c:v>4412.50155233</c:v>
                </c:pt>
              </c:numCache>
            </c:numRef>
          </c:yVal>
        </c:ser>
        <c:ser>
          <c:idx val="3"/>
          <c:order val="3"/>
          <c:tx>
            <c:v>납입 원금</c:v>
          </c:tx>
          <c:spPr>
            <a:ln xmlns:a="http://schemas.openxmlformats.org/drawingml/2006/main" w="13335">
              <a:solidFill>
                <a:srgbClr val="242923"/>
              </a:solidFill>
              <a:prstDash val="dash"/>
            </a:ln>
          </c:spPr>
          <c:marker>
            <c:symbol val="none"/>
          </c:marker>
          <c:xVal>
            <c:numRef>
              <c:f>'Chart Data'!$G$2:$G$177</c:f>
              <c:numCache>
                <c:formatCode>General</c:formatCode>
                <c:ptCount val="176"/>
                <c:pt idx="0">
                  <c:v>2012.04166667</c:v>
                </c:pt>
                <c:pt idx="1">
                  <c:v>2012.125</c:v>
                </c:pt>
                <c:pt idx="2">
                  <c:v>2012.20833333</c:v>
                </c:pt>
                <c:pt idx="3">
                  <c:v>2012.29166667</c:v>
                </c:pt>
                <c:pt idx="4">
                  <c:v>2012.375</c:v>
                </c:pt>
                <c:pt idx="5">
                  <c:v>2012.45833333</c:v>
                </c:pt>
                <c:pt idx="6">
                  <c:v>2012.54166667</c:v>
                </c:pt>
                <c:pt idx="7">
                  <c:v>2012.625</c:v>
                </c:pt>
                <c:pt idx="8">
                  <c:v>2012.70833333</c:v>
                </c:pt>
                <c:pt idx="9">
                  <c:v>2012.79166667</c:v>
                </c:pt>
                <c:pt idx="10">
                  <c:v>2012.875</c:v>
                </c:pt>
                <c:pt idx="11">
                  <c:v>2012.95833333</c:v>
                </c:pt>
                <c:pt idx="12">
                  <c:v>2013.04166667</c:v>
                </c:pt>
                <c:pt idx="13">
                  <c:v>2013.125</c:v>
                </c:pt>
                <c:pt idx="14">
                  <c:v>2013.20833333</c:v>
                </c:pt>
                <c:pt idx="15">
                  <c:v>2013.29166667</c:v>
                </c:pt>
                <c:pt idx="16">
                  <c:v>2013.375</c:v>
                </c:pt>
                <c:pt idx="17">
                  <c:v>2013.45833333</c:v>
                </c:pt>
                <c:pt idx="18">
                  <c:v>2013.54166667</c:v>
                </c:pt>
                <c:pt idx="19">
                  <c:v>2013.625</c:v>
                </c:pt>
                <c:pt idx="20">
                  <c:v>2013.70833333</c:v>
                </c:pt>
                <c:pt idx="21">
                  <c:v>2013.79166667</c:v>
                </c:pt>
                <c:pt idx="22">
                  <c:v>2013.875</c:v>
                </c:pt>
                <c:pt idx="23">
                  <c:v>2013.95833333</c:v>
                </c:pt>
                <c:pt idx="24">
                  <c:v>2014.04166667</c:v>
                </c:pt>
                <c:pt idx="25">
                  <c:v>2014.125</c:v>
                </c:pt>
                <c:pt idx="26">
                  <c:v>2014.20833333</c:v>
                </c:pt>
                <c:pt idx="27">
                  <c:v>2014.29166667</c:v>
                </c:pt>
                <c:pt idx="28">
                  <c:v>2014.375</c:v>
                </c:pt>
                <c:pt idx="29">
                  <c:v>2014.45833333</c:v>
                </c:pt>
                <c:pt idx="30">
                  <c:v>2014.54166667</c:v>
                </c:pt>
                <c:pt idx="31">
                  <c:v>2014.625</c:v>
                </c:pt>
                <c:pt idx="32">
                  <c:v>2014.70833333</c:v>
                </c:pt>
                <c:pt idx="33">
                  <c:v>2014.79166667</c:v>
                </c:pt>
                <c:pt idx="34">
                  <c:v>2014.875</c:v>
                </c:pt>
                <c:pt idx="35">
                  <c:v>2014.95833333</c:v>
                </c:pt>
                <c:pt idx="36">
                  <c:v>2015.04166667</c:v>
                </c:pt>
                <c:pt idx="37">
                  <c:v>2015.125</c:v>
                </c:pt>
                <c:pt idx="38">
                  <c:v>2015.20833333</c:v>
                </c:pt>
                <c:pt idx="39">
                  <c:v>2015.29166667</c:v>
                </c:pt>
                <c:pt idx="40">
                  <c:v>2015.375</c:v>
                </c:pt>
                <c:pt idx="41">
                  <c:v>2015.45833333</c:v>
                </c:pt>
                <c:pt idx="42">
                  <c:v>2015.54166667</c:v>
                </c:pt>
                <c:pt idx="43">
                  <c:v>2015.625</c:v>
                </c:pt>
                <c:pt idx="44">
                  <c:v>2015.70833333</c:v>
                </c:pt>
                <c:pt idx="45">
                  <c:v>2015.79166667</c:v>
                </c:pt>
                <c:pt idx="46">
                  <c:v>2015.875</c:v>
                </c:pt>
                <c:pt idx="47">
                  <c:v>2015.95833333</c:v>
                </c:pt>
                <c:pt idx="48">
                  <c:v>2016.04166667</c:v>
                </c:pt>
                <c:pt idx="49">
                  <c:v>2016.125</c:v>
                </c:pt>
                <c:pt idx="50">
                  <c:v>2016.20833333</c:v>
                </c:pt>
                <c:pt idx="51">
                  <c:v>2016.29166667</c:v>
                </c:pt>
                <c:pt idx="52">
                  <c:v>2016.375</c:v>
                </c:pt>
                <c:pt idx="53">
                  <c:v>2016.45833333</c:v>
                </c:pt>
                <c:pt idx="54">
                  <c:v>2016.54166667</c:v>
                </c:pt>
                <c:pt idx="55">
                  <c:v>2016.625</c:v>
                </c:pt>
                <c:pt idx="56">
                  <c:v>2016.70833333</c:v>
                </c:pt>
                <c:pt idx="57">
                  <c:v>2016.79166667</c:v>
                </c:pt>
                <c:pt idx="58">
                  <c:v>2016.875</c:v>
                </c:pt>
                <c:pt idx="59">
                  <c:v>2016.95833333</c:v>
                </c:pt>
                <c:pt idx="60">
                  <c:v>2017.04166667</c:v>
                </c:pt>
                <c:pt idx="61">
                  <c:v>2017.125</c:v>
                </c:pt>
                <c:pt idx="62">
                  <c:v>2017.20833333</c:v>
                </c:pt>
                <c:pt idx="63">
                  <c:v>2017.29166667</c:v>
                </c:pt>
                <c:pt idx="64">
                  <c:v>2017.375</c:v>
                </c:pt>
                <c:pt idx="65">
                  <c:v>2017.45833333</c:v>
                </c:pt>
                <c:pt idx="66">
                  <c:v>2017.54166667</c:v>
                </c:pt>
                <c:pt idx="67">
                  <c:v>2017.625</c:v>
                </c:pt>
                <c:pt idx="68">
                  <c:v>2017.70833333</c:v>
                </c:pt>
                <c:pt idx="69">
                  <c:v>2017.79166667</c:v>
                </c:pt>
                <c:pt idx="70">
                  <c:v>2017.875</c:v>
                </c:pt>
                <c:pt idx="71">
                  <c:v>2017.95833333</c:v>
                </c:pt>
                <c:pt idx="72">
                  <c:v>2018.04166667</c:v>
                </c:pt>
                <c:pt idx="73">
                  <c:v>2018.125</c:v>
                </c:pt>
                <c:pt idx="74">
                  <c:v>2018.20833333</c:v>
                </c:pt>
                <c:pt idx="75">
                  <c:v>2018.29166667</c:v>
                </c:pt>
                <c:pt idx="76">
                  <c:v>2018.375</c:v>
                </c:pt>
                <c:pt idx="77">
                  <c:v>2018.45833333</c:v>
                </c:pt>
                <c:pt idx="78">
                  <c:v>2018.54166667</c:v>
                </c:pt>
                <c:pt idx="79">
                  <c:v>2018.625</c:v>
                </c:pt>
                <c:pt idx="80">
                  <c:v>2018.70833333</c:v>
                </c:pt>
                <c:pt idx="81">
                  <c:v>2018.79166667</c:v>
                </c:pt>
                <c:pt idx="82">
                  <c:v>2018.875</c:v>
                </c:pt>
                <c:pt idx="83">
                  <c:v>2018.95833333</c:v>
                </c:pt>
                <c:pt idx="84">
                  <c:v>2019.04166667</c:v>
                </c:pt>
                <c:pt idx="85">
                  <c:v>2019.125</c:v>
                </c:pt>
                <c:pt idx="86">
                  <c:v>2019.20833333</c:v>
                </c:pt>
                <c:pt idx="87">
                  <c:v>2019.29166667</c:v>
                </c:pt>
                <c:pt idx="88">
                  <c:v>2019.375</c:v>
                </c:pt>
                <c:pt idx="89">
                  <c:v>2019.45833333</c:v>
                </c:pt>
                <c:pt idx="90">
                  <c:v>2019.54166667</c:v>
                </c:pt>
                <c:pt idx="91">
                  <c:v>2019.625</c:v>
                </c:pt>
                <c:pt idx="92">
                  <c:v>2019.70833333</c:v>
                </c:pt>
                <c:pt idx="93">
                  <c:v>2019.79166667</c:v>
                </c:pt>
                <c:pt idx="94">
                  <c:v>2019.875</c:v>
                </c:pt>
                <c:pt idx="95">
                  <c:v>2019.95833333</c:v>
                </c:pt>
                <c:pt idx="96">
                  <c:v>2020.04166667</c:v>
                </c:pt>
                <c:pt idx="97">
                  <c:v>2020.125</c:v>
                </c:pt>
                <c:pt idx="98">
                  <c:v>2020.20833333</c:v>
                </c:pt>
                <c:pt idx="99">
                  <c:v>2020.29166667</c:v>
                </c:pt>
                <c:pt idx="100">
                  <c:v>2020.375</c:v>
                </c:pt>
                <c:pt idx="101">
                  <c:v>2020.45833333</c:v>
                </c:pt>
                <c:pt idx="102">
                  <c:v>2020.54166667</c:v>
                </c:pt>
                <c:pt idx="103">
                  <c:v>2020.625</c:v>
                </c:pt>
                <c:pt idx="104">
                  <c:v>2020.70833333</c:v>
                </c:pt>
                <c:pt idx="105">
                  <c:v>2020.79166667</c:v>
                </c:pt>
                <c:pt idx="106">
                  <c:v>2020.875</c:v>
                </c:pt>
                <c:pt idx="107">
                  <c:v>2020.95833333</c:v>
                </c:pt>
                <c:pt idx="108">
                  <c:v>2021.04166667</c:v>
                </c:pt>
                <c:pt idx="109">
                  <c:v>2021.125</c:v>
                </c:pt>
                <c:pt idx="110">
                  <c:v>2021.20833333</c:v>
                </c:pt>
                <c:pt idx="111">
                  <c:v>2021.29166667</c:v>
                </c:pt>
                <c:pt idx="112">
                  <c:v>2021.375</c:v>
                </c:pt>
                <c:pt idx="113">
                  <c:v>2021.45833333</c:v>
                </c:pt>
                <c:pt idx="114">
                  <c:v>2021.54166667</c:v>
                </c:pt>
                <c:pt idx="115">
                  <c:v>2021.625</c:v>
                </c:pt>
                <c:pt idx="116">
                  <c:v>2021.70833333</c:v>
                </c:pt>
                <c:pt idx="117">
                  <c:v>2021.79166667</c:v>
                </c:pt>
                <c:pt idx="118">
                  <c:v>2021.875</c:v>
                </c:pt>
                <c:pt idx="119">
                  <c:v>2021.95833333</c:v>
                </c:pt>
                <c:pt idx="120">
                  <c:v>2022.04166667</c:v>
                </c:pt>
                <c:pt idx="121">
                  <c:v>2022.125</c:v>
                </c:pt>
                <c:pt idx="122">
                  <c:v>2022.20833333</c:v>
                </c:pt>
                <c:pt idx="123">
                  <c:v>2022.29166667</c:v>
                </c:pt>
                <c:pt idx="124">
                  <c:v>2022.375</c:v>
                </c:pt>
                <c:pt idx="125">
                  <c:v>2022.45833333</c:v>
                </c:pt>
                <c:pt idx="126">
                  <c:v>2022.54166667</c:v>
                </c:pt>
                <c:pt idx="127">
                  <c:v>2022.625</c:v>
                </c:pt>
                <c:pt idx="128">
                  <c:v>2022.70833333</c:v>
                </c:pt>
                <c:pt idx="129">
                  <c:v>2022.79166667</c:v>
                </c:pt>
                <c:pt idx="130">
                  <c:v>2022.875</c:v>
                </c:pt>
                <c:pt idx="131">
                  <c:v>2022.95833333</c:v>
                </c:pt>
                <c:pt idx="132">
                  <c:v>2023.04166667</c:v>
                </c:pt>
                <c:pt idx="133">
                  <c:v>2023.125</c:v>
                </c:pt>
                <c:pt idx="134">
                  <c:v>2023.20833333</c:v>
                </c:pt>
                <c:pt idx="135">
                  <c:v>2023.29166667</c:v>
                </c:pt>
                <c:pt idx="136">
                  <c:v>2023.375</c:v>
                </c:pt>
                <c:pt idx="137">
                  <c:v>2023.45833333</c:v>
                </c:pt>
                <c:pt idx="138">
                  <c:v>2023.54166667</c:v>
                </c:pt>
                <c:pt idx="139">
                  <c:v>2023.625</c:v>
                </c:pt>
                <c:pt idx="140">
                  <c:v>2023.70833333</c:v>
                </c:pt>
                <c:pt idx="141">
                  <c:v>2023.79166667</c:v>
                </c:pt>
                <c:pt idx="142">
                  <c:v>2023.875</c:v>
                </c:pt>
                <c:pt idx="143">
                  <c:v>2023.95833333</c:v>
                </c:pt>
                <c:pt idx="144">
                  <c:v>2024.04166667</c:v>
                </c:pt>
                <c:pt idx="145">
                  <c:v>2024.125</c:v>
                </c:pt>
                <c:pt idx="146">
                  <c:v>2024.20833333</c:v>
                </c:pt>
                <c:pt idx="147">
                  <c:v>2024.29166667</c:v>
                </c:pt>
                <c:pt idx="148">
                  <c:v>2024.375</c:v>
                </c:pt>
                <c:pt idx="149">
                  <c:v>2024.45833333</c:v>
                </c:pt>
                <c:pt idx="150">
                  <c:v>2024.54166667</c:v>
                </c:pt>
                <c:pt idx="151">
                  <c:v>2024.625</c:v>
                </c:pt>
                <c:pt idx="152">
                  <c:v>2024.70833333</c:v>
                </c:pt>
                <c:pt idx="153">
                  <c:v>2024.79166667</c:v>
                </c:pt>
                <c:pt idx="154">
                  <c:v>2024.875</c:v>
                </c:pt>
                <c:pt idx="155">
                  <c:v>2024.95833333</c:v>
                </c:pt>
                <c:pt idx="156">
                  <c:v>2025.04166667</c:v>
                </c:pt>
                <c:pt idx="157">
                  <c:v>2025.125</c:v>
                </c:pt>
                <c:pt idx="158">
                  <c:v>2025.20833333</c:v>
                </c:pt>
                <c:pt idx="159">
                  <c:v>2025.29166667</c:v>
                </c:pt>
                <c:pt idx="160">
                  <c:v>2025.375</c:v>
                </c:pt>
                <c:pt idx="161">
                  <c:v>2025.45833333</c:v>
                </c:pt>
                <c:pt idx="162">
                  <c:v>2025.54166667</c:v>
                </c:pt>
                <c:pt idx="163">
                  <c:v>2025.625</c:v>
                </c:pt>
                <c:pt idx="164">
                  <c:v>2025.70833333</c:v>
                </c:pt>
                <c:pt idx="165">
                  <c:v>2025.79166667</c:v>
                </c:pt>
                <c:pt idx="166">
                  <c:v>2025.875</c:v>
                </c:pt>
                <c:pt idx="167">
                  <c:v>2025.95833333</c:v>
                </c:pt>
                <c:pt idx="168">
                  <c:v>2026.04166667</c:v>
                </c:pt>
                <c:pt idx="169">
                  <c:v>2026.125</c:v>
                </c:pt>
                <c:pt idx="170">
                  <c:v>2026.20833333</c:v>
                </c:pt>
                <c:pt idx="171">
                  <c:v>2026.29166667</c:v>
                </c:pt>
                <c:pt idx="172">
                  <c:v>2026.375</c:v>
                </c:pt>
                <c:pt idx="173">
                  <c:v>2026.45833333</c:v>
                </c:pt>
                <c:pt idx="174">
                  <c:v>2026.54166667</c:v>
                </c:pt>
                <c:pt idx="175">
                  <c:v>2026.625</c:v>
                </c:pt>
              </c:numCache>
            </c:numRef>
          </c:xVal>
          <c:yVal>
            <c:numRef>
              <c:f>'Chart Data'!$H$2:$H$177</c:f>
              <c:numCache>
                <c:formatCode>#,##0</c:formatCode>
                <c:ptCount val="176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  <c:pt idx="8">
                  <c:v>180</c:v>
                </c:pt>
                <c:pt idx="9">
                  <c:v>200</c:v>
                </c:pt>
                <c:pt idx="10">
                  <c:v>220</c:v>
                </c:pt>
                <c:pt idx="11">
                  <c:v>240</c:v>
                </c:pt>
                <c:pt idx="12">
                  <c:v>260</c:v>
                </c:pt>
                <c:pt idx="13">
                  <c:v>280</c:v>
                </c:pt>
                <c:pt idx="14">
                  <c:v>300</c:v>
                </c:pt>
                <c:pt idx="15">
                  <c:v>320</c:v>
                </c:pt>
                <c:pt idx="16">
                  <c:v>340</c:v>
                </c:pt>
                <c:pt idx="17">
                  <c:v>360</c:v>
                </c:pt>
                <c:pt idx="18">
                  <c:v>380</c:v>
                </c:pt>
                <c:pt idx="19">
                  <c:v>400</c:v>
                </c:pt>
                <c:pt idx="20">
                  <c:v>420</c:v>
                </c:pt>
                <c:pt idx="21">
                  <c:v>440</c:v>
                </c:pt>
                <c:pt idx="22">
                  <c:v>460</c:v>
                </c:pt>
                <c:pt idx="23">
                  <c:v>480</c:v>
                </c:pt>
                <c:pt idx="24">
                  <c:v>500</c:v>
                </c:pt>
                <c:pt idx="25">
                  <c:v>520</c:v>
                </c:pt>
                <c:pt idx="26">
                  <c:v>540</c:v>
                </c:pt>
                <c:pt idx="27">
                  <c:v>560</c:v>
                </c:pt>
                <c:pt idx="28">
                  <c:v>580</c:v>
                </c:pt>
                <c:pt idx="29">
                  <c:v>600</c:v>
                </c:pt>
                <c:pt idx="30">
                  <c:v>620</c:v>
                </c:pt>
                <c:pt idx="31">
                  <c:v>640</c:v>
                </c:pt>
                <c:pt idx="32">
                  <c:v>660</c:v>
                </c:pt>
                <c:pt idx="33">
                  <c:v>680</c:v>
                </c:pt>
                <c:pt idx="34">
                  <c:v>700</c:v>
                </c:pt>
                <c:pt idx="35">
                  <c:v>720</c:v>
                </c:pt>
                <c:pt idx="36">
                  <c:v>740</c:v>
                </c:pt>
                <c:pt idx="37">
                  <c:v>760</c:v>
                </c:pt>
                <c:pt idx="38">
                  <c:v>780</c:v>
                </c:pt>
                <c:pt idx="39">
                  <c:v>800</c:v>
                </c:pt>
                <c:pt idx="40">
                  <c:v>820</c:v>
                </c:pt>
                <c:pt idx="41">
                  <c:v>840</c:v>
                </c:pt>
                <c:pt idx="42">
                  <c:v>860</c:v>
                </c:pt>
                <c:pt idx="43">
                  <c:v>880</c:v>
                </c:pt>
                <c:pt idx="44">
                  <c:v>900</c:v>
                </c:pt>
                <c:pt idx="45">
                  <c:v>920</c:v>
                </c:pt>
                <c:pt idx="46">
                  <c:v>940</c:v>
                </c:pt>
                <c:pt idx="47">
                  <c:v>960</c:v>
                </c:pt>
                <c:pt idx="48">
                  <c:v>980</c:v>
                </c:pt>
                <c:pt idx="49">
                  <c:v>1000</c:v>
                </c:pt>
                <c:pt idx="50">
                  <c:v>1020</c:v>
                </c:pt>
                <c:pt idx="51">
                  <c:v>1040</c:v>
                </c:pt>
                <c:pt idx="52">
                  <c:v>1060</c:v>
                </c:pt>
                <c:pt idx="53">
                  <c:v>1080</c:v>
                </c:pt>
                <c:pt idx="54">
                  <c:v>1100</c:v>
                </c:pt>
                <c:pt idx="55">
                  <c:v>1120</c:v>
                </c:pt>
                <c:pt idx="56">
                  <c:v>1140</c:v>
                </c:pt>
                <c:pt idx="57">
                  <c:v>1160</c:v>
                </c:pt>
                <c:pt idx="58">
                  <c:v>1180</c:v>
                </c:pt>
                <c:pt idx="59">
                  <c:v>1200</c:v>
                </c:pt>
                <c:pt idx="60">
                  <c:v>1220</c:v>
                </c:pt>
                <c:pt idx="61">
                  <c:v>1240</c:v>
                </c:pt>
                <c:pt idx="62">
                  <c:v>1260</c:v>
                </c:pt>
                <c:pt idx="63">
                  <c:v>1280</c:v>
                </c:pt>
                <c:pt idx="64">
                  <c:v>1300</c:v>
                </c:pt>
                <c:pt idx="65">
                  <c:v>1320</c:v>
                </c:pt>
                <c:pt idx="66">
                  <c:v>1340</c:v>
                </c:pt>
                <c:pt idx="67">
                  <c:v>1360</c:v>
                </c:pt>
                <c:pt idx="68">
                  <c:v>1380</c:v>
                </c:pt>
                <c:pt idx="69">
                  <c:v>1400</c:v>
                </c:pt>
                <c:pt idx="70">
                  <c:v>1420</c:v>
                </c:pt>
                <c:pt idx="71">
                  <c:v>1440</c:v>
                </c:pt>
                <c:pt idx="72">
                  <c:v>1460</c:v>
                </c:pt>
                <c:pt idx="73">
                  <c:v>1480</c:v>
                </c:pt>
                <c:pt idx="74">
                  <c:v>1500</c:v>
                </c:pt>
                <c:pt idx="75">
                  <c:v>1520</c:v>
                </c:pt>
                <c:pt idx="76">
                  <c:v>1540</c:v>
                </c:pt>
                <c:pt idx="77">
                  <c:v>1560</c:v>
                </c:pt>
                <c:pt idx="78">
                  <c:v>1580</c:v>
                </c:pt>
                <c:pt idx="79">
                  <c:v>1600</c:v>
                </c:pt>
                <c:pt idx="80">
                  <c:v>1620</c:v>
                </c:pt>
                <c:pt idx="81">
                  <c:v>1640</c:v>
                </c:pt>
                <c:pt idx="82">
                  <c:v>1660</c:v>
                </c:pt>
                <c:pt idx="83">
                  <c:v>1680</c:v>
                </c:pt>
                <c:pt idx="84">
                  <c:v>1700</c:v>
                </c:pt>
                <c:pt idx="85">
                  <c:v>1720</c:v>
                </c:pt>
                <c:pt idx="86">
                  <c:v>1740</c:v>
                </c:pt>
                <c:pt idx="87">
                  <c:v>1760</c:v>
                </c:pt>
                <c:pt idx="88">
                  <c:v>1780</c:v>
                </c:pt>
                <c:pt idx="89">
                  <c:v>1800</c:v>
                </c:pt>
                <c:pt idx="90">
                  <c:v>1820</c:v>
                </c:pt>
                <c:pt idx="91">
                  <c:v>1840</c:v>
                </c:pt>
                <c:pt idx="92">
                  <c:v>1860</c:v>
                </c:pt>
                <c:pt idx="93">
                  <c:v>1880</c:v>
                </c:pt>
                <c:pt idx="94">
                  <c:v>1900</c:v>
                </c:pt>
                <c:pt idx="95">
                  <c:v>1920</c:v>
                </c:pt>
                <c:pt idx="96">
                  <c:v>1940</c:v>
                </c:pt>
                <c:pt idx="97">
                  <c:v>1960</c:v>
                </c:pt>
                <c:pt idx="98">
                  <c:v>1980</c:v>
                </c:pt>
                <c:pt idx="99">
                  <c:v>2000</c:v>
                </c:pt>
                <c:pt idx="100">
                  <c:v>2020</c:v>
                </c:pt>
                <c:pt idx="101">
                  <c:v>2040</c:v>
                </c:pt>
                <c:pt idx="102">
                  <c:v>2060</c:v>
                </c:pt>
                <c:pt idx="103">
                  <c:v>2080</c:v>
                </c:pt>
                <c:pt idx="104">
                  <c:v>2100</c:v>
                </c:pt>
                <c:pt idx="105">
                  <c:v>2120</c:v>
                </c:pt>
                <c:pt idx="106">
                  <c:v>2140</c:v>
                </c:pt>
                <c:pt idx="107">
                  <c:v>2160</c:v>
                </c:pt>
                <c:pt idx="108">
                  <c:v>2180</c:v>
                </c:pt>
                <c:pt idx="109">
                  <c:v>2200</c:v>
                </c:pt>
                <c:pt idx="110">
                  <c:v>2220</c:v>
                </c:pt>
                <c:pt idx="111">
                  <c:v>2240</c:v>
                </c:pt>
                <c:pt idx="112">
                  <c:v>2260</c:v>
                </c:pt>
                <c:pt idx="113">
                  <c:v>2280</c:v>
                </c:pt>
                <c:pt idx="114">
                  <c:v>2300</c:v>
                </c:pt>
                <c:pt idx="115">
                  <c:v>2320</c:v>
                </c:pt>
                <c:pt idx="116">
                  <c:v>2340</c:v>
                </c:pt>
                <c:pt idx="117">
                  <c:v>2360</c:v>
                </c:pt>
                <c:pt idx="118">
                  <c:v>2380</c:v>
                </c:pt>
                <c:pt idx="119">
                  <c:v>2400</c:v>
                </c:pt>
                <c:pt idx="120">
                  <c:v>2420</c:v>
                </c:pt>
                <c:pt idx="121">
                  <c:v>2440</c:v>
                </c:pt>
                <c:pt idx="122">
                  <c:v>2460</c:v>
                </c:pt>
                <c:pt idx="123">
                  <c:v>2480</c:v>
                </c:pt>
                <c:pt idx="124">
                  <c:v>2500</c:v>
                </c:pt>
                <c:pt idx="125">
                  <c:v>2520</c:v>
                </c:pt>
                <c:pt idx="126">
                  <c:v>2540</c:v>
                </c:pt>
                <c:pt idx="127">
                  <c:v>2560</c:v>
                </c:pt>
                <c:pt idx="128">
                  <c:v>2580</c:v>
                </c:pt>
                <c:pt idx="129">
                  <c:v>2600</c:v>
                </c:pt>
                <c:pt idx="130">
                  <c:v>2620</c:v>
                </c:pt>
                <c:pt idx="131">
                  <c:v>2640</c:v>
                </c:pt>
                <c:pt idx="132">
                  <c:v>2660</c:v>
                </c:pt>
                <c:pt idx="133">
                  <c:v>2680</c:v>
                </c:pt>
                <c:pt idx="134">
                  <c:v>2700</c:v>
                </c:pt>
                <c:pt idx="135">
                  <c:v>2720</c:v>
                </c:pt>
                <c:pt idx="136">
                  <c:v>2740</c:v>
                </c:pt>
                <c:pt idx="137">
                  <c:v>2760</c:v>
                </c:pt>
                <c:pt idx="138">
                  <c:v>2780</c:v>
                </c:pt>
                <c:pt idx="139">
                  <c:v>2800</c:v>
                </c:pt>
                <c:pt idx="140">
                  <c:v>2820</c:v>
                </c:pt>
                <c:pt idx="141">
                  <c:v>2840</c:v>
                </c:pt>
                <c:pt idx="142">
                  <c:v>2860</c:v>
                </c:pt>
                <c:pt idx="143">
                  <c:v>2880</c:v>
                </c:pt>
                <c:pt idx="144">
                  <c:v>2900</c:v>
                </c:pt>
                <c:pt idx="145">
                  <c:v>2920</c:v>
                </c:pt>
                <c:pt idx="146">
                  <c:v>2940</c:v>
                </c:pt>
                <c:pt idx="147">
                  <c:v>2960</c:v>
                </c:pt>
                <c:pt idx="148">
                  <c:v>2980</c:v>
                </c:pt>
                <c:pt idx="149">
                  <c:v>3000</c:v>
                </c:pt>
                <c:pt idx="150">
                  <c:v>3020</c:v>
                </c:pt>
                <c:pt idx="151">
                  <c:v>3040</c:v>
                </c:pt>
                <c:pt idx="152">
                  <c:v>3060</c:v>
                </c:pt>
                <c:pt idx="153">
                  <c:v>3080</c:v>
                </c:pt>
                <c:pt idx="154">
                  <c:v>3100</c:v>
                </c:pt>
                <c:pt idx="155">
                  <c:v>3120</c:v>
                </c:pt>
                <c:pt idx="156">
                  <c:v>3140</c:v>
                </c:pt>
                <c:pt idx="157">
                  <c:v>3160</c:v>
                </c:pt>
                <c:pt idx="158">
                  <c:v>3180</c:v>
                </c:pt>
                <c:pt idx="159">
                  <c:v>3200</c:v>
                </c:pt>
                <c:pt idx="160">
                  <c:v>3220</c:v>
                </c:pt>
                <c:pt idx="161">
                  <c:v>3240</c:v>
                </c:pt>
                <c:pt idx="162">
                  <c:v>3260</c:v>
                </c:pt>
                <c:pt idx="163">
                  <c:v>3280</c:v>
                </c:pt>
                <c:pt idx="164">
                  <c:v>3300</c:v>
                </c:pt>
                <c:pt idx="165">
                  <c:v>3320</c:v>
                </c:pt>
                <c:pt idx="166">
                  <c:v>3340</c:v>
                </c:pt>
                <c:pt idx="167">
                  <c:v>3360</c:v>
                </c:pt>
                <c:pt idx="168">
                  <c:v>3380</c:v>
                </c:pt>
                <c:pt idx="169">
                  <c:v>3400</c:v>
                </c:pt>
                <c:pt idx="170">
                  <c:v>3420</c:v>
                </c:pt>
                <c:pt idx="171">
                  <c:v>3440</c:v>
                </c:pt>
                <c:pt idx="172">
                  <c:v>3460</c:v>
                </c:pt>
                <c:pt idx="173">
                  <c:v>3480</c:v>
                </c:pt>
                <c:pt idx="174">
                  <c:v>3500</c:v>
                </c:pt>
                <c:pt idx="175">
                  <c:v>3520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2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3000"/>
      </c:valAx>
      <c:valAx>
        <c:axId val="48650112"/>
        <c:scaling>
          <c:orientation val="minMax"/>
          <c:max val="2026.7"/>
          <c:min val="2012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Deneb</c:v>
          </c:tx>
          <c:spPr>
            <a:ln xmlns:a="http://schemas.openxmlformats.org/drawingml/2006/main" w="25718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Data'!$A$2:$A$177</c:f>
              <c:numCache>
                <c:formatCode>General</c:formatCode>
                <c:ptCount val="176"/>
                <c:pt idx="0">
                  <c:v>2012.04166667</c:v>
                </c:pt>
                <c:pt idx="1">
                  <c:v>2012.125</c:v>
                </c:pt>
                <c:pt idx="2">
                  <c:v>2012.20833333</c:v>
                </c:pt>
                <c:pt idx="3">
                  <c:v>2012.29166667</c:v>
                </c:pt>
                <c:pt idx="4">
                  <c:v>2012.375</c:v>
                </c:pt>
                <c:pt idx="5">
                  <c:v>2012.45833333</c:v>
                </c:pt>
                <c:pt idx="6">
                  <c:v>2012.54166667</c:v>
                </c:pt>
                <c:pt idx="7">
                  <c:v>2012.625</c:v>
                </c:pt>
                <c:pt idx="8">
                  <c:v>2012.70833333</c:v>
                </c:pt>
                <c:pt idx="9">
                  <c:v>2012.79166667</c:v>
                </c:pt>
                <c:pt idx="10">
                  <c:v>2012.875</c:v>
                </c:pt>
                <c:pt idx="11">
                  <c:v>2012.95833333</c:v>
                </c:pt>
                <c:pt idx="12">
                  <c:v>2013.04166667</c:v>
                </c:pt>
                <c:pt idx="13">
                  <c:v>2013.125</c:v>
                </c:pt>
                <c:pt idx="14">
                  <c:v>2013.20833333</c:v>
                </c:pt>
                <c:pt idx="15">
                  <c:v>2013.29166667</c:v>
                </c:pt>
                <c:pt idx="16">
                  <c:v>2013.375</c:v>
                </c:pt>
                <c:pt idx="17">
                  <c:v>2013.45833333</c:v>
                </c:pt>
                <c:pt idx="18">
                  <c:v>2013.54166667</c:v>
                </c:pt>
                <c:pt idx="19">
                  <c:v>2013.625</c:v>
                </c:pt>
                <c:pt idx="20">
                  <c:v>2013.70833333</c:v>
                </c:pt>
                <c:pt idx="21">
                  <c:v>2013.79166667</c:v>
                </c:pt>
                <c:pt idx="22">
                  <c:v>2013.875</c:v>
                </c:pt>
                <c:pt idx="23">
                  <c:v>2013.95833333</c:v>
                </c:pt>
                <c:pt idx="24">
                  <c:v>2014.04166667</c:v>
                </c:pt>
                <c:pt idx="25">
                  <c:v>2014.125</c:v>
                </c:pt>
                <c:pt idx="26">
                  <c:v>2014.20833333</c:v>
                </c:pt>
                <c:pt idx="27">
                  <c:v>2014.29166667</c:v>
                </c:pt>
                <c:pt idx="28">
                  <c:v>2014.375</c:v>
                </c:pt>
                <c:pt idx="29">
                  <c:v>2014.45833333</c:v>
                </c:pt>
                <c:pt idx="30">
                  <c:v>2014.54166667</c:v>
                </c:pt>
                <c:pt idx="31">
                  <c:v>2014.625</c:v>
                </c:pt>
                <c:pt idx="32">
                  <c:v>2014.70833333</c:v>
                </c:pt>
                <c:pt idx="33">
                  <c:v>2014.79166667</c:v>
                </c:pt>
                <c:pt idx="34">
                  <c:v>2014.875</c:v>
                </c:pt>
                <c:pt idx="35">
                  <c:v>2014.95833333</c:v>
                </c:pt>
                <c:pt idx="36">
                  <c:v>2015.04166667</c:v>
                </c:pt>
                <c:pt idx="37">
                  <c:v>2015.125</c:v>
                </c:pt>
                <c:pt idx="38">
                  <c:v>2015.20833333</c:v>
                </c:pt>
                <c:pt idx="39">
                  <c:v>2015.29166667</c:v>
                </c:pt>
                <c:pt idx="40">
                  <c:v>2015.375</c:v>
                </c:pt>
                <c:pt idx="41">
                  <c:v>2015.45833333</c:v>
                </c:pt>
                <c:pt idx="42">
                  <c:v>2015.54166667</c:v>
                </c:pt>
                <c:pt idx="43">
                  <c:v>2015.625</c:v>
                </c:pt>
                <c:pt idx="44">
                  <c:v>2015.70833333</c:v>
                </c:pt>
                <c:pt idx="45">
                  <c:v>2015.79166667</c:v>
                </c:pt>
                <c:pt idx="46">
                  <c:v>2015.875</c:v>
                </c:pt>
                <c:pt idx="47">
                  <c:v>2015.95833333</c:v>
                </c:pt>
                <c:pt idx="48">
                  <c:v>2016.04166667</c:v>
                </c:pt>
                <c:pt idx="49">
                  <c:v>2016.125</c:v>
                </c:pt>
                <c:pt idx="50">
                  <c:v>2016.20833333</c:v>
                </c:pt>
                <c:pt idx="51">
                  <c:v>2016.29166667</c:v>
                </c:pt>
                <c:pt idx="52">
                  <c:v>2016.375</c:v>
                </c:pt>
                <c:pt idx="53">
                  <c:v>2016.45833333</c:v>
                </c:pt>
                <c:pt idx="54">
                  <c:v>2016.54166667</c:v>
                </c:pt>
                <c:pt idx="55">
                  <c:v>2016.625</c:v>
                </c:pt>
                <c:pt idx="56">
                  <c:v>2016.70833333</c:v>
                </c:pt>
                <c:pt idx="57">
                  <c:v>2016.79166667</c:v>
                </c:pt>
                <c:pt idx="58">
                  <c:v>2016.875</c:v>
                </c:pt>
                <c:pt idx="59">
                  <c:v>2016.95833333</c:v>
                </c:pt>
                <c:pt idx="60">
                  <c:v>2017.04166667</c:v>
                </c:pt>
                <c:pt idx="61">
                  <c:v>2017.125</c:v>
                </c:pt>
                <c:pt idx="62">
                  <c:v>2017.20833333</c:v>
                </c:pt>
                <c:pt idx="63">
                  <c:v>2017.29166667</c:v>
                </c:pt>
                <c:pt idx="64">
                  <c:v>2017.375</c:v>
                </c:pt>
                <c:pt idx="65">
                  <c:v>2017.45833333</c:v>
                </c:pt>
                <c:pt idx="66">
                  <c:v>2017.54166667</c:v>
                </c:pt>
                <c:pt idx="67">
                  <c:v>2017.625</c:v>
                </c:pt>
                <c:pt idx="68">
                  <c:v>2017.70833333</c:v>
                </c:pt>
                <c:pt idx="69">
                  <c:v>2017.79166667</c:v>
                </c:pt>
                <c:pt idx="70">
                  <c:v>2017.875</c:v>
                </c:pt>
                <c:pt idx="71">
                  <c:v>2017.95833333</c:v>
                </c:pt>
                <c:pt idx="72">
                  <c:v>2018.04166667</c:v>
                </c:pt>
                <c:pt idx="73">
                  <c:v>2018.125</c:v>
                </c:pt>
                <c:pt idx="74">
                  <c:v>2018.20833333</c:v>
                </c:pt>
                <c:pt idx="75">
                  <c:v>2018.29166667</c:v>
                </c:pt>
                <c:pt idx="76">
                  <c:v>2018.375</c:v>
                </c:pt>
                <c:pt idx="77">
                  <c:v>2018.45833333</c:v>
                </c:pt>
                <c:pt idx="78">
                  <c:v>2018.54166667</c:v>
                </c:pt>
                <c:pt idx="79">
                  <c:v>2018.625</c:v>
                </c:pt>
                <c:pt idx="80">
                  <c:v>2018.70833333</c:v>
                </c:pt>
                <c:pt idx="81">
                  <c:v>2018.79166667</c:v>
                </c:pt>
                <c:pt idx="82">
                  <c:v>2018.875</c:v>
                </c:pt>
                <c:pt idx="83">
                  <c:v>2018.95833333</c:v>
                </c:pt>
                <c:pt idx="84">
                  <c:v>2019.04166667</c:v>
                </c:pt>
                <c:pt idx="85">
                  <c:v>2019.125</c:v>
                </c:pt>
                <c:pt idx="86">
                  <c:v>2019.20833333</c:v>
                </c:pt>
                <c:pt idx="87">
                  <c:v>2019.29166667</c:v>
                </c:pt>
                <c:pt idx="88">
                  <c:v>2019.375</c:v>
                </c:pt>
                <c:pt idx="89">
                  <c:v>2019.45833333</c:v>
                </c:pt>
                <c:pt idx="90">
                  <c:v>2019.54166667</c:v>
                </c:pt>
                <c:pt idx="91">
                  <c:v>2019.625</c:v>
                </c:pt>
                <c:pt idx="92">
                  <c:v>2019.70833333</c:v>
                </c:pt>
                <c:pt idx="93">
                  <c:v>2019.79166667</c:v>
                </c:pt>
                <c:pt idx="94">
                  <c:v>2019.875</c:v>
                </c:pt>
                <c:pt idx="95">
                  <c:v>2019.95833333</c:v>
                </c:pt>
                <c:pt idx="96">
                  <c:v>2020.04166667</c:v>
                </c:pt>
                <c:pt idx="97">
                  <c:v>2020.125</c:v>
                </c:pt>
                <c:pt idx="98">
                  <c:v>2020.20833333</c:v>
                </c:pt>
                <c:pt idx="99">
                  <c:v>2020.29166667</c:v>
                </c:pt>
                <c:pt idx="100">
                  <c:v>2020.375</c:v>
                </c:pt>
                <c:pt idx="101">
                  <c:v>2020.45833333</c:v>
                </c:pt>
                <c:pt idx="102">
                  <c:v>2020.54166667</c:v>
                </c:pt>
                <c:pt idx="103">
                  <c:v>2020.625</c:v>
                </c:pt>
                <c:pt idx="104">
                  <c:v>2020.70833333</c:v>
                </c:pt>
                <c:pt idx="105">
                  <c:v>2020.79166667</c:v>
                </c:pt>
                <c:pt idx="106">
                  <c:v>2020.875</c:v>
                </c:pt>
                <c:pt idx="107">
                  <c:v>2020.95833333</c:v>
                </c:pt>
                <c:pt idx="108">
                  <c:v>2021.04166667</c:v>
                </c:pt>
                <c:pt idx="109">
                  <c:v>2021.125</c:v>
                </c:pt>
                <c:pt idx="110">
                  <c:v>2021.20833333</c:v>
                </c:pt>
                <c:pt idx="111">
                  <c:v>2021.29166667</c:v>
                </c:pt>
                <c:pt idx="112">
                  <c:v>2021.375</c:v>
                </c:pt>
                <c:pt idx="113">
                  <c:v>2021.45833333</c:v>
                </c:pt>
                <c:pt idx="114">
                  <c:v>2021.54166667</c:v>
                </c:pt>
                <c:pt idx="115">
                  <c:v>2021.625</c:v>
                </c:pt>
                <c:pt idx="116">
                  <c:v>2021.70833333</c:v>
                </c:pt>
                <c:pt idx="117">
                  <c:v>2021.79166667</c:v>
                </c:pt>
                <c:pt idx="118">
                  <c:v>2021.875</c:v>
                </c:pt>
                <c:pt idx="119">
                  <c:v>2021.95833333</c:v>
                </c:pt>
                <c:pt idx="120">
                  <c:v>2022.04166667</c:v>
                </c:pt>
                <c:pt idx="121">
                  <c:v>2022.125</c:v>
                </c:pt>
                <c:pt idx="122">
                  <c:v>2022.20833333</c:v>
                </c:pt>
                <c:pt idx="123">
                  <c:v>2022.29166667</c:v>
                </c:pt>
                <c:pt idx="124">
                  <c:v>2022.375</c:v>
                </c:pt>
                <c:pt idx="125">
                  <c:v>2022.45833333</c:v>
                </c:pt>
                <c:pt idx="126">
                  <c:v>2022.54166667</c:v>
                </c:pt>
                <c:pt idx="127">
                  <c:v>2022.625</c:v>
                </c:pt>
                <c:pt idx="128">
                  <c:v>2022.70833333</c:v>
                </c:pt>
                <c:pt idx="129">
                  <c:v>2022.79166667</c:v>
                </c:pt>
                <c:pt idx="130">
                  <c:v>2022.875</c:v>
                </c:pt>
                <c:pt idx="131">
                  <c:v>2022.95833333</c:v>
                </c:pt>
                <c:pt idx="132">
                  <c:v>2023.04166667</c:v>
                </c:pt>
                <c:pt idx="133">
                  <c:v>2023.125</c:v>
                </c:pt>
                <c:pt idx="134">
                  <c:v>2023.20833333</c:v>
                </c:pt>
                <c:pt idx="135">
                  <c:v>2023.29166667</c:v>
                </c:pt>
                <c:pt idx="136">
                  <c:v>2023.375</c:v>
                </c:pt>
                <c:pt idx="137">
                  <c:v>2023.45833333</c:v>
                </c:pt>
                <c:pt idx="138">
                  <c:v>2023.54166667</c:v>
                </c:pt>
                <c:pt idx="139">
                  <c:v>2023.625</c:v>
                </c:pt>
                <c:pt idx="140">
                  <c:v>2023.70833333</c:v>
                </c:pt>
                <c:pt idx="141">
                  <c:v>2023.79166667</c:v>
                </c:pt>
                <c:pt idx="142">
                  <c:v>2023.875</c:v>
                </c:pt>
                <c:pt idx="143">
                  <c:v>2023.95833333</c:v>
                </c:pt>
                <c:pt idx="144">
                  <c:v>2024.04166667</c:v>
                </c:pt>
                <c:pt idx="145">
                  <c:v>2024.125</c:v>
                </c:pt>
                <c:pt idx="146">
                  <c:v>2024.20833333</c:v>
                </c:pt>
                <c:pt idx="147">
                  <c:v>2024.29166667</c:v>
                </c:pt>
                <c:pt idx="148">
                  <c:v>2024.375</c:v>
                </c:pt>
                <c:pt idx="149">
                  <c:v>2024.45833333</c:v>
                </c:pt>
                <c:pt idx="150">
                  <c:v>2024.54166667</c:v>
                </c:pt>
                <c:pt idx="151">
                  <c:v>2024.625</c:v>
                </c:pt>
                <c:pt idx="152">
                  <c:v>2024.70833333</c:v>
                </c:pt>
                <c:pt idx="153">
                  <c:v>2024.79166667</c:v>
                </c:pt>
                <c:pt idx="154">
                  <c:v>2024.875</c:v>
                </c:pt>
                <c:pt idx="155">
                  <c:v>2024.95833333</c:v>
                </c:pt>
                <c:pt idx="156">
                  <c:v>2025.04166667</c:v>
                </c:pt>
                <c:pt idx="157">
                  <c:v>2025.125</c:v>
                </c:pt>
                <c:pt idx="158">
                  <c:v>2025.20833333</c:v>
                </c:pt>
                <c:pt idx="159">
                  <c:v>2025.29166667</c:v>
                </c:pt>
                <c:pt idx="160">
                  <c:v>2025.375</c:v>
                </c:pt>
                <c:pt idx="161">
                  <c:v>2025.45833333</c:v>
                </c:pt>
                <c:pt idx="162">
                  <c:v>2025.54166667</c:v>
                </c:pt>
                <c:pt idx="163">
                  <c:v>2025.625</c:v>
                </c:pt>
                <c:pt idx="164">
                  <c:v>2025.70833333</c:v>
                </c:pt>
                <c:pt idx="165">
                  <c:v>2025.79166667</c:v>
                </c:pt>
                <c:pt idx="166">
                  <c:v>2025.875</c:v>
                </c:pt>
                <c:pt idx="167">
                  <c:v>2025.95833333</c:v>
                </c:pt>
                <c:pt idx="168">
                  <c:v>2026.04166667</c:v>
                </c:pt>
                <c:pt idx="169">
                  <c:v>2026.125</c:v>
                </c:pt>
                <c:pt idx="170">
                  <c:v>2026.20833333</c:v>
                </c:pt>
                <c:pt idx="171">
                  <c:v>2026.29166667</c:v>
                </c:pt>
                <c:pt idx="172">
                  <c:v>2026.375</c:v>
                </c:pt>
                <c:pt idx="173">
                  <c:v>2026.45833333</c:v>
                </c:pt>
                <c:pt idx="174">
                  <c:v>2026.54166667</c:v>
                </c:pt>
                <c:pt idx="175">
                  <c:v>2026.625</c:v>
                </c:pt>
              </c:numCache>
            </c:numRef>
          </c:xVal>
          <c:yVal>
            <c:numRef>
              <c:f>'Chart Data'!$B$2:$B$177</c:f>
              <c:numCache>
                <c:formatCode>#,##0</c:formatCode>
                <c:ptCount val="176"/>
                <c:pt idx="0">
                  <c:v>22.4268449462</c:v>
                </c:pt>
                <c:pt idx="1">
                  <c:v>47.6109643345</c:v>
                </c:pt>
                <c:pt idx="2">
                  <c:v>74.1618216252</c:v>
                </c:pt>
                <c:pt idx="3">
                  <c:v>90.9336746368</c:v>
                </c:pt>
                <c:pt idx="4">
                  <c:v>103.837071076</c:v>
                </c:pt>
                <c:pt idx="5">
                  <c:v>128.509366475</c:v>
                </c:pt>
                <c:pt idx="6">
                  <c:v>151.643632313</c:v>
                </c:pt>
                <c:pt idx="7">
                  <c:v>188.849426641</c:v>
                </c:pt>
                <c:pt idx="8">
                  <c:v>212.581437518</c:v>
                </c:pt>
                <c:pt idx="9">
                  <c:v>212.050462773</c:v>
                </c:pt>
                <c:pt idx="10">
                  <c:v>227.036921998</c:v>
                </c:pt>
                <c:pt idx="11">
                  <c:v>244.203240168</c:v>
                </c:pt>
                <c:pt idx="12">
                  <c:v>280.987303258</c:v>
                </c:pt>
                <c:pt idx="13">
                  <c:v>304.084404542</c:v>
                </c:pt>
                <c:pt idx="14">
                  <c:v>347.016717119</c:v>
                </c:pt>
                <c:pt idx="15">
                  <c:v>386.960704744</c:v>
                </c:pt>
                <c:pt idx="16">
                  <c:v>435.610782285</c:v>
                </c:pt>
                <c:pt idx="17">
                  <c:v>426.74259802</c:v>
                </c:pt>
                <c:pt idx="18">
                  <c:v>476.981505452</c:v>
                </c:pt>
                <c:pt idx="19">
                  <c:v>485.622304705</c:v>
                </c:pt>
                <c:pt idx="20">
                  <c:v>529.808185211</c:v>
                </c:pt>
                <c:pt idx="21">
                  <c:v>583.488335548</c:v>
                </c:pt>
                <c:pt idx="22">
                  <c:v>627.016867973</c:v>
                </c:pt>
                <c:pt idx="23">
                  <c:v>668.01929</c:v>
                </c:pt>
                <c:pt idx="24">
                  <c:v>659.664694608</c:v>
                </c:pt>
                <c:pt idx="25">
                  <c:v>722.360631407</c:v>
                </c:pt>
                <c:pt idx="26">
                  <c:v>734.975395082</c:v>
                </c:pt>
                <c:pt idx="27">
                  <c:v>722.679963577</c:v>
                </c:pt>
                <c:pt idx="28">
                  <c:v>805.969900547</c:v>
                </c:pt>
                <c:pt idx="29">
                  <c:v>877.314974972</c:v>
                </c:pt>
                <c:pt idx="30">
                  <c:v>907.398249652</c:v>
                </c:pt>
                <c:pt idx="31">
                  <c:v>1026.56210991</c:v>
                </c:pt>
                <c:pt idx="32">
                  <c:v>1028.42969494</c:v>
                </c:pt>
                <c:pt idx="33">
                  <c:v>1065.05720059</c:v>
                </c:pt>
                <c:pt idx="34">
                  <c:v>1186.7008061</c:v>
                </c:pt>
                <c:pt idx="35">
                  <c:v>1131.08222189</c:v>
                </c:pt>
                <c:pt idx="36">
                  <c:v>1114.81966187</c:v>
                </c:pt>
                <c:pt idx="37">
                  <c:v>1271.55639816</c:v>
                </c:pt>
                <c:pt idx="38">
                  <c:v>1219.66455308</c:v>
                </c:pt>
                <c:pt idx="39">
                  <c:v>1282.41411906</c:v>
                </c:pt>
                <c:pt idx="40">
                  <c:v>1354.31793621</c:v>
                </c:pt>
                <c:pt idx="41">
                  <c:v>1293.15850571</c:v>
                </c:pt>
                <c:pt idx="42">
                  <c:v>1420.94324971</c:v>
                </c:pt>
                <c:pt idx="43">
                  <c:v>1160.44464187</c:v>
                </c:pt>
                <c:pt idx="44">
                  <c:v>1131.15460192</c:v>
                </c:pt>
                <c:pt idx="45">
                  <c:v>1423.2473269</c:v>
                </c:pt>
                <c:pt idx="46">
                  <c:v>1455.19775236</c:v>
                </c:pt>
                <c:pt idx="47">
                  <c:v>1418.53442981</c:v>
                </c:pt>
                <c:pt idx="48">
                  <c:v>1258.36609219</c:v>
                </c:pt>
                <c:pt idx="49">
                  <c:v>1305.04555173</c:v>
                </c:pt>
                <c:pt idx="50">
                  <c:v>1511.82457994</c:v>
                </c:pt>
                <c:pt idx="51">
                  <c:v>1441.0196435</c:v>
                </c:pt>
                <c:pt idx="52">
                  <c:v>1525.93068004</c:v>
                </c:pt>
                <c:pt idx="53">
                  <c:v>1432.13026348</c:v>
                </c:pt>
                <c:pt idx="54">
                  <c:v>1586.66363912</c:v>
                </c:pt>
                <c:pt idx="55">
                  <c:v>1629.37461295</c:v>
                </c:pt>
                <c:pt idx="56">
                  <c:v>1707.84959673</c:v>
                </c:pt>
                <c:pt idx="57">
                  <c:v>1669.29934282</c:v>
                </c:pt>
                <c:pt idx="58">
                  <c:v>1722.91279466</c:v>
                </c:pt>
                <c:pt idx="59">
                  <c:v>1787.53935847</c:v>
                </c:pt>
                <c:pt idx="60">
                  <c:v>1973.82950493</c:v>
                </c:pt>
                <c:pt idx="61">
                  <c:v>2181.55007336</c:v>
                </c:pt>
                <c:pt idx="62">
                  <c:v>2277.11587429</c:v>
                </c:pt>
                <c:pt idx="63">
                  <c:v>2410.61705107</c:v>
                </c:pt>
                <c:pt idx="64">
                  <c:v>2614.0074172</c:v>
                </c:pt>
                <c:pt idx="65">
                  <c:v>2505.83653679</c:v>
                </c:pt>
                <c:pt idx="66">
                  <c:v>2737.47915797</c:v>
                </c:pt>
                <c:pt idx="67">
                  <c:v>2840.61230468</c:v>
                </c:pt>
                <c:pt idx="68">
                  <c:v>2874.85866545</c:v>
                </c:pt>
                <c:pt idx="69">
                  <c:v>3175.33160123</c:v>
                </c:pt>
                <c:pt idx="70">
                  <c:v>3354.06448558</c:v>
                </c:pt>
                <c:pt idx="71">
                  <c:v>3424.3766703</c:v>
                </c:pt>
                <c:pt idx="72">
                  <c:v>4072.09516428</c:v>
                </c:pt>
                <c:pt idx="73">
                  <c:v>3762.37990331</c:v>
                </c:pt>
                <c:pt idx="74">
                  <c:v>3632.97045851</c:v>
                </c:pt>
                <c:pt idx="75">
                  <c:v>3527.7138397</c:v>
                </c:pt>
                <c:pt idx="76">
                  <c:v>3895.89034221</c:v>
                </c:pt>
                <c:pt idx="77">
                  <c:v>3977.36414089</c:v>
                </c:pt>
                <c:pt idx="78">
                  <c:v>4250.52396438</c:v>
                </c:pt>
                <c:pt idx="79">
                  <c:v>4760.04796348</c:v>
                </c:pt>
                <c:pt idx="80">
                  <c:v>4755.80159827</c:v>
                </c:pt>
                <c:pt idx="81">
                  <c:v>3958.74328958</c:v>
                </c:pt>
                <c:pt idx="82">
                  <c:v>3804.53680332</c:v>
                </c:pt>
                <c:pt idx="83">
                  <c:v>3482.3736478</c:v>
                </c:pt>
                <c:pt idx="84">
                  <c:v>3797.60533287</c:v>
                </c:pt>
                <c:pt idx="85">
                  <c:v>4057.41597878</c:v>
                </c:pt>
                <c:pt idx="86">
                  <c:v>4362.14065254</c:v>
                </c:pt>
                <c:pt idx="87">
                  <c:v>4874.43724996</c:v>
                </c:pt>
                <c:pt idx="88">
                  <c:v>4178.28079998</c:v>
                </c:pt>
                <c:pt idx="89">
                  <c:v>4749.76350359</c:v>
                </c:pt>
                <c:pt idx="90">
                  <c:v>4969.25167809</c:v>
                </c:pt>
                <c:pt idx="91">
                  <c:v>4622.33269268</c:v>
                </c:pt>
                <c:pt idx="92">
                  <c:v>4763.23635695</c:v>
                </c:pt>
                <c:pt idx="93">
                  <c:v>5174.20055579</c:v>
                </c:pt>
                <c:pt idx="94">
                  <c:v>5633.03855031</c:v>
                </c:pt>
                <c:pt idx="95">
                  <c:v>6092.45679758</c:v>
                </c:pt>
                <c:pt idx="96">
                  <c:v>6372.77972795</c:v>
                </c:pt>
                <c:pt idx="97">
                  <c:v>5697.27560394</c:v>
                </c:pt>
                <c:pt idx="98">
                  <c:v>5431.51718556</c:v>
                </c:pt>
                <c:pt idx="99">
                  <c:v>6917.99612357</c:v>
                </c:pt>
                <c:pt idx="100">
                  <c:v>7374.2280066</c:v>
                </c:pt>
                <c:pt idx="101">
                  <c:v>8132.1904434</c:v>
                </c:pt>
                <c:pt idx="102">
                  <c:v>9277.48322155</c:v>
                </c:pt>
                <c:pt idx="103">
                  <c:v>11232.3148382</c:v>
                </c:pt>
                <c:pt idx="104">
                  <c:v>10122.6058962</c:v>
                </c:pt>
                <c:pt idx="105">
                  <c:v>10159.8071595</c:v>
                </c:pt>
                <c:pt idx="106">
                  <c:v>11490.0523475</c:v>
                </c:pt>
                <c:pt idx="107">
                  <c:v>12576.7317347</c:v>
                </c:pt>
                <c:pt idx="108">
                  <c:v>12540.3058974</c:v>
                </c:pt>
                <c:pt idx="109">
                  <c:v>12860.8171312</c:v>
                </c:pt>
                <c:pt idx="110">
                  <c:v>14245.8520269</c:v>
                </c:pt>
                <c:pt idx="111">
                  <c:v>15583.8035336</c:v>
                </c:pt>
                <c:pt idx="112">
                  <c:v>15264.1647876</c:v>
                </c:pt>
                <c:pt idx="113">
                  <c:v>17013.4469911</c:v>
                </c:pt>
                <c:pt idx="114">
                  <c:v>17927.4910046</c:v>
                </c:pt>
                <c:pt idx="115">
                  <c:v>19455.1641922</c:v>
                </c:pt>
                <c:pt idx="116">
                  <c:v>17296.7407258</c:v>
                </c:pt>
                <c:pt idx="117">
                  <c:v>20090.7713633</c:v>
                </c:pt>
                <c:pt idx="118">
                  <c:v>20579.5672769</c:v>
                </c:pt>
                <c:pt idx="119">
                  <c:v>20900.5752236</c:v>
                </c:pt>
                <c:pt idx="120">
                  <c:v>19458.1264884</c:v>
                </c:pt>
                <c:pt idx="121">
                  <c:v>19265.8911964</c:v>
                </c:pt>
                <c:pt idx="122">
                  <c:v>19782.6045576</c:v>
                </c:pt>
                <c:pt idx="123">
                  <c:v>17682.2041454</c:v>
                </c:pt>
                <c:pt idx="124">
                  <c:v>18169.0010559</c:v>
                </c:pt>
                <c:pt idx="125">
                  <c:v>17197.9547455</c:v>
                </c:pt>
                <c:pt idx="126">
                  <c:v>17666.8148625</c:v>
                </c:pt>
                <c:pt idx="127">
                  <c:v>16464.3761038</c:v>
                </c:pt>
                <c:pt idx="128">
                  <c:v>15489.7415566</c:v>
                </c:pt>
                <c:pt idx="129">
                  <c:v>16596.3206873</c:v>
                </c:pt>
                <c:pt idx="130">
                  <c:v>17354.5181829</c:v>
                </c:pt>
                <c:pt idx="131">
                  <c:v>15680.4143684</c:v>
                </c:pt>
                <c:pt idx="132">
                  <c:v>16683.03452</c:v>
                </c:pt>
                <c:pt idx="133">
                  <c:v>15934.0424111</c:v>
                </c:pt>
                <c:pt idx="134">
                  <c:v>18046.7460779</c:v>
                </c:pt>
                <c:pt idx="135">
                  <c:v>18013.9485499</c:v>
                </c:pt>
                <c:pt idx="136">
                  <c:v>20231.2152174</c:v>
                </c:pt>
                <c:pt idx="137">
                  <c:v>22935.7304378</c:v>
                </c:pt>
                <c:pt idx="138">
                  <c:v>24786.5522814</c:v>
                </c:pt>
                <c:pt idx="139">
                  <c:v>23365.7167541</c:v>
                </c:pt>
                <c:pt idx="140">
                  <c:v>22082.4349371</c:v>
                </c:pt>
                <c:pt idx="141">
                  <c:v>21049.5496248</c:v>
                </c:pt>
                <c:pt idx="142">
                  <c:v>25691.4639107</c:v>
                </c:pt>
                <c:pt idx="143">
                  <c:v>28834.7364664</c:v>
                </c:pt>
                <c:pt idx="144">
                  <c:v>29535.7746078</c:v>
                </c:pt>
                <c:pt idx="145">
                  <c:v>32370.6594376</c:v>
                </c:pt>
                <c:pt idx="146">
                  <c:v>33495.7952281</c:v>
                </c:pt>
                <c:pt idx="147">
                  <c:v>29335.1605624</c:v>
                </c:pt>
                <c:pt idx="148">
                  <c:v>32915.1613199</c:v>
                </c:pt>
                <c:pt idx="149">
                  <c:v>36592.271375</c:v>
                </c:pt>
                <c:pt idx="150">
                  <c:v>36774.2642906</c:v>
                </c:pt>
                <c:pt idx="151">
                  <c:v>38227.8908921</c:v>
                </c:pt>
                <c:pt idx="152">
                  <c:v>38064.2932856</c:v>
                </c:pt>
                <c:pt idx="153">
                  <c:v>37239.6569445</c:v>
                </c:pt>
                <c:pt idx="154">
                  <c:v>41280.1391542</c:v>
                </c:pt>
                <c:pt idx="155">
                  <c:v>40065.311492</c:v>
                </c:pt>
                <c:pt idx="156">
                  <c:v>41408.0365247</c:v>
                </c:pt>
                <c:pt idx="157">
                  <c:v>41023.4383202</c:v>
                </c:pt>
                <c:pt idx="158">
                  <c:v>38976.8672855</c:v>
                </c:pt>
                <c:pt idx="159">
                  <c:v>37510.1913314</c:v>
                </c:pt>
                <c:pt idx="160">
                  <c:v>37987.3969042</c:v>
                </c:pt>
                <c:pt idx="161">
                  <c:v>42558.5120031</c:v>
                </c:pt>
                <c:pt idx="162">
                  <c:v>44168.4819274</c:v>
                </c:pt>
                <c:pt idx="163">
                  <c:v>45425.1103131</c:v>
                </c:pt>
                <c:pt idx="164">
                  <c:v>49570.2727949</c:v>
                </c:pt>
                <c:pt idx="165">
                  <c:v>53020.0893024</c:v>
                </c:pt>
                <c:pt idx="166">
                  <c:v>50225.4469884</c:v>
                </c:pt>
                <c:pt idx="167">
                  <c:v>49981.130208</c:v>
                </c:pt>
                <c:pt idx="168">
                  <c:v>52513.5956588</c:v>
                </c:pt>
                <c:pt idx="169">
                  <c:v>53692.8581431</c:v>
                </c:pt>
                <c:pt idx="170">
                  <c:v>48964.588139</c:v>
                </c:pt>
                <c:pt idx="171">
                  <c:v>59260.2728953</c:v>
                </c:pt>
                <c:pt idx="172">
                  <c:v>71092.6733051</c:v>
                </c:pt>
                <c:pt idx="173">
                  <c:v>67796.6187116</c:v>
                </c:pt>
                <c:pt idx="174">
                  <c:v>67375.5297244</c:v>
                </c:pt>
                <c:pt idx="175">
                  <c:v>72222.4515457</c:v>
                </c:pt>
              </c:numCache>
            </c:numRef>
          </c:yVal>
        </c:ser>
        <c:ser>
          <c:idx val="1"/>
          <c:order val="1"/>
          <c:tx>
            <c:v>적금4%</c:v>
          </c:tx>
          <c:spPr>
            <a:ln xmlns:a="http://schemas.openxmlformats.org/drawingml/2006/main" w="25718">
              <a:solidFill>
                <a:srgbClr val="2767B7"/>
              </a:solidFill>
              <a:prstDash val="solid"/>
            </a:ln>
          </c:spPr>
          <c:marker>
            <c:symbol val="none"/>
          </c:marker>
          <c:xVal>
            <c:numRef>
              <c:f>'Chart Data'!$C$2:$C$177</c:f>
              <c:numCache>
                <c:formatCode>General</c:formatCode>
                <c:ptCount val="176"/>
                <c:pt idx="0">
                  <c:v>2012.04166667</c:v>
                </c:pt>
                <c:pt idx="1">
                  <c:v>2012.125</c:v>
                </c:pt>
                <c:pt idx="2">
                  <c:v>2012.20833333</c:v>
                </c:pt>
                <c:pt idx="3">
                  <c:v>2012.29166667</c:v>
                </c:pt>
                <c:pt idx="4">
                  <c:v>2012.375</c:v>
                </c:pt>
                <c:pt idx="5">
                  <c:v>2012.45833333</c:v>
                </c:pt>
                <c:pt idx="6">
                  <c:v>2012.54166667</c:v>
                </c:pt>
                <c:pt idx="7">
                  <c:v>2012.625</c:v>
                </c:pt>
                <c:pt idx="8">
                  <c:v>2012.70833333</c:v>
                </c:pt>
                <c:pt idx="9">
                  <c:v>2012.79166667</c:v>
                </c:pt>
                <c:pt idx="10">
                  <c:v>2012.875</c:v>
                </c:pt>
                <c:pt idx="11">
                  <c:v>2012.95833333</c:v>
                </c:pt>
                <c:pt idx="12">
                  <c:v>2013.04166667</c:v>
                </c:pt>
                <c:pt idx="13">
                  <c:v>2013.125</c:v>
                </c:pt>
                <c:pt idx="14">
                  <c:v>2013.20833333</c:v>
                </c:pt>
                <c:pt idx="15">
                  <c:v>2013.29166667</c:v>
                </c:pt>
                <c:pt idx="16">
                  <c:v>2013.375</c:v>
                </c:pt>
                <c:pt idx="17">
                  <c:v>2013.45833333</c:v>
                </c:pt>
                <c:pt idx="18">
                  <c:v>2013.54166667</c:v>
                </c:pt>
                <c:pt idx="19">
                  <c:v>2013.625</c:v>
                </c:pt>
                <c:pt idx="20">
                  <c:v>2013.70833333</c:v>
                </c:pt>
                <c:pt idx="21">
                  <c:v>2013.79166667</c:v>
                </c:pt>
                <c:pt idx="22">
                  <c:v>2013.875</c:v>
                </c:pt>
                <c:pt idx="23">
                  <c:v>2013.95833333</c:v>
                </c:pt>
                <c:pt idx="24">
                  <c:v>2014.04166667</c:v>
                </c:pt>
                <c:pt idx="25">
                  <c:v>2014.125</c:v>
                </c:pt>
                <c:pt idx="26">
                  <c:v>2014.20833333</c:v>
                </c:pt>
                <c:pt idx="27">
                  <c:v>2014.29166667</c:v>
                </c:pt>
                <c:pt idx="28">
                  <c:v>2014.375</c:v>
                </c:pt>
                <c:pt idx="29">
                  <c:v>2014.45833333</c:v>
                </c:pt>
                <c:pt idx="30">
                  <c:v>2014.54166667</c:v>
                </c:pt>
                <c:pt idx="31">
                  <c:v>2014.625</c:v>
                </c:pt>
                <c:pt idx="32">
                  <c:v>2014.70833333</c:v>
                </c:pt>
                <c:pt idx="33">
                  <c:v>2014.79166667</c:v>
                </c:pt>
                <c:pt idx="34">
                  <c:v>2014.875</c:v>
                </c:pt>
                <c:pt idx="35">
                  <c:v>2014.95833333</c:v>
                </c:pt>
                <c:pt idx="36">
                  <c:v>2015.04166667</c:v>
                </c:pt>
                <c:pt idx="37">
                  <c:v>2015.125</c:v>
                </c:pt>
                <c:pt idx="38">
                  <c:v>2015.20833333</c:v>
                </c:pt>
                <c:pt idx="39">
                  <c:v>2015.29166667</c:v>
                </c:pt>
                <c:pt idx="40">
                  <c:v>2015.375</c:v>
                </c:pt>
                <c:pt idx="41">
                  <c:v>2015.45833333</c:v>
                </c:pt>
                <c:pt idx="42">
                  <c:v>2015.54166667</c:v>
                </c:pt>
                <c:pt idx="43">
                  <c:v>2015.625</c:v>
                </c:pt>
                <c:pt idx="44">
                  <c:v>2015.70833333</c:v>
                </c:pt>
                <c:pt idx="45">
                  <c:v>2015.79166667</c:v>
                </c:pt>
                <c:pt idx="46">
                  <c:v>2015.875</c:v>
                </c:pt>
                <c:pt idx="47">
                  <c:v>2015.95833333</c:v>
                </c:pt>
                <c:pt idx="48">
                  <c:v>2016.04166667</c:v>
                </c:pt>
                <c:pt idx="49">
                  <c:v>2016.125</c:v>
                </c:pt>
                <c:pt idx="50">
                  <c:v>2016.20833333</c:v>
                </c:pt>
                <c:pt idx="51">
                  <c:v>2016.29166667</c:v>
                </c:pt>
                <c:pt idx="52">
                  <c:v>2016.375</c:v>
                </c:pt>
                <c:pt idx="53">
                  <c:v>2016.45833333</c:v>
                </c:pt>
                <c:pt idx="54">
                  <c:v>2016.54166667</c:v>
                </c:pt>
                <c:pt idx="55">
                  <c:v>2016.625</c:v>
                </c:pt>
                <c:pt idx="56">
                  <c:v>2016.70833333</c:v>
                </c:pt>
                <c:pt idx="57">
                  <c:v>2016.79166667</c:v>
                </c:pt>
                <c:pt idx="58">
                  <c:v>2016.875</c:v>
                </c:pt>
                <c:pt idx="59">
                  <c:v>2016.95833333</c:v>
                </c:pt>
                <c:pt idx="60">
                  <c:v>2017.04166667</c:v>
                </c:pt>
                <c:pt idx="61">
                  <c:v>2017.125</c:v>
                </c:pt>
                <c:pt idx="62">
                  <c:v>2017.20833333</c:v>
                </c:pt>
                <c:pt idx="63">
                  <c:v>2017.29166667</c:v>
                </c:pt>
                <c:pt idx="64">
                  <c:v>2017.375</c:v>
                </c:pt>
                <c:pt idx="65">
                  <c:v>2017.45833333</c:v>
                </c:pt>
                <c:pt idx="66">
                  <c:v>2017.54166667</c:v>
                </c:pt>
                <c:pt idx="67">
                  <c:v>2017.625</c:v>
                </c:pt>
                <c:pt idx="68">
                  <c:v>2017.70833333</c:v>
                </c:pt>
                <c:pt idx="69">
                  <c:v>2017.79166667</c:v>
                </c:pt>
                <c:pt idx="70">
                  <c:v>2017.875</c:v>
                </c:pt>
                <c:pt idx="71">
                  <c:v>2017.95833333</c:v>
                </c:pt>
                <c:pt idx="72">
                  <c:v>2018.04166667</c:v>
                </c:pt>
                <c:pt idx="73">
                  <c:v>2018.125</c:v>
                </c:pt>
                <c:pt idx="74">
                  <c:v>2018.20833333</c:v>
                </c:pt>
                <c:pt idx="75">
                  <c:v>2018.29166667</c:v>
                </c:pt>
                <c:pt idx="76">
                  <c:v>2018.375</c:v>
                </c:pt>
                <c:pt idx="77">
                  <c:v>2018.45833333</c:v>
                </c:pt>
                <c:pt idx="78">
                  <c:v>2018.54166667</c:v>
                </c:pt>
                <c:pt idx="79">
                  <c:v>2018.625</c:v>
                </c:pt>
                <c:pt idx="80">
                  <c:v>2018.70833333</c:v>
                </c:pt>
                <c:pt idx="81">
                  <c:v>2018.79166667</c:v>
                </c:pt>
                <c:pt idx="82">
                  <c:v>2018.875</c:v>
                </c:pt>
                <c:pt idx="83">
                  <c:v>2018.95833333</c:v>
                </c:pt>
                <c:pt idx="84">
                  <c:v>2019.04166667</c:v>
                </c:pt>
                <c:pt idx="85">
                  <c:v>2019.125</c:v>
                </c:pt>
                <c:pt idx="86">
                  <c:v>2019.20833333</c:v>
                </c:pt>
                <c:pt idx="87">
                  <c:v>2019.29166667</c:v>
                </c:pt>
                <c:pt idx="88">
                  <c:v>2019.375</c:v>
                </c:pt>
                <c:pt idx="89">
                  <c:v>2019.45833333</c:v>
                </c:pt>
                <c:pt idx="90">
                  <c:v>2019.54166667</c:v>
                </c:pt>
                <c:pt idx="91">
                  <c:v>2019.625</c:v>
                </c:pt>
                <c:pt idx="92">
                  <c:v>2019.70833333</c:v>
                </c:pt>
                <c:pt idx="93">
                  <c:v>2019.79166667</c:v>
                </c:pt>
                <c:pt idx="94">
                  <c:v>2019.875</c:v>
                </c:pt>
                <c:pt idx="95">
                  <c:v>2019.95833333</c:v>
                </c:pt>
                <c:pt idx="96">
                  <c:v>2020.04166667</c:v>
                </c:pt>
                <c:pt idx="97">
                  <c:v>2020.125</c:v>
                </c:pt>
                <c:pt idx="98">
                  <c:v>2020.20833333</c:v>
                </c:pt>
                <c:pt idx="99">
                  <c:v>2020.29166667</c:v>
                </c:pt>
                <c:pt idx="100">
                  <c:v>2020.375</c:v>
                </c:pt>
                <c:pt idx="101">
                  <c:v>2020.45833333</c:v>
                </c:pt>
                <c:pt idx="102">
                  <c:v>2020.54166667</c:v>
                </c:pt>
                <c:pt idx="103">
                  <c:v>2020.625</c:v>
                </c:pt>
                <c:pt idx="104">
                  <c:v>2020.70833333</c:v>
                </c:pt>
                <c:pt idx="105">
                  <c:v>2020.79166667</c:v>
                </c:pt>
                <c:pt idx="106">
                  <c:v>2020.875</c:v>
                </c:pt>
                <c:pt idx="107">
                  <c:v>2020.95833333</c:v>
                </c:pt>
                <c:pt idx="108">
                  <c:v>2021.04166667</c:v>
                </c:pt>
                <c:pt idx="109">
                  <c:v>2021.125</c:v>
                </c:pt>
                <c:pt idx="110">
                  <c:v>2021.20833333</c:v>
                </c:pt>
                <c:pt idx="111">
                  <c:v>2021.29166667</c:v>
                </c:pt>
                <c:pt idx="112">
                  <c:v>2021.375</c:v>
                </c:pt>
                <c:pt idx="113">
                  <c:v>2021.45833333</c:v>
                </c:pt>
                <c:pt idx="114">
                  <c:v>2021.54166667</c:v>
                </c:pt>
                <c:pt idx="115">
                  <c:v>2021.625</c:v>
                </c:pt>
                <c:pt idx="116">
                  <c:v>2021.70833333</c:v>
                </c:pt>
                <c:pt idx="117">
                  <c:v>2021.79166667</c:v>
                </c:pt>
                <c:pt idx="118">
                  <c:v>2021.875</c:v>
                </c:pt>
                <c:pt idx="119">
                  <c:v>2021.95833333</c:v>
                </c:pt>
                <c:pt idx="120">
                  <c:v>2022.04166667</c:v>
                </c:pt>
                <c:pt idx="121">
                  <c:v>2022.125</c:v>
                </c:pt>
                <c:pt idx="122">
                  <c:v>2022.20833333</c:v>
                </c:pt>
                <c:pt idx="123">
                  <c:v>2022.29166667</c:v>
                </c:pt>
                <c:pt idx="124">
                  <c:v>2022.375</c:v>
                </c:pt>
                <c:pt idx="125">
                  <c:v>2022.45833333</c:v>
                </c:pt>
                <c:pt idx="126">
                  <c:v>2022.54166667</c:v>
                </c:pt>
                <c:pt idx="127">
                  <c:v>2022.625</c:v>
                </c:pt>
                <c:pt idx="128">
                  <c:v>2022.70833333</c:v>
                </c:pt>
                <c:pt idx="129">
                  <c:v>2022.79166667</c:v>
                </c:pt>
                <c:pt idx="130">
                  <c:v>2022.875</c:v>
                </c:pt>
                <c:pt idx="131">
                  <c:v>2022.95833333</c:v>
                </c:pt>
                <c:pt idx="132">
                  <c:v>2023.04166667</c:v>
                </c:pt>
                <c:pt idx="133">
                  <c:v>2023.125</c:v>
                </c:pt>
                <c:pt idx="134">
                  <c:v>2023.20833333</c:v>
                </c:pt>
                <c:pt idx="135">
                  <c:v>2023.29166667</c:v>
                </c:pt>
                <c:pt idx="136">
                  <c:v>2023.375</c:v>
                </c:pt>
                <c:pt idx="137">
                  <c:v>2023.45833333</c:v>
                </c:pt>
                <c:pt idx="138">
                  <c:v>2023.54166667</c:v>
                </c:pt>
                <c:pt idx="139">
                  <c:v>2023.625</c:v>
                </c:pt>
                <c:pt idx="140">
                  <c:v>2023.70833333</c:v>
                </c:pt>
                <c:pt idx="141">
                  <c:v>2023.79166667</c:v>
                </c:pt>
                <c:pt idx="142">
                  <c:v>2023.875</c:v>
                </c:pt>
                <c:pt idx="143">
                  <c:v>2023.95833333</c:v>
                </c:pt>
                <c:pt idx="144">
                  <c:v>2024.04166667</c:v>
                </c:pt>
                <c:pt idx="145">
                  <c:v>2024.125</c:v>
                </c:pt>
                <c:pt idx="146">
                  <c:v>2024.20833333</c:v>
                </c:pt>
                <c:pt idx="147">
                  <c:v>2024.29166667</c:v>
                </c:pt>
                <c:pt idx="148">
                  <c:v>2024.375</c:v>
                </c:pt>
                <c:pt idx="149">
                  <c:v>2024.45833333</c:v>
                </c:pt>
                <c:pt idx="150">
                  <c:v>2024.54166667</c:v>
                </c:pt>
                <c:pt idx="151">
                  <c:v>2024.625</c:v>
                </c:pt>
                <c:pt idx="152">
                  <c:v>2024.70833333</c:v>
                </c:pt>
                <c:pt idx="153">
                  <c:v>2024.79166667</c:v>
                </c:pt>
                <c:pt idx="154">
                  <c:v>2024.875</c:v>
                </c:pt>
                <c:pt idx="155">
                  <c:v>2024.95833333</c:v>
                </c:pt>
                <c:pt idx="156">
                  <c:v>2025.04166667</c:v>
                </c:pt>
                <c:pt idx="157">
                  <c:v>2025.125</c:v>
                </c:pt>
                <c:pt idx="158">
                  <c:v>2025.20833333</c:v>
                </c:pt>
                <c:pt idx="159">
                  <c:v>2025.29166667</c:v>
                </c:pt>
                <c:pt idx="160">
                  <c:v>2025.375</c:v>
                </c:pt>
                <c:pt idx="161">
                  <c:v>2025.45833333</c:v>
                </c:pt>
                <c:pt idx="162">
                  <c:v>2025.54166667</c:v>
                </c:pt>
                <c:pt idx="163">
                  <c:v>2025.625</c:v>
                </c:pt>
                <c:pt idx="164">
                  <c:v>2025.70833333</c:v>
                </c:pt>
                <c:pt idx="165">
                  <c:v>2025.79166667</c:v>
                </c:pt>
                <c:pt idx="166">
                  <c:v>2025.875</c:v>
                </c:pt>
                <c:pt idx="167">
                  <c:v>2025.95833333</c:v>
                </c:pt>
                <c:pt idx="168">
                  <c:v>2026.04166667</c:v>
                </c:pt>
                <c:pt idx="169">
                  <c:v>2026.125</c:v>
                </c:pt>
                <c:pt idx="170">
                  <c:v>2026.20833333</c:v>
                </c:pt>
                <c:pt idx="171">
                  <c:v>2026.29166667</c:v>
                </c:pt>
                <c:pt idx="172">
                  <c:v>2026.375</c:v>
                </c:pt>
                <c:pt idx="173">
                  <c:v>2026.45833333</c:v>
                </c:pt>
                <c:pt idx="174">
                  <c:v>2026.54166667</c:v>
                </c:pt>
                <c:pt idx="175">
                  <c:v>2026.625</c:v>
                </c:pt>
              </c:numCache>
            </c:numRef>
          </c:xVal>
          <c:yVal>
            <c:numRef>
              <c:f>'Chart Data'!$D$2:$D$177</c:f>
              <c:numCache>
                <c:formatCode>#,##0</c:formatCode>
                <c:ptCount val="176"/>
                <c:pt idx="0">
                  <c:v>20.0666666667</c:v>
                </c:pt>
                <c:pt idx="1">
                  <c:v>40.2</c:v>
                </c:pt>
                <c:pt idx="2">
                  <c:v>60.4</c:v>
                </c:pt>
                <c:pt idx="3">
                  <c:v>80.6666666667</c:v>
                </c:pt>
                <c:pt idx="4">
                  <c:v>101</c:v>
                </c:pt>
                <c:pt idx="5">
                  <c:v>121.4</c:v>
                </c:pt>
                <c:pt idx="6">
                  <c:v>141.866666667</c:v>
                </c:pt>
                <c:pt idx="7">
                  <c:v>162.4</c:v>
                </c:pt>
                <c:pt idx="8">
                  <c:v>183</c:v>
                </c:pt>
                <c:pt idx="9">
                  <c:v>203.666666667</c:v>
                </c:pt>
                <c:pt idx="10">
                  <c:v>224.4</c:v>
                </c:pt>
                <c:pt idx="11">
                  <c:v>245.2</c:v>
                </c:pt>
                <c:pt idx="12">
                  <c:v>266.084</c:v>
                </c:pt>
                <c:pt idx="13">
                  <c:v>287.034666667</c:v>
                </c:pt>
                <c:pt idx="14">
                  <c:v>308.052</c:v>
                </c:pt>
                <c:pt idx="15">
                  <c:v>329.136</c:v>
                </c:pt>
                <c:pt idx="16">
                  <c:v>350.286666667</c:v>
                </c:pt>
                <c:pt idx="17">
                  <c:v>371.504</c:v>
                </c:pt>
                <c:pt idx="18">
                  <c:v>392.788</c:v>
                </c:pt>
                <c:pt idx="19">
                  <c:v>414.138666667</c:v>
                </c:pt>
                <c:pt idx="20">
                  <c:v>435.556</c:v>
                </c:pt>
                <c:pt idx="21">
                  <c:v>457.04</c:v>
                </c:pt>
                <c:pt idx="22">
                  <c:v>478.590666667</c:v>
                </c:pt>
                <c:pt idx="23">
                  <c:v>500.208</c:v>
                </c:pt>
                <c:pt idx="24">
                  <c:v>521.942026667</c:v>
                </c:pt>
                <c:pt idx="25">
                  <c:v>543.74272</c:v>
                </c:pt>
                <c:pt idx="26">
                  <c:v>565.61008</c:v>
                </c:pt>
                <c:pt idx="27">
                  <c:v>587.544106667</c:v>
                </c:pt>
                <c:pt idx="28">
                  <c:v>609.5448</c:v>
                </c:pt>
                <c:pt idx="29">
                  <c:v>631.61216</c:v>
                </c:pt>
                <c:pt idx="30">
                  <c:v>653.746186667</c:v>
                </c:pt>
                <c:pt idx="31">
                  <c:v>675.94688</c:v>
                </c:pt>
                <c:pt idx="32">
                  <c:v>698.21424</c:v>
                </c:pt>
                <c:pt idx="33">
                  <c:v>720.548266667</c:v>
                </c:pt>
                <c:pt idx="34">
                  <c:v>742.94896</c:v>
                </c:pt>
                <c:pt idx="35">
                  <c:v>765.41632</c:v>
                </c:pt>
                <c:pt idx="36">
                  <c:v>788.0343744</c:v>
                </c:pt>
                <c:pt idx="37">
                  <c:v>810.719095467</c:v>
                </c:pt>
                <c:pt idx="38">
                  <c:v>833.4704832</c:v>
                </c:pt>
                <c:pt idx="39">
                  <c:v>856.2885376</c:v>
                </c:pt>
                <c:pt idx="40">
                  <c:v>879.173258667</c:v>
                </c:pt>
                <c:pt idx="41">
                  <c:v>902.1246464</c:v>
                </c:pt>
                <c:pt idx="42">
                  <c:v>925.1427008</c:v>
                </c:pt>
                <c:pt idx="43">
                  <c:v>948.227421867</c:v>
                </c:pt>
                <c:pt idx="44">
                  <c:v>971.3788096</c:v>
                </c:pt>
                <c:pt idx="45">
                  <c:v>994.596864</c:v>
                </c:pt>
                <c:pt idx="46">
                  <c:v>1017.88158507</c:v>
                </c:pt>
                <c:pt idx="47">
                  <c:v>1041.2329728</c:v>
                </c:pt>
                <c:pt idx="48">
                  <c:v>1064.77041604</c:v>
                </c:pt>
                <c:pt idx="49">
                  <c:v>1088.37452595</c:v>
                </c:pt>
                <c:pt idx="50">
                  <c:v>1112.04530253</c:v>
                </c:pt>
                <c:pt idx="51">
                  <c:v>1135.78274577</c:v>
                </c:pt>
                <c:pt idx="52">
                  <c:v>1159.58685568</c:v>
                </c:pt>
                <c:pt idx="53">
                  <c:v>1183.45763226</c:v>
                </c:pt>
                <c:pt idx="54">
                  <c:v>1207.3950755</c:v>
                </c:pt>
                <c:pt idx="55">
                  <c:v>1231.39918541</c:v>
                </c:pt>
                <c:pt idx="56">
                  <c:v>1255.46996198</c:v>
                </c:pt>
                <c:pt idx="57">
                  <c:v>1279.60740523</c:v>
                </c:pt>
                <c:pt idx="58">
                  <c:v>1303.81151514</c:v>
                </c:pt>
                <c:pt idx="59">
                  <c:v>1328.08229171</c:v>
                </c:pt>
                <c:pt idx="60">
                  <c:v>1352.57589935</c:v>
                </c:pt>
                <c:pt idx="61">
                  <c:v>1377.13617366</c:v>
                </c:pt>
                <c:pt idx="62">
                  <c:v>1401.76311463</c:v>
                </c:pt>
                <c:pt idx="63">
                  <c:v>1426.45672227</c:v>
                </c:pt>
                <c:pt idx="64">
                  <c:v>1451.21699657</c:v>
                </c:pt>
                <c:pt idx="65">
                  <c:v>1476.04393755</c:v>
                </c:pt>
                <c:pt idx="66">
                  <c:v>1500.93754519</c:v>
                </c:pt>
                <c:pt idx="67">
                  <c:v>1525.89781949</c:v>
                </c:pt>
                <c:pt idx="68">
                  <c:v>1550.92476046</c:v>
                </c:pt>
                <c:pt idx="69">
                  <c:v>1576.0183681</c:v>
                </c:pt>
                <c:pt idx="70">
                  <c:v>1601.17864241</c:v>
                </c:pt>
                <c:pt idx="71">
                  <c:v>1626.40558338</c:v>
                </c:pt>
                <c:pt idx="72">
                  <c:v>1651.89360199</c:v>
                </c:pt>
                <c:pt idx="73">
                  <c:v>1677.44828727</c:v>
                </c:pt>
                <c:pt idx="74">
                  <c:v>1703.06963921</c:v>
                </c:pt>
                <c:pt idx="75">
                  <c:v>1728.75765783</c:v>
                </c:pt>
                <c:pt idx="76">
                  <c:v>1754.5123431</c:v>
                </c:pt>
                <c:pt idx="77">
                  <c:v>1780.33369505</c:v>
                </c:pt>
                <c:pt idx="78">
                  <c:v>1806.22171366</c:v>
                </c:pt>
                <c:pt idx="79">
                  <c:v>1832.17639894</c:v>
                </c:pt>
                <c:pt idx="80">
                  <c:v>1858.19775088</c:v>
                </c:pt>
                <c:pt idx="81">
                  <c:v>1884.28576949</c:v>
                </c:pt>
                <c:pt idx="82">
                  <c:v>1910.44045477</c:v>
                </c:pt>
                <c:pt idx="83">
                  <c:v>1936.66180672</c:v>
                </c:pt>
                <c:pt idx="84">
                  <c:v>1963.18401274</c:v>
                </c:pt>
                <c:pt idx="85">
                  <c:v>1989.77288543</c:v>
                </c:pt>
                <c:pt idx="86">
                  <c:v>2016.42842478</c:v>
                </c:pt>
                <c:pt idx="87">
                  <c:v>2043.15063081</c:v>
                </c:pt>
                <c:pt idx="88">
                  <c:v>2069.93950349</c:v>
                </c:pt>
                <c:pt idx="89">
                  <c:v>2096.79504285</c:v>
                </c:pt>
                <c:pt idx="90">
                  <c:v>2123.71724887</c:v>
                </c:pt>
                <c:pt idx="91">
                  <c:v>2150.70612156</c:v>
                </c:pt>
                <c:pt idx="92">
                  <c:v>2177.76166092</c:v>
                </c:pt>
                <c:pt idx="93">
                  <c:v>2204.88386694</c:v>
                </c:pt>
                <c:pt idx="94">
                  <c:v>2232.07273963</c:v>
                </c:pt>
                <c:pt idx="95">
                  <c:v>2259.32827898</c:v>
                </c:pt>
                <c:pt idx="96">
                  <c:v>2286.92603991</c:v>
                </c:pt>
                <c:pt idx="97">
                  <c:v>2314.59046751</c:v>
                </c:pt>
                <c:pt idx="98">
                  <c:v>2342.32156177</c:v>
                </c:pt>
                <c:pt idx="99">
                  <c:v>2370.1193227</c:v>
                </c:pt>
                <c:pt idx="100">
                  <c:v>2397.9837503</c:v>
                </c:pt>
                <c:pt idx="101">
                  <c:v>2425.91484456</c:v>
                </c:pt>
                <c:pt idx="102">
                  <c:v>2453.91260549</c:v>
                </c:pt>
                <c:pt idx="103">
                  <c:v>2481.97703309</c:v>
                </c:pt>
                <c:pt idx="104">
                  <c:v>2510.10812735</c:v>
                </c:pt>
                <c:pt idx="105">
                  <c:v>2538.30588828</c:v>
                </c:pt>
                <c:pt idx="106">
                  <c:v>2566.57031588</c:v>
                </c:pt>
                <c:pt idx="107">
                  <c:v>2594.90141014</c:v>
                </c:pt>
                <c:pt idx="108">
                  <c:v>2623.61774818</c:v>
                </c:pt>
                <c:pt idx="109">
                  <c:v>2652.40075288</c:v>
                </c:pt>
                <c:pt idx="110">
                  <c:v>2681.25042425</c:v>
                </c:pt>
                <c:pt idx="111">
                  <c:v>2710.16676228</c:v>
                </c:pt>
                <c:pt idx="112">
                  <c:v>2739.14976698</c:v>
                </c:pt>
                <c:pt idx="113">
                  <c:v>2768.19943835</c:v>
                </c:pt>
                <c:pt idx="114">
                  <c:v>2797.31577638</c:v>
                </c:pt>
                <c:pt idx="115">
                  <c:v>2826.49878108</c:v>
                </c:pt>
                <c:pt idx="116">
                  <c:v>2855.74845245</c:v>
                </c:pt>
                <c:pt idx="117">
                  <c:v>2885.06479048</c:v>
                </c:pt>
                <c:pt idx="118">
                  <c:v>2914.44779518</c:v>
                </c:pt>
                <c:pt idx="119">
                  <c:v>2943.89746655</c:v>
                </c:pt>
                <c:pt idx="120">
                  <c:v>2973.77712477</c:v>
                </c:pt>
                <c:pt idx="121">
                  <c:v>3003.72344966</c:v>
                </c:pt>
                <c:pt idx="122">
                  <c:v>3033.73644121</c:v>
                </c:pt>
                <c:pt idx="123">
                  <c:v>3063.81609944</c:v>
                </c:pt>
                <c:pt idx="124">
                  <c:v>3093.96242433</c:v>
                </c:pt>
                <c:pt idx="125">
                  <c:v>3124.17541588</c:v>
                </c:pt>
                <c:pt idx="126">
                  <c:v>3154.4550741</c:v>
                </c:pt>
                <c:pt idx="127">
                  <c:v>3184.80139899</c:v>
                </c:pt>
                <c:pt idx="128">
                  <c:v>3215.21439055</c:v>
                </c:pt>
                <c:pt idx="129">
                  <c:v>3245.69404877</c:v>
                </c:pt>
                <c:pt idx="130">
                  <c:v>3276.24037366</c:v>
                </c:pt>
                <c:pt idx="131">
                  <c:v>3306.85336521</c:v>
                </c:pt>
                <c:pt idx="132">
                  <c:v>3337.94287643</c:v>
                </c:pt>
                <c:pt idx="133">
                  <c:v>3369.09905431</c:v>
                </c:pt>
                <c:pt idx="134">
                  <c:v>3400.32189886</c:v>
                </c:pt>
                <c:pt idx="135">
                  <c:v>3431.61141008</c:v>
                </c:pt>
                <c:pt idx="136">
                  <c:v>3462.96758796</c:v>
                </c:pt>
                <c:pt idx="137">
                  <c:v>3494.39043252</c:v>
                </c:pt>
                <c:pt idx="138">
                  <c:v>3525.87994373</c:v>
                </c:pt>
                <c:pt idx="139">
                  <c:v>3557.43612162</c:v>
                </c:pt>
                <c:pt idx="140">
                  <c:v>3589.05896617</c:v>
                </c:pt>
                <c:pt idx="141">
                  <c:v>3620.74847739</c:v>
                </c:pt>
                <c:pt idx="142">
                  <c:v>3652.50465527</c:v>
                </c:pt>
                <c:pt idx="143">
                  <c:v>3684.32749982</c:v>
                </c:pt>
                <c:pt idx="144">
                  <c:v>3716.67525815</c:v>
                </c:pt>
                <c:pt idx="145">
                  <c:v>3749.08968315</c:v>
                </c:pt>
                <c:pt idx="146">
                  <c:v>3781.57077482</c:v>
                </c:pt>
                <c:pt idx="147">
                  <c:v>3814.11853315</c:v>
                </c:pt>
                <c:pt idx="148">
                  <c:v>3846.73295815</c:v>
                </c:pt>
                <c:pt idx="149">
                  <c:v>3879.41404982</c:v>
                </c:pt>
                <c:pt idx="150">
                  <c:v>3912.16180815</c:v>
                </c:pt>
                <c:pt idx="151">
                  <c:v>3944.97623315</c:v>
                </c:pt>
                <c:pt idx="152">
                  <c:v>3977.85732481</c:v>
                </c:pt>
                <c:pt idx="153">
                  <c:v>4010.80508315</c:v>
                </c:pt>
                <c:pt idx="154">
                  <c:v>4043.81950815</c:v>
                </c:pt>
                <c:pt idx="155">
                  <c:v>4076.90059981</c:v>
                </c:pt>
                <c:pt idx="156">
                  <c:v>4110.55693515</c:v>
                </c:pt>
                <c:pt idx="157">
                  <c:v>4144.27993714</c:v>
                </c:pt>
                <c:pt idx="158">
                  <c:v>4178.06960581</c:v>
                </c:pt>
                <c:pt idx="159">
                  <c:v>4211.92594114</c:v>
                </c:pt>
                <c:pt idx="160">
                  <c:v>4245.84894314</c:v>
                </c:pt>
                <c:pt idx="161">
                  <c:v>4279.83861181</c:v>
                </c:pt>
                <c:pt idx="162">
                  <c:v>4313.89494714</c:v>
                </c:pt>
                <c:pt idx="163">
                  <c:v>4348.01794914</c:v>
                </c:pt>
                <c:pt idx="164">
                  <c:v>4382.20761781</c:v>
                </c:pt>
                <c:pt idx="165">
                  <c:v>4416.46395314</c:v>
                </c:pt>
                <c:pt idx="166">
                  <c:v>4450.78695514</c:v>
                </c:pt>
                <c:pt idx="167">
                  <c:v>4485.17662381</c:v>
                </c:pt>
                <c:pt idx="168">
                  <c:v>4520.19387922</c:v>
                </c:pt>
                <c:pt idx="169">
                  <c:v>4555.2778013</c:v>
                </c:pt>
                <c:pt idx="170">
                  <c:v>4590.42839004</c:v>
                </c:pt>
                <c:pt idx="171">
                  <c:v>4625.64564546</c:v>
                </c:pt>
                <c:pt idx="172">
                  <c:v>4660.92956754</c:v>
                </c:pt>
                <c:pt idx="173">
                  <c:v>4696.28015628</c:v>
                </c:pt>
                <c:pt idx="174">
                  <c:v>4731.69741169</c:v>
                </c:pt>
                <c:pt idx="175">
                  <c:v>4767.18133377</c:v>
                </c:pt>
              </c:numCache>
            </c:numRef>
          </c:yVal>
        </c:ser>
        <c:ser>
          <c:idx val="2"/>
          <c:order val="2"/>
          <c:tx>
            <c:v>적금3%</c:v>
          </c:tx>
          <c:spPr>
            <a:ln xmlns:a="http://schemas.openxmlformats.org/drawingml/2006/main" w="25718">
              <a:solidFill>
                <a:srgbClr val="72ABE0"/>
              </a:solidFill>
              <a:prstDash val="solid"/>
            </a:ln>
          </c:spPr>
          <c:marker>
            <c:symbol val="none"/>
          </c:marker>
          <c:xVal>
            <c:numRef>
              <c:f>'Chart Data'!$E$2:$E$177</c:f>
              <c:numCache>
                <c:formatCode>General</c:formatCode>
                <c:ptCount val="176"/>
                <c:pt idx="0">
                  <c:v>2012.04166667</c:v>
                </c:pt>
                <c:pt idx="1">
                  <c:v>2012.125</c:v>
                </c:pt>
                <c:pt idx="2">
                  <c:v>2012.20833333</c:v>
                </c:pt>
                <c:pt idx="3">
                  <c:v>2012.29166667</c:v>
                </c:pt>
                <c:pt idx="4">
                  <c:v>2012.375</c:v>
                </c:pt>
                <c:pt idx="5">
                  <c:v>2012.45833333</c:v>
                </c:pt>
                <c:pt idx="6">
                  <c:v>2012.54166667</c:v>
                </c:pt>
                <c:pt idx="7">
                  <c:v>2012.625</c:v>
                </c:pt>
                <c:pt idx="8">
                  <c:v>2012.70833333</c:v>
                </c:pt>
                <c:pt idx="9">
                  <c:v>2012.79166667</c:v>
                </c:pt>
                <c:pt idx="10">
                  <c:v>2012.875</c:v>
                </c:pt>
                <c:pt idx="11">
                  <c:v>2012.95833333</c:v>
                </c:pt>
                <c:pt idx="12">
                  <c:v>2013.04166667</c:v>
                </c:pt>
                <c:pt idx="13">
                  <c:v>2013.125</c:v>
                </c:pt>
                <c:pt idx="14">
                  <c:v>2013.20833333</c:v>
                </c:pt>
                <c:pt idx="15">
                  <c:v>2013.29166667</c:v>
                </c:pt>
                <c:pt idx="16">
                  <c:v>2013.375</c:v>
                </c:pt>
                <c:pt idx="17">
                  <c:v>2013.45833333</c:v>
                </c:pt>
                <c:pt idx="18">
                  <c:v>2013.54166667</c:v>
                </c:pt>
                <c:pt idx="19">
                  <c:v>2013.625</c:v>
                </c:pt>
                <c:pt idx="20">
                  <c:v>2013.70833333</c:v>
                </c:pt>
                <c:pt idx="21">
                  <c:v>2013.79166667</c:v>
                </c:pt>
                <c:pt idx="22">
                  <c:v>2013.875</c:v>
                </c:pt>
                <c:pt idx="23">
                  <c:v>2013.95833333</c:v>
                </c:pt>
                <c:pt idx="24">
                  <c:v>2014.04166667</c:v>
                </c:pt>
                <c:pt idx="25">
                  <c:v>2014.125</c:v>
                </c:pt>
                <c:pt idx="26">
                  <c:v>2014.20833333</c:v>
                </c:pt>
                <c:pt idx="27">
                  <c:v>2014.29166667</c:v>
                </c:pt>
                <c:pt idx="28">
                  <c:v>2014.375</c:v>
                </c:pt>
                <c:pt idx="29">
                  <c:v>2014.45833333</c:v>
                </c:pt>
                <c:pt idx="30">
                  <c:v>2014.54166667</c:v>
                </c:pt>
                <c:pt idx="31">
                  <c:v>2014.625</c:v>
                </c:pt>
                <c:pt idx="32">
                  <c:v>2014.70833333</c:v>
                </c:pt>
                <c:pt idx="33">
                  <c:v>2014.79166667</c:v>
                </c:pt>
                <c:pt idx="34">
                  <c:v>2014.875</c:v>
                </c:pt>
                <c:pt idx="35">
                  <c:v>2014.95833333</c:v>
                </c:pt>
                <c:pt idx="36">
                  <c:v>2015.04166667</c:v>
                </c:pt>
                <c:pt idx="37">
                  <c:v>2015.125</c:v>
                </c:pt>
                <c:pt idx="38">
                  <c:v>2015.20833333</c:v>
                </c:pt>
                <c:pt idx="39">
                  <c:v>2015.29166667</c:v>
                </c:pt>
                <c:pt idx="40">
                  <c:v>2015.375</c:v>
                </c:pt>
                <c:pt idx="41">
                  <c:v>2015.45833333</c:v>
                </c:pt>
                <c:pt idx="42">
                  <c:v>2015.54166667</c:v>
                </c:pt>
                <c:pt idx="43">
                  <c:v>2015.625</c:v>
                </c:pt>
                <c:pt idx="44">
                  <c:v>2015.70833333</c:v>
                </c:pt>
                <c:pt idx="45">
                  <c:v>2015.79166667</c:v>
                </c:pt>
                <c:pt idx="46">
                  <c:v>2015.875</c:v>
                </c:pt>
                <c:pt idx="47">
                  <c:v>2015.95833333</c:v>
                </c:pt>
                <c:pt idx="48">
                  <c:v>2016.04166667</c:v>
                </c:pt>
                <c:pt idx="49">
                  <c:v>2016.125</c:v>
                </c:pt>
                <c:pt idx="50">
                  <c:v>2016.20833333</c:v>
                </c:pt>
                <c:pt idx="51">
                  <c:v>2016.29166667</c:v>
                </c:pt>
                <c:pt idx="52">
                  <c:v>2016.375</c:v>
                </c:pt>
                <c:pt idx="53">
                  <c:v>2016.45833333</c:v>
                </c:pt>
                <c:pt idx="54">
                  <c:v>2016.54166667</c:v>
                </c:pt>
                <c:pt idx="55">
                  <c:v>2016.625</c:v>
                </c:pt>
                <c:pt idx="56">
                  <c:v>2016.70833333</c:v>
                </c:pt>
                <c:pt idx="57">
                  <c:v>2016.79166667</c:v>
                </c:pt>
                <c:pt idx="58">
                  <c:v>2016.875</c:v>
                </c:pt>
                <c:pt idx="59">
                  <c:v>2016.95833333</c:v>
                </c:pt>
                <c:pt idx="60">
                  <c:v>2017.04166667</c:v>
                </c:pt>
                <c:pt idx="61">
                  <c:v>2017.125</c:v>
                </c:pt>
                <c:pt idx="62">
                  <c:v>2017.20833333</c:v>
                </c:pt>
                <c:pt idx="63">
                  <c:v>2017.29166667</c:v>
                </c:pt>
                <c:pt idx="64">
                  <c:v>2017.375</c:v>
                </c:pt>
                <c:pt idx="65">
                  <c:v>2017.45833333</c:v>
                </c:pt>
                <c:pt idx="66">
                  <c:v>2017.54166667</c:v>
                </c:pt>
                <c:pt idx="67">
                  <c:v>2017.625</c:v>
                </c:pt>
                <c:pt idx="68">
                  <c:v>2017.70833333</c:v>
                </c:pt>
                <c:pt idx="69">
                  <c:v>2017.79166667</c:v>
                </c:pt>
                <c:pt idx="70">
                  <c:v>2017.875</c:v>
                </c:pt>
                <c:pt idx="71">
                  <c:v>2017.95833333</c:v>
                </c:pt>
                <c:pt idx="72">
                  <c:v>2018.04166667</c:v>
                </c:pt>
                <c:pt idx="73">
                  <c:v>2018.125</c:v>
                </c:pt>
                <c:pt idx="74">
                  <c:v>2018.20833333</c:v>
                </c:pt>
                <c:pt idx="75">
                  <c:v>2018.29166667</c:v>
                </c:pt>
                <c:pt idx="76">
                  <c:v>2018.375</c:v>
                </c:pt>
                <c:pt idx="77">
                  <c:v>2018.45833333</c:v>
                </c:pt>
                <c:pt idx="78">
                  <c:v>2018.54166667</c:v>
                </c:pt>
                <c:pt idx="79">
                  <c:v>2018.625</c:v>
                </c:pt>
                <c:pt idx="80">
                  <c:v>2018.70833333</c:v>
                </c:pt>
                <c:pt idx="81">
                  <c:v>2018.79166667</c:v>
                </c:pt>
                <c:pt idx="82">
                  <c:v>2018.875</c:v>
                </c:pt>
                <c:pt idx="83">
                  <c:v>2018.95833333</c:v>
                </c:pt>
                <c:pt idx="84">
                  <c:v>2019.04166667</c:v>
                </c:pt>
                <c:pt idx="85">
                  <c:v>2019.125</c:v>
                </c:pt>
                <c:pt idx="86">
                  <c:v>2019.20833333</c:v>
                </c:pt>
                <c:pt idx="87">
                  <c:v>2019.29166667</c:v>
                </c:pt>
                <c:pt idx="88">
                  <c:v>2019.375</c:v>
                </c:pt>
                <c:pt idx="89">
                  <c:v>2019.45833333</c:v>
                </c:pt>
                <c:pt idx="90">
                  <c:v>2019.54166667</c:v>
                </c:pt>
                <c:pt idx="91">
                  <c:v>2019.625</c:v>
                </c:pt>
                <c:pt idx="92">
                  <c:v>2019.70833333</c:v>
                </c:pt>
                <c:pt idx="93">
                  <c:v>2019.79166667</c:v>
                </c:pt>
                <c:pt idx="94">
                  <c:v>2019.875</c:v>
                </c:pt>
                <c:pt idx="95">
                  <c:v>2019.95833333</c:v>
                </c:pt>
                <c:pt idx="96">
                  <c:v>2020.04166667</c:v>
                </c:pt>
                <c:pt idx="97">
                  <c:v>2020.125</c:v>
                </c:pt>
                <c:pt idx="98">
                  <c:v>2020.20833333</c:v>
                </c:pt>
                <c:pt idx="99">
                  <c:v>2020.29166667</c:v>
                </c:pt>
                <c:pt idx="100">
                  <c:v>2020.375</c:v>
                </c:pt>
                <c:pt idx="101">
                  <c:v>2020.45833333</c:v>
                </c:pt>
                <c:pt idx="102">
                  <c:v>2020.54166667</c:v>
                </c:pt>
                <c:pt idx="103">
                  <c:v>2020.625</c:v>
                </c:pt>
                <c:pt idx="104">
                  <c:v>2020.70833333</c:v>
                </c:pt>
                <c:pt idx="105">
                  <c:v>2020.79166667</c:v>
                </c:pt>
                <c:pt idx="106">
                  <c:v>2020.875</c:v>
                </c:pt>
                <c:pt idx="107">
                  <c:v>2020.95833333</c:v>
                </c:pt>
                <c:pt idx="108">
                  <c:v>2021.04166667</c:v>
                </c:pt>
                <c:pt idx="109">
                  <c:v>2021.125</c:v>
                </c:pt>
                <c:pt idx="110">
                  <c:v>2021.20833333</c:v>
                </c:pt>
                <c:pt idx="111">
                  <c:v>2021.29166667</c:v>
                </c:pt>
                <c:pt idx="112">
                  <c:v>2021.375</c:v>
                </c:pt>
                <c:pt idx="113">
                  <c:v>2021.45833333</c:v>
                </c:pt>
                <c:pt idx="114">
                  <c:v>2021.54166667</c:v>
                </c:pt>
                <c:pt idx="115">
                  <c:v>2021.625</c:v>
                </c:pt>
                <c:pt idx="116">
                  <c:v>2021.70833333</c:v>
                </c:pt>
                <c:pt idx="117">
                  <c:v>2021.79166667</c:v>
                </c:pt>
                <c:pt idx="118">
                  <c:v>2021.875</c:v>
                </c:pt>
                <c:pt idx="119">
                  <c:v>2021.95833333</c:v>
                </c:pt>
                <c:pt idx="120">
                  <c:v>2022.04166667</c:v>
                </c:pt>
                <c:pt idx="121">
                  <c:v>2022.125</c:v>
                </c:pt>
                <c:pt idx="122">
                  <c:v>2022.20833333</c:v>
                </c:pt>
                <c:pt idx="123">
                  <c:v>2022.29166667</c:v>
                </c:pt>
                <c:pt idx="124">
                  <c:v>2022.375</c:v>
                </c:pt>
                <c:pt idx="125">
                  <c:v>2022.45833333</c:v>
                </c:pt>
                <c:pt idx="126">
                  <c:v>2022.54166667</c:v>
                </c:pt>
                <c:pt idx="127">
                  <c:v>2022.625</c:v>
                </c:pt>
                <c:pt idx="128">
                  <c:v>2022.70833333</c:v>
                </c:pt>
                <c:pt idx="129">
                  <c:v>2022.79166667</c:v>
                </c:pt>
                <c:pt idx="130">
                  <c:v>2022.875</c:v>
                </c:pt>
                <c:pt idx="131">
                  <c:v>2022.95833333</c:v>
                </c:pt>
                <c:pt idx="132">
                  <c:v>2023.04166667</c:v>
                </c:pt>
                <c:pt idx="133">
                  <c:v>2023.125</c:v>
                </c:pt>
                <c:pt idx="134">
                  <c:v>2023.20833333</c:v>
                </c:pt>
                <c:pt idx="135">
                  <c:v>2023.29166667</c:v>
                </c:pt>
                <c:pt idx="136">
                  <c:v>2023.375</c:v>
                </c:pt>
                <c:pt idx="137">
                  <c:v>2023.45833333</c:v>
                </c:pt>
                <c:pt idx="138">
                  <c:v>2023.54166667</c:v>
                </c:pt>
                <c:pt idx="139">
                  <c:v>2023.625</c:v>
                </c:pt>
                <c:pt idx="140">
                  <c:v>2023.70833333</c:v>
                </c:pt>
                <c:pt idx="141">
                  <c:v>2023.79166667</c:v>
                </c:pt>
                <c:pt idx="142">
                  <c:v>2023.875</c:v>
                </c:pt>
                <c:pt idx="143">
                  <c:v>2023.95833333</c:v>
                </c:pt>
                <c:pt idx="144">
                  <c:v>2024.04166667</c:v>
                </c:pt>
                <c:pt idx="145">
                  <c:v>2024.125</c:v>
                </c:pt>
                <c:pt idx="146">
                  <c:v>2024.20833333</c:v>
                </c:pt>
                <c:pt idx="147">
                  <c:v>2024.29166667</c:v>
                </c:pt>
                <c:pt idx="148">
                  <c:v>2024.375</c:v>
                </c:pt>
                <c:pt idx="149">
                  <c:v>2024.45833333</c:v>
                </c:pt>
                <c:pt idx="150">
                  <c:v>2024.54166667</c:v>
                </c:pt>
                <c:pt idx="151">
                  <c:v>2024.625</c:v>
                </c:pt>
                <c:pt idx="152">
                  <c:v>2024.70833333</c:v>
                </c:pt>
                <c:pt idx="153">
                  <c:v>2024.79166667</c:v>
                </c:pt>
                <c:pt idx="154">
                  <c:v>2024.875</c:v>
                </c:pt>
                <c:pt idx="155">
                  <c:v>2024.95833333</c:v>
                </c:pt>
                <c:pt idx="156">
                  <c:v>2025.04166667</c:v>
                </c:pt>
                <c:pt idx="157">
                  <c:v>2025.125</c:v>
                </c:pt>
                <c:pt idx="158">
                  <c:v>2025.20833333</c:v>
                </c:pt>
                <c:pt idx="159">
                  <c:v>2025.29166667</c:v>
                </c:pt>
                <c:pt idx="160">
                  <c:v>2025.375</c:v>
                </c:pt>
                <c:pt idx="161">
                  <c:v>2025.45833333</c:v>
                </c:pt>
                <c:pt idx="162">
                  <c:v>2025.54166667</c:v>
                </c:pt>
                <c:pt idx="163">
                  <c:v>2025.625</c:v>
                </c:pt>
                <c:pt idx="164">
                  <c:v>2025.70833333</c:v>
                </c:pt>
                <c:pt idx="165">
                  <c:v>2025.79166667</c:v>
                </c:pt>
                <c:pt idx="166">
                  <c:v>2025.875</c:v>
                </c:pt>
                <c:pt idx="167">
                  <c:v>2025.95833333</c:v>
                </c:pt>
                <c:pt idx="168">
                  <c:v>2026.04166667</c:v>
                </c:pt>
                <c:pt idx="169">
                  <c:v>2026.125</c:v>
                </c:pt>
                <c:pt idx="170">
                  <c:v>2026.20833333</c:v>
                </c:pt>
                <c:pt idx="171">
                  <c:v>2026.29166667</c:v>
                </c:pt>
                <c:pt idx="172">
                  <c:v>2026.375</c:v>
                </c:pt>
                <c:pt idx="173">
                  <c:v>2026.45833333</c:v>
                </c:pt>
                <c:pt idx="174">
                  <c:v>2026.54166667</c:v>
                </c:pt>
                <c:pt idx="175">
                  <c:v>2026.625</c:v>
                </c:pt>
              </c:numCache>
            </c:numRef>
          </c:xVal>
          <c:yVal>
            <c:numRef>
              <c:f>'Chart Data'!$F$2:$F$177</c:f>
              <c:numCache>
                <c:formatCode>#,##0</c:formatCode>
                <c:ptCount val="176"/>
                <c:pt idx="0">
                  <c:v>20.05</c:v>
                </c:pt>
                <c:pt idx="1">
                  <c:v>40.15</c:v>
                </c:pt>
                <c:pt idx="2">
                  <c:v>60.3</c:v>
                </c:pt>
                <c:pt idx="3">
                  <c:v>80.5</c:v>
                </c:pt>
                <c:pt idx="4">
                  <c:v>100.75</c:v>
                </c:pt>
                <c:pt idx="5">
                  <c:v>121.05</c:v>
                </c:pt>
                <c:pt idx="6">
                  <c:v>141.4</c:v>
                </c:pt>
                <c:pt idx="7">
                  <c:v>161.8</c:v>
                </c:pt>
                <c:pt idx="8">
                  <c:v>182.25</c:v>
                </c:pt>
                <c:pt idx="9">
                  <c:v>202.75</c:v>
                </c:pt>
                <c:pt idx="10">
                  <c:v>223.3</c:v>
                </c:pt>
                <c:pt idx="11">
                  <c:v>243.9</c:v>
                </c:pt>
                <c:pt idx="12">
                  <c:v>264.55975</c:v>
                </c:pt>
                <c:pt idx="13">
                  <c:v>285.2695</c:v>
                </c:pt>
                <c:pt idx="14">
                  <c:v>306.02925</c:v>
                </c:pt>
                <c:pt idx="15">
                  <c:v>326.839</c:v>
                </c:pt>
                <c:pt idx="16">
                  <c:v>347.69875</c:v>
                </c:pt>
                <c:pt idx="17">
                  <c:v>368.6085</c:v>
                </c:pt>
                <c:pt idx="18">
                  <c:v>389.56825</c:v>
                </c:pt>
                <c:pt idx="19">
                  <c:v>410.578</c:v>
                </c:pt>
                <c:pt idx="20">
                  <c:v>431.63775</c:v>
                </c:pt>
                <c:pt idx="21">
                  <c:v>452.7475</c:v>
                </c:pt>
                <c:pt idx="22">
                  <c:v>473.90725</c:v>
                </c:pt>
                <c:pt idx="23">
                  <c:v>495.117</c:v>
                </c:pt>
                <c:pt idx="24">
                  <c:v>516.4047925</c:v>
                </c:pt>
                <c:pt idx="25">
                  <c:v>537.742585</c:v>
                </c:pt>
                <c:pt idx="26">
                  <c:v>559.1303775</c:v>
                </c:pt>
                <c:pt idx="27">
                  <c:v>580.56817</c:v>
                </c:pt>
                <c:pt idx="28">
                  <c:v>602.0559625</c:v>
                </c:pt>
                <c:pt idx="29">
                  <c:v>623.593755</c:v>
                </c:pt>
                <c:pt idx="30">
                  <c:v>645.1815475</c:v>
                </c:pt>
                <c:pt idx="31">
                  <c:v>666.81934</c:v>
                </c:pt>
                <c:pt idx="32">
                  <c:v>688.5071325</c:v>
                </c:pt>
                <c:pt idx="33">
                  <c:v>710.244925</c:v>
                </c:pt>
                <c:pt idx="34">
                  <c:v>732.0327175</c:v>
                </c:pt>
                <c:pt idx="35">
                  <c:v>753.87051</c:v>
                </c:pt>
                <c:pt idx="36">
                  <c:v>775.805186275</c:v>
                </c:pt>
                <c:pt idx="37">
                  <c:v>797.78986255</c:v>
                </c:pt>
                <c:pt idx="38">
                  <c:v>819.824538825</c:v>
                </c:pt>
                <c:pt idx="39">
                  <c:v>841.9092151</c:v>
                </c:pt>
                <c:pt idx="40">
                  <c:v>864.043891375</c:v>
                </c:pt>
                <c:pt idx="41">
                  <c:v>886.22856765</c:v>
                </c:pt>
                <c:pt idx="42">
                  <c:v>908.463243925</c:v>
                </c:pt>
                <c:pt idx="43">
                  <c:v>930.7479202</c:v>
                </c:pt>
                <c:pt idx="44">
                  <c:v>953.082596475</c:v>
                </c:pt>
                <c:pt idx="45">
                  <c:v>975.46727275</c:v>
                </c:pt>
                <c:pt idx="46">
                  <c:v>997.901949025</c:v>
                </c:pt>
                <c:pt idx="47">
                  <c:v>1020.3866253</c:v>
                </c:pt>
                <c:pt idx="48">
                  <c:v>1042.98759186</c:v>
                </c:pt>
                <c:pt idx="49">
                  <c:v>1065.63855843</c:v>
                </c:pt>
                <c:pt idx="50">
                  <c:v>1088.33952499</c:v>
                </c:pt>
                <c:pt idx="51">
                  <c:v>1111.09049155</c:v>
                </c:pt>
                <c:pt idx="52">
                  <c:v>1133.89145812</c:v>
                </c:pt>
                <c:pt idx="53">
                  <c:v>1156.74242468</c:v>
                </c:pt>
                <c:pt idx="54">
                  <c:v>1179.64339124</c:v>
                </c:pt>
                <c:pt idx="55">
                  <c:v>1202.59435781</c:v>
                </c:pt>
                <c:pt idx="56">
                  <c:v>1225.59532437</c:v>
                </c:pt>
                <c:pt idx="57">
                  <c:v>1248.64629093</c:v>
                </c:pt>
                <c:pt idx="58">
                  <c:v>1271.7472575</c:v>
                </c:pt>
                <c:pt idx="59">
                  <c:v>1294.89822406</c:v>
                </c:pt>
                <c:pt idx="60">
                  <c:v>1318.18546962</c:v>
                </c:pt>
                <c:pt idx="61">
                  <c:v>1341.52271518</c:v>
                </c:pt>
                <c:pt idx="62">
                  <c:v>1364.90996074</c:v>
                </c:pt>
                <c:pt idx="63">
                  <c:v>1388.3472063</c:v>
                </c:pt>
                <c:pt idx="64">
                  <c:v>1411.83445186</c:v>
                </c:pt>
                <c:pt idx="65">
                  <c:v>1435.37169742</c:v>
                </c:pt>
                <c:pt idx="66">
                  <c:v>1458.95894298</c:v>
                </c:pt>
                <c:pt idx="67">
                  <c:v>1482.59618854</c:v>
                </c:pt>
                <c:pt idx="68">
                  <c:v>1506.2834341</c:v>
                </c:pt>
                <c:pt idx="69">
                  <c:v>1530.02067966</c:v>
                </c:pt>
                <c:pt idx="70">
                  <c:v>1553.80792522</c:v>
                </c:pt>
                <c:pt idx="71">
                  <c:v>1577.64517078</c:v>
                </c:pt>
                <c:pt idx="72">
                  <c:v>1601.63928371</c:v>
                </c:pt>
                <c:pt idx="73">
                  <c:v>1625.68339663</c:v>
                </c:pt>
                <c:pt idx="74">
                  <c:v>1649.77750956</c:v>
                </c:pt>
                <c:pt idx="75">
                  <c:v>1673.92162249</c:v>
                </c:pt>
                <c:pt idx="76">
                  <c:v>1698.11573542</c:v>
                </c:pt>
                <c:pt idx="77">
                  <c:v>1722.35984834</c:v>
                </c:pt>
                <c:pt idx="78">
                  <c:v>1746.65396127</c:v>
                </c:pt>
                <c:pt idx="79">
                  <c:v>1770.9980742</c:v>
                </c:pt>
                <c:pt idx="80">
                  <c:v>1795.39218712</c:v>
                </c:pt>
                <c:pt idx="81">
                  <c:v>1819.83630005</c:v>
                </c:pt>
                <c:pt idx="82">
                  <c:v>1844.33041298</c:v>
                </c:pt>
                <c:pt idx="83">
                  <c:v>1868.8745259</c:v>
                </c:pt>
                <c:pt idx="84">
                  <c:v>1893.59671222</c:v>
                </c:pt>
                <c:pt idx="85">
                  <c:v>1918.36889853</c:v>
                </c:pt>
                <c:pt idx="86">
                  <c:v>1943.19108485</c:v>
                </c:pt>
                <c:pt idx="87">
                  <c:v>1968.06327116</c:v>
                </c:pt>
                <c:pt idx="88">
                  <c:v>1992.98545748</c:v>
                </c:pt>
                <c:pt idx="89">
                  <c:v>2017.95764379</c:v>
                </c:pt>
                <c:pt idx="90">
                  <c:v>2042.97983011</c:v>
                </c:pt>
                <c:pt idx="91">
                  <c:v>2068.05201642</c:v>
                </c:pt>
                <c:pt idx="92">
                  <c:v>2093.17420274</c:v>
                </c:pt>
                <c:pt idx="93">
                  <c:v>2118.34638905</c:v>
                </c:pt>
                <c:pt idx="94">
                  <c:v>2143.56857537</c:v>
                </c:pt>
                <c:pt idx="95">
                  <c:v>2168.84076168</c:v>
                </c:pt>
                <c:pt idx="96">
                  <c:v>2194.31286359</c:v>
                </c:pt>
                <c:pt idx="97">
                  <c:v>2219.83496549</c:v>
                </c:pt>
                <c:pt idx="98">
                  <c:v>2245.40706739</c:v>
                </c:pt>
                <c:pt idx="99">
                  <c:v>2271.0291693</c:v>
                </c:pt>
                <c:pt idx="100">
                  <c:v>2296.7012712</c:v>
                </c:pt>
                <c:pt idx="101">
                  <c:v>2322.42337311</c:v>
                </c:pt>
                <c:pt idx="102">
                  <c:v>2348.19547501</c:v>
                </c:pt>
                <c:pt idx="103">
                  <c:v>2374.01757691</c:v>
                </c:pt>
                <c:pt idx="104">
                  <c:v>2399.88967882</c:v>
                </c:pt>
                <c:pt idx="105">
                  <c:v>2425.81178072</c:v>
                </c:pt>
                <c:pt idx="106">
                  <c:v>2451.78388263</c:v>
                </c:pt>
                <c:pt idx="107">
                  <c:v>2477.80598453</c:v>
                </c:pt>
                <c:pt idx="108">
                  <c:v>2504.05049949</c:v>
                </c:pt>
                <c:pt idx="109">
                  <c:v>2530.34501445</c:v>
                </c:pt>
                <c:pt idx="110">
                  <c:v>2556.68952942</c:v>
                </c:pt>
                <c:pt idx="111">
                  <c:v>2583.08404438</c:v>
                </c:pt>
                <c:pt idx="112">
                  <c:v>2609.52855934</c:v>
                </c:pt>
                <c:pt idx="113">
                  <c:v>2636.0230743</c:v>
                </c:pt>
                <c:pt idx="114">
                  <c:v>2662.56758926</c:v>
                </c:pt>
                <c:pt idx="115">
                  <c:v>2689.16210422</c:v>
                </c:pt>
                <c:pt idx="116">
                  <c:v>2715.80661918</c:v>
                </c:pt>
                <c:pt idx="117">
                  <c:v>2742.50113415</c:v>
                </c:pt>
                <c:pt idx="118">
                  <c:v>2769.24564911</c:v>
                </c:pt>
                <c:pt idx="119">
                  <c:v>2796.04016407</c:v>
                </c:pt>
                <c:pt idx="120">
                  <c:v>2823.08026448</c:v>
                </c:pt>
                <c:pt idx="121">
                  <c:v>2850.17036489</c:v>
                </c:pt>
                <c:pt idx="122">
                  <c:v>2877.3104653</c:v>
                </c:pt>
                <c:pt idx="123">
                  <c:v>2904.50056571</c:v>
                </c:pt>
                <c:pt idx="124">
                  <c:v>2931.74066612</c:v>
                </c:pt>
                <c:pt idx="125">
                  <c:v>2959.03076653</c:v>
                </c:pt>
                <c:pt idx="126">
                  <c:v>2986.37086694</c:v>
                </c:pt>
                <c:pt idx="127">
                  <c:v>3013.76096735</c:v>
                </c:pt>
                <c:pt idx="128">
                  <c:v>3041.20106776</c:v>
                </c:pt>
                <c:pt idx="129">
                  <c:v>3068.69116817</c:v>
                </c:pt>
                <c:pt idx="130">
                  <c:v>3096.23126858</c:v>
                </c:pt>
                <c:pt idx="131">
                  <c:v>3123.82136899</c:v>
                </c:pt>
                <c:pt idx="132">
                  <c:v>3151.68092241</c:v>
                </c:pt>
                <c:pt idx="133">
                  <c:v>3179.59047583</c:v>
                </c:pt>
                <c:pt idx="134">
                  <c:v>3207.55002926</c:v>
                </c:pt>
                <c:pt idx="135">
                  <c:v>3235.55958268</c:v>
                </c:pt>
                <c:pt idx="136">
                  <c:v>3263.6191361</c:v>
                </c:pt>
                <c:pt idx="137">
                  <c:v>3291.72868952</c:v>
                </c:pt>
                <c:pt idx="138">
                  <c:v>3319.88824295</c:v>
                </c:pt>
                <c:pt idx="139">
                  <c:v>3348.09779637</c:v>
                </c:pt>
                <c:pt idx="140">
                  <c:v>3376.35734979</c:v>
                </c:pt>
                <c:pt idx="141">
                  <c:v>3404.66690321</c:v>
                </c:pt>
                <c:pt idx="142">
                  <c:v>3433.02645664</c:v>
                </c:pt>
                <c:pt idx="143">
                  <c:v>3461.43601006</c:v>
                </c:pt>
                <c:pt idx="144">
                  <c:v>3490.13960008</c:v>
                </c:pt>
                <c:pt idx="145">
                  <c:v>3518.89319011</c:v>
                </c:pt>
                <c:pt idx="146">
                  <c:v>3547.69678013</c:v>
                </c:pt>
                <c:pt idx="147">
                  <c:v>3576.55037016</c:v>
                </c:pt>
                <c:pt idx="148">
                  <c:v>3605.45396019</c:v>
                </c:pt>
                <c:pt idx="149">
                  <c:v>3634.40755021</c:v>
                </c:pt>
                <c:pt idx="150">
                  <c:v>3663.41114024</c:v>
                </c:pt>
                <c:pt idx="151">
                  <c:v>3692.46473026</c:v>
                </c:pt>
                <c:pt idx="152">
                  <c:v>3721.56832029</c:v>
                </c:pt>
                <c:pt idx="153">
                  <c:v>3750.72191031</c:v>
                </c:pt>
                <c:pt idx="154">
                  <c:v>3779.92550034</c:v>
                </c:pt>
                <c:pt idx="155">
                  <c:v>3809.17909036</c:v>
                </c:pt>
                <c:pt idx="156">
                  <c:v>3838.75203809</c:v>
                </c:pt>
                <c:pt idx="157">
                  <c:v>3868.37498581</c:v>
                </c:pt>
                <c:pt idx="158">
                  <c:v>3898.04793354</c:v>
                </c:pt>
                <c:pt idx="159">
                  <c:v>3927.77088126</c:v>
                </c:pt>
                <c:pt idx="160">
                  <c:v>3957.54382899</c:v>
                </c:pt>
                <c:pt idx="161">
                  <c:v>3987.36677672</c:v>
                </c:pt>
                <c:pt idx="162">
                  <c:v>4017.23972444</c:v>
                </c:pt>
                <c:pt idx="163">
                  <c:v>4047.16267217</c:v>
                </c:pt>
                <c:pt idx="164">
                  <c:v>4077.13561989</c:v>
                </c:pt>
                <c:pt idx="165">
                  <c:v>4107.15856762</c:v>
                </c:pt>
                <c:pt idx="166">
                  <c:v>4137.23151535</c:v>
                </c:pt>
                <c:pt idx="167">
                  <c:v>4167.35446307</c:v>
                </c:pt>
                <c:pt idx="168">
                  <c:v>4197.82284923</c:v>
                </c:pt>
                <c:pt idx="169">
                  <c:v>4228.34123539</c:v>
                </c:pt>
                <c:pt idx="170">
                  <c:v>4258.90962155</c:v>
                </c:pt>
                <c:pt idx="171">
                  <c:v>4289.5280077</c:v>
                </c:pt>
                <c:pt idx="172">
                  <c:v>4320.19639386</c:v>
                </c:pt>
                <c:pt idx="173">
                  <c:v>4350.91478002</c:v>
                </c:pt>
                <c:pt idx="174">
                  <c:v>4381.68316618</c:v>
                </c:pt>
                <c:pt idx="175">
                  <c:v>4412.50155233</c:v>
                </c:pt>
              </c:numCache>
            </c:numRef>
          </c:yVal>
        </c:ser>
        <c:ser>
          <c:idx val="3"/>
          <c:order val="3"/>
          <c:tx>
            <c:v>납입 원금</c:v>
          </c:tx>
          <c:spPr>
            <a:ln xmlns:a="http://schemas.openxmlformats.org/drawingml/2006/main" w="13335">
              <a:solidFill>
                <a:srgbClr val="242923"/>
              </a:solidFill>
              <a:prstDash val="dash"/>
            </a:ln>
          </c:spPr>
          <c:marker>
            <c:symbol val="none"/>
          </c:marker>
          <c:xVal>
            <c:numRef>
              <c:f>'Chart Data'!$G$2:$G$177</c:f>
              <c:numCache>
                <c:formatCode>General</c:formatCode>
                <c:ptCount val="176"/>
                <c:pt idx="0">
                  <c:v>2012.04166667</c:v>
                </c:pt>
                <c:pt idx="1">
                  <c:v>2012.125</c:v>
                </c:pt>
                <c:pt idx="2">
                  <c:v>2012.20833333</c:v>
                </c:pt>
                <c:pt idx="3">
                  <c:v>2012.29166667</c:v>
                </c:pt>
                <c:pt idx="4">
                  <c:v>2012.375</c:v>
                </c:pt>
                <c:pt idx="5">
                  <c:v>2012.45833333</c:v>
                </c:pt>
                <c:pt idx="6">
                  <c:v>2012.54166667</c:v>
                </c:pt>
                <c:pt idx="7">
                  <c:v>2012.625</c:v>
                </c:pt>
                <c:pt idx="8">
                  <c:v>2012.70833333</c:v>
                </c:pt>
                <c:pt idx="9">
                  <c:v>2012.79166667</c:v>
                </c:pt>
                <c:pt idx="10">
                  <c:v>2012.875</c:v>
                </c:pt>
                <c:pt idx="11">
                  <c:v>2012.95833333</c:v>
                </c:pt>
                <c:pt idx="12">
                  <c:v>2013.04166667</c:v>
                </c:pt>
                <c:pt idx="13">
                  <c:v>2013.125</c:v>
                </c:pt>
                <c:pt idx="14">
                  <c:v>2013.20833333</c:v>
                </c:pt>
                <c:pt idx="15">
                  <c:v>2013.29166667</c:v>
                </c:pt>
                <c:pt idx="16">
                  <c:v>2013.375</c:v>
                </c:pt>
                <c:pt idx="17">
                  <c:v>2013.45833333</c:v>
                </c:pt>
                <c:pt idx="18">
                  <c:v>2013.54166667</c:v>
                </c:pt>
                <c:pt idx="19">
                  <c:v>2013.625</c:v>
                </c:pt>
                <c:pt idx="20">
                  <c:v>2013.70833333</c:v>
                </c:pt>
                <c:pt idx="21">
                  <c:v>2013.79166667</c:v>
                </c:pt>
                <c:pt idx="22">
                  <c:v>2013.875</c:v>
                </c:pt>
                <c:pt idx="23">
                  <c:v>2013.95833333</c:v>
                </c:pt>
                <c:pt idx="24">
                  <c:v>2014.04166667</c:v>
                </c:pt>
                <c:pt idx="25">
                  <c:v>2014.125</c:v>
                </c:pt>
                <c:pt idx="26">
                  <c:v>2014.20833333</c:v>
                </c:pt>
                <c:pt idx="27">
                  <c:v>2014.29166667</c:v>
                </c:pt>
                <c:pt idx="28">
                  <c:v>2014.375</c:v>
                </c:pt>
                <c:pt idx="29">
                  <c:v>2014.45833333</c:v>
                </c:pt>
                <c:pt idx="30">
                  <c:v>2014.54166667</c:v>
                </c:pt>
                <c:pt idx="31">
                  <c:v>2014.625</c:v>
                </c:pt>
                <c:pt idx="32">
                  <c:v>2014.70833333</c:v>
                </c:pt>
                <c:pt idx="33">
                  <c:v>2014.79166667</c:v>
                </c:pt>
                <c:pt idx="34">
                  <c:v>2014.875</c:v>
                </c:pt>
                <c:pt idx="35">
                  <c:v>2014.95833333</c:v>
                </c:pt>
                <c:pt idx="36">
                  <c:v>2015.04166667</c:v>
                </c:pt>
                <c:pt idx="37">
                  <c:v>2015.125</c:v>
                </c:pt>
                <c:pt idx="38">
                  <c:v>2015.20833333</c:v>
                </c:pt>
                <c:pt idx="39">
                  <c:v>2015.29166667</c:v>
                </c:pt>
                <c:pt idx="40">
                  <c:v>2015.375</c:v>
                </c:pt>
                <c:pt idx="41">
                  <c:v>2015.45833333</c:v>
                </c:pt>
                <c:pt idx="42">
                  <c:v>2015.54166667</c:v>
                </c:pt>
                <c:pt idx="43">
                  <c:v>2015.625</c:v>
                </c:pt>
                <c:pt idx="44">
                  <c:v>2015.70833333</c:v>
                </c:pt>
                <c:pt idx="45">
                  <c:v>2015.79166667</c:v>
                </c:pt>
                <c:pt idx="46">
                  <c:v>2015.875</c:v>
                </c:pt>
                <c:pt idx="47">
                  <c:v>2015.95833333</c:v>
                </c:pt>
                <c:pt idx="48">
                  <c:v>2016.04166667</c:v>
                </c:pt>
                <c:pt idx="49">
                  <c:v>2016.125</c:v>
                </c:pt>
                <c:pt idx="50">
                  <c:v>2016.20833333</c:v>
                </c:pt>
                <c:pt idx="51">
                  <c:v>2016.29166667</c:v>
                </c:pt>
                <c:pt idx="52">
                  <c:v>2016.375</c:v>
                </c:pt>
                <c:pt idx="53">
                  <c:v>2016.45833333</c:v>
                </c:pt>
                <c:pt idx="54">
                  <c:v>2016.54166667</c:v>
                </c:pt>
                <c:pt idx="55">
                  <c:v>2016.625</c:v>
                </c:pt>
                <c:pt idx="56">
                  <c:v>2016.70833333</c:v>
                </c:pt>
                <c:pt idx="57">
                  <c:v>2016.79166667</c:v>
                </c:pt>
                <c:pt idx="58">
                  <c:v>2016.875</c:v>
                </c:pt>
                <c:pt idx="59">
                  <c:v>2016.95833333</c:v>
                </c:pt>
                <c:pt idx="60">
                  <c:v>2017.04166667</c:v>
                </c:pt>
                <c:pt idx="61">
                  <c:v>2017.125</c:v>
                </c:pt>
                <c:pt idx="62">
                  <c:v>2017.20833333</c:v>
                </c:pt>
                <c:pt idx="63">
                  <c:v>2017.29166667</c:v>
                </c:pt>
                <c:pt idx="64">
                  <c:v>2017.375</c:v>
                </c:pt>
                <c:pt idx="65">
                  <c:v>2017.45833333</c:v>
                </c:pt>
                <c:pt idx="66">
                  <c:v>2017.54166667</c:v>
                </c:pt>
                <c:pt idx="67">
                  <c:v>2017.625</c:v>
                </c:pt>
                <c:pt idx="68">
                  <c:v>2017.70833333</c:v>
                </c:pt>
                <c:pt idx="69">
                  <c:v>2017.79166667</c:v>
                </c:pt>
                <c:pt idx="70">
                  <c:v>2017.875</c:v>
                </c:pt>
                <c:pt idx="71">
                  <c:v>2017.95833333</c:v>
                </c:pt>
                <c:pt idx="72">
                  <c:v>2018.04166667</c:v>
                </c:pt>
                <c:pt idx="73">
                  <c:v>2018.125</c:v>
                </c:pt>
                <c:pt idx="74">
                  <c:v>2018.20833333</c:v>
                </c:pt>
                <c:pt idx="75">
                  <c:v>2018.29166667</c:v>
                </c:pt>
                <c:pt idx="76">
                  <c:v>2018.375</c:v>
                </c:pt>
                <c:pt idx="77">
                  <c:v>2018.45833333</c:v>
                </c:pt>
                <c:pt idx="78">
                  <c:v>2018.54166667</c:v>
                </c:pt>
                <c:pt idx="79">
                  <c:v>2018.625</c:v>
                </c:pt>
                <c:pt idx="80">
                  <c:v>2018.70833333</c:v>
                </c:pt>
                <c:pt idx="81">
                  <c:v>2018.79166667</c:v>
                </c:pt>
                <c:pt idx="82">
                  <c:v>2018.875</c:v>
                </c:pt>
                <c:pt idx="83">
                  <c:v>2018.95833333</c:v>
                </c:pt>
                <c:pt idx="84">
                  <c:v>2019.04166667</c:v>
                </c:pt>
                <c:pt idx="85">
                  <c:v>2019.125</c:v>
                </c:pt>
                <c:pt idx="86">
                  <c:v>2019.20833333</c:v>
                </c:pt>
                <c:pt idx="87">
                  <c:v>2019.29166667</c:v>
                </c:pt>
                <c:pt idx="88">
                  <c:v>2019.375</c:v>
                </c:pt>
                <c:pt idx="89">
                  <c:v>2019.45833333</c:v>
                </c:pt>
                <c:pt idx="90">
                  <c:v>2019.54166667</c:v>
                </c:pt>
                <c:pt idx="91">
                  <c:v>2019.625</c:v>
                </c:pt>
                <c:pt idx="92">
                  <c:v>2019.70833333</c:v>
                </c:pt>
                <c:pt idx="93">
                  <c:v>2019.79166667</c:v>
                </c:pt>
                <c:pt idx="94">
                  <c:v>2019.875</c:v>
                </c:pt>
                <c:pt idx="95">
                  <c:v>2019.95833333</c:v>
                </c:pt>
                <c:pt idx="96">
                  <c:v>2020.04166667</c:v>
                </c:pt>
                <c:pt idx="97">
                  <c:v>2020.125</c:v>
                </c:pt>
                <c:pt idx="98">
                  <c:v>2020.20833333</c:v>
                </c:pt>
                <c:pt idx="99">
                  <c:v>2020.29166667</c:v>
                </c:pt>
                <c:pt idx="100">
                  <c:v>2020.375</c:v>
                </c:pt>
                <c:pt idx="101">
                  <c:v>2020.45833333</c:v>
                </c:pt>
                <c:pt idx="102">
                  <c:v>2020.54166667</c:v>
                </c:pt>
                <c:pt idx="103">
                  <c:v>2020.625</c:v>
                </c:pt>
                <c:pt idx="104">
                  <c:v>2020.70833333</c:v>
                </c:pt>
                <c:pt idx="105">
                  <c:v>2020.79166667</c:v>
                </c:pt>
                <c:pt idx="106">
                  <c:v>2020.875</c:v>
                </c:pt>
                <c:pt idx="107">
                  <c:v>2020.95833333</c:v>
                </c:pt>
                <c:pt idx="108">
                  <c:v>2021.04166667</c:v>
                </c:pt>
                <c:pt idx="109">
                  <c:v>2021.125</c:v>
                </c:pt>
                <c:pt idx="110">
                  <c:v>2021.20833333</c:v>
                </c:pt>
                <c:pt idx="111">
                  <c:v>2021.29166667</c:v>
                </c:pt>
                <c:pt idx="112">
                  <c:v>2021.375</c:v>
                </c:pt>
                <c:pt idx="113">
                  <c:v>2021.45833333</c:v>
                </c:pt>
                <c:pt idx="114">
                  <c:v>2021.54166667</c:v>
                </c:pt>
                <c:pt idx="115">
                  <c:v>2021.625</c:v>
                </c:pt>
                <c:pt idx="116">
                  <c:v>2021.70833333</c:v>
                </c:pt>
                <c:pt idx="117">
                  <c:v>2021.79166667</c:v>
                </c:pt>
                <c:pt idx="118">
                  <c:v>2021.875</c:v>
                </c:pt>
                <c:pt idx="119">
                  <c:v>2021.95833333</c:v>
                </c:pt>
                <c:pt idx="120">
                  <c:v>2022.04166667</c:v>
                </c:pt>
                <c:pt idx="121">
                  <c:v>2022.125</c:v>
                </c:pt>
                <c:pt idx="122">
                  <c:v>2022.20833333</c:v>
                </c:pt>
                <c:pt idx="123">
                  <c:v>2022.29166667</c:v>
                </c:pt>
                <c:pt idx="124">
                  <c:v>2022.375</c:v>
                </c:pt>
                <c:pt idx="125">
                  <c:v>2022.45833333</c:v>
                </c:pt>
                <c:pt idx="126">
                  <c:v>2022.54166667</c:v>
                </c:pt>
                <c:pt idx="127">
                  <c:v>2022.625</c:v>
                </c:pt>
                <c:pt idx="128">
                  <c:v>2022.70833333</c:v>
                </c:pt>
                <c:pt idx="129">
                  <c:v>2022.79166667</c:v>
                </c:pt>
                <c:pt idx="130">
                  <c:v>2022.875</c:v>
                </c:pt>
                <c:pt idx="131">
                  <c:v>2022.95833333</c:v>
                </c:pt>
                <c:pt idx="132">
                  <c:v>2023.04166667</c:v>
                </c:pt>
                <c:pt idx="133">
                  <c:v>2023.125</c:v>
                </c:pt>
                <c:pt idx="134">
                  <c:v>2023.20833333</c:v>
                </c:pt>
                <c:pt idx="135">
                  <c:v>2023.29166667</c:v>
                </c:pt>
                <c:pt idx="136">
                  <c:v>2023.375</c:v>
                </c:pt>
                <c:pt idx="137">
                  <c:v>2023.45833333</c:v>
                </c:pt>
                <c:pt idx="138">
                  <c:v>2023.54166667</c:v>
                </c:pt>
                <c:pt idx="139">
                  <c:v>2023.625</c:v>
                </c:pt>
                <c:pt idx="140">
                  <c:v>2023.70833333</c:v>
                </c:pt>
                <c:pt idx="141">
                  <c:v>2023.79166667</c:v>
                </c:pt>
                <c:pt idx="142">
                  <c:v>2023.875</c:v>
                </c:pt>
                <c:pt idx="143">
                  <c:v>2023.95833333</c:v>
                </c:pt>
                <c:pt idx="144">
                  <c:v>2024.04166667</c:v>
                </c:pt>
                <c:pt idx="145">
                  <c:v>2024.125</c:v>
                </c:pt>
                <c:pt idx="146">
                  <c:v>2024.20833333</c:v>
                </c:pt>
                <c:pt idx="147">
                  <c:v>2024.29166667</c:v>
                </c:pt>
                <c:pt idx="148">
                  <c:v>2024.375</c:v>
                </c:pt>
                <c:pt idx="149">
                  <c:v>2024.45833333</c:v>
                </c:pt>
                <c:pt idx="150">
                  <c:v>2024.54166667</c:v>
                </c:pt>
                <c:pt idx="151">
                  <c:v>2024.625</c:v>
                </c:pt>
                <c:pt idx="152">
                  <c:v>2024.70833333</c:v>
                </c:pt>
                <c:pt idx="153">
                  <c:v>2024.79166667</c:v>
                </c:pt>
                <c:pt idx="154">
                  <c:v>2024.875</c:v>
                </c:pt>
                <c:pt idx="155">
                  <c:v>2024.95833333</c:v>
                </c:pt>
                <c:pt idx="156">
                  <c:v>2025.04166667</c:v>
                </c:pt>
                <c:pt idx="157">
                  <c:v>2025.125</c:v>
                </c:pt>
                <c:pt idx="158">
                  <c:v>2025.20833333</c:v>
                </c:pt>
                <c:pt idx="159">
                  <c:v>2025.29166667</c:v>
                </c:pt>
                <c:pt idx="160">
                  <c:v>2025.375</c:v>
                </c:pt>
                <c:pt idx="161">
                  <c:v>2025.45833333</c:v>
                </c:pt>
                <c:pt idx="162">
                  <c:v>2025.54166667</c:v>
                </c:pt>
                <c:pt idx="163">
                  <c:v>2025.625</c:v>
                </c:pt>
                <c:pt idx="164">
                  <c:v>2025.70833333</c:v>
                </c:pt>
                <c:pt idx="165">
                  <c:v>2025.79166667</c:v>
                </c:pt>
                <c:pt idx="166">
                  <c:v>2025.875</c:v>
                </c:pt>
                <c:pt idx="167">
                  <c:v>2025.95833333</c:v>
                </c:pt>
                <c:pt idx="168">
                  <c:v>2026.04166667</c:v>
                </c:pt>
                <c:pt idx="169">
                  <c:v>2026.125</c:v>
                </c:pt>
                <c:pt idx="170">
                  <c:v>2026.20833333</c:v>
                </c:pt>
                <c:pt idx="171">
                  <c:v>2026.29166667</c:v>
                </c:pt>
                <c:pt idx="172">
                  <c:v>2026.375</c:v>
                </c:pt>
                <c:pt idx="173">
                  <c:v>2026.45833333</c:v>
                </c:pt>
                <c:pt idx="174">
                  <c:v>2026.54166667</c:v>
                </c:pt>
                <c:pt idx="175">
                  <c:v>2026.625</c:v>
                </c:pt>
              </c:numCache>
            </c:numRef>
          </c:xVal>
          <c:yVal>
            <c:numRef>
              <c:f>'Chart Data'!$H$2:$H$177</c:f>
              <c:numCache>
                <c:formatCode>#,##0</c:formatCode>
                <c:ptCount val="176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  <c:pt idx="8">
                  <c:v>180</c:v>
                </c:pt>
                <c:pt idx="9">
                  <c:v>200</c:v>
                </c:pt>
                <c:pt idx="10">
                  <c:v>220</c:v>
                </c:pt>
                <c:pt idx="11">
                  <c:v>240</c:v>
                </c:pt>
                <c:pt idx="12">
                  <c:v>260</c:v>
                </c:pt>
                <c:pt idx="13">
                  <c:v>280</c:v>
                </c:pt>
                <c:pt idx="14">
                  <c:v>300</c:v>
                </c:pt>
                <c:pt idx="15">
                  <c:v>320</c:v>
                </c:pt>
                <c:pt idx="16">
                  <c:v>340</c:v>
                </c:pt>
                <c:pt idx="17">
                  <c:v>360</c:v>
                </c:pt>
                <c:pt idx="18">
                  <c:v>380</c:v>
                </c:pt>
                <c:pt idx="19">
                  <c:v>400</c:v>
                </c:pt>
                <c:pt idx="20">
                  <c:v>420</c:v>
                </c:pt>
                <c:pt idx="21">
                  <c:v>440</c:v>
                </c:pt>
                <c:pt idx="22">
                  <c:v>460</c:v>
                </c:pt>
                <c:pt idx="23">
                  <c:v>480</c:v>
                </c:pt>
                <c:pt idx="24">
                  <c:v>500</c:v>
                </c:pt>
                <c:pt idx="25">
                  <c:v>520</c:v>
                </c:pt>
                <c:pt idx="26">
                  <c:v>540</c:v>
                </c:pt>
                <c:pt idx="27">
                  <c:v>560</c:v>
                </c:pt>
                <c:pt idx="28">
                  <c:v>580</c:v>
                </c:pt>
                <c:pt idx="29">
                  <c:v>600</c:v>
                </c:pt>
                <c:pt idx="30">
                  <c:v>620</c:v>
                </c:pt>
                <c:pt idx="31">
                  <c:v>640</c:v>
                </c:pt>
                <c:pt idx="32">
                  <c:v>660</c:v>
                </c:pt>
                <c:pt idx="33">
                  <c:v>680</c:v>
                </c:pt>
                <c:pt idx="34">
                  <c:v>700</c:v>
                </c:pt>
                <c:pt idx="35">
                  <c:v>720</c:v>
                </c:pt>
                <c:pt idx="36">
                  <c:v>740</c:v>
                </c:pt>
                <c:pt idx="37">
                  <c:v>760</c:v>
                </c:pt>
                <c:pt idx="38">
                  <c:v>780</c:v>
                </c:pt>
                <c:pt idx="39">
                  <c:v>800</c:v>
                </c:pt>
                <c:pt idx="40">
                  <c:v>820</c:v>
                </c:pt>
                <c:pt idx="41">
                  <c:v>840</c:v>
                </c:pt>
                <c:pt idx="42">
                  <c:v>860</c:v>
                </c:pt>
                <c:pt idx="43">
                  <c:v>880</c:v>
                </c:pt>
                <c:pt idx="44">
                  <c:v>900</c:v>
                </c:pt>
                <c:pt idx="45">
                  <c:v>920</c:v>
                </c:pt>
                <c:pt idx="46">
                  <c:v>940</c:v>
                </c:pt>
                <c:pt idx="47">
                  <c:v>960</c:v>
                </c:pt>
                <c:pt idx="48">
                  <c:v>980</c:v>
                </c:pt>
                <c:pt idx="49">
                  <c:v>1000</c:v>
                </c:pt>
                <c:pt idx="50">
                  <c:v>1020</c:v>
                </c:pt>
                <c:pt idx="51">
                  <c:v>1040</c:v>
                </c:pt>
                <c:pt idx="52">
                  <c:v>1060</c:v>
                </c:pt>
                <c:pt idx="53">
                  <c:v>1080</c:v>
                </c:pt>
                <c:pt idx="54">
                  <c:v>1100</c:v>
                </c:pt>
                <c:pt idx="55">
                  <c:v>1120</c:v>
                </c:pt>
                <c:pt idx="56">
                  <c:v>1140</c:v>
                </c:pt>
                <c:pt idx="57">
                  <c:v>1160</c:v>
                </c:pt>
                <c:pt idx="58">
                  <c:v>1180</c:v>
                </c:pt>
                <c:pt idx="59">
                  <c:v>1200</c:v>
                </c:pt>
                <c:pt idx="60">
                  <c:v>1220</c:v>
                </c:pt>
                <c:pt idx="61">
                  <c:v>1240</c:v>
                </c:pt>
                <c:pt idx="62">
                  <c:v>1260</c:v>
                </c:pt>
                <c:pt idx="63">
                  <c:v>1280</c:v>
                </c:pt>
                <c:pt idx="64">
                  <c:v>1300</c:v>
                </c:pt>
                <c:pt idx="65">
                  <c:v>1320</c:v>
                </c:pt>
                <c:pt idx="66">
                  <c:v>1340</c:v>
                </c:pt>
                <c:pt idx="67">
                  <c:v>1360</c:v>
                </c:pt>
                <c:pt idx="68">
                  <c:v>1380</c:v>
                </c:pt>
                <c:pt idx="69">
                  <c:v>1400</c:v>
                </c:pt>
                <c:pt idx="70">
                  <c:v>1420</c:v>
                </c:pt>
                <c:pt idx="71">
                  <c:v>1440</c:v>
                </c:pt>
                <c:pt idx="72">
                  <c:v>1460</c:v>
                </c:pt>
                <c:pt idx="73">
                  <c:v>1480</c:v>
                </c:pt>
                <c:pt idx="74">
                  <c:v>1500</c:v>
                </c:pt>
                <c:pt idx="75">
                  <c:v>1520</c:v>
                </c:pt>
                <c:pt idx="76">
                  <c:v>1540</c:v>
                </c:pt>
                <c:pt idx="77">
                  <c:v>1560</c:v>
                </c:pt>
                <c:pt idx="78">
                  <c:v>1580</c:v>
                </c:pt>
                <c:pt idx="79">
                  <c:v>1600</c:v>
                </c:pt>
                <c:pt idx="80">
                  <c:v>1620</c:v>
                </c:pt>
                <c:pt idx="81">
                  <c:v>1640</c:v>
                </c:pt>
                <c:pt idx="82">
                  <c:v>1660</c:v>
                </c:pt>
                <c:pt idx="83">
                  <c:v>1680</c:v>
                </c:pt>
                <c:pt idx="84">
                  <c:v>1700</c:v>
                </c:pt>
                <c:pt idx="85">
                  <c:v>1720</c:v>
                </c:pt>
                <c:pt idx="86">
                  <c:v>1740</c:v>
                </c:pt>
                <c:pt idx="87">
                  <c:v>1760</c:v>
                </c:pt>
                <c:pt idx="88">
                  <c:v>1780</c:v>
                </c:pt>
                <c:pt idx="89">
                  <c:v>1800</c:v>
                </c:pt>
                <c:pt idx="90">
                  <c:v>1820</c:v>
                </c:pt>
                <c:pt idx="91">
                  <c:v>1840</c:v>
                </c:pt>
                <c:pt idx="92">
                  <c:v>1860</c:v>
                </c:pt>
                <c:pt idx="93">
                  <c:v>1880</c:v>
                </c:pt>
                <c:pt idx="94">
                  <c:v>1900</c:v>
                </c:pt>
                <c:pt idx="95">
                  <c:v>1920</c:v>
                </c:pt>
                <c:pt idx="96">
                  <c:v>1940</c:v>
                </c:pt>
                <c:pt idx="97">
                  <c:v>1960</c:v>
                </c:pt>
                <c:pt idx="98">
                  <c:v>1980</c:v>
                </c:pt>
                <c:pt idx="99">
                  <c:v>2000</c:v>
                </c:pt>
                <c:pt idx="100">
                  <c:v>2020</c:v>
                </c:pt>
                <c:pt idx="101">
                  <c:v>2040</c:v>
                </c:pt>
                <c:pt idx="102">
                  <c:v>2060</c:v>
                </c:pt>
                <c:pt idx="103">
                  <c:v>2080</c:v>
                </c:pt>
                <c:pt idx="104">
                  <c:v>2100</c:v>
                </c:pt>
                <c:pt idx="105">
                  <c:v>2120</c:v>
                </c:pt>
                <c:pt idx="106">
                  <c:v>2140</c:v>
                </c:pt>
                <c:pt idx="107">
                  <c:v>2160</c:v>
                </c:pt>
                <c:pt idx="108">
                  <c:v>2180</c:v>
                </c:pt>
                <c:pt idx="109">
                  <c:v>2200</c:v>
                </c:pt>
                <c:pt idx="110">
                  <c:v>2220</c:v>
                </c:pt>
                <c:pt idx="111">
                  <c:v>2240</c:v>
                </c:pt>
                <c:pt idx="112">
                  <c:v>2260</c:v>
                </c:pt>
                <c:pt idx="113">
                  <c:v>2280</c:v>
                </c:pt>
                <c:pt idx="114">
                  <c:v>2300</c:v>
                </c:pt>
                <c:pt idx="115">
                  <c:v>2320</c:v>
                </c:pt>
                <c:pt idx="116">
                  <c:v>2340</c:v>
                </c:pt>
                <c:pt idx="117">
                  <c:v>2360</c:v>
                </c:pt>
                <c:pt idx="118">
                  <c:v>2380</c:v>
                </c:pt>
                <c:pt idx="119">
                  <c:v>2400</c:v>
                </c:pt>
                <c:pt idx="120">
                  <c:v>2420</c:v>
                </c:pt>
                <c:pt idx="121">
                  <c:v>2440</c:v>
                </c:pt>
                <c:pt idx="122">
                  <c:v>2460</c:v>
                </c:pt>
                <c:pt idx="123">
                  <c:v>2480</c:v>
                </c:pt>
                <c:pt idx="124">
                  <c:v>2500</c:v>
                </c:pt>
                <c:pt idx="125">
                  <c:v>2520</c:v>
                </c:pt>
                <c:pt idx="126">
                  <c:v>2540</c:v>
                </c:pt>
                <c:pt idx="127">
                  <c:v>2560</c:v>
                </c:pt>
                <c:pt idx="128">
                  <c:v>2580</c:v>
                </c:pt>
                <c:pt idx="129">
                  <c:v>2600</c:v>
                </c:pt>
                <c:pt idx="130">
                  <c:v>2620</c:v>
                </c:pt>
                <c:pt idx="131">
                  <c:v>2640</c:v>
                </c:pt>
                <c:pt idx="132">
                  <c:v>2660</c:v>
                </c:pt>
                <c:pt idx="133">
                  <c:v>2680</c:v>
                </c:pt>
                <c:pt idx="134">
                  <c:v>2700</c:v>
                </c:pt>
                <c:pt idx="135">
                  <c:v>2720</c:v>
                </c:pt>
                <c:pt idx="136">
                  <c:v>2740</c:v>
                </c:pt>
                <c:pt idx="137">
                  <c:v>2760</c:v>
                </c:pt>
                <c:pt idx="138">
                  <c:v>2780</c:v>
                </c:pt>
                <c:pt idx="139">
                  <c:v>2800</c:v>
                </c:pt>
                <c:pt idx="140">
                  <c:v>2820</c:v>
                </c:pt>
                <c:pt idx="141">
                  <c:v>2840</c:v>
                </c:pt>
                <c:pt idx="142">
                  <c:v>2860</c:v>
                </c:pt>
                <c:pt idx="143">
                  <c:v>2880</c:v>
                </c:pt>
                <c:pt idx="144">
                  <c:v>2900</c:v>
                </c:pt>
                <c:pt idx="145">
                  <c:v>2920</c:v>
                </c:pt>
                <c:pt idx="146">
                  <c:v>2940</c:v>
                </c:pt>
                <c:pt idx="147">
                  <c:v>2960</c:v>
                </c:pt>
                <c:pt idx="148">
                  <c:v>2980</c:v>
                </c:pt>
                <c:pt idx="149">
                  <c:v>3000</c:v>
                </c:pt>
                <c:pt idx="150">
                  <c:v>3020</c:v>
                </c:pt>
                <c:pt idx="151">
                  <c:v>3040</c:v>
                </c:pt>
                <c:pt idx="152">
                  <c:v>3060</c:v>
                </c:pt>
                <c:pt idx="153">
                  <c:v>3080</c:v>
                </c:pt>
                <c:pt idx="154">
                  <c:v>3100</c:v>
                </c:pt>
                <c:pt idx="155">
                  <c:v>3120</c:v>
                </c:pt>
                <c:pt idx="156">
                  <c:v>3140</c:v>
                </c:pt>
                <c:pt idx="157">
                  <c:v>3160</c:v>
                </c:pt>
                <c:pt idx="158">
                  <c:v>3180</c:v>
                </c:pt>
                <c:pt idx="159">
                  <c:v>3200</c:v>
                </c:pt>
                <c:pt idx="160">
                  <c:v>3220</c:v>
                </c:pt>
                <c:pt idx="161">
                  <c:v>3240</c:v>
                </c:pt>
                <c:pt idx="162">
                  <c:v>3260</c:v>
                </c:pt>
                <c:pt idx="163">
                  <c:v>3280</c:v>
                </c:pt>
                <c:pt idx="164">
                  <c:v>3300</c:v>
                </c:pt>
                <c:pt idx="165">
                  <c:v>3320</c:v>
                </c:pt>
                <c:pt idx="166">
                  <c:v>3340</c:v>
                </c:pt>
                <c:pt idx="167">
                  <c:v>3360</c:v>
                </c:pt>
                <c:pt idx="168">
                  <c:v>3380</c:v>
                </c:pt>
                <c:pt idx="169">
                  <c:v>3400</c:v>
                </c:pt>
                <c:pt idx="170">
                  <c:v>3420</c:v>
                </c:pt>
                <c:pt idx="171">
                  <c:v>3440</c:v>
                </c:pt>
                <c:pt idx="172">
                  <c:v>3460</c:v>
                </c:pt>
                <c:pt idx="173">
                  <c:v>3480</c:v>
                </c:pt>
                <c:pt idx="174">
                  <c:v>3500</c:v>
                </c:pt>
                <c:pt idx="175">
                  <c:v>3520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20000"/>
      </c:valAx>
      <c:valAx>
        <c:axId val="48650112"/>
        <c:scaling>
          <c:orientation val="minMax"/>
          <c:max val="2026.7"/>
          <c:min val="2012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Deneb</c:v>
          </c:tx>
          <c:spPr>
            <a:solidFill xmlns:a="http://schemas.openxmlformats.org/drawingml/2006/main">
              <a:srgbClr val="174D3B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모의 최저</c:v>
                </c:pt>
                <c:pt idx="1">
                  <c:v>하위10%</c:v>
                </c:pt>
                <c:pt idx="2">
                  <c:v>중간</c:v>
                </c:pt>
                <c:pt idx="3">
                  <c:v>상위10%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855.445223683</c:v>
                </c:pt>
                <c:pt idx="1">
                  <c:v>1660.04763794</c:v>
                </c:pt>
                <c:pt idx="2">
                  <c:v>2765.1620408</c:v>
                </c:pt>
                <c:pt idx="3">
                  <c:v>4481.54528729</c:v>
                </c:pt>
              </c:numCache>
            </c:numRef>
          </c:val>
        </c:ser>
        <c:ser>
          <c:idx val="1"/>
          <c:order val="1"/>
          <c:tx>
            <c:v>Polaris</c:v>
          </c:tx>
          <c:spPr>
            <a:solidFill xmlns:a="http://schemas.openxmlformats.org/drawingml/2006/main">
              <a:srgbClr val="BE8B1B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모의 최저</c:v>
                </c:pt>
                <c:pt idx="1">
                  <c:v>하위10%</c:v>
                </c:pt>
                <c:pt idx="2">
                  <c:v>중간</c:v>
                </c:pt>
                <c:pt idx="3">
                  <c:v>상위10%</c:v>
                </c:pt>
              </c:strCache>
            </c:strRef>
          </c:cat>
          <c:val>
            <c:numRef>
              <c:f>'Chart Data'!$D$2:$D$5</c:f>
              <c:numCache>
                <c:formatCode>#,##0</c:formatCode>
                <c:ptCount val="4"/>
                <c:pt idx="0">
                  <c:v>1030.8107003</c:v>
                </c:pt>
                <c:pt idx="1">
                  <c:v>1403.11863032</c:v>
                </c:pt>
                <c:pt idx="2">
                  <c:v>1683.55803831</c:v>
                </c:pt>
                <c:pt idx="3">
                  <c:v>1963.91393454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42923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Deneb</c:v>
          </c:tx>
          <c:spPr>
            <a:solidFill xmlns:a="http://schemas.openxmlformats.org/drawingml/2006/main">
              <a:srgbClr val="174D3B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모의 최저</c:v>
                </c:pt>
                <c:pt idx="1">
                  <c:v>하위10%</c:v>
                </c:pt>
                <c:pt idx="2">
                  <c:v>중간</c:v>
                </c:pt>
                <c:pt idx="3">
                  <c:v>상위10%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2003.71373151</c:v>
                </c:pt>
                <c:pt idx="1">
                  <c:v>6341.25062426</c:v>
                </c:pt>
                <c:pt idx="2">
                  <c:v>14377.6955558</c:v>
                </c:pt>
                <c:pt idx="3">
                  <c:v>30100.2262215</c:v>
                </c:pt>
              </c:numCache>
            </c:numRef>
          </c:val>
        </c:ser>
        <c:ser>
          <c:idx val="1"/>
          <c:order val="1"/>
          <c:tx>
            <c:v>Polaris</c:v>
          </c:tx>
          <c:spPr>
            <a:solidFill xmlns:a="http://schemas.openxmlformats.org/drawingml/2006/main">
              <a:srgbClr val="BE8B1B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모의 최저</c:v>
                </c:pt>
                <c:pt idx="1">
                  <c:v>하위10%</c:v>
                </c:pt>
                <c:pt idx="2">
                  <c:v>중간</c:v>
                </c:pt>
                <c:pt idx="3">
                  <c:v>상위10%</c:v>
                </c:pt>
              </c:strCache>
            </c:strRef>
          </c:cat>
          <c:val>
            <c:numRef>
              <c:f>'Chart Data'!$D$2:$D$5</c:f>
              <c:numCache>
                <c:formatCode>#,##0</c:formatCode>
                <c:ptCount val="4"/>
                <c:pt idx="0">
                  <c:v>2164.27136141</c:v>
                </c:pt>
                <c:pt idx="1">
                  <c:v>3566.13714751</c:v>
                </c:pt>
                <c:pt idx="2">
                  <c:v>4758.03708665</c:v>
                </c:pt>
                <c:pt idx="3">
                  <c:v>6031.53204799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42923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Deneb</c:v>
          </c:tx>
          <c:spPr>
            <a:solidFill xmlns:a="http://schemas.openxmlformats.org/drawingml/2006/main">
              <a:srgbClr val="174D3B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모의 최저</c:v>
                </c:pt>
                <c:pt idx="1">
                  <c:v>하위10%</c:v>
                </c:pt>
                <c:pt idx="2">
                  <c:v>중간</c:v>
                </c:pt>
                <c:pt idx="3">
                  <c:v>상위10%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4104.80514516</c:v>
                </c:pt>
                <c:pt idx="1">
                  <c:v>19165.4354158</c:v>
                </c:pt>
                <c:pt idx="2">
                  <c:v>60846.8013914</c:v>
                </c:pt>
                <c:pt idx="3">
                  <c:v>177679.250183</c:v>
                </c:pt>
              </c:numCache>
            </c:numRef>
          </c:val>
        </c:ser>
        <c:ser>
          <c:idx val="1"/>
          <c:order val="1"/>
          <c:tx>
            <c:v>Polaris</c:v>
          </c:tx>
          <c:spPr>
            <a:solidFill xmlns:a="http://schemas.openxmlformats.org/drawingml/2006/main">
              <a:srgbClr val="BE8B1B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모의 최저</c:v>
                </c:pt>
                <c:pt idx="1">
                  <c:v>하위10%</c:v>
                </c:pt>
                <c:pt idx="2">
                  <c:v>중간</c:v>
                </c:pt>
                <c:pt idx="3">
                  <c:v>상위10%</c:v>
                </c:pt>
              </c:strCache>
            </c:strRef>
          </c:cat>
          <c:val>
            <c:numRef>
              <c:f>'Chart Data'!$D$2:$D$5</c:f>
              <c:numCache>
                <c:formatCode>#,##0</c:formatCode>
                <c:ptCount val="4"/>
                <c:pt idx="0">
                  <c:v>4004.25948299</c:v>
                </c:pt>
                <c:pt idx="1">
                  <c:v>7165.2468235</c:v>
                </c:pt>
                <c:pt idx="2">
                  <c:v>10303.7174323</c:v>
                </c:pt>
                <c:pt idx="3">
                  <c:v>14382.2611965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42923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Deneb</c:v>
          </c:tx>
          <c:spPr>
            <a:solidFill xmlns:a="http://schemas.openxmlformats.org/drawingml/2006/main">
              <a:srgbClr val="174D3B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모의 최저</c:v>
                </c:pt>
                <c:pt idx="1">
                  <c:v>하위10%</c:v>
                </c:pt>
                <c:pt idx="2">
                  <c:v>중간</c:v>
                </c:pt>
                <c:pt idx="3">
                  <c:v>상위10%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10937.8756045</c:v>
                </c:pt>
                <c:pt idx="1">
                  <c:v>67241.0584817</c:v>
                </c:pt>
                <c:pt idx="2">
                  <c:v>238834.379171</c:v>
                </c:pt>
                <c:pt idx="3">
                  <c:v>908548.013414</c:v>
                </c:pt>
              </c:numCache>
            </c:numRef>
          </c:val>
        </c:ser>
        <c:ser>
          <c:idx val="1"/>
          <c:order val="1"/>
          <c:tx>
            <c:v>Polaris</c:v>
          </c:tx>
          <c:spPr>
            <a:solidFill xmlns:a="http://schemas.openxmlformats.org/drawingml/2006/main">
              <a:srgbClr val="BE8B1B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모의 최저</c:v>
                </c:pt>
                <c:pt idx="1">
                  <c:v>하위10%</c:v>
                </c:pt>
                <c:pt idx="2">
                  <c:v>중간</c:v>
                </c:pt>
                <c:pt idx="3">
                  <c:v>상위10%</c:v>
                </c:pt>
              </c:strCache>
            </c:strRef>
          </c:cat>
          <c:val>
            <c:numRef>
              <c:f>'Chart Data'!$D$2:$D$5</c:f>
              <c:numCache>
                <c:formatCode>#,##0</c:formatCode>
                <c:ptCount val="4"/>
                <c:pt idx="0">
                  <c:v>7035.98993766</c:v>
                </c:pt>
                <c:pt idx="1">
                  <c:v>13220.7222231</c:v>
                </c:pt>
                <c:pt idx="2">
                  <c:v>20121.5516469</c:v>
                </c:pt>
                <c:pt idx="3">
                  <c:v>30972.4118895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42923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하위10%</c:v>
          </c:tx>
          <c:spPr>
            <a:ln xmlns:a="http://schemas.openxmlformats.org/drawingml/2006/main" w="25718">
              <a:solidFill>
                <a:srgbClr val="C2692B"/>
              </a:solidFill>
              <a:prstDash val="solid"/>
            </a:ln>
          </c:spPr>
          <c:marker>
            <c:symbol val="none"/>
          </c:marker>
          <c:xVal>
            <c:numRef>
              <c:f>'Chart Data'!$A$2:$A$241</c:f>
              <c:numCache>
                <c:formatCode>General</c:formatCode>
                <c:ptCount val="240"/>
                <c:pt idx="0">
                  <c:v>0.0833333333333</c:v>
                </c:pt>
                <c:pt idx="1">
                  <c:v>0.166666666667</c:v>
                </c:pt>
                <c:pt idx="2">
                  <c:v>0.25</c:v>
                </c:pt>
                <c:pt idx="3">
                  <c:v>0.333333333333</c:v>
                </c:pt>
                <c:pt idx="4">
                  <c:v>0.416666666667</c:v>
                </c:pt>
                <c:pt idx="5">
                  <c:v>0.5</c:v>
                </c:pt>
                <c:pt idx="6">
                  <c:v>0.583333333333</c:v>
                </c:pt>
                <c:pt idx="7">
                  <c:v>0.666666666667</c:v>
                </c:pt>
                <c:pt idx="8">
                  <c:v>0.75</c:v>
                </c:pt>
                <c:pt idx="9">
                  <c:v>0.833333333333</c:v>
                </c:pt>
                <c:pt idx="10">
                  <c:v>0.916666666667</c:v>
                </c:pt>
                <c:pt idx="11">
                  <c:v>1</c:v>
                </c:pt>
                <c:pt idx="12">
                  <c:v>1.08333333333</c:v>
                </c:pt>
                <c:pt idx="13">
                  <c:v>1.16666666667</c:v>
                </c:pt>
                <c:pt idx="14">
                  <c:v>1.25</c:v>
                </c:pt>
                <c:pt idx="15">
                  <c:v>1.33333333333</c:v>
                </c:pt>
                <c:pt idx="16">
                  <c:v>1.41666666667</c:v>
                </c:pt>
                <c:pt idx="17">
                  <c:v>1.5</c:v>
                </c:pt>
                <c:pt idx="18">
                  <c:v>1.58333333333</c:v>
                </c:pt>
                <c:pt idx="19">
                  <c:v>1.66666666667</c:v>
                </c:pt>
                <c:pt idx="20">
                  <c:v>1.75</c:v>
                </c:pt>
                <c:pt idx="21">
                  <c:v>1.83333333333</c:v>
                </c:pt>
                <c:pt idx="22">
                  <c:v>1.91666666667</c:v>
                </c:pt>
                <c:pt idx="23">
                  <c:v>2</c:v>
                </c:pt>
                <c:pt idx="24">
                  <c:v>2.08333333333</c:v>
                </c:pt>
                <c:pt idx="25">
                  <c:v>2.16666666667</c:v>
                </c:pt>
                <c:pt idx="26">
                  <c:v>2.25</c:v>
                </c:pt>
                <c:pt idx="27">
                  <c:v>2.33333333333</c:v>
                </c:pt>
                <c:pt idx="28">
                  <c:v>2.41666666667</c:v>
                </c:pt>
                <c:pt idx="29">
                  <c:v>2.5</c:v>
                </c:pt>
                <c:pt idx="30">
                  <c:v>2.58333333333</c:v>
                </c:pt>
                <c:pt idx="31">
                  <c:v>2.66666666667</c:v>
                </c:pt>
                <c:pt idx="32">
                  <c:v>2.75</c:v>
                </c:pt>
                <c:pt idx="33">
                  <c:v>2.83333333333</c:v>
                </c:pt>
                <c:pt idx="34">
                  <c:v>2.91666666667</c:v>
                </c:pt>
                <c:pt idx="35">
                  <c:v>3</c:v>
                </c:pt>
                <c:pt idx="36">
                  <c:v>3.08333333333</c:v>
                </c:pt>
                <c:pt idx="37">
                  <c:v>3.16666666667</c:v>
                </c:pt>
                <c:pt idx="38">
                  <c:v>3.25</c:v>
                </c:pt>
                <c:pt idx="39">
                  <c:v>3.33333333333</c:v>
                </c:pt>
                <c:pt idx="40">
                  <c:v>3.41666666667</c:v>
                </c:pt>
                <c:pt idx="41">
                  <c:v>3.5</c:v>
                </c:pt>
                <c:pt idx="42">
                  <c:v>3.58333333333</c:v>
                </c:pt>
                <c:pt idx="43">
                  <c:v>3.66666666667</c:v>
                </c:pt>
                <c:pt idx="44">
                  <c:v>3.75</c:v>
                </c:pt>
                <c:pt idx="45">
                  <c:v>3.83333333333</c:v>
                </c:pt>
                <c:pt idx="46">
                  <c:v>3.91666666667</c:v>
                </c:pt>
                <c:pt idx="47">
                  <c:v>4</c:v>
                </c:pt>
                <c:pt idx="48">
                  <c:v>4.08333333333</c:v>
                </c:pt>
                <c:pt idx="49">
                  <c:v>4.16666666667</c:v>
                </c:pt>
                <c:pt idx="50">
                  <c:v>4.25</c:v>
                </c:pt>
                <c:pt idx="51">
                  <c:v>4.33333333333</c:v>
                </c:pt>
                <c:pt idx="52">
                  <c:v>4.41666666667</c:v>
                </c:pt>
                <c:pt idx="53">
                  <c:v>4.5</c:v>
                </c:pt>
                <c:pt idx="54">
                  <c:v>4.58333333333</c:v>
                </c:pt>
                <c:pt idx="55">
                  <c:v>4.66666666667</c:v>
                </c:pt>
                <c:pt idx="56">
                  <c:v>4.75</c:v>
                </c:pt>
                <c:pt idx="57">
                  <c:v>4.83333333333</c:v>
                </c:pt>
                <c:pt idx="58">
                  <c:v>4.91666666667</c:v>
                </c:pt>
                <c:pt idx="59">
                  <c:v>5</c:v>
                </c:pt>
                <c:pt idx="60">
                  <c:v>5.08333333333</c:v>
                </c:pt>
                <c:pt idx="61">
                  <c:v>5.16666666667</c:v>
                </c:pt>
                <c:pt idx="62">
                  <c:v>5.25</c:v>
                </c:pt>
                <c:pt idx="63">
                  <c:v>5.33333333333</c:v>
                </c:pt>
                <c:pt idx="64">
                  <c:v>5.41666666667</c:v>
                </c:pt>
                <c:pt idx="65">
                  <c:v>5.5</c:v>
                </c:pt>
                <c:pt idx="66">
                  <c:v>5.58333333333</c:v>
                </c:pt>
                <c:pt idx="67">
                  <c:v>5.66666666667</c:v>
                </c:pt>
                <c:pt idx="68">
                  <c:v>5.75</c:v>
                </c:pt>
                <c:pt idx="69">
                  <c:v>5.83333333333</c:v>
                </c:pt>
                <c:pt idx="70">
                  <c:v>5.91666666667</c:v>
                </c:pt>
                <c:pt idx="71">
                  <c:v>6</c:v>
                </c:pt>
                <c:pt idx="72">
                  <c:v>6.08333333333</c:v>
                </c:pt>
                <c:pt idx="73">
                  <c:v>6.16666666667</c:v>
                </c:pt>
                <c:pt idx="74">
                  <c:v>6.25</c:v>
                </c:pt>
                <c:pt idx="75">
                  <c:v>6.33333333333</c:v>
                </c:pt>
                <c:pt idx="76">
                  <c:v>6.41666666667</c:v>
                </c:pt>
                <c:pt idx="77">
                  <c:v>6.5</c:v>
                </c:pt>
                <c:pt idx="78">
                  <c:v>6.58333333333</c:v>
                </c:pt>
                <c:pt idx="79">
                  <c:v>6.66666666667</c:v>
                </c:pt>
                <c:pt idx="80">
                  <c:v>6.75</c:v>
                </c:pt>
                <c:pt idx="81">
                  <c:v>6.83333333333</c:v>
                </c:pt>
                <c:pt idx="82">
                  <c:v>6.91666666667</c:v>
                </c:pt>
                <c:pt idx="83">
                  <c:v>7</c:v>
                </c:pt>
                <c:pt idx="84">
                  <c:v>7.08333333333</c:v>
                </c:pt>
                <c:pt idx="85">
                  <c:v>7.16666666667</c:v>
                </c:pt>
                <c:pt idx="86">
                  <c:v>7.25</c:v>
                </c:pt>
                <c:pt idx="87">
                  <c:v>7.33333333333</c:v>
                </c:pt>
                <c:pt idx="88">
                  <c:v>7.41666666667</c:v>
                </c:pt>
                <c:pt idx="89">
                  <c:v>7.5</c:v>
                </c:pt>
                <c:pt idx="90">
                  <c:v>7.58333333333</c:v>
                </c:pt>
                <c:pt idx="91">
                  <c:v>7.66666666667</c:v>
                </c:pt>
                <c:pt idx="92">
                  <c:v>7.75</c:v>
                </c:pt>
                <c:pt idx="93">
                  <c:v>7.83333333333</c:v>
                </c:pt>
                <c:pt idx="94">
                  <c:v>7.91666666667</c:v>
                </c:pt>
                <c:pt idx="95">
                  <c:v>8</c:v>
                </c:pt>
                <c:pt idx="96">
                  <c:v>8.08333333333</c:v>
                </c:pt>
                <c:pt idx="97">
                  <c:v>8.16666666667</c:v>
                </c:pt>
                <c:pt idx="98">
                  <c:v>8.25</c:v>
                </c:pt>
                <c:pt idx="99">
                  <c:v>8.33333333333</c:v>
                </c:pt>
                <c:pt idx="100">
                  <c:v>8.41666666667</c:v>
                </c:pt>
                <c:pt idx="101">
                  <c:v>8.5</c:v>
                </c:pt>
                <c:pt idx="102">
                  <c:v>8.58333333333</c:v>
                </c:pt>
                <c:pt idx="103">
                  <c:v>8.66666666667</c:v>
                </c:pt>
                <c:pt idx="104">
                  <c:v>8.75</c:v>
                </c:pt>
                <c:pt idx="105">
                  <c:v>8.83333333333</c:v>
                </c:pt>
                <c:pt idx="106">
                  <c:v>8.91666666667</c:v>
                </c:pt>
                <c:pt idx="107">
                  <c:v>9</c:v>
                </c:pt>
                <c:pt idx="108">
                  <c:v>9.08333333333</c:v>
                </c:pt>
                <c:pt idx="109">
                  <c:v>9.16666666667</c:v>
                </c:pt>
                <c:pt idx="110">
                  <c:v>9.25</c:v>
                </c:pt>
                <c:pt idx="111">
                  <c:v>9.33333333333</c:v>
                </c:pt>
                <c:pt idx="112">
                  <c:v>9.41666666667</c:v>
                </c:pt>
                <c:pt idx="113">
                  <c:v>9.5</c:v>
                </c:pt>
                <c:pt idx="114">
                  <c:v>9.58333333333</c:v>
                </c:pt>
                <c:pt idx="115">
                  <c:v>9.66666666667</c:v>
                </c:pt>
                <c:pt idx="116">
                  <c:v>9.75</c:v>
                </c:pt>
                <c:pt idx="117">
                  <c:v>9.83333333333</c:v>
                </c:pt>
                <c:pt idx="118">
                  <c:v>9.91666666667</c:v>
                </c:pt>
                <c:pt idx="119">
                  <c:v>10</c:v>
                </c:pt>
                <c:pt idx="120">
                  <c:v>10.0833333333</c:v>
                </c:pt>
                <c:pt idx="121">
                  <c:v>10.1666666667</c:v>
                </c:pt>
                <c:pt idx="122">
                  <c:v>10.25</c:v>
                </c:pt>
                <c:pt idx="123">
                  <c:v>10.3333333333</c:v>
                </c:pt>
                <c:pt idx="124">
                  <c:v>10.4166666667</c:v>
                </c:pt>
                <c:pt idx="125">
                  <c:v>10.5</c:v>
                </c:pt>
                <c:pt idx="126">
                  <c:v>10.5833333333</c:v>
                </c:pt>
                <c:pt idx="127">
                  <c:v>10.6666666667</c:v>
                </c:pt>
                <c:pt idx="128">
                  <c:v>10.75</c:v>
                </c:pt>
                <c:pt idx="129">
                  <c:v>10.8333333333</c:v>
                </c:pt>
                <c:pt idx="130">
                  <c:v>10.9166666667</c:v>
                </c:pt>
                <c:pt idx="131">
                  <c:v>11</c:v>
                </c:pt>
                <c:pt idx="132">
                  <c:v>11.0833333333</c:v>
                </c:pt>
                <c:pt idx="133">
                  <c:v>11.1666666667</c:v>
                </c:pt>
                <c:pt idx="134">
                  <c:v>11.25</c:v>
                </c:pt>
                <c:pt idx="135">
                  <c:v>11.3333333333</c:v>
                </c:pt>
                <c:pt idx="136">
                  <c:v>11.4166666667</c:v>
                </c:pt>
                <c:pt idx="137">
                  <c:v>11.5</c:v>
                </c:pt>
                <c:pt idx="138">
                  <c:v>11.5833333333</c:v>
                </c:pt>
                <c:pt idx="139">
                  <c:v>11.6666666667</c:v>
                </c:pt>
                <c:pt idx="140">
                  <c:v>11.75</c:v>
                </c:pt>
                <c:pt idx="141">
                  <c:v>11.8333333333</c:v>
                </c:pt>
                <c:pt idx="142">
                  <c:v>11.9166666667</c:v>
                </c:pt>
                <c:pt idx="143">
                  <c:v>12</c:v>
                </c:pt>
                <c:pt idx="144">
                  <c:v>12.0833333333</c:v>
                </c:pt>
                <c:pt idx="145">
                  <c:v>12.1666666667</c:v>
                </c:pt>
                <c:pt idx="146">
                  <c:v>12.25</c:v>
                </c:pt>
                <c:pt idx="147">
                  <c:v>12.3333333333</c:v>
                </c:pt>
                <c:pt idx="148">
                  <c:v>12.4166666667</c:v>
                </c:pt>
                <c:pt idx="149">
                  <c:v>12.5</c:v>
                </c:pt>
                <c:pt idx="150">
                  <c:v>12.5833333333</c:v>
                </c:pt>
                <c:pt idx="151">
                  <c:v>12.6666666667</c:v>
                </c:pt>
                <c:pt idx="152">
                  <c:v>12.75</c:v>
                </c:pt>
                <c:pt idx="153">
                  <c:v>12.8333333333</c:v>
                </c:pt>
                <c:pt idx="154">
                  <c:v>12.9166666667</c:v>
                </c:pt>
                <c:pt idx="155">
                  <c:v>13</c:v>
                </c:pt>
                <c:pt idx="156">
                  <c:v>13.0833333333</c:v>
                </c:pt>
                <c:pt idx="157">
                  <c:v>13.1666666667</c:v>
                </c:pt>
                <c:pt idx="158">
                  <c:v>13.25</c:v>
                </c:pt>
                <c:pt idx="159">
                  <c:v>13.3333333333</c:v>
                </c:pt>
                <c:pt idx="160">
                  <c:v>13.4166666667</c:v>
                </c:pt>
                <c:pt idx="161">
                  <c:v>13.5</c:v>
                </c:pt>
                <c:pt idx="162">
                  <c:v>13.5833333333</c:v>
                </c:pt>
                <c:pt idx="163">
                  <c:v>13.6666666667</c:v>
                </c:pt>
                <c:pt idx="164">
                  <c:v>13.75</c:v>
                </c:pt>
                <c:pt idx="165">
                  <c:v>13.8333333333</c:v>
                </c:pt>
                <c:pt idx="166">
                  <c:v>13.9166666667</c:v>
                </c:pt>
                <c:pt idx="167">
                  <c:v>14</c:v>
                </c:pt>
                <c:pt idx="168">
                  <c:v>14.0833333333</c:v>
                </c:pt>
                <c:pt idx="169">
                  <c:v>14.1666666667</c:v>
                </c:pt>
                <c:pt idx="170">
                  <c:v>14.25</c:v>
                </c:pt>
                <c:pt idx="171">
                  <c:v>14.3333333333</c:v>
                </c:pt>
                <c:pt idx="172">
                  <c:v>14.4166666667</c:v>
                </c:pt>
                <c:pt idx="173">
                  <c:v>14.5</c:v>
                </c:pt>
                <c:pt idx="174">
                  <c:v>14.5833333333</c:v>
                </c:pt>
                <c:pt idx="175">
                  <c:v>14.6666666667</c:v>
                </c:pt>
                <c:pt idx="176">
                  <c:v>14.75</c:v>
                </c:pt>
                <c:pt idx="177">
                  <c:v>14.8333333333</c:v>
                </c:pt>
                <c:pt idx="178">
                  <c:v>14.9166666667</c:v>
                </c:pt>
                <c:pt idx="179">
                  <c:v>15</c:v>
                </c:pt>
                <c:pt idx="180">
                  <c:v>15.0833333333</c:v>
                </c:pt>
                <c:pt idx="181">
                  <c:v>15.1666666667</c:v>
                </c:pt>
                <c:pt idx="182">
                  <c:v>15.25</c:v>
                </c:pt>
                <c:pt idx="183">
                  <c:v>15.3333333333</c:v>
                </c:pt>
                <c:pt idx="184">
                  <c:v>15.4166666667</c:v>
                </c:pt>
                <c:pt idx="185">
                  <c:v>15.5</c:v>
                </c:pt>
                <c:pt idx="186">
                  <c:v>15.5833333333</c:v>
                </c:pt>
                <c:pt idx="187">
                  <c:v>15.6666666667</c:v>
                </c:pt>
                <c:pt idx="188">
                  <c:v>15.75</c:v>
                </c:pt>
                <c:pt idx="189">
                  <c:v>15.8333333333</c:v>
                </c:pt>
                <c:pt idx="190">
                  <c:v>15.9166666667</c:v>
                </c:pt>
                <c:pt idx="191">
                  <c:v>16</c:v>
                </c:pt>
                <c:pt idx="192">
                  <c:v>16.0833333333</c:v>
                </c:pt>
                <c:pt idx="193">
                  <c:v>16.1666666667</c:v>
                </c:pt>
                <c:pt idx="194">
                  <c:v>16.25</c:v>
                </c:pt>
                <c:pt idx="195">
                  <c:v>16.3333333333</c:v>
                </c:pt>
                <c:pt idx="196">
                  <c:v>16.4166666667</c:v>
                </c:pt>
                <c:pt idx="197">
                  <c:v>16.5</c:v>
                </c:pt>
                <c:pt idx="198">
                  <c:v>16.5833333333</c:v>
                </c:pt>
                <c:pt idx="199">
                  <c:v>16.6666666667</c:v>
                </c:pt>
                <c:pt idx="200">
                  <c:v>16.75</c:v>
                </c:pt>
                <c:pt idx="201">
                  <c:v>16.8333333333</c:v>
                </c:pt>
                <c:pt idx="202">
                  <c:v>16.9166666667</c:v>
                </c:pt>
                <c:pt idx="203">
                  <c:v>17</c:v>
                </c:pt>
                <c:pt idx="204">
                  <c:v>17.0833333333</c:v>
                </c:pt>
                <c:pt idx="205">
                  <c:v>17.1666666667</c:v>
                </c:pt>
                <c:pt idx="206">
                  <c:v>17.25</c:v>
                </c:pt>
                <c:pt idx="207">
                  <c:v>17.3333333333</c:v>
                </c:pt>
                <c:pt idx="208">
                  <c:v>17.4166666667</c:v>
                </c:pt>
                <c:pt idx="209">
                  <c:v>17.5</c:v>
                </c:pt>
                <c:pt idx="210">
                  <c:v>17.5833333333</c:v>
                </c:pt>
                <c:pt idx="211">
                  <c:v>17.6666666667</c:v>
                </c:pt>
                <c:pt idx="212">
                  <c:v>17.75</c:v>
                </c:pt>
                <c:pt idx="213">
                  <c:v>17.8333333333</c:v>
                </c:pt>
                <c:pt idx="214">
                  <c:v>17.9166666667</c:v>
                </c:pt>
                <c:pt idx="215">
                  <c:v>18</c:v>
                </c:pt>
                <c:pt idx="216">
                  <c:v>18.0833333333</c:v>
                </c:pt>
                <c:pt idx="217">
                  <c:v>18.1666666667</c:v>
                </c:pt>
                <c:pt idx="218">
                  <c:v>18.25</c:v>
                </c:pt>
                <c:pt idx="219">
                  <c:v>18.3333333333</c:v>
                </c:pt>
                <c:pt idx="220">
                  <c:v>18.4166666667</c:v>
                </c:pt>
                <c:pt idx="221">
                  <c:v>18.5</c:v>
                </c:pt>
                <c:pt idx="222">
                  <c:v>18.5833333333</c:v>
                </c:pt>
                <c:pt idx="223">
                  <c:v>18.6666666667</c:v>
                </c:pt>
                <c:pt idx="224">
                  <c:v>18.75</c:v>
                </c:pt>
                <c:pt idx="225">
                  <c:v>18.8333333333</c:v>
                </c:pt>
                <c:pt idx="226">
                  <c:v>18.9166666667</c:v>
                </c:pt>
                <c:pt idx="227">
                  <c:v>19</c:v>
                </c:pt>
                <c:pt idx="228">
                  <c:v>19.0833333333</c:v>
                </c:pt>
                <c:pt idx="229">
                  <c:v>19.1666666667</c:v>
                </c:pt>
                <c:pt idx="230">
                  <c:v>19.25</c:v>
                </c:pt>
                <c:pt idx="231">
                  <c:v>19.3333333333</c:v>
                </c:pt>
                <c:pt idx="232">
                  <c:v>19.4166666667</c:v>
                </c:pt>
                <c:pt idx="233">
                  <c:v>19.5</c:v>
                </c:pt>
                <c:pt idx="234">
                  <c:v>19.5833333333</c:v>
                </c:pt>
                <c:pt idx="235">
                  <c:v>19.6666666667</c:v>
                </c:pt>
                <c:pt idx="236">
                  <c:v>19.75</c:v>
                </c:pt>
                <c:pt idx="237">
                  <c:v>19.8333333333</c:v>
                </c:pt>
                <c:pt idx="238">
                  <c:v>19.9166666667</c:v>
                </c:pt>
                <c:pt idx="239">
                  <c:v>20</c:v>
                </c:pt>
              </c:numCache>
            </c:numRef>
          </c:xVal>
          <c:yVal>
            <c:numRef>
              <c:f>'Chart Data'!$B$2:$B$241</c:f>
              <c:numCache>
                <c:formatCode>#,##0</c:formatCode>
                <c:ptCount val="240"/>
                <c:pt idx="0">
                  <c:v>19.4417636557</c:v>
                </c:pt>
                <c:pt idx="1">
                  <c:v>39.1013722035</c:v>
                </c:pt>
                <c:pt idx="2">
                  <c:v>58.1801970897</c:v>
                </c:pt>
                <c:pt idx="3">
                  <c:v>78.3202780246</c:v>
                </c:pt>
                <c:pt idx="4">
                  <c:v>98.5981954584</c:v>
                </c:pt>
                <c:pt idx="5">
                  <c:v>118.570609277</c:v>
                </c:pt>
                <c:pt idx="6">
                  <c:v>138.271825406</c:v>
                </c:pt>
                <c:pt idx="7">
                  <c:v>158.426513417</c:v>
                </c:pt>
                <c:pt idx="8">
                  <c:v>179.008183714</c:v>
                </c:pt>
                <c:pt idx="9">
                  <c:v>199.745495251</c:v>
                </c:pt>
                <c:pt idx="10">
                  <c:v>218.467544793</c:v>
                </c:pt>
                <c:pt idx="11">
                  <c:v>236.926476189</c:v>
                </c:pt>
                <c:pt idx="12">
                  <c:v>256.990707926</c:v>
                </c:pt>
                <c:pt idx="13">
                  <c:v>277.606979654</c:v>
                </c:pt>
                <c:pt idx="14">
                  <c:v>300.110408653</c:v>
                </c:pt>
                <c:pt idx="15">
                  <c:v>321.342694348</c:v>
                </c:pt>
                <c:pt idx="16">
                  <c:v>342.79076749</c:v>
                </c:pt>
                <c:pt idx="17">
                  <c:v>361.449640882</c:v>
                </c:pt>
                <c:pt idx="18">
                  <c:v>382.379833734</c:v>
                </c:pt>
                <c:pt idx="19">
                  <c:v>406.127419663</c:v>
                </c:pt>
                <c:pt idx="20">
                  <c:v>425.838524429</c:v>
                </c:pt>
                <c:pt idx="21">
                  <c:v>448.124692463</c:v>
                </c:pt>
                <c:pt idx="22">
                  <c:v>467.188798599</c:v>
                </c:pt>
                <c:pt idx="23">
                  <c:v>487.852200898</c:v>
                </c:pt>
                <c:pt idx="24">
                  <c:v>508.131332771</c:v>
                </c:pt>
                <c:pt idx="25">
                  <c:v>533.904425811</c:v>
                </c:pt>
                <c:pt idx="26">
                  <c:v>558.040163334</c:v>
                </c:pt>
                <c:pt idx="27">
                  <c:v>577.073936244</c:v>
                </c:pt>
                <c:pt idx="28">
                  <c:v>602.72726502</c:v>
                </c:pt>
                <c:pt idx="29">
                  <c:v>626.296527417</c:v>
                </c:pt>
                <c:pt idx="30">
                  <c:v>645.363878627</c:v>
                </c:pt>
                <c:pt idx="31">
                  <c:v>669.950977584</c:v>
                </c:pt>
                <c:pt idx="32">
                  <c:v>690.722682141</c:v>
                </c:pt>
                <c:pt idx="33">
                  <c:v>716.601644604</c:v>
                </c:pt>
                <c:pt idx="34">
                  <c:v>737.562428984</c:v>
                </c:pt>
                <c:pt idx="35">
                  <c:v>758.24437038</c:v>
                </c:pt>
                <c:pt idx="36">
                  <c:v>783.468280714</c:v>
                </c:pt>
                <c:pt idx="37">
                  <c:v>803.501065483</c:v>
                </c:pt>
                <c:pt idx="38">
                  <c:v>839.646736364</c:v>
                </c:pt>
                <c:pt idx="39">
                  <c:v>863.108848219</c:v>
                </c:pt>
                <c:pt idx="40">
                  <c:v>882.34858692</c:v>
                </c:pt>
                <c:pt idx="41">
                  <c:v>904.081826464</c:v>
                </c:pt>
                <c:pt idx="42">
                  <c:v>931.739084047</c:v>
                </c:pt>
                <c:pt idx="43">
                  <c:v>952.989078995</c:v>
                </c:pt>
                <c:pt idx="44">
                  <c:v>980.175986283</c:v>
                </c:pt>
                <c:pt idx="45">
                  <c:v>1003.09490377</c:v>
                </c:pt>
                <c:pt idx="46">
                  <c:v>1028.24074848</c:v>
                </c:pt>
                <c:pt idx="47">
                  <c:v>1060.80892381</c:v>
                </c:pt>
                <c:pt idx="48">
                  <c:v>1090.54110104</c:v>
                </c:pt>
                <c:pt idx="49">
                  <c:v>1114.13246868</c:v>
                </c:pt>
                <c:pt idx="50">
                  <c:v>1144.67150056</c:v>
                </c:pt>
                <c:pt idx="51">
                  <c:v>1172.22154032</c:v>
                </c:pt>
                <c:pt idx="52">
                  <c:v>1202.43366336</c:v>
                </c:pt>
                <c:pt idx="53">
                  <c:v>1231.30014293</c:v>
                </c:pt>
                <c:pt idx="54">
                  <c:v>1256.60891584</c:v>
                </c:pt>
                <c:pt idx="55">
                  <c:v>1278.25187061</c:v>
                </c:pt>
                <c:pt idx="56">
                  <c:v>1315.3188405</c:v>
                </c:pt>
                <c:pt idx="57">
                  <c:v>1351.35346721</c:v>
                </c:pt>
                <c:pt idx="58">
                  <c:v>1372.48165873</c:v>
                </c:pt>
                <c:pt idx="59">
                  <c:v>1403.11863032</c:v>
                </c:pt>
                <c:pt idx="60">
                  <c:v>1428.73091121</c:v>
                </c:pt>
                <c:pt idx="61">
                  <c:v>1460.81099686</c:v>
                </c:pt>
                <c:pt idx="62">
                  <c:v>1475.65352328</c:v>
                </c:pt>
                <c:pt idx="63">
                  <c:v>1512.36224896</c:v>
                </c:pt>
                <c:pt idx="64">
                  <c:v>1550.61843502</c:v>
                </c:pt>
                <c:pt idx="65">
                  <c:v>1582.00105168</c:v>
                </c:pt>
                <c:pt idx="66">
                  <c:v>1611.59564129</c:v>
                </c:pt>
                <c:pt idx="67">
                  <c:v>1636.31427345</c:v>
                </c:pt>
                <c:pt idx="68">
                  <c:v>1665.92784642</c:v>
                </c:pt>
                <c:pt idx="69">
                  <c:v>1689.79937615</c:v>
                </c:pt>
                <c:pt idx="70">
                  <c:v>1721.53648219</c:v>
                </c:pt>
                <c:pt idx="71">
                  <c:v>1756.62206348</c:v>
                </c:pt>
                <c:pt idx="72">
                  <c:v>1791.07063567</c:v>
                </c:pt>
                <c:pt idx="73">
                  <c:v>1808.62505367</c:v>
                </c:pt>
                <c:pt idx="74">
                  <c:v>1842.51660923</c:v>
                </c:pt>
                <c:pt idx="75">
                  <c:v>1872.65689771</c:v>
                </c:pt>
                <c:pt idx="76">
                  <c:v>1881.89835485</c:v>
                </c:pt>
                <c:pt idx="77">
                  <c:v>1927.803988</c:v>
                </c:pt>
                <c:pt idx="78">
                  <c:v>1978.96475109</c:v>
                </c:pt>
                <c:pt idx="79">
                  <c:v>2008.87751225</c:v>
                </c:pt>
                <c:pt idx="80">
                  <c:v>2053.45019658</c:v>
                </c:pt>
                <c:pt idx="81">
                  <c:v>2085.70429599</c:v>
                </c:pt>
                <c:pt idx="82">
                  <c:v>2107.49095749</c:v>
                </c:pt>
                <c:pt idx="83">
                  <c:v>2143.56875471</c:v>
                </c:pt>
                <c:pt idx="84">
                  <c:v>2204.34833102</c:v>
                </c:pt>
                <c:pt idx="85">
                  <c:v>2226.65013052</c:v>
                </c:pt>
                <c:pt idx="86">
                  <c:v>2257.31223561</c:v>
                </c:pt>
                <c:pt idx="87">
                  <c:v>2296.84722013</c:v>
                </c:pt>
                <c:pt idx="88">
                  <c:v>2346.33269048</c:v>
                </c:pt>
                <c:pt idx="89">
                  <c:v>2354.35571077</c:v>
                </c:pt>
                <c:pt idx="90">
                  <c:v>2380.35631622</c:v>
                </c:pt>
                <c:pt idx="91">
                  <c:v>2420.21969084</c:v>
                </c:pt>
                <c:pt idx="92">
                  <c:v>2466.82125241</c:v>
                </c:pt>
                <c:pt idx="93">
                  <c:v>2491.77454381</c:v>
                </c:pt>
                <c:pt idx="94">
                  <c:v>2528.1392916</c:v>
                </c:pt>
                <c:pt idx="95">
                  <c:v>2555.59747824</c:v>
                </c:pt>
                <c:pt idx="96">
                  <c:v>2607.49026207</c:v>
                </c:pt>
                <c:pt idx="97">
                  <c:v>2662.22612703</c:v>
                </c:pt>
                <c:pt idx="98">
                  <c:v>2715.95534134</c:v>
                </c:pt>
                <c:pt idx="99">
                  <c:v>2765.09059816</c:v>
                </c:pt>
                <c:pt idx="100">
                  <c:v>2774.25017926</c:v>
                </c:pt>
                <c:pt idx="101">
                  <c:v>2819.5320067</c:v>
                </c:pt>
                <c:pt idx="102">
                  <c:v>2866.40584291</c:v>
                </c:pt>
                <c:pt idx="103">
                  <c:v>2894.66535951</c:v>
                </c:pt>
                <c:pt idx="104">
                  <c:v>2918.55962057</c:v>
                </c:pt>
                <c:pt idx="105">
                  <c:v>2966.64564923</c:v>
                </c:pt>
                <c:pt idx="106">
                  <c:v>2995.40178173</c:v>
                </c:pt>
                <c:pt idx="107">
                  <c:v>3065.67875995</c:v>
                </c:pt>
                <c:pt idx="108">
                  <c:v>3105.1556878</c:v>
                </c:pt>
                <c:pt idx="109">
                  <c:v>3131.49631899</c:v>
                </c:pt>
                <c:pt idx="110">
                  <c:v>3167.99573175</c:v>
                </c:pt>
                <c:pt idx="111">
                  <c:v>3227.61148307</c:v>
                </c:pt>
                <c:pt idx="112">
                  <c:v>3250.71941796</c:v>
                </c:pt>
                <c:pt idx="113">
                  <c:v>3304.54128875</c:v>
                </c:pt>
                <c:pt idx="114">
                  <c:v>3334.3380622</c:v>
                </c:pt>
                <c:pt idx="115">
                  <c:v>3375.92430281</c:v>
                </c:pt>
                <c:pt idx="116">
                  <c:v>3431.59634091</c:v>
                </c:pt>
                <c:pt idx="117">
                  <c:v>3513.82894736</c:v>
                </c:pt>
                <c:pt idx="118">
                  <c:v>3545.50284194</c:v>
                </c:pt>
                <c:pt idx="119">
                  <c:v>3566.13714751</c:v>
                </c:pt>
                <c:pt idx="120">
                  <c:v>3642.7749004</c:v>
                </c:pt>
                <c:pt idx="121">
                  <c:v>3673.39148564</c:v>
                </c:pt>
                <c:pt idx="122">
                  <c:v>3698.46927686</c:v>
                </c:pt>
                <c:pt idx="123">
                  <c:v>3750.28628441</c:v>
                </c:pt>
                <c:pt idx="124">
                  <c:v>3795.27919458</c:v>
                </c:pt>
                <c:pt idx="125">
                  <c:v>3833.60865033</c:v>
                </c:pt>
                <c:pt idx="126">
                  <c:v>3902.67436179</c:v>
                </c:pt>
                <c:pt idx="127">
                  <c:v>3956.16185313</c:v>
                </c:pt>
                <c:pt idx="128">
                  <c:v>4000.9822274</c:v>
                </c:pt>
                <c:pt idx="129">
                  <c:v>4062.12299784</c:v>
                </c:pt>
                <c:pt idx="130">
                  <c:v>4113.898235</c:v>
                </c:pt>
                <c:pt idx="131">
                  <c:v>4201.04724774</c:v>
                </c:pt>
                <c:pt idx="132">
                  <c:v>4234.46025773</c:v>
                </c:pt>
                <c:pt idx="133">
                  <c:v>4294.36102396</c:v>
                </c:pt>
                <c:pt idx="134">
                  <c:v>4355.04817307</c:v>
                </c:pt>
                <c:pt idx="135">
                  <c:v>4418.84366222</c:v>
                </c:pt>
                <c:pt idx="136">
                  <c:v>4436.46868497</c:v>
                </c:pt>
                <c:pt idx="137">
                  <c:v>4496.432809</c:v>
                </c:pt>
                <c:pt idx="138">
                  <c:v>4562.80972321</c:v>
                </c:pt>
                <c:pt idx="139">
                  <c:v>4617.34973758</c:v>
                </c:pt>
                <c:pt idx="140">
                  <c:v>4644.0586747</c:v>
                </c:pt>
                <c:pt idx="141">
                  <c:v>4704.0020028</c:v>
                </c:pt>
                <c:pt idx="142">
                  <c:v>4759.72538318</c:v>
                </c:pt>
                <c:pt idx="143">
                  <c:v>4829.64490297</c:v>
                </c:pt>
                <c:pt idx="144">
                  <c:v>4875.31368973</c:v>
                </c:pt>
                <c:pt idx="145">
                  <c:v>4920.30697276</c:v>
                </c:pt>
                <c:pt idx="146">
                  <c:v>4972.16001091</c:v>
                </c:pt>
                <c:pt idx="147">
                  <c:v>5011.62279912</c:v>
                </c:pt>
                <c:pt idx="148">
                  <c:v>5087.76576021</c:v>
                </c:pt>
                <c:pt idx="149">
                  <c:v>5162.08187522</c:v>
                </c:pt>
                <c:pt idx="150">
                  <c:v>5237.03501512</c:v>
                </c:pt>
                <c:pt idx="151">
                  <c:v>5302.89931473</c:v>
                </c:pt>
                <c:pt idx="152">
                  <c:v>5354.54924338</c:v>
                </c:pt>
                <c:pt idx="153">
                  <c:v>5448.97876498</c:v>
                </c:pt>
                <c:pt idx="154">
                  <c:v>5530.36412615</c:v>
                </c:pt>
                <c:pt idx="155">
                  <c:v>5586.86320497</c:v>
                </c:pt>
                <c:pt idx="156">
                  <c:v>5664.01179269</c:v>
                </c:pt>
                <c:pt idx="157">
                  <c:v>5721.20088051</c:v>
                </c:pt>
                <c:pt idx="158">
                  <c:v>5800.63012797</c:v>
                </c:pt>
                <c:pt idx="159">
                  <c:v>5848.11309028</c:v>
                </c:pt>
                <c:pt idx="160">
                  <c:v>5955.2504026</c:v>
                </c:pt>
                <c:pt idx="161">
                  <c:v>6030.52989191</c:v>
                </c:pt>
                <c:pt idx="162">
                  <c:v>6117.03847249</c:v>
                </c:pt>
                <c:pt idx="163">
                  <c:v>6106.40590335</c:v>
                </c:pt>
                <c:pt idx="164">
                  <c:v>6192.55190247</c:v>
                </c:pt>
                <c:pt idx="165">
                  <c:v>6233.67907838</c:v>
                </c:pt>
                <c:pt idx="166">
                  <c:v>6309.00569392</c:v>
                </c:pt>
                <c:pt idx="167">
                  <c:v>6417.03452507</c:v>
                </c:pt>
                <c:pt idx="168">
                  <c:v>6463.20099104</c:v>
                </c:pt>
                <c:pt idx="169">
                  <c:v>6496.85190777</c:v>
                </c:pt>
                <c:pt idx="170">
                  <c:v>6571.18383387</c:v>
                </c:pt>
                <c:pt idx="171">
                  <c:v>6658.36648705</c:v>
                </c:pt>
                <c:pt idx="172">
                  <c:v>6658.58597171</c:v>
                </c:pt>
                <c:pt idx="173">
                  <c:v>6699.11542459</c:v>
                </c:pt>
                <c:pt idx="174">
                  <c:v>6797.43330002</c:v>
                </c:pt>
                <c:pt idx="175">
                  <c:v>6868.64309178</c:v>
                </c:pt>
                <c:pt idx="176">
                  <c:v>6961.35054293</c:v>
                </c:pt>
                <c:pt idx="177">
                  <c:v>7084.27459295</c:v>
                </c:pt>
                <c:pt idx="178">
                  <c:v>7136.84817036</c:v>
                </c:pt>
                <c:pt idx="179">
                  <c:v>7165.2468235</c:v>
                </c:pt>
                <c:pt idx="180">
                  <c:v>7251.91367107</c:v>
                </c:pt>
                <c:pt idx="181">
                  <c:v>7375.78369699</c:v>
                </c:pt>
                <c:pt idx="182">
                  <c:v>7500.1623305</c:v>
                </c:pt>
                <c:pt idx="183">
                  <c:v>7531.81722021</c:v>
                </c:pt>
                <c:pt idx="184">
                  <c:v>7688.40783544</c:v>
                </c:pt>
                <c:pt idx="185">
                  <c:v>7756.01342107</c:v>
                </c:pt>
                <c:pt idx="186">
                  <c:v>7814.87299064</c:v>
                </c:pt>
                <c:pt idx="187">
                  <c:v>7818.6976832</c:v>
                </c:pt>
                <c:pt idx="188">
                  <c:v>8015.98535861</c:v>
                </c:pt>
                <c:pt idx="189">
                  <c:v>8106.0201145</c:v>
                </c:pt>
                <c:pt idx="190">
                  <c:v>8217.38192433</c:v>
                </c:pt>
                <c:pt idx="191">
                  <c:v>8351.51643994</c:v>
                </c:pt>
                <c:pt idx="192">
                  <c:v>8219.55914905</c:v>
                </c:pt>
                <c:pt idx="193">
                  <c:v>8316.16683457</c:v>
                </c:pt>
                <c:pt idx="194">
                  <c:v>8474.79785009</c:v>
                </c:pt>
                <c:pt idx="195">
                  <c:v>8523.2290027</c:v>
                </c:pt>
                <c:pt idx="196">
                  <c:v>8692.05286789</c:v>
                </c:pt>
                <c:pt idx="197">
                  <c:v>8754.87406546</c:v>
                </c:pt>
                <c:pt idx="198">
                  <c:v>8857.57308285</c:v>
                </c:pt>
                <c:pt idx="199">
                  <c:v>8929.07447071</c:v>
                </c:pt>
                <c:pt idx="200">
                  <c:v>9142.58032347</c:v>
                </c:pt>
                <c:pt idx="201">
                  <c:v>9182.03147024</c:v>
                </c:pt>
                <c:pt idx="202">
                  <c:v>9266.02508945</c:v>
                </c:pt>
                <c:pt idx="203">
                  <c:v>9345.91268697</c:v>
                </c:pt>
                <c:pt idx="204">
                  <c:v>9326.13889326</c:v>
                </c:pt>
                <c:pt idx="205">
                  <c:v>9320.79708076</c:v>
                </c:pt>
                <c:pt idx="206">
                  <c:v>9543.05920194</c:v>
                </c:pt>
                <c:pt idx="207">
                  <c:v>9612.29339958</c:v>
                </c:pt>
                <c:pt idx="208">
                  <c:v>9698.7946611</c:v>
                </c:pt>
                <c:pt idx="209">
                  <c:v>9846.86907244</c:v>
                </c:pt>
                <c:pt idx="210">
                  <c:v>9783.55436921</c:v>
                </c:pt>
                <c:pt idx="211">
                  <c:v>9961.58449054</c:v>
                </c:pt>
                <c:pt idx="212">
                  <c:v>10053.1123873</c:v>
                </c:pt>
                <c:pt idx="213">
                  <c:v>10155.4519256</c:v>
                </c:pt>
                <c:pt idx="214">
                  <c:v>10306.9345972</c:v>
                </c:pt>
                <c:pt idx="215">
                  <c:v>10423.3047211</c:v>
                </c:pt>
                <c:pt idx="216">
                  <c:v>10531.7103615</c:v>
                </c:pt>
                <c:pt idx="217">
                  <c:v>10563.5187859</c:v>
                </c:pt>
                <c:pt idx="218">
                  <c:v>10597.5066106</c:v>
                </c:pt>
                <c:pt idx="219">
                  <c:v>10707.0346251</c:v>
                </c:pt>
                <c:pt idx="220">
                  <c:v>10814.9966772</c:v>
                </c:pt>
                <c:pt idx="221">
                  <c:v>11007.6589492</c:v>
                </c:pt>
                <c:pt idx="222">
                  <c:v>11053.818358</c:v>
                </c:pt>
                <c:pt idx="223">
                  <c:v>11073.9388855</c:v>
                </c:pt>
                <c:pt idx="224">
                  <c:v>11236.2619756</c:v>
                </c:pt>
                <c:pt idx="225">
                  <c:v>11336.3800069</c:v>
                </c:pt>
                <c:pt idx="226">
                  <c:v>11400.1192881</c:v>
                </c:pt>
                <c:pt idx="227">
                  <c:v>11579.9204611</c:v>
                </c:pt>
                <c:pt idx="228">
                  <c:v>11730.5992336</c:v>
                </c:pt>
                <c:pt idx="229">
                  <c:v>11780.3557769</c:v>
                </c:pt>
                <c:pt idx="230">
                  <c:v>11884.8028478</c:v>
                </c:pt>
                <c:pt idx="231">
                  <c:v>11985.925202</c:v>
                </c:pt>
                <c:pt idx="232">
                  <c:v>12341.147273</c:v>
                </c:pt>
                <c:pt idx="233">
                  <c:v>12526.9614017</c:v>
                </c:pt>
                <c:pt idx="234">
                  <c:v>12556.3255602</c:v>
                </c:pt>
                <c:pt idx="235">
                  <c:v>12601.2323689</c:v>
                </c:pt>
                <c:pt idx="236">
                  <c:v>12741.3809921</c:v>
                </c:pt>
                <c:pt idx="237">
                  <c:v>12752.535801</c:v>
                </c:pt>
                <c:pt idx="238">
                  <c:v>12950.6563981</c:v>
                </c:pt>
                <c:pt idx="239">
                  <c:v>13220.7222231</c:v>
                </c:pt>
              </c:numCache>
            </c:numRef>
          </c:yVal>
        </c:ser>
        <c:ser>
          <c:idx val="1"/>
          <c:order val="1"/>
          <c:tx>
            <c:v>중간</c:v>
          </c:tx>
          <c:spPr>
            <a:ln xmlns:a="http://schemas.openxmlformats.org/drawingml/2006/main" w="25718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Data'!$C$2:$C$241</c:f>
              <c:numCache>
                <c:formatCode>General</c:formatCode>
                <c:ptCount val="240"/>
                <c:pt idx="0">
                  <c:v>0.0833333333333</c:v>
                </c:pt>
                <c:pt idx="1">
                  <c:v>0.166666666667</c:v>
                </c:pt>
                <c:pt idx="2">
                  <c:v>0.25</c:v>
                </c:pt>
                <c:pt idx="3">
                  <c:v>0.333333333333</c:v>
                </c:pt>
                <c:pt idx="4">
                  <c:v>0.416666666667</c:v>
                </c:pt>
                <c:pt idx="5">
                  <c:v>0.5</c:v>
                </c:pt>
                <c:pt idx="6">
                  <c:v>0.583333333333</c:v>
                </c:pt>
                <c:pt idx="7">
                  <c:v>0.666666666667</c:v>
                </c:pt>
                <c:pt idx="8">
                  <c:v>0.75</c:v>
                </c:pt>
                <c:pt idx="9">
                  <c:v>0.833333333333</c:v>
                </c:pt>
                <c:pt idx="10">
                  <c:v>0.916666666667</c:v>
                </c:pt>
                <c:pt idx="11">
                  <c:v>1</c:v>
                </c:pt>
                <c:pt idx="12">
                  <c:v>1.08333333333</c:v>
                </c:pt>
                <c:pt idx="13">
                  <c:v>1.16666666667</c:v>
                </c:pt>
                <c:pt idx="14">
                  <c:v>1.25</c:v>
                </c:pt>
                <c:pt idx="15">
                  <c:v>1.33333333333</c:v>
                </c:pt>
                <c:pt idx="16">
                  <c:v>1.41666666667</c:v>
                </c:pt>
                <c:pt idx="17">
                  <c:v>1.5</c:v>
                </c:pt>
                <c:pt idx="18">
                  <c:v>1.58333333333</c:v>
                </c:pt>
                <c:pt idx="19">
                  <c:v>1.66666666667</c:v>
                </c:pt>
                <c:pt idx="20">
                  <c:v>1.75</c:v>
                </c:pt>
                <c:pt idx="21">
                  <c:v>1.83333333333</c:v>
                </c:pt>
                <c:pt idx="22">
                  <c:v>1.91666666667</c:v>
                </c:pt>
                <c:pt idx="23">
                  <c:v>2</c:v>
                </c:pt>
                <c:pt idx="24">
                  <c:v>2.08333333333</c:v>
                </c:pt>
                <c:pt idx="25">
                  <c:v>2.16666666667</c:v>
                </c:pt>
                <c:pt idx="26">
                  <c:v>2.25</c:v>
                </c:pt>
                <c:pt idx="27">
                  <c:v>2.33333333333</c:v>
                </c:pt>
                <c:pt idx="28">
                  <c:v>2.41666666667</c:v>
                </c:pt>
                <c:pt idx="29">
                  <c:v>2.5</c:v>
                </c:pt>
                <c:pt idx="30">
                  <c:v>2.58333333333</c:v>
                </c:pt>
                <c:pt idx="31">
                  <c:v>2.66666666667</c:v>
                </c:pt>
                <c:pt idx="32">
                  <c:v>2.75</c:v>
                </c:pt>
                <c:pt idx="33">
                  <c:v>2.83333333333</c:v>
                </c:pt>
                <c:pt idx="34">
                  <c:v>2.91666666667</c:v>
                </c:pt>
                <c:pt idx="35">
                  <c:v>3</c:v>
                </c:pt>
                <c:pt idx="36">
                  <c:v>3.08333333333</c:v>
                </c:pt>
                <c:pt idx="37">
                  <c:v>3.16666666667</c:v>
                </c:pt>
                <c:pt idx="38">
                  <c:v>3.25</c:v>
                </c:pt>
                <c:pt idx="39">
                  <c:v>3.33333333333</c:v>
                </c:pt>
                <c:pt idx="40">
                  <c:v>3.41666666667</c:v>
                </c:pt>
                <c:pt idx="41">
                  <c:v>3.5</c:v>
                </c:pt>
                <c:pt idx="42">
                  <c:v>3.58333333333</c:v>
                </c:pt>
                <c:pt idx="43">
                  <c:v>3.66666666667</c:v>
                </c:pt>
                <c:pt idx="44">
                  <c:v>3.75</c:v>
                </c:pt>
                <c:pt idx="45">
                  <c:v>3.83333333333</c:v>
                </c:pt>
                <c:pt idx="46">
                  <c:v>3.91666666667</c:v>
                </c:pt>
                <c:pt idx="47">
                  <c:v>4</c:v>
                </c:pt>
                <c:pt idx="48">
                  <c:v>4.08333333333</c:v>
                </c:pt>
                <c:pt idx="49">
                  <c:v>4.16666666667</c:v>
                </c:pt>
                <c:pt idx="50">
                  <c:v>4.25</c:v>
                </c:pt>
                <c:pt idx="51">
                  <c:v>4.33333333333</c:v>
                </c:pt>
                <c:pt idx="52">
                  <c:v>4.41666666667</c:v>
                </c:pt>
                <c:pt idx="53">
                  <c:v>4.5</c:v>
                </c:pt>
                <c:pt idx="54">
                  <c:v>4.58333333333</c:v>
                </c:pt>
                <c:pt idx="55">
                  <c:v>4.66666666667</c:v>
                </c:pt>
                <c:pt idx="56">
                  <c:v>4.75</c:v>
                </c:pt>
                <c:pt idx="57">
                  <c:v>4.83333333333</c:v>
                </c:pt>
                <c:pt idx="58">
                  <c:v>4.91666666667</c:v>
                </c:pt>
                <c:pt idx="59">
                  <c:v>5</c:v>
                </c:pt>
                <c:pt idx="60">
                  <c:v>5.08333333333</c:v>
                </c:pt>
                <c:pt idx="61">
                  <c:v>5.16666666667</c:v>
                </c:pt>
                <c:pt idx="62">
                  <c:v>5.25</c:v>
                </c:pt>
                <c:pt idx="63">
                  <c:v>5.33333333333</c:v>
                </c:pt>
                <c:pt idx="64">
                  <c:v>5.41666666667</c:v>
                </c:pt>
                <c:pt idx="65">
                  <c:v>5.5</c:v>
                </c:pt>
                <c:pt idx="66">
                  <c:v>5.58333333333</c:v>
                </c:pt>
                <c:pt idx="67">
                  <c:v>5.66666666667</c:v>
                </c:pt>
                <c:pt idx="68">
                  <c:v>5.75</c:v>
                </c:pt>
                <c:pt idx="69">
                  <c:v>5.83333333333</c:v>
                </c:pt>
                <c:pt idx="70">
                  <c:v>5.91666666667</c:v>
                </c:pt>
                <c:pt idx="71">
                  <c:v>6</c:v>
                </c:pt>
                <c:pt idx="72">
                  <c:v>6.08333333333</c:v>
                </c:pt>
                <c:pt idx="73">
                  <c:v>6.16666666667</c:v>
                </c:pt>
                <c:pt idx="74">
                  <c:v>6.25</c:v>
                </c:pt>
                <c:pt idx="75">
                  <c:v>6.33333333333</c:v>
                </c:pt>
                <c:pt idx="76">
                  <c:v>6.41666666667</c:v>
                </c:pt>
                <c:pt idx="77">
                  <c:v>6.5</c:v>
                </c:pt>
                <c:pt idx="78">
                  <c:v>6.58333333333</c:v>
                </c:pt>
                <c:pt idx="79">
                  <c:v>6.66666666667</c:v>
                </c:pt>
                <c:pt idx="80">
                  <c:v>6.75</c:v>
                </c:pt>
                <c:pt idx="81">
                  <c:v>6.83333333333</c:v>
                </c:pt>
                <c:pt idx="82">
                  <c:v>6.91666666667</c:v>
                </c:pt>
                <c:pt idx="83">
                  <c:v>7</c:v>
                </c:pt>
                <c:pt idx="84">
                  <c:v>7.08333333333</c:v>
                </c:pt>
                <c:pt idx="85">
                  <c:v>7.16666666667</c:v>
                </c:pt>
                <c:pt idx="86">
                  <c:v>7.25</c:v>
                </c:pt>
                <c:pt idx="87">
                  <c:v>7.33333333333</c:v>
                </c:pt>
                <c:pt idx="88">
                  <c:v>7.41666666667</c:v>
                </c:pt>
                <c:pt idx="89">
                  <c:v>7.5</c:v>
                </c:pt>
                <c:pt idx="90">
                  <c:v>7.58333333333</c:v>
                </c:pt>
                <c:pt idx="91">
                  <c:v>7.66666666667</c:v>
                </c:pt>
                <c:pt idx="92">
                  <c:v>7.75</c:v>
                </c:pt>
                <c:pt idx="93">
                  <c:v>7.83333333333</c:v>
                </c:pt>
                <c:pt idx="94">
                  <c:v>7.91666666667</c:v>
                </c:pt>
                <c:pt idx="95">
                  <c:v>8</c:v>
                </c:pt>
                <c:pt idx="96">
                  <c:v>8.08333333333</c:v>
                </c:pt>
                <c:pt idx="97">
                  <c:v>8.16666666667</c:v>
                </c:pt>
                <c:pt idx="98">
                  <c:v>8.25</c:v>
                </c:pt>
                <c:pt idx="99">
                  <c:v>8.33333333333</c:v>
                </c:pt>
                <c:pt idx="100">
                  <c:v>8.41666666667</c:v>
                </c:pt>
                <c:pt idx="101">
                  <c:v>8.5</c:v>
                </c:pt>
                <c:pt idx="102">
                  <c:v>8.58333333333</c:v>
                </c:pt>
                <c:pt idx="103">
                  <c:v>8.66666666667</c:v>
                </c:pt>
                <c:pt idx="104">
                  <c:v>8.75</c:v>
                </c:pt>
                <c:pt idx="105">
                  <c:v>8.83333333333</c:v>
                </c:pt>
                <c:pt idx="106">
                  <c:v>8.91666666667</c:v>
                </c:pt>
                <c:pt idx="107">
                  <c:v>9</c:v>
                </c:pt>
                <c:pt idx="108">
                  <c:v>9.08333333333</c:v>
                </c:pt>
                <c:pt idx="109">
                  <c:v>9.16666666667</c:v>
                </c:pt>
                <c:pt idx="110">
                  <c:v>9.25</c:v>
                </c:pt>
                <c:pt idx="111">
                  <c:v>9.33333333333</c:v>
                </c:pt>
                <c:pt idx="112">
                  <c:v>9.41666666667</c:v>
                </c:pt>
                <c:pt idx="113">
                  <c:v>9.5</c:v>
                </c:pt>
                <c:pt idx="114">
                  <c:v>9.58333333333</c:v>
                </c:pt>
                <c:pt idx="115">
                  <c:v>9.66666666667</c:v>
                </c:pt>
                <c:pt idx="116">
                  <c:v>9.75</c:v>
                </c:pt>
                <c:pt idx="117">
                  <c:v>9.83333333333</c:v>
                </c:pt>
                <c:pt idx="118">
                  <c:v>9.91666666667</c:v>
                </c:pt>
                <c:pt idx="119">
                  <c:v>10</c:v>
                </c:pt>
                <c:pt idx="120">
                  <c:v>10.0833333333</c:v>
                </c:pt>
                <c:pt idx="121">
                  <c:v>10.1666666667</c:v>
                </c:pt>
                <c:pt idx="122">
                  <c:v>10.25</c:v>
                </c:pt>
                <c:pt idx="123">
                  <c:v>10.3333333333</c:v>
                </c:pt>
                <c:pt idx="124">
                  <c:v>10.4166666667</c:v>
                </c:pt>
                <c:pt idx="125">
                  <c:v>10.5</c:v>
                </c:pt>
                <c:pt idx="126">
                  <c:v>10.5833333333</c:v>
                </c:pt>
                <c:pt idx="127">
                  <c:v>10.6666666667</c:v>
                </c:pt>
                <c:pt idx="128">
                  <c:v>10.75</c:v>
                </c:pt>
                <c:pt idx="129">
                  <c:v>10.8333333333</c:v>
                </c:pt>
                <c:pt idx="130">
                  <c:v>10.9166666667</c:v>
                </c:pt>
                <c:pt idx="131">
                  <c:v>11</c:v>
                </c:pt>
                <c:pt idx="132">
                  <c:v>11.0833333333</c:v>
                </c:pt>
                <c:pt idx="133">
                  <c:v>11.1666666667</c:v>
                </c:pt>
                <c:pt idx="134">
                  <c:v>11.25</c:v>
                </c:pt>
                <c:pt idx="135">
                  <c:v>11.3333333333</c:v>
                </c:pt>
                <c:pt idx="136">
                  <c:v>11.4166666667</c:v>
                </c:pt>
                <c:pt idx="137">
                  <c:v>11.5</c:v>
                </c:pt>
                <c:pt idx="138">
                  <c:v>11.5833333333</c:v>
                </c:pt>
                <c:pt idx="139">
                  <c:v>11.6666666667</c:v>
                </c:pt>
                <c:pt idx="140">
                  <c:v>11.75</c:v>
                </c:pt>
                <c:pt idx="141">
                  <c:v>11.8333333333</c:v>
                </c:pt>
                <c:pt idx="142">
                  <c:v>11.9166666667</c:v>
                </c:pt>
                <c:pt idx="143">
                  <c:v>12</c:v>
                </c:pt>
                <c:pt idx="144">
                  <c:v>12.0833333333</c:v>
                </c:pt>
                <c:pt idx="145">
                  <c:v>12.1666666667</c:v>
                </c:pt>
                <c:pt idx="146">
                  <c:v>12.25</c:v>
                </c:pt>
                <c:pt idx="147">
                  <c:v>12.3333333333</c:v>
                </c:pt>
                <c:pt idx="148">
                  <c:v>12.4166666667</c:v>
                </c:pt>
                <c:pt idx="149">
                  <c:v>12.5</c:v>
                </c:pt>
                <c:pt idx="150">
                  <c:v>12.5833333333</c:v>
                </c:pt>
                <c:pt idx="151">
                  <c:v>12.6666666667</c:v>
                </c:pt>
                <c:pt idx="152">
                  <c:v>12.75</c:v>
                </c:pt>
                <c:pt idx="153">
                  <c:v>12.8333333333</c:v>
                </c:pt>
                <c:pt idx="154">
                  <c:v>12.9166666667</c:v>
                </c:pt>
                <c:pt idx="155">
                  <c:v>13</c:v>
                </c:pt>
                <c:pt idx="156">
                  <c:v>13.0833333333</c:v>
                </c:pt>
                <c:pt idx="157">
                  <c:v>13.1666666667</c:v>
                </c:pt>
                <c:pt idx="158">
                  <c:v>13.25</c:v>
                </c:pt>
                <c:pt idx="159">
                  <c:v>13.3333333333</c:v>
                </c:pt>
                <c:pt idx="160">
                  <c:v>13.4166666667</c:v>
                </c:pt>
                <c:pt idx="161">
                  <c:v>13.5</c:v>
                </c:pt>
                <c:pt idx="162">
                  <c:v>13.5833333333</c:v>
                </c:pt>
                <c:pt idx="163">
                  <c:v>13.6666666667</c:v>
                </c:pt>
                <c:pt idx="164">
                  <c:v>13.75</c:v>
                </c:pt>
                <c:pt idx="165">
                  <c:v>13.8333333333</c:v>
                </c:pt>
                <c:pt idx="166">
                  <c:v>13.9166666667</c:v>
                </c:pt>
                <c:pt idx="167">
                  <c:v>14</c:v>
                </c:pt>
                <c:pt idx="168">
                  <c:v>14.0833333333</c:v>
                </c:pt>
                <c:pt idx="169">
                  <c:v>14.1666666667</c:v>
                </c:pt>
                <c:pt idx="170">
                  <c:v>14.25</c:v>
                </c:pt>
                <c:pt idx="171">
                  <c:v>14.3333333333</c:v>
                </c:pt>
                <c:pt idx="172">
                  <c:v>14.4166666667</c:v>
                </c:pt>
                <c:pt idx="173">
                  <c:v>14.5</c:v>
                </c:pt>
                <c:pt idx="174">
                  <c:v>14.5833333333</c:v>
                </c:pt>
                <c:pt idx="175">
                  <c:v>14.6666666667</c:v>
                </c:pt>
                <c:pt idx="176">
                  <c:v>14.75</c:v>
                </c:pt>
                <c:pt idx="177">
                  <c:v>14.8333333333</c:v>
                </c:pt>
                <c:pt idx="178">
                  <c:v>14.9166666667</c:v>
                </c:pt>
                <c:pt idx="179">
                  <c:v>15</c:v>
                </c:pt>
                <c:pt idx="180">
                  <c:v>15.0833333333</c:v>
                </c:pt>
                <c:pt idx="181">
                  <c:v>15.1666666667</c:v>
                </c:pt>
                <c:pt idx="182">
                  <c:v>15.25</c:v>
                </c:pt>
                <c:pt idx="183">
                  <c:v>15.3333333333</c:v>
                </c:pt>
                <c:pt idx="184">
                  <c:v>15.4166666667</c:v>
                </c:pt>
                <c:pt idx="185">
                  <c:v>15.5</c:v>
                </c:pt>
                <c:pt idx="186">
                  <c:v>15.5833333333</c:v>
                </c:pt>
                <c:pt idx="187">
                  <c:v>15.6666666667</c:v>
                </c:pt>
                <c:pt idx="188">
                  <c:v>15.75</c:v>
                </c:pt>
                <c:pt idx="189">
                  <c:v>15.8333333333</c:v>
                </c:pt>
                <c:pt idx="190">
                  <c:v>15.9166666667</c:v>
                </c:pt>
                <c:pt idx="191">
                  <c:v>16</c:v>
                </c:pt>
                <c:pt idx="192">
                  <c:v>16.0833333333</c:v>
                </c:pt>
                <c:pt idx="193">
                  <c:v>16.1666666667</c:v>
                </c:pt>
                <c:pt idx="194">
                  <c:v>16.25</c:v>
                </c:pt>
                <c:pt idx="195">
                  <c:v>16.3333333333</c:v>
                </c:pt>
                <c:pt idx="196">
                  <c:v>16.4166666667</c:v>
                </c:pt>
                <c:pt idx="197">
                  <c:v>16.5</c:v>
                </c:pt>
                <c:pt idx="198">
                  <c:v>16.5833333333</c:v>
                </c:pt>
                <c:pt idx="199">
                  <c:v>16.6666666667</c:v>
                </c:pt>
                <c:pt idx="200">
                  <c:v>16.75</c:v>
                </c:pt>
                <c:pt idx="201">
                  <c:v>16.8333333333</c:v>
                </c:pt>
                <c:pt idx="202">
                  <c:v>16.9166666667</c:v>
                </c:pt>
                <c:pt idx="203">
                  <c:v>17</c:v>
                </c:pt>
                <c:pt idx="204">
                  <c:v>17.0833333333</c:v>
                </c:pt>
                <c:pt idx="205">
                  <c:v>17.1666666667</c:v>
                </c:pt>
                <c:pt idx="206">
                  <c:v>17.25</c:v>
                </c:pt>
                <c:pt idx="207">
                  <c:v>17.3333333333</c:v>
                </c:pt>
                <c:pt idx="208">
                  <c:v>17.4166666667</c:v>
                </c:pt>
                <c:pt idx="209">
                  <c:v>17.5</c:v>
                </c:pt>
                <c:pt idx="210">
                  <c:v>17.5833333333</c:v>
                </c:pt>
                <c:pt idx="211">
                  <c:v>17.6666666667</c:v>
                </c:pt>
                <c:pt idx="212">
                  <c:v>17.75</c:v>
                </c:pt>
                <c:pt idx="213">
                  <c:v>17.8333333333</c:v>
                </c:pt>
                <c:pt idx="214">
                  <c:v>17.9166666667</c:v>
                </c:pt>
                <c:pt idx="215">
                  <c:v>18</c:v>
                </c:pt>
                <c:pt idx="216">
                  <c:v>18.0833333333</c:v>
                </c:pt>
                <c:pt idx="217">
                  <c:v>18.1666666667</c:v>
                </c:pt>
                <c:pt idx="218">
                  <c:v>18.25</c:v>
                </c:pt>
                <c:pt idx="219">
                  <c:v>18.3333333333</c:v>
                </c:pt>
                <c:pt idx="220">
                  <c:v>18.4166666667</c:v>
                </c:pt>
                <c:pt idx="221">
                  <c:v>18.5</c:v>
                </c:pt>
                <c:pt idx="222">
                  <c:v>18.5833333333</c:v>
                </c:pt>
                <c:pt idx="223">
                  <c:v>18.6666666667</c:v>
                </c:pt>
                <c:pt idx="224">
                  <c:v>18.75</c:v>
                </c:pt>
                <c:pt idx="225">
                  <c:v>18.8333333333</c:v>
                </c:pt>
                <c:pt idx="226">
                  <c:v>18.9166666667</c:v>
                </c:pt>
                <c:pt idx="227">
                  <c:v>19</c:v>
                </c:pt>
                <c:pt idx="228">
                  <c:v>19.0833333333</c:v>
                </c:pt>
                <c:pt idx="229">
                  <c:v>19.1666666667</c:v>
                </c:pt>
                <c:pt idx="230">
                  <c:v>19.25</c:v>
                </c:pt>
                <c:pt idx="231">
                  <c:v>19.3333333333</c:v>
                </c:pt>
                <c:pt idx="232">
                  <c:v>19.4166666667</c:v>
                </c:pt>
                <c:pt idx="233">
                  <c:v>19.5</c:v>
                </c:pt>
                <c:pt idx="234">
                  <c:v>19.5833333333</c:v>
                </c:pt>
                <c:pt idx="235">
                  <c:v>19.6666666667</c:v>
                </c:pt>
                <c:pt idx="236">
                  <c:v>19.75</c:v>
                </c:pt>
                <c:pt idx="237">
                  <c:v>19.8333333333</c:v>
                </c:pt>
                <c:pt idx="238">
                  <c:v>19.9166666667</c:v>
                </c:pt>
                <c:pt idx="239">
                  <c:v>20</c:v>
                </c:pt>
              </c:numCache>
            </c:numRef>
          </c:xVal>
          <c:yVal>
            <c:numRef>
              <c:f>'Chart Data'!$D$2:$D$241</c:f>
              <c:numCache>
                <c:formatCode>#,##0</c:formatCode>
                <c:ptCount val="240"/>
                <c:pt idx="0">
                  <c:v>20.2110357264</c:v>
                </c:pt>
                <c:pt idx="1">
                  <c:v>40.6701275385</c:v>
                </c:pt>
                <c:pt idx="2">
                  <c:v>61.2897679791</c:v>
                </c:pt>
                <c:pt idx="3">
                  <c:v>82.2930439371</c:v>
                </c:pt>
                <c:pt idx="4">
                  <c:v>103.350476796</c:v>
                </c:pt>
                <c:pt idx="5">
                  <c:v>124.593832295</c:v>
                </c:pt>
                <c:pt idx="6">
                  <c:v>146.114801033</c:v>
                </c:pt>
                <c:pt idx="7">
                  <c:v>168.224384231</c:v>
                </c:pt>
                <c:pt idx="8">
                  <c:v>190.409638376</c:v>
                </c:pt>
                <c:pt idx="9">
                  <c:v>212.602885059</c:v>
                </c:pt>
                <c:pt idx="10">
                  <c:v>234.976911742</c:v>
                </c:pt>
                <c:pt idx="11">
                  <c:v>257.937473888</c:v>
                </c:pt>
                <c:pt idx="12">
                  <c:v>281.292020296</c:v>
                </c:pt>
                <c:pt idx="13">
                  <c:v>304.088289357</c:v>
                </c:pt>
                <c:pt idx="14">
                  <c:v>327.463316557</c:v>
                </c:pt>
                <c:pt idx="15">
                  <c:v>350.890659183</c:v>
                </c:pt>
                <c:pt idx="16">
                  <c:v>376.010448854</c:v>
                </c:pt>
                <c:pt idx="17">
                  <c:v>400.190255942</c:v>
                </c:pt>
                <c:pt idx="18">
                  <c:v>423.993851086</c:v>
                </c:pt>
                <c:pt idx="19">
                  <c:v>449.239702019</c:v>
                </c:pt>
                <c:pt idx="20">
                  <c:v>473.816269276</c:v>
                </c:pt>
                <c:pt idx="21">
                  <c:v>500.326308128</c:v>
                </c:pt>
                <c:pt idx="22">
                  <c:v>524.597740449</c:v>
                </c:pt>
                <c:pt idx="23">
                  <c:v>551.108294067</c:v>
                </c:pt>
                <c:pt idx="24">
                  <c:v>575.988743958</c:v>
                </c:pt>
                <c:pt idx="25">
                  <c:v>602.786856848</c:v>
                </c:pt>
                <c:pt idx="26">
                  <c:v>628.462507851</c:v>
                </c:pt>
                <c:pt idx="27">
                  <c:v>655.25859313</c:v>
                </c:pt>
                <c:pt idx="28">
                  <c:v>681.598356201</c:v>
                </c:pt>
                <c:pt idx="29">
                  <c:v>708.883633702</c:v>
                </c:pt>
                <c:pt idx="30">
                  <c:v>737.434404004</c:v>
                </c:pt>
                <c:pt idx="31">
                  <c:v>762.606242106</c:v>
                </c:pt>
                <c:pt idx="32">
                  <c:v>793.911558655</c:v>
                </c:pt>
                <c:pt idx="33">
                  <c:v>819.352746889</c:v>
                </c:pt>
                <c:pt idx="34">
                  <c:v>853.310134414</c:v>
                </c:pt>
                <c:pt idx="35">
                  <c:v>881.320681935</c:v>
                </c:pt>
                <c:pt idx="36">
                  <c:v>909.121897238</c:v>
                </c:pt>
                <c:pt idx="37">
                  <c:v>936.008181499</c:v>
                </c:pt>
                <c:pt idx="38">
                  <c:v>965.813617961</c:v>
                </c:pt>
                <c:pt idx="39">
                  <c:v>996.792051685</c:v>
                </c:pt>
                <c:pt idx="40">
                  <c:v>1028.68484081</c:v>
                </c:pt>
                <c:pt idx="41">
                  <c:v>1062.2202697</c:v>
                </c:pt>
                <c:pt idx="42">
                  <c:v>1093.01692297</c:v>
                </c:pt>
                <c:pt idx="43">
                  <c:v>1124.92577962</c:v>
                </c:pt>
                <c:pt idx="44">
                  <c:v>1154.64762111</c:v>
                </c:pt>
                <c:pt idx="45">
                  <c:v>1187.60509118</c:v>
                </c:pt>
                <c:pt idx="46">
                  <c:v>1217.1192907</c:v>
                </c:pt>
                <c:pt idx="47">
                  <c:v>1251.48619297</c:v>
                </c:pt>
                <c:pt idx="48">
                  <c:v>1287.33353186</c:v>
                </c:pt>
                <c:pt idx="49">
                  <c:v>1321.20161279</c:v>
                </c:pt>
                <c:pt idx="50">
                  <c:v>1351.31521997</c:v>
                </c:pt>
                <c:pt idx="51">
                  <c:v>1389.25101629</c:v>
                </c:pt>
                <c:pt idx="52">
                  <c:v>1429.62911975</c:v>
                </c:pt>
                <c:pt idx="53">
                  <c:v>1467.68707245</c:v>
                </c:pt>
                <c:pt idx="54">
                  <c:v>1495.34699755</c:v>
                </c:pt>
                <c:pt idx="55">
                  <c:v>1534.70079928</c:v>
                </c:pt>
                <c:pt idx="56">
                  <c:v>1569.64922915</c:v>
                </c:pt>
                <c:pt idx="57">
                  <c:v>1607.68244647</c:v>
                </c:pt>
                <c:pt idx="58">
                  <c:v>1641.3123015</c:v>
                </c:pt>
                <c:pt idx="59">
                  <c:v>1683.55803831</c:v>
                </c:pt>
                <c:pt idx="60">
                  <c:v>1717.46925431</c:v>
                </c:pt>
                <c:pt idx="61">
                  <c:v>1745.74847882</c:v>
                </c:pt>
                <c:pt idx="62">
                  <c:v>1786.14812972</c:v>
                </c:pt>
                <c:pt idx="63">
                  <c:v>1826.95528163</c:v>
                </c:pt>
                <c:pt idx="64">
                  <c:v>1868.12858739</c:v>
                </c:pt>
                <c:pt idx="65">
                  <c:v>1912.29311328</c:v>
                </c:pt>
                <c:pt idx="66">
                  <c:v>1947.52043848</c:v>
                </c:pt>
                <c:pt idx="67">
                  <c:v>1987.46803835</c:v>
                </c:pt>
                <c:pt idx="68">
                  <c:v>2026.92843133</c:v>
                </c:pt>
                <c:pt idx="69">
                  <c:v>2061.34145937</c:v>
                </c:pt>
                <c:pt idx="70">
                  <c:v>2101.67089317</c:v>
                </c:pt>
                <c:pt idx="71">
                  <c:v>2133.93912819</c:v>
                </c:pt>
                <c:pt idx="72">
                  <c:v>2186.78586395</c:v>
                </c:pt>
                <c:pt idx="73">
                  <c:v>2235.60094506</c:v>
                </c:pt>
                <c:pt idx="74">
                  <c:v>2270.2584072</c:v>
                </c:pt>
                <c:pt idx="75">
                  <c:v>2315.77322086</c:v>
                </c:pt>
                <c:pt idx="76">
                  <c:v>2357.93715172</c:v>
                </c:pt>
                <c:pt idx="77">
                  <c:v>2405.25006426</c:v>
                </c:pt>
                <c:pt idx="78">
                  <c:v>2444.5794759</c:v>
                </c:pt>
                <c:pt idx="79">
                  <c:v>2495.00361967</c:v>
                </c:pt>
                <c:pt idx="80">
                  <c:v>2543.40986772</c:v>
                </c:pt>
                <c:pt idx="81">
                  <c:v>2584.70448941</c:v>
                </c:pt>
                <c:pt idx="82">
                  <c:v>2628.11018841</c:v>
                </c:pt>
                <c:pt idx="83">
                  <c:v>2683.96419515</c:v>
                </c:pt>
                <c:pt idx="84">
                  <c:v>2730.63143669</c:v>
                </c:pt>
                <c:pt idx="85">
                  <c:v>2775.05406892</c:v>
                </c:pt>
                <c:pt idx="86">
                  <c:v>2836.91376073</c:v>
                </c:pt>
                <c:pt idx="87">
                  <c:v>2880.13720833</c:v>
                </c:pt>
                <c:pt idx="88">
                  <c:v>2928.28468543</c:v>
                </c:pt>
                <c:pt idx="89">
                  <c:v>2991.06119734</c:v>
                </c:pt>
                <c:pt idx="90">
                  <c:v>3046.33067208</c:v>
                </c:pt>
                <c:pt idx="91">
                  <c:v>3099.68000401</c:v>
                </c:pt>
                <c:pt idx="92">
                  <c:v>3128.14818335</c:v>
                </c:pt>
                <c:pt idx="93">
                  <c:v>3178.00850584</c:v>
                </c:pt>
                <c:pt idx="94">
                  <c:v>3235.0811577</c:v>
                </c:pt>
                <c:pt idx="95">
                  <c:v>3287.27857058</c:v>
                </c:pt>
                <c:pt idx="96">
                  <c:v>3325.15737066</c:v>
                </c:pt>
                <c:pt idx="97">
                  <c:v>3377.99520743</c:v>
                </c:pt>
                <c:pt idx="98">
                  <c:v>3427.84440456</c:v>
                </c:pt>
                <c:pt idx="99">
                  <c:v>3490.51838388</c:v>
                </c:pt>
                <c:pt idx="100">
                  <c:v>3567.64448832</c:v>
                </c:pt>
                <c:pt idx="101">
                  <c:v>3599.03622231</c:v>
                </c:pt>
                <c:pt idx="102">
                  <c:v>3670.15496086</c:v>
                </c:pt>
                <c:pt idx="103">
                  <c:v>3720.67346395</c:v>
                </c:pt>
                <c:pt idx="104">
                  <c:v>3790.37901889</c:v>
                </c:pt>
                <c:pt idx="105">
                  <c:v>3843.34530115</c:v>
                </c:pt>
                <c:pt idx="106">
                  <c:v>3912.26368898</c:v>
                </c:pt>
                <c:pt idx="107">
                  <c:v>3973.69727222</c:v>
                </c:pt>
                <c:pt idx="108">
                  <c:v>4016.59379129</c:v>
                </c:pt>
                <c:pt idx="109">
                  <c:v>4087.695373</c:v>
                </c:pt>
                <c:pt idx="110">
                  <c:v>4161.52389506</c:v>
                </c:pt>
                <c:pt idx="111">
                  <c:v>4213.89187217</c:v>
                </c:pt>
                <c:pt idx="112">
                  <c:v>4270.878159</c:v>
                </c:pt>
                <c:pt idx="113">
                  <c:v>4321.03223272</c:v>
                </c:pt>
                <c:pt idx="114">
                  <c:v>4424.71882159</c:v>
                </c:pt>
                <c:pt idx="115">
                  <c:v>4470.91529222</c:v>
                </c:pt>
                <c:pt idx="116">
                  <c:v>4543.92407827</c:v>
                </c:pt>
                <c:pt idx="117">
                  <c:v>4643.26947138</c:v>
                </c:pt>
                <c:pt idx="118">
                  <c:v>4705.58770106</c:v>
                </c:pt>
                <c:pt idx="119">
                  <c:v>4758.03708665</c:v>
                </c:pt>
                <c:pt idx="120">
                  <c:v>4821.10401651</c:v>
                </c:pt>
                <c:pt idx="121">
                  <c:v>4889.42566838</c:v>
                </c:pt>
                <c:pt idx="122">
                  <c:v>4962.03563675</c:v>
                </c:pt>
                <c:pt idx="123">
                  <c:v>5058.42011438</c:v>
                </c:pt>
                <c:pt idx="124">
                  <c:v>5123.42890324</c:v>
                </c:pt>
                <c:pt idx="125">
                  <c:v>5196.12108011</c:v>
                </c:pt>
                <c:pt idx="126">
                  <c:v>5266.47743453</c:v>
                </c:pt>
                <c:pt idx="127">
                  <c:v>5328.4191154</c:v>
                </c:pt>
                <c:pt idx="128">
                  <c:v>5395.67488953</c:v>
                </c:pt>
                <c:pt idx="129">
                  <c:v>5445.57178443</c:v>
                </c:pt>
                <c:pt idx="130">
                  <c:v>5539.23787842</c:v>
                </c:pt>
                <c:pt idx="131">
                  <c:v>5624.72212874</c:v>
                </c:pt>
                <c:pt idx="132">
                  <c:v>5705.79295759</c:v>
                </c:pt>
                <c:pt idx="133">
                  <c:v>5759.83873752</c:v>
                </c:pt>
                <c:pt idx="134">
                  <c:v>5867.77194928</c:v>
                </c:pt>
                <c:pt idx="135">
                  <c:v>5908.54411427</c:v>
                </c:pt>
                <c:pt idx="136">
                  <c:v>6019.00334221</c:v>
                </c:pt>
                <c:pt idx="137">
                  <c:v>6093.40917264</c:v>
                </c:pt>
                <c:pt idx="138">
                  <c:v>6159.73341212</c:v>
                </c:pt>
                <c:pt idx="139">
                  <c:v>6252.37373705</c:v>
                </c:pt>
                <c:pt idx="140">
                  <c:v>6284.49838357</c:v>
                </c:pt>
                <c:pt idx="141">
                  <c:v>6371.03493679</c:v>
                </c:pt>
                <c:pt idx="142">
                  <c:v>6471.18111986</c:v>
                </c:pt>
                <c:pt idx="143">
                  <c:v>6569.75086097</c:v>
                </c:pt>
                <c:pt idx="144">
                  <c:v>6640.71463968</c:v>
                </c:pt>
                <c:pt idx="145">
                  <c:v>6702.57642064</c:v>
                </c:pt>
                <c:pt idx="146">
                  <c:v>6806.14819708</c:v>
                </c:pt>
                <c:pt idx="147">
                  <c:v>6878.21894725</c:v>
                </c:pt>
                <c:pt idx="148">
                  <c:v>6978.42585355</c:v>
                </c:pt>
                <c:pt idx="149">
                  <c:v>7027.91944749</c:v>
                </c:pt>
                <c:pt idx="150">
                  <c:v>7139.25050948</c:v>
                </c:pt>
                <c:pt idx="151">
                  <c:v>7222.46087403</c:v>
                </c:pt>
                <c:pt idx="152">
                  <c:v>7342.44755385</c:v>
                </c:pt>
                <c:pt idx="153">
                  <c:v>7424.4529331</c:v>
                </c:pt>
                <c:pt idx="154">
                  <c:v>7465.23078744</c:v>
                </c:pt>
                <c:pt idx="155">
                  <c:v>7594.11238827</c:v>
                </c:pt>
                <c:pt idx="156">
                  <c:v>7674.75002025</c:v>
                </c:pt>
                <c:pt idx="157">
                  <c:v>7781.16689026</c:v>
                </c:pt>
                <c:pt idx="158">
                  <c:v>7896.33517671</c:v>
                </c:pt>
                <c:pt idx="159">
                  <c:v>7941.99042174</c:v>
                </c:pt>
                <c:pt idx="160">
                  <c:v>8071.20708719</c:v>
                </c:pt>
                <c:pt idx="161">
                  <c:v>8191.51721773</c:v>
                </c:pt>
                <c:pt idx="162">
                  <c:v>8309.20962512</c:v>
                </c:pt>
                <c:pt idx="163">
                  <c:v>8452.51733512</c:v>
                </c:pt>
                <c:pt idx="164">
                  <c:v>8531.4581725</c:v>
                </c:pt>
                <c:pt idx="165">
                  <c:v>8679.84511902</c:v>
                </c:pt>
                <c:pt idx="166">
                  <c:v>8840.47535156</c:v>
                </c:pt>
                <c:pt idx="167">
                  <c:v>8934.13590005</c:v>
                </c:pt>
                <c:pt idx="168">
                  <c:v>9037.5494355</c:v>
                </c:pt>
                <c:pt idx="169">
                  <c:v>9152.40939222</c:v>
                </c:pt>
                <c:pt idx="170">
                  <c:v>9167.0670559</c:v>
                </c:pt>
                <c:pt idx="171">
                  <c:v>9232.13226169</c:v>
                </c:pt>
                <c:pt idx="172">
                  <c:v>9363.27421391</c:v>
                </c:pt>
                <c:pt idx="173">
                  <c:v>9472.44726992</c:v>
                </c:pt>
                <c:pt idx="174">
                  <c:v>9649.24799385</c:v>
                </c:pt>
                <c:pt idx="175">
                  <c:v>9795.86700086</c:v>
                </c:pt>
                <c:pt idx="176">
                  <c:v>9900.37038114</c:v>
                </c:pt>
                <c:pt idx="177">
                  <c:v>10024.3107889</c:v>
                </c:pt>
                <c:pt idx="178">
                  <c:v>10150.165953</c:v>
                </c:pt>
                <c:pt idx="179">
                  <c:v>10303.7174323</c:v>
                </c:pt>
                <c:pt idx="180">
                  <c:v>10351.4768034</c:v>
                </c:pt>
                <c:pt idx="181">
                  <c:v>10474.1469926</c:v>
                </c:pt>
                <c:pt idx="182">
                  <c:v>10606.3591096</c:v>
                </c:pt>
                <c:pt idx="183">
                  <c:v>10740.4933873</c:v>
                </c:pt>
                <c:pt idx="184">
                  <c:v>10881.4654964</c:v>
                </c:pt>
                <c:pt idx="185">
                  <c:v>11020.6912571</c:v>
                </c:pt>
                <c:pt idx="186">
                  <c:v>11175.7155127</c:v>
                </c:pt>
                <c:pt idx="187">
                  <c:v>11294.0227007</c:v>
                </c:pt>
                <c:pt idx="188">
                  <c:v>11391.6280775</c:v>
                </c:pt>
                <c:pt idx="189">
                  <c:v>11552.4024256</c:v>
                </c:pt>
                <c:pt idx="190">
                  <c:v>11702.1283944</c:v>
                </c:pt>
                <c:pt idx="191">
                  <c:v>11810.6479716</c:v>
                </c:pt>
                <c:pt idx="192">
                  <c:v>11953.9945423</c:v>
                </c:pt>
                <c:pt idx="193">
                  <c:v>12098.9112969</c:v>
                </c:pt>
                <c:pt idx="194">
                  <c:v>12255.8444067</c:v>
                </c:pt>
                <c:pt idx="195">
                  <c:v>12413.3058253</c:v>
                </c:pt>
                <c:pt idx="196">
                  <c:v>12652.1286306</c:v>
                </c:pt>
                <c:pt idx="197">
                  <c:v>12690.8049977</c:v>
                </c:pt>
                <c:pt idx="198">
                  <c:v>12852.8351468</c:v>
                </c:pt>
                <c:pt idx="199">
                  <c:v>13040.9148779</c:v>
                </c:pt>
                <c:pt idx="200">
                  <c:v>13220.133477</c:v>
                </c:pt>
                <c:pt idx="201">
                  <c:v>13347.3795529</c:v>
                </c:pt>
                <c:pt idx="202">
                  <c:v>13480.6761277</c:v>
                </c:pt>
                <c:pt idx="203">
                  <c:v>13731.1757877</c:v>
                </c:pt>
                <c:pt idx="204">
                  <c:v>13779.6180962</c:v>
                </c:pt>
                <c:pt idx="205">
                  <c:v>13939.7372166</c:v>
                </c:pt>
                <c:pt idx="206">
                  <c:v>14095.3279236</c:v>
                </c:pt>
                <c:pt idx="207">
                  <c:v>14231.5144282</c:v>
                </c:pt>
                <c:pt idx="208">
                  <c:v>14306.2360044</c:v>
                </c:pt>
                <c:pt idx="209">
                  <c:v>14448.3005896</c:v>
                </c:pt>
                <c:pt idx="210">
                  <c:v>14599.7482883</c:v>
                </c:pt>
                <c:pt idx="211">
                  <c:v>14740.4811074</c:v>
                </c:pt>
                <c:pt idx="212">
                  <c:v>14919.8386528</c:v>
                </c:pt>
                <c:pt idx="213">
                  <c:v>15139.724005</c:v>
                </c:pt>
                <c:pt idx="214">
                  <c:v>15400.6007777</c:v>
                </c:pt>
                <c:pt idx="215">
                  <c:v>15466.7746005</c:v>
                </c:pt>
                <c:pt idx="216">
                  <c:v>15644.6722749</c:v>
                </c:pt>
                <c:pt idx="217">
                  <c:v>15706.1067166</c:v>
                </c:pt>
                <c:pt idx="218">
                  <c:v>16036.45665</c:v>
                </c:pt>
                <c:pt idx="219">
                  <c:v>16215.2613354</c:v>
                </c:pt>
                <c:pt idx="220">
                  <c:v>16374.6716245</c:v>
                </c:pt>
                <c:pt idx="221">
                  <c:v>16648.1235134</c:v>
                </c:pt>
                <c:pt idx="222">
                  <c:v>16704.6453559</c:v>
                </c:pt>
                <c:pt idx="223">
                  <c:v>17006.6682587</c:v>
                </c:pt>
                <c:pt idx="224">
                  <c:v>17192.6625887</c:v>
                </c:pt>
                <c:pt idx="225">
                  <c:v>17279.463953</c:v>
                </c:pt>
                <c:pt idx="226">
                  <c:v>17459.5020526</c:v>
                </c:pt>
                <c:pt idx="227">
                  <c:v>17584.7209634</c:v>
                </c:pt>
                <c:pt idx="228">
                  <c:v>17820.5573314</c:v>
                </c:pt>
                <c:pt idx="229">
                  <c:v>17983.5482289</c:v>
                </c:pt>
                <c:pt idx="230">
                  <c:v>18293.717911</c:v>
                </c:pt>
                <c:pt idx="231">
                  <c:v>18397.8928687</c:v>
                </c:pt>
                <c:pt idx="232">
                  <c:v>18530.5826793</c:v>
                </c:pt>
                <c:pt idx="233">
                  <c:v>18744.8858852</c:v>
                </c:pt>
                <c:pt idx="234">
                  <c:v>18990.1230325</c:v>
                </c:pt>
                <c:pt idx="235">
                  <c:v>19300.6253672</c:v>
                </c:pt>
                <c:pt idx="236">
                  <c:v>19508.2755529</c:v>
                </c:pt>
                <c:pt idx="237">
                  <c:v>19717.0055323</c:v>
                </c:pt>
                <c:pt idx="238">
                  <c:v>19911.9032716</c:v>
                </c:pt>
                <c:pt idx="239">
                  <c:v>20121.5516469</c:v>
                </c:pt>
              </c:numCache>
            </c:numRef>
          </c:yVal>
        </c:ser>
        <c:ser>
          <c:idx val="2"/>
          <c:order val="2"/>
          <c:tx>
            <c:v>상위10%</c:v>
          </c:tx>
          <c:spPr>
            <a:ln xmlns:a="http://schemas.openxmlformats.org/drawingml/2006/main" w="25718">
              <a:solidFill>
                <a:srgbClr val="2767B7"/>
              </a:solidFill>
              <a:prstDash val="solid"/>
            </a:ln>
          </c:spPr>
          <c:marker>
            <c:symbol val="none"/>
          </c:marker>
          <c:xVal>
            <c:numRef>
              <c:f>'Chart Data'!$E$2:$E$241</c:f>
              <c:numCache>
                <c:formatCode>General</c:formatCode>
                <c:ptCount val="240"/>
                <c:pt idx="0">
                  <c:v>0.0833333333333</c:v>
                </c:pt>
                <c:pt idx="1">
                  <c:v>0.166666666667</c:v>
                </c:pt>
                <c:pt idx="2">
                  <c:v>0.25</c:v>
                </c:pt>
                <c:pt idx="3">
                  <c:v>0.333333333333</c:v>
                </c:pt>
                <c:pt idx="4">
                  <c:v>0.416666666667</c:v>
                </c:pt>
                <c:pt idx="5">
                  <c:v>0.5</c:v>
                </c:pt>
                <c:pt idx="6">
                  <c:v>0.583333333333</c:v>
                </c:pt>
                <c:pt idx="7">
                  <c:v>0.666666666667</c:v>
                </c:pt>
                <c:pt idx="8">
                  <c:v>0.75</c:v>
                </c:pt>
                <c:pt idx="9">
                  <c:v>0.833333333333</c:v>
                </c:pt>
                <c:pt idx="10">
                  <c:v>0.916666666667</c:v>
                </c:pt>
                <c:pt idx="11">
                  <c:v>1</c:v>
                </c:pt>
                <c:pt idx="12">
                  <c:v>1.08333333333</c:v>
                </c:pt>
                <c:pt idx="13">
                  <c:v>1.16666666667</c:v>
                </c:pt>
                <c:pt idx="14">
                  <c:v>1.25</c:v>
                </c:pt>
                <c:pt idx="15">
                  <c:v>1.33333333333</c:v>
                </c:pt>
                <c:pt idx="16">
                  <c:v>1.41666666667</c:v>
                </c:pt>
                <c:pt idx="17">
                  <c:v>1.5</c:v>
                </c:pt>
                <c:pt idx="18">
                  <c:v>1.58333333333</c:v>
                </c:pt>
                <c:pt idx="19">
                  <c:v>1.66666666667</c:v>
                </c:pt>
                <c:pt idx="20">
                  <c:v>1.75</c:v>
                </c:pt>
                <c:pt idx="21">
                  <c:v>1.83333333333</c:v>
                </c:pt>
                <c:pt idx="22">
                  <c:v>1.91666666667</c:v>
                </c:pt>
                <c:pt idx="23">
                  <c:v>2</c:v>
                </c:pt>
                <c:pt idx="24">
                  <c:v>2.08333333333</c:v>
                </c:pt>
                <c:pt idx="25">
                  <c:v>2.16666666667</c:v>
                </c:pt>
                <c:pt idx="26">
                  <c:v>2.25</c:v>
                </c:pt>
                <c:pt idx="27">
                  <c:v>2.33333333333</c:v>
                </c:pt>
                <c:pt idx="28">
                  <c:v>2.41666666667</c:v>
                </c:pt>
                <c:pt idx="29">
                  <c:v>2.5</c:v>
                </c:pt>
                <c:pt idx="30">
                  <c:v>2.58333333333</c:v>
                </c:pt>
                <c:pt idx="31">
                  <c:v>2.66666666667</c:v>
                </c:pt>
                <c:pt idx="32">
                  <c:v>2.75</c:v>
                </c:pt>
                <c:pt idx="33">
                  <c:v>2.83333333333</c:v>
                </c:pt>
                <c:pt idx="34">
                  <c:v>2.91666666667</c:v>
                </c:pt>
                <c:pt idx="35">
                  <c:v>3</c:v>
                </c:pt>
                <c:pt idx="36">
                  <c:v>3.08333333333</c:v>
                </c:pt>
                <c:pt idx="37">
                  <c:v>3.16666666667</c:v>
                </c:pt>
                <c:pt idx="38">
                  <c:v>3.25</c:v>
                </c:pt>
                <c:pt idx="39">
                  <c:v>3.33333333333</c:v>
                </c:pt>
                <c:pt idx="40">
                  <c:v>3.41666666667</c:v>
                </c:pt>
                <c:pt idx="41">
                  <c:v>3.5</c:v>
                </c:pt>
                <c:pt idx="42">
                  <c:v>3.58333333333</c:v>
                </c:pt>
                <c:pt idx="43">
                  <c:v>3.66666666667</c:v>
                </c:pt>
                <c:pt idx="44">
                  <c:v>3.75</c:v>
                </c:pt>
                <c:pt idx="45">
                  <c:v>3.83333333333</c:v>
                </c:pt>
                <c:pt idx="46">
                  <c:v>3.91666666667</c:v>
                </c:pt>
                <c:pt idx="47">
                  <c:v>4</c:v>
                </c:pt>
                <c:pt idx="48">
                  <c:v>4.08333333333</c:v>
                </c:pt>
                <c:pt idx="49">
                  <c:v>4.16666666667</c:v>
                </c:pt>
                <c:pt idx="50">
                  <c:v>4.25</c:v>
                </c:pt>
                <c:pt idx="51">
                  <c:v>4.33333333333</c:v>
                </c:pt>
                <c:pt idx="52">
                  <c:v>4.41666666667</c:v>
                </c:pt>
                <c:pt idx="53">
                  <c:v>4.5</c:v>
                </c:pt>
                <c:pt idx="54">
                  <c:v>4.58333333333</c:v>
                </c:pt>
                <c:pt idx="55">
                  <c:v>4.66666666667</c:v>
                </c:pt>
                <c:pt idx="56">
                  <c:v>4.75</c:v>
                </c:pt>
                <c:pt idx="57">
                  <c:v>4.83333333333</c:v>
                </c:pt>
                <c:pt idx="58">
                  <c:v>4.91666666667</c:v>
                </c:pt>
                <c:pt idx="59">
                  <c:v>5</c:v>
                </c:pt>
                <c:pt idx="60">
                  <c:v>5.08333333333</c:v>
                </c:pt>
                <c:pt idx="61">
                  <c:v>5.16666666667</c:v>
                </c:pt>
                <c:pt idx="62">
                  <c:v>5.25</c:v>
                </c:pt>
                <c:pt idx="63">
                  <c:v>5.33333333333</c:v>
                </c:pt>
                <c:pt idx="64">
                  <c:v>5.41666666667</c:v>
                </c:pt>
                <c:pt idx="65">
                  <c:v>5.5</c:v>
                </c:pt>
                <c:pt idx="66">
                  <c:v>5.58333333333</c:v>
                </c:pt>
                <c:pt idx="67">
                  <c:v>5.66666666667</c:v>
                </c:pt>
                <c:pt idx="68">
                  <c:v>5.75</c:v>
                </c:pt>
                <c:pt idx="69">
                  <c:v>5.83333333333</c:v>
                </c:pt>
                <c:pt idx="70">
                  <c:v>5.91666666667</c:v>
                </c:pt>
                <c:pt idx="71">
                  <c:v>6</c:v>
                </c:pt>
                <c:pt idx="72">
                  <c:v>6.08333333333</c:v>
                </c:pt>
                <c:pt idx="73">
                  <c:v>6.16666666667</c:v>
                </c:pt>
                <c:pt idx="74">
                  <c:v>6.25</c:v>
                </c:pt>
                <c:pt idx="75">
                  <c:v>6.33333333333</c:v>
                </c:pt>
                <c:pt idx="76">
                  <c:v>6.41666666667</c:v>
                </c:pt>
                <c:pt idx="77">
                  <c:v>6.5</c:v>
                </c:pt>
                <c:pt idx="78">
                  <c:v>6.58333333333</c:v>
                </c:pt>
                <c:pt idx="79">
                  <c:v>6.66666666667</c:v>
                </c:pt>
                <c:pt idx="80">
                  <c:v>6.75</c:v>
                </c:pt>
                <c:pt idx="81">
                  <c:v>6.83333333333</c:v>
                </c:pt>
                <c:pt idx="82">
                  <c:v>6.91666666667</c:v>
                </c:pt>
                <c:pt idx="83">
                  <c:v>7</c:v>
                </c:pt>
                <c:pt idx="84">
                  <c:v>7.08333333333</c:v>
                </c:pt>
                <c:pt idx="85">
                  <c:v>7.16666666667</c:v>
                </c:pt>
                <c:pt idx="86">
                  <c:v>7.25</c:v>
                </c:pt>
                <c:pt idx="87">
                  <c:v>7.33333333333</c:v>
                </c:pt>
                <c:pt idx="88">
                  <c:v>7.41666666667</c:v>
                </c:pt>
                <c:pt idx="89">
                  <c:v>7.5</c:v>
                </c:pt>
                <c:pt idx="90">
                  <c:v>7.58333333333</c:v>
                </c:pt>
                <c:pt idx="91">
                  <c:v>7.66666666667</c:v>
                </c:pt>
                <c:pt idx="92">
                  <c:v>7.75</c:v>
                </c:pt>
                <c:pt idx="93">
                  <c:v>7.83333333333</c:v>
                </c:pt>
                <c:pt idx="94">
                  <c:v>7.91666666667</c:v>
                </c:pt>
                <c:pt idx="95">
                  <c:v>8</c:v>
                </c:pt>
                <c:pt idx="96">
                  <c:v>8.08333333333</c:v>
                </c:pt>
                <c:pt idx="97">
                  <c:v>8.16666666667</c:v>
                </c:pt>
                <c:pt idx="98">
                  <c:v>8.25</c:v>
                </c:pt>
                <c:pt idx="99">
                  <c:v>8.33333333333</c:v>
                </c:pt>
                <c:pt idx="100">
                  <c:v>8.41666666667</c:v>
                </c:pt>
                <c:pt idx="101">
                  <c:v>8.5</c:v>
                </c:pt>
                <c:pt idx="102">
                  <c:v>8.58333333333</c:v>
                </c:pt>
                <c:pt idx="103">
                  <c:v>8.66666666667</c:v>
                </c:pt>
                <c:pt idx="104">
                  <c:v>8.75</c:v>
                </c:pt>
                <c:pt idx="105">
                  <c:v>8.83333333333</c:v>
                </c:pt>
                <c:pt idx="106">
                  <c:v>8.91666666667</c:v>
                </c:pt>
                <c:pt idx="107">
                  <c:v>9</c:v>
                </c:pt>
                <c:pt idx="108">
                  <c:v>9.08333333333</c:v>
                </c:pt>
                <c:pt idx="109">
                  <c:v>9.16666666667</c:v>
                </c:pt>
                <c:pt idx="110">
                  <c:v>9.25</c:v>
                </c:pt>
                <c:pt idx="111">
                  <c:v>9.33333333333</c:v>
                </c:pt>
                <c:pt idx="112">
                  <c:v>9.41666666667</c:v>
                </c:pt>
                <c:pt idx="113">
                  <c:v>9.5</c:v>
                </c:pt>
                <c:pt idx="114">
                  <c:v>9.58333333333</c:v>
                </c:pt>
                <c:pt idx="115">
                  <c:v>9.66666666667</c:v>
                </c:pt>
                <c:pt idx="116">
                  <c:v>9.75</c:v>
                </c:pt>
                <c:pt idx="117">
                  <c:v>9.83333333333</c:v>
                </c:pt>
                <c:pt idx="118">
                  <c:v>9.91666666667</c:v>
                </c:pt>
                <c:pt idx="119">
                  <c:v>10</c:v>
                </c:pt>
                <c:pt idx="120">
                  <c:v>10.0833333333</c:v>
                </c:pt>
                <c:pt idx="121">
                  <c:v>10.1666666667</c:v>
                </c:pt>
                <c:pt idx="122">
                  <c:v>10.25</c:v>
                </c:pt>
                <c:pt idx="123">
                  <c:v>10.3333333333</c:v>
                </c:pt>
                <c:pt idx="124">
                  <c:v>10.4166666667</c:v>
                </c:pt>
                <c:pt idx="125">
                  <c:v>10.5</c:v>
                </c:pt>
                <c:pt idx="126">
                  <c:v>10.5833333333</c:v>
                </c:pt>
                <c:pt idx="127">
                  <c:v>10.6666666667</c:v>
                </c:pt>
                <c:pt idx="128">
                  <c:v>10.75</c:v>
                </c:pt>
                <c:pt idx="129">
                  <c:v>10.8333333333</c:v>
                </c:pt>
                <c:pt idx="130">
                  <c:v>10.9166666667</c:v>
                </c:pt>
                <c:pt idx="131">
                  <c:v>11</c:v>
                </c:pt>
                <c:pt idx="132">
                  <c:v>11.0833333333</c:v>
                </c:pt>
                <c:pt idx="133">
                  <c:v>11.1666666667</c:v>
                </c:pt>
                <c:pt idx="134">
                  <c:v>11.25</c:v>
                </c:pt>
                <c:pt idx="135">
                  <c:v>11.3333333333</c:v>
                </c:pt>
                <c:pt idx="136">
                  <c:v>11.4166666667</c:v>
                </c:pt>
                <c:pt idx="137">
                  <c:v>11.5</c:v>
                </c:pt>
                <c:pt idx="138">
                  <c:v>11.5833333333</c:v>
                </c:pt>
                <c:pt idx="139">
                  <c:v>11.6666666667</c:v>
                </c:pt>
                <c:pt idx="140">
                  <c:v>11.75</c:v>
                </c:pt>
                <c:pt idx="141">
                  <c:v>11.8333333333</c:v>
                </c:pt>
                <c:pt idx="142">
                  <c:v>11.9166666667</c:v>
                </c:pt>
                <c:pt idx="143">
                  <c:v>12</c:v>
                </c:pt>
                <c:pt idx="144">
                  <c:v>12.0833333333</c:v>
                </c:pt>
                <c:pt idx="145">
                  <c:v>12.1666666667</c:v>
                </c:pt>
                <c:pt idx="146">
                  <c:v>12.25</c:v>
                </c:pt>
                <c:pt idx="147">
                  <c:v>12.3333333333</c:v>
                </c:pt>
                <c:pt idx="148">
                  <c:v>12.4166666667</c:v>
                </c:pt>
                <c:pt idx="149">
                  <c:v>12.5</c:v>
                </c:pt>
                <c:pt idx="150">
                  <c:v>12.5833333333</c:v>
                </c:pt>
                <c:pt idx="151">
                  <c:v>12.6666666667</c:v>
                </c:pt>
                <c:pt idx="152">
                  <c:v>12.75</c:v>
                </c:pt>
                <c:pt idx="153">
                  <c:v>12.8333333333</c:v>
                </c:pt>
                <c:pt idx="154">
                  <c:v>12.9166666667</c:v>
                </c:pt>
                <c:pt idx="155">
                  <c:v>13</c:v>
                </c:pt>
                <c:pt idx="156">
                  <c:v>13.0833333333</c:v>
                </c:pt>
                <c:pt idx="157">
                  <c:v>13.1666666667</c:v>
                </c:pt>
                <c:pt idx="158">
                  <c:v>13.25</c:v>
                </c:pt>
                <c:pt idx="159">
                  <c:v>13.3333333333</c:v>
                </c:pt>
                <c:pt idx="160">
                  <c:v>13.4166666667</c:v>
                </c:pt>
                <c:pt idx="161">
                  <c:v>13.5</c:v>
                </c:pt>
                <c:pt idx="162">
                  <c:v>13.5833333333</c:v>
                </c:pt>
                <c:pt idx="163">
                  <c:v>13.6666666667</c:v>
                </c:pt>
                <c:pt idx="164">
                  <c:v>13.75</c:v>
                </c:pt>
                <c:pt idx="165">
                  <c:v>13.8333333333</c:v>
                </c:pt>
                <c:pt idx="166">
                  <c:v>13.9166666667</c:v>
                </c:pt>
                <c:pt idx="167">
                  <c:v>14</c:v>
                </c:pt>
                <c:pt idx="168">
                  <c:v>14.0833333333</c:v>
                </c:pt>
                <c:pt idx="169">
                  <c:v>14.1666666667</c:v>
                </c:pt>
                <c:pt idx="170">
                  <c:v>14.25</c:v>
                </c:pt>
                <c:pt idx="171">
                  <c:v>14.3333333333</c:v>
                </c:pt>
                <c:pt idx="172">
                  <c:v>14.4166666667</c:v>
                </c:pt>
                <c:pt idx="173">
                  <c:v>14.5</c:v>
                </c:pt>
                <c:pt idx="174">
                  <c:v>14.5833333333</c:v>
                </c:pt>
                <c:pt idx="175">
                  <c:v>14.6666666667</c:v>
                </c:pt>
                <c:pt idx="176">
                  <c:v>14.75</c:v>
                </c:pt>
                <c:pt idx="177">
                  <c:v>14.8333333333</c:v>
                </c:pt>
                <c:pt idx="178">
                  <c:v>14.9166666667</c:v>
                </c:pt>
                <c:pt idx="179">
                  <c:v>15</c:v>
                </c:pt>
                <c:pt idx="180">
                  <c:v>15.0833333333</c:v>
                </c:pt>
                <c:pt idx="181">
                  <c:v>15.1666666667</c:v>
                </c:pt>
                <c:pt idx="182">
                  <c:v>15.25</c:v>
                </c:pt>
                <c:pt idx="183">
                  <c:v>15.3333333333</c:v>
                </c:pt>
                <c:pt idx="184">
                  <c:v>15.4166666667</c:v>
                </c:pt>
                <c:pt idx="185">
                  <c:v>15.5</c:v>
                </c:pt>
                <c:pt idx="186">
                  <c:v>15.5833333333</c:v>
                </c:pt>
                <c:pt idx="187">
                  <c:v>15.6666666667</c:v>
                </c:pt>
                <c:pt idx="188">
                  <c:v>15.75</c:v>
                </c:pt>
                <c:pt idx="189">
                  <c:v>15.8333333333</c:v>
                </c:pt>
                <c:pt idx="190">
                  <c:v>15.9166666667</c:v>
                </c:pt>
                <c:pt idx="191">
                  <c:v>16</c:v>
                </c:pt>
                <c:pt idx="192">
                  <c:v>16.0833333333</c:v>
                </c:pt>
                <c:pt idx="193">
                  <c:v>16.1666666667</c:v>
                </c:pt>
                <c:pt idx="194">
                  <c:v>16.25</c:v>
                </c:pt>
                <c:pt idx="195">
                  <c:v>16.3333333333</c:v>
                </c:pt>
                <c:pt idx="196">
                  <c:v>16.4166666667</c:v>
                </c:pt>
                <c:pt idx="197">
                  <c:v>16.5</c:v>
                </c:pt>
                <c:pt idx="198">
                  <c:v>16.5833333333</c:v>
                </c:pt>
                <c:pt idx="199">
                  <c:v>16.6666666667</c:v>
                </c:pt>
                <c:pt idx="200">
                  <c:v>16.75</c:v>
                </c:pt>
                <c:pt idx="201">
                  <c:v>16.8333333333</c:v>
                </c:pt>
                <c:pt idx="202">
                  <c:v>16.9166666667</c:v>
                </c:pt>
                <c:pt idx="203">
                  <c:v>17</c:v>
                </c:pt>
                <c:pt idx="204">
                  <c:v>17.0833333333</c:v>
                </c:pt>
                <c:pt idx="205">
                  <c:v>17.1666666667</c:v>
                </c:pt>
                <c:pt idx="206">
                  <c:v>17.25</c:v>
                </c:pt>
                <c:pt idx="207">
                  <c:v>17.3333333333</c:v>
                </c:pt>
                <c:pt idx="208">
                  <c:v>17.4166666667</c:v>
                </c:pt>
                <c:pt idx="209">
                  <c:v>17.5</c:v>
                </c:pt>
                <c:pt idx="210">
                  <c:v>17.5833333333</c:v>
                </c:pt>
                <c:pt idx="211">
                  <c:v>17.6666666667</c:v>
                </c:pt>
                <c:pt idx="212">
                  <c:v>17.75</c:v>
                </c:pt>
                <c:pt idx="213">
                  <c:v>17.8333333333</c:v>
                </c:pt>
                <c:pt idx="214">
                  <c:v>17.9166666667</c:v>
                </c:pt>
                <c:pt idx="215">
                  <c:v>18</c:v>
                </c:pt>
                <c:pt idx="216">
                  <c:v>18.0833333333</c:v>
                </c:pt>
                <c:pt idx="217">
                  <c:v>18.1666666667</c:v>
                </c:pt>
                <c:pt idx="218">
                  <c:v>18.25</c:v>
                </c:pt>
                <c:pt idx="219">
                  <c:v>18.3333333333</c:v>
                </c:pt>
                <c:pt idx="220">
                  <c:v>18.4166666667</c:v>
                </c:pt>
                <c:pt idx="221">
                  <c:v>18.5</c:v>
                </c:pt>
                <c:pt idx="222">
                  <c:v>18.5833333333</c:v>
                </c:pt>
                <c:pt idx="223">
                  <c:v>18.6666666667</c:v>
                </c:pt>
                <c:pt idx="224">
                  <c:v>18.75</c:v>
                </c:pt>
                <c:pt idx="225">
                  <c:v>18.8333333333</c:v>
                </c:pt>
                <c:pt idx="226">
                  <c:v>18.9166666667</c:v>
                </c:pt>
                <c:pt idx="227">
                  <c:v>19</c:v>
                </c:pt>
                <c:pt idx="228">
                  <c:v>19.0833333333</c:v>
                </c:pt>
                <c:pt idx="229">
                  <c:v>19.1666666667</c:v>
                </c:pt>
                <c:pt idx="230">
                  <c:v>19.25</c:v>
                </c:pt>
                <c:pt idx="231">
                  <c:v>19.3333333333</c:v>
                </c:pt>
                <c:pt idx="232">
                  <c:v>19.4166666667</c:v>
                </c:pt>
                <c:pt idx="233">
                  <c:v>19.5</c:v>
                </c:pt>
                <c:pt idx="234">
                  <c:v>19.5833333333</c:v>
                </c:pt>
                <c:pt idx="235">
                  <c:v>19.6666666667</c:v>
                </c:pt>
                <c:pt idx="236">
                  <c:v>19.75</c:v>
                </c:pt>
                <c:pt idx="237">
                  <c:v>19.8333333333</c:v>
                </c:pt>
                <c:pt idx="238">
                  <c:v>19.9166666667</c:v>
                </c:pt>
                <c:pt idx="239">
                  <c:v>20</c:v>
                </c:pt>
              </c:numCache>
            </c:numRef>
          </c:xVal>
          <c:yVal>
            <c:numRef>
              <c:f>'Chart Data'!$F$2:$F$241</c:f>
              <c:numCache>
                <c:formatCode>#,##0</c:formatCode>
                <c:ptCount val="240"/>
                <c:pt idx="0">
                  <c:v>20.7390295</c:v>
                </c:pt>
                <c:pt idx="1">
                  <c:v>41.8170275764</c:v>
                </c:pt>
                <c:pt idx="2">
                  <c:v>63.3293223475</c:v>
                </c:pt>
                <c:pt idx="3">
                  <c:v>85.3300313349</c:v>
                </c:pt>
                <c:pt idx="4">
                  <c:v>107.371636712</c:v>
                </c:pt>
                <c:pt idx="5">
                  <c:v>129.961369603</c:v>
                </c:pt>
                <c:pt idx="6">
                  <c:v>153.246186626</c:v>
                </c:pt>
                <c:pt idx="7">
                  <c:v>177.305653485</c:v>
                </c:pt>
                <c:pt idx="8">
                  <c:v>201.249743784</c:v>
                </c:pt>
                <c:pt idx="9">
                  <c:v>225.803248648</c:v>
                </c:pt>
                <c:pt idx="10">
                  <c:v>250.205424785</c:v>
                </c:pt>
                <c:pt idx="11">
                  <c:v>274.748327973</c:v>
                </c:pt>
                <c:pt idx="12">
                  <c:v>299.496971858</c:v>
                </c:pt>
                <c:pt idx="13">
                  <c:v>325.500253731</c:v>
                </c:pt>
                <c:pt idx="14">
                  <c:v>352.810258491</c:v>
                </c:pt>
                <c:pt idx="15">
                  <c:v>377.367748339</c:v>
                </c:pt>
                <c:pt idx="16">
                  <c:v>404.540887378</c:v>
                </c:pt>
                <c:pt idx="17">
                  <c:v>431.194921822</c:v>
                </c:pt>
                <c:pt idx="18">
                  <c:v>460.611277772</c:v>
                </c:pt>
                <c:pt idx="19">
                  <c:v>487.71811196</c:v>
                </c:pt>
                <c:pt idx="20">
                  <c:v>515.747057736</c:v>
                </c:pt>
                <c:pt idx="21">
                  <c:v>543.87227098</c:v>
                </c:pt>
                <c:pt idx="22">
                  <c:v>577.671208001</c:v>
                </c:pt>
                <c:pt idx="23">
                  <c:v>608.930852082</c:v>
                </c:pt>
                <c:pt idx="24">
                  <c:v>634.555003548</c:v>
                </c:pt>
                <c:pt idx="25">
                  <c:v>664.085726358</c:v>
                </c:pt>
                <c:pt idx="26">
                  <c:v>691.424175978</c:v>
                </c:pt>
                <c:pt idx="27">
                  <c:v>722.944258094</c:v>
                </c:pt>
                <c:pt idx="28">
                  <c:v>755.71820971</c:v>
                </c:pt>
                <c:pt idx="29">
                  <c:v>788.018768007</c:v>
                </c:pt>
                <c:pt idx="30">
                  <c:v>818.157516659</c:v>
                </c:pt>
                <c:pt idx="31">
                  <c:v>850.946564068</c:v>
                </c:pt>
                <c:pt idx="32">
                  <c:v>886.113883</c:v>
                </c:pt>
                <c:pt idx="33">
                  <c:v>920.387120287</c:v>
                </c:pt>
                <c:pt idx="34">
                  <c:v>960.769583691</c:v>
                </c:pt>
                <c:pt idx="35">
                  <c:v>989.056167531</c:v>
                </c:pt>
                <c:pt idx="36">
                  <c:v>1023.74157365</c:v>
                </c:pt>
                <c:pt idx="37">
                  <c:v>1053.34983897</c:v>
                </c:pt>
                <c:pt idx="38">
                  <c:v>1084.73872762</c:v>
                </c:pt>
                <c:pt idx="39">
                  <c:v>1116.77668471</c:v>
                </c:pt>
                <c:pt idx="40">
                  <c:v>1160.04607071</c:v>
                </c:pt>
                <c:pt idx="41">
                  <c:v>1195.54927592</c:v>
                </c:pt>
                <c:pt idx="42">
                  <c:v>1232.64997642</c:v>
                </c:pt>
                <c:pt idx="43">
                  <c:v>1271.63597315</c:v>
                </c:pt>
                <c:pt idx="44">
                  <c:v>1311.40978931</c:v>
                </c:pt>
                <c:pt idx="45">
                  <c:v>1350.80441715</c:v>
                </c:pt>
                <c:pt idx="46">
                  <c:v>1391.80397677</c:v>
                </c:pt>
                <c:pt idx="47">
                  <c:v>1436.10094011</c:v>
                </c:pt>
                <c:pt idx="48">
                  <c:v>1471.29138739</c:v>
                </c:pt>
                <c:pt idx="49">
                  <c:v>1513.25589931</c:v>
                </c:pt>
                <c:pt idx="50">
                  <c:v>1555.53411223</c:v>
                </c:pt>
                <c:pt idx="51">
                  <c:v>1594.20672994</c:v>
                </c:pt>
                <c:pt idx="52">
                  <c:v>1633.94523029</c:v>
                </c:pt>
                <c:pt idx="53">
                  <c:v>1677.47827149</c:v>
                </c:pt>
                <c:pt idx="54">
                  <c:v>1741.37852597</c:v>
                </c:pt>
                <c:pt idx="55">
                  <c:v>1779.87753741</c:v>
                </c:pt>
                <c:pt idx="56">
                  <c:v>1825.10586389</c:v>
                </c:pt>
                <c:pt idx="57">
                  <c:v>1877.28958432</c:v>
                </c:pt>
                <c:pt idx="58">
                  <c:v>1931.01877509</c:v>
                </c:pt>
                <c:pt idx="59">
                  <c:v>1963.91393454</c:v>
                </c:pt>
                <c:pt idx="60">
                  <c:v>2002.13004652</c:v>
                </c:pt>
                <c:pt idx="61">
                  <c:v>2034.00380579</c:v>
                </c:pt>
                <c:pt idx="62">
                  <c:v>2096.16855806</c:v>
                </c:pt>
                <c:pt idx="63">
                  <c:v>2140.98358726</c:v>
                </c:pt>
                <c:pt idx="64">
                  <c:v>2200.69785459</c:v>
                </c:pt>
                <c:pt idx="65">
                  <c:v>2250.82440877</c:v>
                </c:pt>
                <c:pt idx="66">
                  <c:v>2298.41681026</c:v>
                </c:pt>
                <c:pt idx="67">
                  <c:v>2351.20213876</c:v>
                </c:pt>
                <c:pt idx="68">
                  <c:v>2419.78060845</c:v>
                </c:pt>
                <c:pt idx="69">
                  <c:v>2475.29755939</c:v>
                </c:pt>
                <c:pt idx="70">
                  <c:v>2527.01869087</c:v>
                </c:pt>
                <c:pt idx="71">
                  <c:v>2576.95042346</c:v>
                </c:pt>
                <c:pt idx="72">
                  <c:v>2627.70362377</c:v>
                </c:pt>
                <c:pt idx="73">
                  <c:v>2676.9380085</c:v>
                </c:pt>
                <c:pt idx="74">
                  <c:v>2743.74643894</c:v>
                </c:pt>
                <c:pt idx="75">
                  <c:v>2794.66185922</c:v>
                </c:pt>
                <c:pt idx="76">
                  <c:v>2848.10788972</c:v>
                </c:pt>
                <c:pt idx="77">
                  <c:v>2889.50882957</c:v>
                </c:pt>
                <c:pt idx="78">
                  <c:v>2949.31950471</c:v>
                </c:pt>
                <c:pt idx="79">
                  <c:v>3027.36138002</c:v>
                </c:pt>
                <c:pt idx="80">
                  <c:v>3069.89321918</c:v>
                </c:pt>
                <c:pt idx="81">
                  <c:v>3143.24536467</c:v>
                </c:pt>
                <c:pt idx="82">
                  <c:v>3209.67915399</c:v>
                </c:pt>
                <c:pt idx="83">
                  <c:v>3265.23728503</c:v>
                </c:pt>
                <c:pt idx="84">
                  <c:v>3333.66102139</c:v>
                </c:pt>
                <c:pt idx="85">
                  <c:v>3375.88373966</c:v>
                </c:pt>
                <c:pt idx="86">
                  <c:v>3453.71486924</c:v>
                </c:pt>
                <c:pt idx="87">
                  <c:v>3508.69185475</c:v>
                </c:pt>
                <c:pt idx="88">
                  <c:v>3581.50636396</c:v>
                </c:pt>
                <c:pt idx="89">
                  <c:v>3667.99240415</c:v>
                </c:pt>
                <c:pt idx="90">
                  <c:v>3726.21690001</c:v>
                </c:pt>
                <c:pt idx="91">
                  <c:v>3786.63277862</c:v>
                </c:pt>
                <c:pt idx="92">
                  <c:v>3836.26157704</c:v>
                </c:pt>
                <c:pt idx="93">
                  <c:v>3922.85538694</c:v>
                </c:pt>
                <c:pt idx="94">
                  <c:v>3994.60968525</c:v>
                </c:pt>
                <c:pt idx="95">
                  <c:v>4077.79360973</c:v>
                </c:pt>
                <c:pt idx="96">
                  <c:v>4159.51227146</c:v>
                </c:pt>
                <c:pt idx="97">
                  <c:v>4221.54582924</c:v>
                </c:pt>
                <c:pt idx="98">
                  <c:v>4293.04393531</c:v>
                </c:pt>
                <c:pt idx="99">
                  <c:v>4374.4319676</c:v>
                </c:pt>
                <c:pt idx="100">
                  <c:v>4454.5844477</c:v>
                </c:pt>
                <c:pt idx="101">
                  <c:v>4520.01436426</c:v>
                </c:pt>
                <c:pt idx="102">
                  <c:v>4598.79374128</c:v>
                </c:pt>
                <c:pt idx="103">
                  <c:v>4663.45118534</c:v>
                </c:pt>
                <c:pt idx="104">
                  <c:v>4775.41393898</c:v>
                </c:pt>
                <c:pt idx="105">
                  <c:v>4840.03997841</c:v>
                </c:pt>
                <c:pt idx="106">
                  <c:v>4951.13367801</c:v>
                </c:pt>
                <c:pt idx="107">
                  <c:v>5008.13913909</c:v>
                </c:pt>
                <c:pt idx="108">
                  <c:v>5096.15681647</c:v>
                </c:pt>
                <c:pt idx="109">
                  <c:v>5177.82820142</c:v>
                </c:pt>
                <c:pt idx="110">
                  <c:v>5259.80086026</c:v>
                </c:pt>
                <c:pt idx="111">
                  <c:v>5312.74566121</c:v>
                </c:pt>
                <c:pt idx="112">
                  <c:v>5395.55613972</c:v>
                </c:pt>
                <c:pt idx="113">
                  <c:v>5487.41780016</c:v>
                </c:pt>
                <c:pt idx="114">
                  <c:v>5583.75534459</c:v>
                </c:pt>
                <c:pt idx="115">
                  <c:v>5670.2761841</c:v>
                </c:pt>
                <c:pt idx="116">
                  <c:v>5734.46699675</c:v>
                </c:pt>
                <c:pt idx="117">
                  <c:v>5834.14217446</c:v>
                </c:pt>
                <c:pt idx="118">
                  <c:v>5926.14539613</c:v>
                </c:pt>
                <c:pt idx="119">
                  <c:v>6031.53204799</c:v>
                </c:pt>
                <c:pt idx="120">
                  <c:v>6125.91199095</c:v>
                </c:pt>
                <c:pt idx="121">
                  <c:v>6211.03762432</c:v>
                </c:pt>
                <c:pt idx="122">
                  <c:v>6310.88748393</c:v>
                </c:pt>
                <c:pt idx="123">
                  <c:v>6421.04193208</c:v>
                </c:pt>
                <c:pt idx="124">
                  <c:v>6511.76857568</c:v>
                </c:pt>
                <c:pt idx="125">
                  <c:v>6623.18411654</c:v>
                </c:pt>
                <c:pt idx="126">
                  <c:v>6742.05352236</c:v>
                </c:pt>
                <c:pt idx="127">
                  <c:v>6857.00194718</c:v>
                </c:pt>
                <c:pt idx="128">
                  <c:v>6920.71055115</c:v>
                </c:pt>
                <c:pt idx="129">
                  <c:v>7011.4819355</c:v>
                </c:pt>
                <c:pt idx="130">
                  <c:v>7169.33711618</c:v>
                </c:pt>
                <c:pt idx="131">
                  <c:v>7349.92832108</c:v>
                </c:pt>
                <c:pt idx="132">
                  <c:v>7363.99876892</c:v>
                </c:pt>
                <c:pt idx="133">
                  <c:v>7520.4790959</c:v>
                </c:pt>
                <c:pt idx="134">
                  <c:v>7569.04089955</c:v>
                </c:pt>
                <c:pt idx="135">
                  <c:v>7756.74775707</c:v>
                </c:pt>
                <c:pt idx="136">
                  <c:v>7860.08596088</c:v>
                </c:pt>
                <c:pt idx="137">
                  <c:v>7980.14601339</c:v>
                </c:pt>
                <c:pt idx="138">
                  <c:v>8124.05174199</c:v>
                </c:pt>
                <c:pt idx="139">
                  <c:v>8268.93562994</c:v>
                </c:pt>
                <c:pt idx="140">
                  <c:v>8380.36482939</c:v>
                </c:pt>
                <c:pt idx="141">
                  <c:v>8468.376497</c:v>
                </c:pt>
                <c:pt idx="142">
                  <c:v>8576.41041748</c:v>
                </c:pt>
                <c:pt idx="143">
                  <c:v>8699.65819964</c:v>
                </c:pt>
                <c:pt idx="144">
                  <c:v>8866.61228501</c:v>
                </c:pt>
                <c:pt idx="145">
                  <c:v>8934.47846834</c:v>
                </c:pt>
                <c:pt idx="146">
                  <c:v>9102.55749534</c:v>
                </c:pt>
                <c:pt idx="147">
                  <c:v>9193.35179089</c:v>
                </c:pt>
                <c:pt idx="148">
                  <c:v>9355.3212056</c:v>
                </c:pt>
                <c:pt idx="149">
                  <c:v>9428.48791391</c:v>
                </c:pt>
                <c:pt idx="150">
                  <c:v>9547.83493672</c:v>
                </c:pt>
                <c:pt idx="151">
                  <c:v>9688.42449634</c:v>
                </c:pt>
                <c:pt idx="152">
                  <c:v>9901.30352719</c:v>
                </c:pt>
                <c:pt idx="153">
                  <c:v>9932.51246861</c:v>
                </c:pt>
                <c:pt idx="154">
                  <c:v>10117.4501127</c:v>
                </c:pt>
                <c:pt idx="155">
                  <c:v>10320.9825836</c:v>
                </c:pt>
                <c:pt idx="156">
                  <c:v>10453.6365473</c:v>
                </c:pt>
                <c:pt idx="157">
                  <c:v>10562.8191467</c:v>
                </c:pt>
                <c:pt idx="158">
                  <c:v>10692.1072694</c:v>
                </c:pt>
                <c:pt idx="159">
                  <c:v>10882.8393671</c:v>
                </c:pt>
                <c:pt idx="160">
                  <c:v>10967.613597</c:v>
                </c:pt>
                <c:pt idx="161">
                  <c:v>11111.6216963</c:v>
                </c:pt>
                <c:pt idx="162">
                  <c:v>11276.8496308</c:v>
                </c:pt>
                <c:pt idx="163">
                  <c:v>11415.4320093</c:v>
                </c:pt>
                <c:pt idx="164">
                  <c:v>11534.4132594</c:v>
                </c:pt>
                <c:pt idx="165">
                  <c:v>11727.1028777</c:v>
                </c:pt>
                <c:pt idx="166">
                  <c:v>11860.1291457</c:v>
                </c:pt>
                <c:pt idx="167">
                  <c:v>12055.5325889</c:v>
                </c:pt>
                <c:pt idx="168">
                  <c:v>12251.2170761</c:v>
                </c:pt>
                <c:pt idx="169">
                  <c:v>12391.5551386</c:v>
                </c:pt>
                <c:pt idx="170">
                  <c:v>12664.7524512</c:v>
                </c:pt>
                <c:pt idx="171">
                  <c:v>12880.0789433</c:v>
                </c:pt>
                <c:pt idx="172">
                  <c:v>12980.8154649</c:v>
                </c:pt>
                <c:pt idx="173">
                  <c:v>13197.0479919</c:v>
                </c:pt>
                <c:pt idx="174">
                  <c:v>13437.0202718</c:v>
                </c:pt>
                <c:pt idx="175">
                  <c:v>13640.5620019</c:v>
                </c:pt>
                <c:pt idx="176">
                  <c:v>13809.09699</c:v>
                </c:pt>
                <c:pt idx="177">
                  <c:v>13999.535393</c:v>
                </c:pt>
                <c:pt idx="178">
                  <c:v>14182.5838339</c:v>
                </c:pt>
                <c:pt idx="179">
                  <c:v>14382.2611965</c:v>
                </c:pt>
                <c:pt idx="180">
                  <c:v>14634.4635806</c:v>
                </c:pt>
                <c:pt idx="181">
                  <c:v>14828.1221216</c:v>
                </c:pt>
                <c:pt idx="182">
                  <c:v>15033.0495493</c:v>
                </c:pt>
                <c:pt idx="183">
                  <c:v>15259.9381656</c:v>
                </c:pt>
                <c:pt idx="184">
                  <c:v>15474.2776115</c:v>
                </c:pt>
                <c:pt idx="185">
                  <c:v>15621.2607924</c:v>
                </c:pt>
                <c:pt idx="186">
                  <c:v>15945.8027269</c:v>
                </c:pt>
                <c:pt idx="187">
                  <c:v>15907.4576457</c:v>
                </c:pt>
                <c:pt idx="188">
                  <c:v>16274.1682202</c:v>
                </c:pt>
                <c:pt idx="189">
                  <c:v>16389.5362225</c:v>
                </c:pt>
                <c:pt idx="190">
                  <c:v>16615.8037975</c:v>
                </c:pt>
                <c:pt idx="191">
                  <c:v>16727.2457811</c:v>
                </c:pt>
                <c:pt idx="192">
                  <c:v>16969.9942919</c:v>
                </c:pt>
                <c:pt idx="193">
                  <c:v>17222.219864</c:v>
                </c:pt>
                <c:pt idx="194">
                  <c:v>17441.1483986</c:v>
                </c:pt>
                <c:pt idx="195">
                  <c:v>17754.5608969</c:v>
                </c:pt>
                <c:pt idx="196">
                  <c:v>18074.5921194</c:v>
                </c:pt>
                <c:pt idx="197">
                  <c:v>18268.5467762</c:v>
                </c:pt>
                <c:pt idx="198">
                  <c:v>18407.383449</c:v>
                </c:pt>
                <c:pt idx="199">
                  <c:v>18643.3865879</c:v>
                </c:pt>
                <c:pt idx="200">
                  <c:v>18876.9813399</c:v>
                </c:pt>
                <c:pt idx="201">
                  <c:v>19179.2076064</c:v>
                </c:pt>
                <c:pt idx="202">
                  <c:v>19510.3817</c:v>
                </c:pt>
                <c:pt idx="203">
                  <c:v>19601.9235199</c:v>
                </c:pt>
                <c:pt idx="204">
                  <c:v>19988.904303</c:v>
                </c:pt>
                <c:pt idx="205">
                  <c:v>20318.3111506</c:v>
                </c:pt>
                <c:pt idx="206">
                  <c:v>20459.2576234</c:v>
                </c:pt>
                <c:pt idx="207">
                  <c:v>20724.2055964</c:v>
                </c:pt>
                <c:pt idx="208">
                  <c:v>21077.9140836</c:v>
                </c:pt>
                <c:pt idx="209">
                  <c:v>21310.7959292</c:v>
                </c:pt>
                <c:pt idx="210">
                  <c:v>21488.2412243</c:v>
                </c:pt>
                <c:pt idx="211">
                  <c:v>21663.6406007</c:v>
                </c:pt>
                <c:pt idx="212">
                  <c:v>22171.4609556</c:v>
                </c:pt>
                <c:pt idx="213">
                  <c:v>22577.1290883</c:v>
                </c:pt>
                <c:pt idx="214">
                  <c:v>23060.6955465</c:v>
                </c:pt>
                <c:pt idx="215">
                  <c:v>23223.5238506</c:v>
                </c:pt>
                <c:pt idx="216">
                  <c:v>23502.6808869</c:v>
                </c:pt>
                <c:pt idx="217">
                  <c:v>23931.6677651</c:v>
                </c:pt>
                <c:pt idx="218">
                  <c:v>24185.5702833</c:v>
                </c:pt>
                <c:pt idx="219">
                  <c:v>24440.3864222</c:v>
                </c:pt>
                <c:pt idx="220">
                  <c:v>24661.6521473</c:v>
                </c:pt>
                <c:pt idx="221">
                  <c:v>24563.2225665</c:v>
                </c:pt>
                <c:pt idx="222">
                  <c:v>24902.7637594</c:v>
                </c:pt>
                <c:pt idx="223">
                  <c:v>25056.8102927</c:v>
                </c:pt>
                <c:pt idx="224">
                  <c:v>25337.4775673</c:v>
                </c:pt>
                <c:pt idx="225">
                  <c:v>25699.5979519</c:v>
                </c:pt>
                <c:pt idx="226">
                  <c:v>26314.3948637</c:v>
                </c:pt>
                <c:pt idx="227">
                  <c:v>26402.2777924</c:v>
                </c:pt>
                <c:pt idx="228">
                  <c:v>26812.2963233</c:v>
                </c:pt>
                <c:pt idx="229">
                  <c:v>27138.2485142</c:v>
                </c:pt>
                <c:pt idx="230">
                  <c:v>27432.3792405</c:v>
                </c:pt>
                <c:pt idx="231">
                  <c:v>27935.8338084</c:v>
                </c:pt>
                <c:pt idx="232">
                  <c:v>28390.4169304</c:v>
                </c:pt>
                <c:pt idx="233">
                  <c:v>28631.5150169</c:v>
                </c:pt>
                <c:pt idx="234">
                  <c:v>28758.3519832</c:v>
                </c:pt>
                <c:pt idx="235">
                  <c:v>29293.8631087</c:v>
                </c:pt>
                <c:pt idx="236">
                  <c:v>29662.6748179</c:v>
                </c:pt>
                <c:pt idx="237">
                  <c:v>30076.4238679</c:v>
                </c:pt>
                <c:pt idx="238">
                  <c:v>30177.4112665</c:v>
                </c:pt>
                <c:pt idx="239">
                  <c:v>30972.4118895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</c:valAx>
      <c:valAx>
        <c:axId val="48650112"/>
        <c:scaling>
          <c:orientation val="minMax"/>
          <c:max val="2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하위10%</c:v>
          </c:tx>
          <c:spPr>
            <a:ln xmlns:a="http://schemas.openxmlformats.org/drawingml/2006/main" w="25718">
              <a:solidFill>
                <a:srgbClr val="C2692B"/>
              </a:solidFill>
              <a:prstDash val="solid"/>
            </a:ln>
          </c:spPr>
          <c:marker>
            <c:symbol val="none"/>
          </c:marker>
          <c:xVal>
            <c:numRef>
              <c:f>'Chart Data'!$A$2:$A$241</c:f>
              <c:numCache>
                <c:formatCode>General</c:formatCode>
                <c:ptCount val="240"/>
                <c:pt idx="0">
                  <c:v>0.0833333333333</c:v>
                </c:pt>
                <c:pt idx="1">
                  <c:v>0.166666666667</c:v>
                </c:pt>
                <c:pt idx="2">
                  <c:v>0.25</c:v>
                </c:pt>
                <c:pt idx="3">
                  <c:v>0.333333333333</c:v>
                </c:pt>
                <c:pt idx="4">
                  <c:v>0.416666666667</c:v>
                </c:pt>
                <c:pt idx="5">
                  <c:v>0.5</c:v>
                </c:pt>
                <c:pt idx="6">
                  <c:v>0.583333333333</c:v>
                </c:pt>
                <c:pt idx="7">
                  <c:v>0.666666666667</c:v>
                </c:pt>
                <c:pt idx="8">
                  <c:v>0.75</c:v>
                </c:pt>
                <c:pt idx="9">
                  <c:v>0.833333333333</c:v>
                </c:pt>
                <c:pt idx="10">
                  <c:v>0.916666666667</c:v>
                </c:pt>
                <c:pt idx="11">
                  <c:v>1</c:v>
                </c:pt>
                <c:pt idx="12">
                  <c:v>1.08333333333</c:v>
                </c:pt>
                <c:pt idx="13">
                  <c:v>1.16666666667</c:v>
                </c:pt>
                <c:pt idx="14">
                  <c:v>1.25</c:v>
                </c:pt>
                <c:pt idx="15">
                  <c:v>1.33333333333</c:v>
                </c:pt>
                <c:pt idx="16">
                  <c:v>1.41666666667</c:v>
                </c:pt>
                <c:pt idx="17">
                  <c:v>1.5</c:v>
                </c:pt>
                <c:pt idx="18">
                  <c:v>1.58333333333</c:v>
                </c:pt>
                <c:pt idx="19">
                  <c:v>1.66666666667</c:v>
                </c:pt>
                <c:pt idx="20">
                  <c:v>1.75</c:v>
                </c:pt>
                <c:pt idx="21">
                  <c:v>1.83333333333</c:v>
                </c:pt>
                <c:pt idx="22">
                  <c:v>1.91666666667</c:v>
                </c:pt>
                <c:pt idx="23">
                  <c:v>2</c:v>
                </c:pt>
                <c:pt idx="24">
                  <c:v>2.08333333333</c:v>
                </c:pt>
                <c:pt idx="25">
                  <c:v>2.16666666667</c:v>
                </c:pt>
                <c:pt idx="26">
                  <c:v>2.25</c:v>
                </c:pt>
                <c:pt idx="27">
                  <c:v>2.33333333333</c:v>
                </c:pt>
                <c:pt idx="28">
                  <c:v>2.41666666667</c:v>
                </c:pt>
                <c:pt idx="29">
                  <c:v>2.5</c:v>
                </c:pt>
                <c:pt idx="30">
                  <c:v>2.58333333333</c:v>
                </c:pt>
                <c:pt idx="31">
                  <c:v>2.66666666667</c:v>
                </c:pt>
                <c:pt idx="32">
                  <c:v>2.75</c:v>
                </c:pt>
                <c:pt idx="33">
                  <c:v>2.83333333333</c:v>
                </c:pt>
                <c:pt idx="34">
                  <c:v>2.91666666667</c:v>
                </c:pt>
                <c:pt idx="35">
                  <c:v>3</c:v>
                </c:pt>
                <c:pt idx="36">
                  <c:v>3.08333333333</c:v>
                </c:pt>
                <c:pt idx="37">
                  <c:v>3.16666666667</c:v>
                </c:pt>
                <c:pt idx="38">
                  <c:v>3.25</c:v>
                </c:pt>
                <c:pt idx="39">
                  <c:v>3.33333333333</c:v>
                </c:pt>
                <c:pt idx="40">
                  <c:v>3.41666666667</c:v>
                </c:pt>
                <c:pt idx="41">
                  <c:v>3.5</c:v>
                </c:pt>
                <c:pt idx="42">
                  <c:v>3.58333333333</c:v>
                </c:pt>
                <c:pt idx="43">
                  <c:v>3.66666666667</c:v>
                </c:pt>
                <c:pt idx="44">
                  <c:v>3.75</c:v>
                </c:pt>
                <c:pt idx="45">
                  <c:v>3.83333333333</c:v>
                </c:pt>
                <c:pt idx="46">
                  <c:v>3.91666666667</c:v>
                </c:pt>
                <c:pt idx="47">
                  <c:v>4</c:v>
                </c:pt>
                <c:pt idx="48">
                  <c:v>4.08333333333</c:v>
                </c:pt>
                <c:pt idx="49">
                  <c:v>4.16666666667</c:v>
                </c:pt>
                <c:pt idx="50">
                  <c:v>4.25</c:v>
                </c:pt>
                <c:pt idx="51">
                  <c:v>4.33333333333</c:v>
                </c:pt>
                <c:pt idx="52">
                  <c:v>4.41666666667</c:v>
                </c:pt>
                <c:pt idx="53">
                  <c:v>4.5</c:v>
                </c:pt>
                <c:pt idx="54">
                  <c:v>4.58333333333</c:v>
                </c:pt>
                <c:pt idx="55">
                  <c:v>4.66666666667</c:v>
                </c:pt>
                <c:pt idx="56">
                  <c:v>4.75</c:v>
                </c:pt>
                <c:pt idx="57">
                  <c:v>4.83333333333</c:v>
                </c:pt>
                <c:pt idx="58">
                  <c:v>4.91666666667</c:v>
                </c:pt>
                <c:pt idx="59">
                  <c:v>5</c:v>
                </c:pt>
                <c:pt idx="60">
                  <c:v>5.08333333333</c:v>
                </c:pt>
                <c:pt idx="61">
                  <c:v>5.16666666667</c:v>
                </c:pt>
                <c:pt idx="62">
                  <c:v>5.25</c:v>
                </c:pt>
                <c:pt idx="63">
                  <c:v>5.33333333333</c:v>
                </c:pt>
                <c:pt idx="64">
                  <c:v>5.41666666667</c:v>
                </c:pt>
                <c:pt idx="65">
                  <c:v>5.5</c:v>
                </c:pt>
                <c:pt idx="66">
                  <c:v>5.58333333333</c:v>
                </c:pt>
                <c:pt idx="67">
                  <c:v>5.66666666667</c:v>
                </c:pt>
                <c:pt idx="68">
                  <c:v>5.75</c:v>
                </c:pt>
                <c:pt idx="69">
                  <c:v>5.83333333333</c:v>
                </c:pt>
                <c:pt idx="70">
                  <c:v>5.91666666667</c:v>
                </c:pt>
                <c:pt idx="71">
                  <c:v>6</c:v>
                </c:pt>
                <c:pt idx="72">
                  <c:v>6.08333333333</c:v>
                </c:pt>
                <c:pt idx="73">
                  <c:v>6.16666666667</c:v>
                </c:pt>
                <c:pt idx="74">
                  <c:v>6.25</c:v>
                </c:pt>
                <c:pt idx="75">
                  <c:v>6.33333333333</c:v>
                </c:pt>
                <c:pt idx="76">
                  <c:v>6.41666666667</c:v>
                </c:pt>
                <c:pt idx="77">
                  <c:v>6.5</c:v>
                </c:pt>
                <c:pt idx="78">
                  <c:v>6.58333333333</c:v>
                </c:pt>
                <c:pt idx="79">
                  <c:v>6.66666666667</c:v>
                </c:pt>
                <c:pt idx="80">
                  <c:v>6.75</c:v>
                </c:pt>
                <c:pt idx="81">
                  <c:v>6.83333333333</c:v>
                </c:pt>
                <c:pt idx="82">
                  <c:v>6.91666666667</c:v>
                </c:pt>
                <c:pt idx="83">
                  <c:v>7</c:v>
                </c:pt>
                <c:pt idx="84">
                  <c:v>7.08333333333</c:v>
                </c:pt>
                <c:pt idx="85">
                  <c:v>7.16666666667</c:v>
                </c:pt>
                <c:pt idx="86">
                  <c:v>7.25</c:v>
                </c:pt>
                <c:pt idx="87">
                  <c:v>7.33333333333</c:v>
                </c:pt>
                <c:pt idx="88">
                  <c:v>7.41666666667</c:v>
                </c:pt>
                <c:pt idx="89">
                  <c:v>7.5</c:v>
                </c:pt>
                <c:pt idx="90">
                  <c:v>7.58333333333</c:v>
                </c:pt>
                <c:pt idx="91">
                  <c:v>7.66666666667</c:v>
                </c:pt>
                <c:pt idx="92">
                  <c:v>7.75</c:v>
                </c:pt>
                <c:pt idx="93">
                  <c:v>7.83333333333</c:v>
                </c:pt>
                <c:pt idx="94">
                  <c:v>7.91666666667</c:v>
                </c:pt>
                <c:pt idx="95">
                  <c:v>8</c:v>
                </c:pt>
                <c:pt idx="96">
                  <c:v>8.08333333333</c:v>
                </c:pt>
                <c:pt idx="97">
                  <c:v>8.16666666667</c:v>
                </c:pt>
                <c:pt idx="98">
                  <c:v>8.25</c:v>
                </c:pt>
                <c:pt idx="99">
                  <c:v>8.33333333333</c:v>
                </c:pt>
                <c:pt idx="100">
                  <c:v>8.41666666667</c:v>
                </c:pt>
                <c:pt idx="101">
                  <c:v>8.5</c:v>
                </c:pt>
                <c:pt idx="102">
                  <c:v>8.58333333333</c:v>
                </c:pt>
                <c:pt idx="103">
                  <c:v>8.66666666667</c:v>
                </c:pt>
                <c:pt idx="104">
                  <c:v>8.75</c:v>
                </c:pt>
                <c:pt idx="105">
                  <c:v>8.83333333333</c:v>
                </c:pt>
                <c:pt idx="106">
                  <c:v>8.91666666667</c:v>
                </c:pt>
                <c:pt idx="107">
                  <c:v>9</c:v>
                </c:pt>
                <c:pt idx="108">
                  <c:v>9.08333333333</c:v>
                </c:pt>
                <c:pt idx="109">
                  <c:v>9.16666666667</c:v>
                </c:pt>
                <c:pt idx="110">
                  <c:v>9.25</c:v>
                </c:pt>
                <c:pt idx="111">
                  <c:v>9.33333333333</c:v>
                </c:pt>
                <c:pt idx="112">
                  <c:v>9.41666666667</c:v>
                </c:pt>
                <c:pt idx="113">
                  <c:v>9.5</c:v>
                </c:pt>
                <c:pt idx="114">
                  <c:v>9.58333333333</c:v>
                </c:pt>
                <c:pt idx="115">
                  <c:v>9.66666666667</c:v>
                </c:pt>
                <c:pt idx="116">
                  <c:v>9.75</c:v>
                </c:pt>
                <c:pt idx="117">
                  <c:v>9.83333333333</c:v>
                </c:pt>
                <c:pt idx="118">
                  <c:v>9.91666666667</c:v>
                </c:pt>
                <c:pt idx="119">
                  <c:v>10</c:v>
                </c:pt>
                <c:pt idx="120">
                  <c:v>10.0833333333</c:v>
                </c:pt>
                <c:pt idx="121">
                  <c:v>10.1666666667</c:v>
                </c:pt>
                <c:pt idx="122">
                  <c:v>10.25</c:v>
                </c:pt>
                <c:pt idx="123">
                  <c:v>10.3333333333</c:v>
                </c:pt>
                <c:pt idx="124">
                  <c:v>10.4166666667</c:v>
                </c:pt>
                <c:pt idx="125">
                  <c:v>10.5</c:v>
                </c:pt>
                <c:pt idx="126">
                  <c:v>10.5833333333</c:v>
                </c:pt>
                <c:pt idx="127">
                  <c:v>10.6666666667</c:v>
                </c:pt>
                <c:pt idx="128">
                  <c:v>10.75</c:v>
                </c:pt>
                <c:pt idx="129">
                  <c:v>10.8333333333</c:v>
                </c:pt>
                <c:pt idx="130">
                  <c:v>10.9166666667</c:v>
                </c:pt>
                <c:pt idx="131">
                  <c:v>11</c:v>
                </c:pt>
                <c:pt idx="132">
                  <c:v>11.0833333333</c:v>
                </c:pt>
                <c:pt idx="133">
                  <c:v>11.1666666667</c:v>
                </c:pt>
                <c:pt idx="134">
                  <c:v>11.25</c:v>
                </c:pt>
                <c:pt idx="135">
                  <c:v>11.3333333333</c:v>
                </c:pt>
                <c:pt idx="136">
                  <c:v>11.4166666667</c:v>
                </c:pt>
                <c:pt idx="137">
                  <c:v>11.5</c:v>
                </c:pt>
                <c:pt idx="138">
                  <c:v>11.5833333333</c:v>
                </c:pt>
                <c:pt idx="139">
                  <c:v>11.6666666667</c:v>
                </c:pt>
                <c:pt idx="140">
                  <c:v>11.75</c:v>
                </c:pt>
                <c:pt idx="141">
                  <c:v>11.8333333333</c:v>
                </c:pt>
                <c:pt idx="142">
                  <c:v>11.9166666667</c:v>
                </c:pt>
                <c:pt idx="143">
                  <c:v>12</c:v>
                </c:pt>
                <c:pt idx="144">
                  <c:v>12.0833333333</c:v>
                </c:pt>
                <c:pt idx="145">
                  <c:v>12.1666666667</c:v>
                </c:pt>
                <c:pt idx="146">
                  <c:v>12.25</c:v>
                </c:pt>
                <c:pt idx="147">
                  <c:v>12.3333333333</c:v>
                </c:pt>
                <c:pt idx="148">
                  <c:v>12.4166666667</c:v>
                </c:pt>
                <c:pt idx="149">
                  <c:v>12.5</c:v>
                </c:pt>
                <c:pt idx="150">
                  <c:v>12.5833333333</c:v>
                </c:pt>
                <c:pt idx="151">
                  <c:v>12.6666666667</c:v>
                </c:pt>
                <c:pt idx="152">
                  <c:v>12.75</c:v>
                </c:pt>
                <c:pt idx="153">
                  <c:v>12.8333333333</c:v>
                </c:pt>
                <c:pt idx="154">
                  <c:v>12.9166666667</c:v>
                </c:pt>
                <c:pt idx="155">
                  <c:v>13</c:v>
                </c:pt>
                <c:pt idx="156">
                  <c:v>13.0833333333</c:v>
                </c:pt>
                <c:pt idx="157">
                  <c:v>13.1666666667</c:v>
                </c:pt>
                <c:pt idx="158">
                  <c:v>13.25</c:v>
                </c:pt>
                <c:pt idx="159">
                  <c:v>13.3333333333</c:v>
                </c:pt>
                <c:pt idx="160">
                  <c:v>13.4166666667</c:v>
                </c:pt>
                <c:pt idx="161">
                  <c:v>13.5</c:v>
                </c:pt>
                <c:pt idx="162">
                  <c:v>13.5833333333</c:v>
                </c:pt>
                <c:pt idx="163">
                  <c:v>13.6666666667</c:v>
                </c:pt>
                <c:pt idx="164">
                  <c:v>13.75</c:v>
                </c:pt>
                <c:pt idx="165">
                  <c:v>13.8333333333</c:v>
                </c:pt>
                <c:pt idx="166">
                  <c:v>13.9166666667</c:v>
                </c:pt>
                <c:pt idx="167">
                  <c:v>14</c:v>
                </c:pt>
                <c:pt idx="168">
                  <c:v>14.0833333333</c:v>
                </c:pt>
                <c:pt idx="169">
                  <c:v>14.1666666667</c:v>
                </c:pt>
                <c:pt idx="170">
                  <c:v>14.25</c:v>
                </c:pt>
                <c:pt idx="171">
                  <c:v>14.3333333333</c:v>
                </c:pt>
                <c:pt idx="172">
                  <c:v>14.4166666667</c:v>
                </c:pt>
                <c:pt idx="173">
                  <c:v>14.5</c:v>
                </c:pt>
                <c:pt idx="174">
                  <c:v>14.5833333333</c:v>
                </c:pt>
                <c:pt idx="175">
                  <c:v>14.6666666667</c:v>
                </c:pt>
                <c:pt idx="176">
                  <c:v>14.75</c:v>
                </c:pt>
                <c:pt idx="177">
                  <c:v>14.8333333333</c:v>
                </c:pt>
                <c:pt idx="178">
                  <c:v>14.9166666667</c:v>
                </c:pt>
                <c:pt idx="179">
                  <c:v>15</c:v>
                </c:pt>
                <c:pt idx="180">
                  <c:v>15.0833333333</c:v>
                </c:pt>
                <c:pt idx="181">
                  <c:v>15.1666666667</c:v>
                </c:pt>
                <c:pt idx="182">
                  <c:v>15.25</c:v>
                </c:pt>
                <c:pt idx="183">
                  <c:v>15.3333333333</c:v>
                </c:pt>
                <c:pt idx="184">
                  <c:v>15.4166666667</c:v>
                </c:pt>
                <c:pt idx="185">
                  <c:v>15.5</c:v>
                </c:pt>
                <c:pt idx="186">
                  <c:v>15.5833333333</c:v>
                </c:pt>
                <c:pt idx="187">
                  <c:v>15.6666666667</c:v>
                </c:pt>
                <c:pt idx="188">
                  <c:v>15.75</c:v>
                </c:pt>
                <c:pt idx="189">
                  <c:v>15.8333333333</c:v>
                </c:pt>
                <c:pt idx="190">
                  <c:v>15.9166666667</c:v>
                </c:pt>
                <c:pt idx="191">
                  <c:v>16</c:v>
                </c:pt>
                <c:pt idx="192">
                  <c:v>16.0833333333</c:v>
                </c:pt>
                <c:pt idx="193">
                  <c:v>16.1666666667</c:v>
                </c:pt>
                <c:pt idx="194">
                  <c:v>16.25</c:v>
                </c:pt>
                <c:pt idx="195">
                  <c:v>16.3333333333</c:v>
                </c:pt>
                <c:pt idx="196">
                  <c:v>16.4166666667</c:v>
                </c:pt>
                <c:pt idx="197">
                  <c:v>16.5</c:v>
                </c:pt>
                <c:pt idx="198">
                  <c:v>16.5833333333</c:v>
                </c:pt>
                <c:pt idx="199">
                  <c:v>16.6666666667</c:v>
                </c:pt>
                <c:pt idx="200">
                  <c:v>16.75</c:v>
                </c:pt>
                <c:pt idx="201">
                  <c:v>16.8333333333</c:v>
                </c:pt>
                <c:pt idx="202">
                  <c:v>16.9166666667</c:v>
                </c:pt>
                <c:pt idx="203">
                  <c:v>17</c:v>
                </c:pt>
                <c:pt idx="204">
                  <c:v>17.0833333333</c:v>
                </c:pt>
                <c:pt idx="205">
                  <c:v>17.1666666667</c:v>
                </c:pt>
                <c:pt idx="206">
                  <c:v>17.25</c:v>
                </c:pt>
                <c:pt idx="207">
                  <c:v>17.3333333333</c:v>
                </c:pt>
                <c:pt idx="208">
                  <c:v>17.4166666667</c:v>
                </c:pt>
                <c:pt idx="209">
                  <c:v>17.5</c:v>
                </c:pt>
                <c:pt idx="210">
                  <c:v>17.5833333333</c:v>
                </c:pt>
                <c:pt idx="211">
                  <c:v>17.6666666667</c:v>
                </c:pt>
                <c:pt idx="212">
                  <c:v>17.75</c:v>
                </c:pt>
                <c:pt idx="213">
                  <c:v>17.8333333333</c:v>
                </c:pt>
                <c:pt idx="214">
                  <c:v>17.9166666667</c:v>
                </c:pt>
                <c:pt idx="215">
                  <c:v>18</c:v>
                </c:pt>
                <c:pt idx="216">
                  <c:v>18.0833333333</c:v>
                </c:pt>
                <c:pt idx="217">
                  <c:v>18.1666666667</c:v>
                </c:pt>
                <c:pt idx="218">
                  <c:v>18.25</c:v>
                </c:pt>
                <c:pt idx="219">
                  <c:v>18.3333333333</c:v>
                </c:pt>
                <c:pt idx="220">
                  <c:v>18.4166666667</c:v>
                </c:pt>
                <c:pt idx="221">
                  <c:v>18.5</c:v>
                </c:pt>
                <c:pt idx="222">
                  <c:v>18.5833333333</c:v>
                </c:pt>
                <c:pt idx="223">
                  <c:v>18.6666666667</c:v>
                </c:pt>
                <c:pt idx="224">
                  <c:v>18.75</c:v>
                </c:pt>
                <c:pt idx="225">
                  <c:v>18.8333333333</c:v>
                </c:pt>
                <c:pt idx="226">
                  <c:v>18.9166666667</c:v>
                </c:pt>
                <c:pt idx="227">
                  <c:v>19</c:v>
                </c:pt>
                <c:pt idx="228">
                  <c:v>19.0833333333</c:v>
                </c:pt>
                <c:pt idx="229">
                  <c:v>19.1666666667</c:v>
                </c:pt>
                <c:pt idx="230">
                  <c:v>19.25</c:v>
                </c:pt>
                <c:pt idx="231">
                  <c:v>19.3333333333</c:v>
                </c:pt>
                <c:pt idx="232">
                  <c:v>19.4166666667</c:v>
                </c:pt>
                <c:pt idx="233">
                  <c:v>19.5</c:v>
                </c:pt>
                <c:pt idx="234">
                  <c:v>19.5833333333</c:v>
                </c:pt>
                <c:pt idx="235">
                  <c:v>19.6666666667</c:v>
                </c:pt>
                <c:pt idx="236">
                  <c:v>19.75</c:v>
                </c:pt>
                <c:pt idx="237">
                  <c:v>19.8333333333</c:v>
                </c:pt>
                <c:pt idx="238">
                  <c:v>19.9166666667</c:v>
                </c:pt>
                <c:pt idx="239">
                  <c:v>20</c:v>
                </c:pt>
              </c:numCache>
            </c:numRef>
          </c:xVal>
          <c:yVal>
            <c:numRef>
              <c:f>'Chart Data'!$B$2:$B$241</c:f>
              <c:numCache>
                <c:formatCode>#,##0</c:formatCode>
                <c:ptCount val="240"/>
                <c:pt idx="0">
                  <c:v>17.995129829</c:v>
                </c:pt>
                <c:pt idx="1">
                  <c:v>36.7110983043</c:v>
                </c:pt>
                <c:pt idx="2">
                  <c:v>55.0683874977</c:v>
                </c:pt>
                <c:pt idx="3">
                  <c:v>73.7715731273</c:v>
                </c:pt>
                <c:pt idx="4">
                  <c:v>93.9917383714</c:v>
                </c:pt>
                <c:pt idx="5">
                  <c:v>113.345800836</c:v>
                </c:pt>
                <c:pt idx="6">
                  <c:v>131.599155953</c:v>
                </c:pt>
                <c:pt idx="7">
                  <c:v>153.351046383</c:v>
                </c:pt>
                <c:pt idx="8">
                  <c:v>171.195868554</c:v>
                </c:pt>
                <c:pt idx="9">
                  <c:v>193.897015429</c:v>
                </c:pt>
                <c:pt idx="10">
                  <c:v>213.740396894</c:v>
                </c:pt>
                <c:pt idx="11">
                  <c:v>230.923801237</c:v>
                </c:pt>
                <c:pt idx="12">
                  <c:v>246.688431606</c:v>
                </c:pt>
                <c:pt idx="13">
                  <c:v>266.100532132</c:v>
                </c:pt>
                <c:pt idx="14">
                  <c:v>292.361478032</c:v>
                </c:pt>
                <c:pt idx="15">
                  <c:v>313.322828814</c:v>
                </c:pt>
                <c:pt idx="16">
                  <c:v>335.623250395</c:v>
                </c:pt>
                <c:pt idx="17">
                  <c:v>357.00640302</c:v>
                </c:pt>
                <c:pt idx="18">
                  <c:v>378.079326661</c:v>
                </c:pt>
                <c:pt idx="19">
                  <c:v>400.075086844</c:v>
                </c:pt>
                <c:pt idx="20">
                  <c:v>420.285377515</c:v>
                </c:pt>
                <c:pt idx="21">
                  <c:v>444.293931083</c:v>
                </c:pt>
                <c:pt idx="22">
                  <c:v>465.283489326</c:v>
                </c:pt>
                <c:pt idx="23">
                  <c:v>486.69891058</c:v>
                </c:pt>
                <c:pt idx="24">
                  <c:v>508.615481557</c:v>
                </c:pt>
                <c:pt idx="25">
                  <c:v>528.869425714</c:v>
                </c:pt>
                <c:pt idx="26">
                  <c:v>560.839025844</c:v>
                </c:pt>
                <c:pt idx="27">
                  <c:v>581.571283998</c:v>
                </c:pt>
                <c:pt idx="28">
                  <c:v>610.983366542</c:v>
                </c:pt>
                <c:pt idx="29">
                  <c:v>643.409703</c:v>
                </c:pt>
                <c:pt idx="30">
                  <c:v>674.251171143</c:v>
                </c:pt>
                <c:pt idx="31">
                  <c:v>695.33311532</c:v>
                </c:pt>
                <c:pt idx="32">
                  <c:v>715.871910456</c:v>
                </c:pt>
                <c:pt idx="33">
                  <c:v>734.98603261</c:v>
                </c:pt>
                <c:pt idx="34">
                  <c:v>754.255346558</c:v>
                </c:pt>
                <c:pt idx="35">
                  <c:v>783.484947513</c:v>
                </c:pt>
                <c:pt idx="36">
                  <c:v>807.598780651</c:v>
                </c:pt>
                <c:pt idx="37">
                  <c:v>851.47856748</c:v>
                </c:pt>
                <c:pt idx="38">
                  <c:v>862.940999187</c:v>
                </c:pt>
                <c:pt idx="39">
                  <c:v>907.84685007</c:v>
                </c:pt>
                <c:pt idx="40">
                  <c:v>939.425547633</c:v>
                </c:pt>
                <c:pt idx="41">
                  <c:v>976.004164274</c:v>
                </c:pt>
                <c:pt idx="42">
                  <c:v>993.303191529</c:v>
                </c:pt>
                <c:pt idx="43">
                  <c:v>1025.86502628</c:v>
                </c:pt>
                <c:pt idx="44">
                  <c:v>1059.6090449</c:v>
                </c:pt>
                <c:pt idx="45">
                  <c:v>1109.92072355</c:v>
                </c:pt>
                <c:pt idx="46">
                  <c:v>1123.35705674</c:v>
                </c:pt>
                <c:pt idx="47">
                  <c:v>1171.45682624</c:v>
                </c:pt>
                <c:pt idx="48">
                  <c:v>1207.67049893</c:v>
                </c:pt>
                <c:pt idx="49">
                  <c:v>1241.62404128</c:v>
                </c:pt>
                <c:pt idx="50">
                  <c:v>1278.43281386</c:v>
                </c:pt>
                <c:pt idx="51">
                  <c:v>1317.38434615</c:v>
                </c:pt>
                <c:pt idx="52">
                  <c:v>1376.92371459</c:v>
                </c:pt>
                <c:pt idx="53">
                  <c:v>1416.92358459</c:v>
                </c:pt>
                <c:pt idx="54">
                  <c:v>1488.71968391</c:v>
                </c:pt>
                <c:pt idx="55">
                  <c:v>1516.2150732</c:v>
                </c:pt>
                <c:pt idx="56">
                  <c:v>1566.73914066</c:v>
                </c:pt>
                <c:pt idx="57">
                  <c:v>1609.25059598</c:v>
                </c:pt>
                <c:pt idx="58">
                  <c:v>1643.86695005</c:v>
                </c:pt>
                <c:pt idx="59">
                  <c:v>1660.04763794</c:v>
                </c:pt>
                <c:pt idx="60">
                  <c:v>1696.4967876</c:v>
                </c:pt>
                <c:pt idx="61">
                  <c:v>1753.18576961</c:v>
                </c:pt>
                <c:pt idx="62">
                  <c:v>1789.15398209</c:v>
                </c:pt>
                <c:pt idx="63">
                  <c:v>1870.89307951</c:v>
                </c:pt>
                <c:pt idx="64">
                  <c:v>1899.89593035</c:v>
                </c:pt>
                <c:pt idx="65">
                  <c:v>1952.44661998</c:v>
                </c:pt>
                <c:pt idx="66">
                  <c:v>2053.21834636</c:v>
                </c:pt>
                <c:pt idx="67">
                  <c:v>2093.97676168</c:v>
                </c:pt>
                <c:pt idx="68">
                  <c:v>2139.94214695</c:v>
                </c:pt>
                <c:pt idx="69">
                  <c:v>2189.12455074</c:v>
                </c:pt>
                <c:pt idx="70">
                  <c:v>2174.69178051</c:v>
                </c:pt>
                <c:pt idx="71">
                  <c:v>2266.84252212</c:v>
                </c:pt>
                <c:pt idx="72">
                  <c:v>2302.50230609</c:v>
                </c:pt>
                <c:pt idx="73">
                  <c:v>2350.0779697</c:v>
                </c:pt>
                <c:pt idx="74">
                  <c:v>2436.10283001</c:v>
                </c:pt>
                <c:pt idx="75">
                  <c:v>2512.12839513</c:v>
                </c:pt>
                <c:pt idx="76">
                  <c:v>2557.84285794</c:v>
                </c:pt>
                <c:pt idx="77">
                  <c:v>2640.73854155</c:v>
                </c:pt>
                <c:pt idx="78">
                  <c:v>2721.69964316</c:v>
                </c:pt>
                <c:pt idx="79">
                  <c:v>2810.60107359</c:v>
                </c:pt>
                <c:pt idx="80">
                  <c:v>2833.05783961</c:v>
                </c:pt>
                <c:pt idx="81">
                  <c:v>2867.75822011</c:v>
                </c:pt>
                <c:pt idx="82">
                  <c:v>2868.81871336</c:v>
                </c:pt>
                <c:pt idx="83">
                  <c:v>2981.07483711</c:v>
                </c:pt>
                <c:pt idx="84">
                  <c:v>3055.80204139</c:v>
                </c:pt>
                <c:pt idx="85">
                  <c:v>3133.52358968</c:v>
                </c:pt>
                <c:pt idx="86">
                  <c:v>3197.14975157</c:v>
                </c:pt>
                <c:pt idx="87">
                  <c:v>3232.06144907</c:v>
                </c:pt>
                <c:pt idx="88">
                  <c:v>3444.12713396</c:v>
                </c:pt>
                <c:pt idx="89">
                  <c:v>3483.07592784</c:v>
                </c:pt>
                <c:pt idx="90">
                  <c:v>3510.2859117</c:v>
                </c:pt>
                <c:pt idx="91">
                  <c:v>3530.69519667</c:v>
                </c:pt>
                <c:pt idx="92">
                  <c:v>3611.50591029</c:v>
                </c:pt>
                <c:pt idx="93">
                  <c:v>3693.58562651</c:v>
                </c:pt>
                <c:pt idx="94">
                  <c:v>3757.13538829</c:v>
                </c:pt>
                <c:pt idx="95">
                  <c:v>3801.68921287</c:v>
                </c:pt>
                <c:pt idx="96">
                  <c:v>3893.60438878</c:v>
                </c:pt>
                <c:pt idx="97">
                  <c:v>4073.53470703</c:v>
                </c:pt>
                <c:pt idx="98">
                  <c:v>4207.10818932</c:v>
                </c:pt>
                <c:pt idx="99">
                  <c:v>4294.78562782</c:v>
                </c:pt>
                <c:pt idx="100">
                  <c:v>4277.31072549</c:v>
                </c:pt>
                <c:pt idx="101">
                  <c:v>4353.13764584</c:v>
                </c:pt>
                <c:pt idx="102">
                  <c:v>4532.78015175</c:v>
                </c:pt>
                <c:pt idx="103">
                  <c:v>4669.1426126</c:v>
                </c:pt>
                <c:pt idx="104">
                  <c:v>4638.91373374</c:v>
                </c:pt>
                <c:pt idx="105">
                  <c:v>4797.38974916</c:v>
                </c:pt>
                <c:pt idx="106">
                  <c:v>4772.1472353</c:v>
                </c:pt>
                <c:pt idx="107">
                  <c:v>4846.5006873</c:v>
                </c:pt>
                <c:pt idx="108">
                  <c:v>4814.41189685</c:v>
                </c:pt>
                <c:pt idx="109">
                  <c:v>4945.88995346</c:v>
                </c:pt>
                <c:pt idx="110">
                  <c:v>5145.61678711</c:v>
                </c:pt>
                <c:pt idx="111">
                  <c:v>5376.23192944</c:v>
                </c:pt>
                <c:pt idx="112">
                  <c:v>5326.28377774</c:v>
                </c:pt>
                <c:pt idx="113">
                  <c:v>5488.59014915</c:v>
                </c:pt>
                <c:pt idx="114">
                  <c:v>5685.47223756</c:v>
                </c:pt>
                <c:pt idx="115">
                  <c:v>5713.84159667</c:v>
                </c:pt>
                <c:pt idx="116">
                  <c:v>5833.80969222</c:v>
                </c:pt>
                <c:pt idx="117">
                  <c:v>5914.32011681</c:v>
                </c:pt>
                <c:pt idx="118">
                  <c:v>6010.44739917</c:v>
                </c:pt>
                <c:pt idx="119">
                  <c:v>6341.25062426</c:v>
                </c:pt>
                <c:pt idx="120">
                  <c:v>6603.49075344</c:v>
                </c:pt>
                <c:pt idx="121">
                  <c:v>6721.37025537</c:v>
                </c:pt>
                <c:pt idx="122">
                  <c:v>6925.27495065</c:v>
                </c:pt>
                <c:pt idx="123">
                  <c:v>6932.4640897</c:v>
                </c:pt>
                <c:pt idx="124">
                  <c:v>6980.14753474</c:v>
                </c:pt>
                <c:pt idx="125">
                  <c:v>7149.44609986</c:v>
                </c:pt>
                <c:pt idx="126">
                  <c:v>7449.38236688</c:v>
                </c:pt>
                <c:pt idx="127">
                  <c:v>7423.47756866</c:v>
                </c:pt>
                <c:pt idx="128">
                  <c:v>7567.81103863</c:v>
                </c:pt>
                <c:pt idx="129">
                  <c:v>7720.13120793</c:v>
                </c:pt>
                <c:pt idx="130">
                  <c:v>8058.13452853</c:v>
                </c:pt>
                <c:pt idx="131">
                  <c:v>8318.08612535</c:v>
                </c:pt>
                <c:pt idx="132">
                  <c:v>8382.49915143</c:v>
                </c:pt>
                <c:pt idx="133">
                  <c:v>8557.23362994</c:v>
                </c:pt>
                <c:pt idx="134">
                  <c:v>8779.37484042</c:v>
                </c:pt>
                <c:pt idx="135">
                  <c:v>8736.53804718</c:v>
                </c:pt>
                <c:pt idx="136">
                  <c:v>8965.26632467</c:v>
                </c:pt>
                <c:pt idx="137">
                  <c:v>8985.70808615</c:v>
                </c:pt>
                <c:pt idx="138">
                  <c:v>9391.64799412</c:v>
                </c:pt>
                <c:pt idx="139">
                  <c:v>9552.67575563</c:v>
                </c:pt>
                <c:pt idx="140">
                  <c:v>9738.06553316</c:v>
                </c:pt>
                <c:pt idx="141">
                  <c:v>9914.57866121</c:v>
                </c:pt>
                <c:pt idx="142">
                  <c:v>9883.94048663</c:v>
                </c:pt>
                <c:pt idx="143">
                  <c:v>10358.8731576</c:v>
                </c:pt>
                <c:pt idx="144">
                  <c:v>10548.3084171</c:v>
                </c:pt>
                <c:pt idx="145">
                  <c:v>10777.3091152</c:v>
                </c:pt>
                <c:pt idx="146">
                  <c:v>10690.1224629</c:v>
                </c:pt>
                <c:pt idx="147">
                  <c:v>10994.6043973</c:v>
                </c:pt>
                <c:pt idx="148">
                  <c:v>11191.2482264</c:v>
                </c:pt>
                <c:pt idx="149">
                  <c:v>11254.9213703</c:v>
                </c:pt>
                <c:pt idx="150">
                  <c:v>11259.4905622</c:v>
                </c:pt>
                <c:pt idx="151">
                  <c:v>11543.8412703</c:v>
                </c:pt>
                <c:pt idx="152">
                  <c:v>11805.1259228</c:v>
                </c:pt>
                <c:pt idx="153">
                  <c:v>12063.5143248</c:v>
                </c:pt>
                <c:pt idx="154">
                  <c:v>12419.9250715</c:v>
                </c:pt>
                <c:pt idx="155">
                  <c:v>12546.7024184</c:v>
                </c:pt>
                <c:pt idx="156">
                  <c:v>12800.2078216</c:v>
                </c:pt>
                <c:pt idx="157">
                  <c:v>13053.200374</c:v>
                </c:pt>
                <c:pt idx="158">
                  <c:v>13417.4409241</c:v>
                </c:pt>
                <c:pt idx="159">
                  <c:v>13518.3082747</c:v>
                </c:pt>
                <c:pt idx="160">
                  <c:v>13828.0578066</c:v>
                </c:pt>
                <c:pt idx="161">
                  <c:v>14509.0968509</c:v>
                </c:pt>
                <c:pt idx="162">
                  <c:v>14793.3287772</c:v>
                </c:pt>
                <c:pt idx="163">
                  <c:v>15034.2972235</c:v>
                </c:pt>
                <c:pt idx="164">
                  <c:v>14748.4537723</c:v>
                </c:pt>
                <c:pt idx="165">
                  <c:v>15307.3166632</c:v>
                </c:pt>
                <c:pt idx="166">
                  <c:v>16114.9909014</c:v>
                </c:pt>
                <c:pt idx="167">
                  <c:v>15754.9765685</c:v>
                </c:pt>
                <c:pt idx="168">
                  <c:v>16726.7220099</c:v>
                </c:pt>
                <c:pt idx="169">
                  <c:v>16884.2526085</c:v>
                </c:pt>
                <c:pt idx="170">
                  <c:v>17271.651032</c:v>
                </c:pt>
                <c:pt idx="171">
                  <c:v>17262.6537758</c:v>
                </c:pt>
                <c:pt idx="172">
                  <c:v>17830.3175049</c:v>
                </c:pt>
                <c:pt idx="173">
                  <c:v>17777.7250995</c:v>
                </c:pt>
                <c:pt idx="174">
                  <c:v>17834.8024878</c:v>
                </c:pt>
                <c:pt idx="175">
                  <c:v>18609.1732098</c:v>
                </c:pt>
                <c:pt idx="176">
                  <c:v>18848.239563</c:v>
                </c:pt>
                <c:pt idx="177">
                  <c:v>19089.515575</c:v>
                </c:pt>
                <c:pt idx="178">
                  <c:v>19506.6414358</c:v>
                </c:pt>
                <c:pt idx="179">
                  <c:v>19165.4354158</c:v>
                </c:pt>
                <c:pt idx="180">
                  <c:v>20152.0556763</c:v>
                </c:pt>
                <c:pt idx="181">
                  <c:v>20558.8585953</c:v>
                </c:pt>
                <c:pt idx="182">
                  <c:v>20742.4327901</c:v>
                </c:pt>
                <c:pt idx="183">
                  <c:v>21681.6827625</c:v>
                </c:pt>
                <c:pt idx="184">
                  <c:v>22145.2587012</c:v>
                </c:pt>
                <c:pt idx="185">
                  <c:v>22925.4201942</c:v>
                </c:pt>
                <c:pt idx="186">
                  <c:v>23031.1117416</c:v>
                </c:pt>
                <c:pt idx="187">
                  <c:v>23190.2024314</c:v>
                </c:pt>
                <c:pt idx="188">
                  <c:v>23524.3722849</c:v>
                </c:pt>
                <c:pt idx="189">
                  <c:v>24640.6469288</c:v>
                </c:pt>
                <c:pt idx="190">
                  <c:v>25044.2392446</c:v>
                </c:pt>
                <c:pt idx="191">
                  <c:v>25667.3981773</c:v>
                </c:pt>
                <c:pt idx="192">
                  <c:v>26156.3174753</c:v>
                </c:pt>
                <c:pt idx="193">
                  <c:v>26764.8077783</c:v>
                </c:pt>
                <c:pt idx="194">
                  <c:v>26984.7631512</c:v>
                </c:pt>
                <c:pt idx="195">
                  <c:v>28252.3496764</c:v>
                </c:pt>
                <c:pt idx="196">
                  <c:v>28668.518716</c:v>
                </c:pt>
                <c:pt idx="197">
                  <c:v>29139.4562201</c:v>
                </c:pt>
                <c:pt idx="198">
                  <c:v>29705.6198443</c:v>
                </c:pt>
                <c:pt idx="199">
                  <c:v>29878.3281153</c:v>
                </c:pt>
                <c:pt idx="200">
                  <c:v>30540.3472609</c:v>
                </c:pt>
                <c:pt idx="201">
                  <c:v>31230.6094762</c:v>
                </c:pt>
                <c:pt idx="202">
                  <c:v>32960.8559203</c:v>
                </c:pt>
                <c:pt idx="203">
                  <c:v>33285.0930834</c:v>
                </c:pt>
                <c:pt idx="204">
                  <c:v>33065.6407568</c:v>
                </c:pt>
                <c:pt idx="205">
                  <c:v>34766.332322</c:v>
                </c:pt>
                <c:pt idx="206">
                  <c:v>35170.9781566</c:v>
                </c:pt>
                <c:pt idx="207">
                  <c:v>35978.3108215</c:v>
                </c:pt>
                <c:pt idx="208">
                  <c:v>35691.8233894</c:v>
                </c:pt>
                <c:pt idx="209">
                  <c:v>36515.7491988</c:v>
                </c:pt>
                <c:pt idx="210">
                  <c:v>37495.28523</c:v>
                </c:pt>
                <c:pt idx="211">
                  <c:v>37485.1560933</c:v>
                </c:pt>
                <c:pt idx="212">
                  <c:v>40134.0024502</c:v>
                </c:pt>
                <c:pt idx="213">
                  <c:v>40476.1162078</c:v>
                </c:pt>
                <c:pt idx="214">
                  <c:v>41148.41489</c:v>
                </c:pt>
                <c:pt idx="215">
                  <c:v>41644.0079805</c:v>
                </c:pt>
                <c:pt idx="216">
                  <c:v>43390.5995918</c:v>
                </c:pt>
                <c:pt idx="217">
                  <c:v>43636.9001309</c:v>
                </c:pt>
                <c:pt idx="218">
                  <c:v>44521.3744141</c:v>
                </c:pt>
                <c:pt idx="219">
                  <c:v>45191.7123766</c:v>
                </c:pt>
                <c:pt idx="220">
                  <c:v>46274.9455839</c:v>
                </c:pt>
                <c:pt idx="221">
                  <c:v>47125.2580849</c:v>
                </c:pt>
                <c:pt idx="222">
                  <c:v>48022.5534967</c:v>
                </c:pt>
                <c:pt idx="223">
                  <c:v>47012.2458932</c:v>
                </c:pt>
                <c:pt idx="224">
                  <c:v>49166.1292669</c:v>
                </c:pt>
                <c:pt idx="225">
                  <c:v>50279.9998858</c:v>
                </c:pt>
                <c:pt idx="226">
                  <c:v>51399.7127137</c:v>
                </c:pt>
                <c:pt idx="227">
                  <c:v>52552.9879143</c:v>
                </c:pt>
                <c:pt idx="228">
                  <c:v>53572.9857927</c:v>
                </c:pt>
                <c:pt idx="229">
                  <c:v>54481.597124</c:v>
                </c:pt>
                <c:pt idx="230">
                  <c:v>56044.8954873</c:v>
                </c:pt>
                <c:pt idx="231">
                  <c:v>55887.5012634</c:v>
                </c:pt>
                <c:pt idx="232">
                  <c:v>56889.0893483</c:v>
                </c:pt>
                <c:pt idx="233">
                  <c:v>58926.2622853</c:v>
                </c:pt>
                <c:pt idx="234">
                  <c:v>59734.9244546</c:v>
                </c:pt>
                <c:pt idx="235">
                  <c:v>61222.2716959</c:v>
                </c:pt>
                <c:pt idx="236">
                  <c:v>62101.7609849</c:v>
                </c:pt>
                <c:pt idx="237">
                  <c:v>63074.844576</c:v>
                </c:pt>
                <c:pt idx="238">
                  <c:v>64728.877682</c:v>
                </c:pt>
                <c:pt idx="239">
                  <c:v>67241.0584817</c:v>
                </c:pt>
              </c:numCache>
            </c:numRef>
          </c:yVal>
        </c:ser>
        <c:ser>
          <c:idx val="1"/>
          <c:order val="1"/>
          <c:tx>
            <c:v>중간</c:v>
          </c:tx>
          <c:spPr>
            <a:ln xmlns:a="http://schemas.openxmlformats.org/drawingml/2006/main" w="25718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Data'!$C$2:$C$241</c:f>
              <c:numCache>
                <c:formatCode>General</c:formatCode>
                <c:ptCount val="240"/>
                <c:pt idx="0">
                  <c:v>0.0833333333333</c:v>
                </c:pt>
                <c:pt idx="1">
                  <c:v>0.166666666667</c:v>
                </c:pt>
                <c:pt idx="2">
                  <c:v>0.25</c:v>
                </c:pt>
                <c:pt idx="3">
                  <c:v>0.333333333333</c:v>
                </c:pt>
                <c:pt idx="4">
                  <c:v>0.416666666667</c:v>
                </c:pt>
                <c:pt idx="5">
                  <c:v>0.5</c:v>
                </c:pt>
                <c:pt idx="6">
                  <c:v>0.583333333333</c:v>
                </c:pt>
                <c:pt idx="7">
                  <c:v>0.666666666667</c:v>
                </c:pt>
                <c:pt idx="8">
                  <c:v>0.75</c:v>
                </c:pt>
                <c:pt idx="9">
                  <c:v>0.833333333333</c:v>
                </c:pt>
                <c:pt idx="10">
                  <c:v>0.916666666667</c:v>
                </c:pt>
                <c:pt idx="11">
                  <c:v>1</c:v>
                </c:pt>
                <c:pt idx="12">
                  <c:v>1.08333333333</c:v>
                </c:pt>
                <c:pt idx="13">
                  <c:v>1.16666666667</c:v>
                </c:pt>
                <c:pt idx="14">
                  <c:v>1.25</c:v>
                </c:pt>
                <c:pt idx="15">
                  <c:v>1.33333333333</c:v>
                </c:pt>
                <c:pt idx="16">
                  <c:v>1.41666666667</c:v>
                </c:pt>
                <c:pt idx="17">
                  <c:v>1.5</c:v>
                </c:pt>
                <c:pt idx="18">
                  <c:v>1.58333333333</c:v>
                </c:pt>
                <c:pt idx="19">
                  <c:v>1.66666666667</c:v>
                </c:pt>
                <c:pt idx="20">
                  <c:v>1.75</c:v>
                </c:pt>
                <c:pt idx="21">
                  <c:v>1.83333333333</c:v>
                </c:pt>
                <c:pt idx="22">
                  <c:v>1.91666666667</c:v>
                </c:pt>
                <c:pt idx="23">
                  <c:v>2</c:v>
                </c:pt>
                <c:pt idx="24">
                  <c:v>2.08333333333</c:v>
                </c:pt>
                <c:pt idx="25">
                  <c:v>2.16666666667</c:v>
                </c:pt>
                <c:pt idx="26">
                  <c:v>2.25</c:v>
                </c:pt>
                <c:pt idx="27">
                  <c:v>2.33333333333</c:v>
                </c:pt>
                <c:pt idx="28">
                  <c:v>2.41666666667</c:v>
                </c:pt>
                <c:pt idx="29">
                  <c:v>2.5</c:v>
                </c:pt>
                <c:pt idx="30">
                  <c:v>2.58333333333</c:v>
                </c:pt>
                <c:pt idx="31">
                  <c:v>2.66666666667</c:v>
                </c:pt>
                <c:pt idx="32">
                  <c:v>2.75</c:v>
                </c:pt>
                <c:pt idx="33">
                  <c:v>2.83333333333</c:v>
                </c:pt>
                <c:pt idx="34">
                  <c:v>2.91666666667</c:v>
                </c:pt>
                <c:pt idx="35">
                  <c:v>3</c:v>
                </c:pt>
                <c:pt idx="36">
                  <c:v>3.08333333333</c:v>
                </c:pt>
                <c:pt idx="37">
                  <c:v>3.16666666667</c:v>
                </c:pt>
                <c:pt idx="38">
                  <c:v>3.25</c:v>
                </c:pt>
                <c:pt idx="39">
                  <c:v>3.33333333333</c:v>
                </c:pt>
                <c:pt idx="40">
                  <c:v>3.41666666667</c:v>
                </c:pt>
                <c:pt idx="41">
                  <c:v>3.5</c:v>
                </c:pt>
                <c:pt idx="42">
                  <c:v>3.58333333333</c:v>
                </c:pt>
                <c:pt idx="43">
                  <c:v>3.66666666667</c:v>
                </c:pt>
                <c:pt idx="44">
                  <c:v>3.75</c:v>
                </c:pt>
                <c:pt idx="45">
                  <c:v>3.83333333333</c:v>
                </c:pt>
                <c:pt idx="46">
                  <c:v>3.91666666667</c:v>
                </c:pt>
                <c:pt idx="47">
                  <c:v>4</c:v>
                </c:pt>
                <c:pt idx="48">
                  <c:v>4.08333333333</c:v>
                </c:pt>
                <c:pt idx="49">
                  <c:v>4.16666666667</c:v>
                </c:pt>
                <c:pt idx="50">
                  <c:v>4.25</c:v>
                </c:pt>
                <c:pt idx="51">
                  <c:v>4.33333333333</c:v>
                </c:pt>
                <c:pt idx="52">
                  <c:v>4.41666666667</c:v>
                </c:pt>
                <c:pt idx="53">
                  <c:v>4.5</c:v>
                </c:pt>
                <c:pt idx="54">
                  <c:v>4.58333333333</c:v>
                </c:pt>
                <c:pt idx="55">
                  <c:v>4.66666666667</c:v>
                </c:pt>
                <c:pt idx="56">
                  <c:v>4.75</c:v>
                </c:pt>
                <c:pt idx="57">
                  <c:v>4.83333333333</c:v>
                </c:pt>
                <c:pt idx="58">
                  <c:v>4.91666666667</c:v>
                </c:pt>
                <c:pt idx="59">
                  <c:v>5</c:v>
                </c:pt>
                <c:pt idx="60">
                  <c:v>5.08333333333</c:v>
                </c:pt>
                <c:pt idx="61">
                  <c:v>5.16666666667</c:v>
                </c:pt>
                <c:pt idx="62">
                  <c:v>5.25</c:v>
                </c:pt>
                <c:pt idx="63">
                  <c:v>5.33333333333</c:v>
                </c:pt>
                <c:pt idx="64">
                  <c:v>5.41666666667</c:v>
                </c:pt>
                <c:pt idx="65">
                  <c:v>5.5</c:v>
                </c:pt>
                <c:pt idx="66">
                  <c:v>5.58333333333</c:v>
                </c:pt>
                <c:pt idx="67">
                  <c:v>5.66666666667</c:v>
                </c:pt>
                <c:pt idx="68">
                  <c:v>5.75</c:v>
                </c:pt>
                <c:pt idx="69">
                  <c:v>5.83333333333</c:v>
                </c:pt>
                <c:pt idx="70">
                  <c:v>5.91666666667</c:v>
                </c:pt>
                <c:pt idx="71">
                  <c:v>6</c:v>
                </c:pt>
                <c:pt idx="72">
                  <c:v>6.08333333333</c:v>
                </c:pt>
                <c:pt idx="73">
                  <c:v>6.16666666667</c:v>
                </c:pt>
                <c:pt idx="74">
                  <c:v>6.25</c:v>
                </c:pt>
                <c:pt idx="75">
                  <c:v>6.33333333333</c:v>
                </c:pt>
                <c:pt idx="76">
                  <c:v>6.41666666667</c:v>
                </c:pt>
                <c:pt idx="77">
                  <c:v>6.5</c:v>
                </c:pt>
                <c:pt idx="78">
                  <c:v>6.58333333333</c:v>
                </c:pt>
                <c:pt idx="79">
                  <c:v>6.66666666667</c:v>
                </c:pt>
                <c:pt idx="80">
                  <c:v>6.75</c:v>
                </c:pt>
                <c:pt idx="81">
                  <c:v>6.83333333333</c:v>
                </c:pt>
                <c:pt idx="82">
                  <c:v>6.91666666667</c:v>
                </c:pt>
                <c:pt idx="83">
                  <c:v>7</c:v>
                </c:pt>
                <c:pt idx="84">
                  <c:v>7.08333333333</c:v>
                </c:pt>
                <c:pt idx="85">
                  <c:v>7.16666666667</c:v>
                </c:pt>
                <c:pt idx="86">
                  <c:v>7.25</c:v>
                </c:pt>
                <c:pt idx="87">
                  <c:v>7.33333333333</c:v>
                </c:pt>
                <c:pt idx="88">
                  <c:v>7.41666666667</c:v>
                </c:pt>
                <c:pt idx="89">
                  <c:v>7.5</c:v>
                </c:pt>
                <c:pt idx="90">
                  <c:v>7.58333333333</c:v>
                </c:pt>
                <c:pt idx="91">
                  <c:v>7.66666666667</c:v>
                </c:pt>
                <c:pt idx="92">
                  <c:v>7.75</c:v>
                </c:pt>
                <c:pt idx="93">
                  <c:v>7.83333333333</c:v>
                </c:pt>
                <c:pt idx="94">
                  <c:v>7.91666666667</c:v>
                </c:pt>
                <c:pt idx="95">
                  <c:v>8</c:v>
                </c:pt>
                <c:pt idx="96">
                  <c:v>8.08333333333</c:v>
                </c:pt>
                <c:pt idx="97">
                  <c:v>8.16666666667</c:v>
                </c:pt>
                <c:pt idx="98">
                  <c:v>8.25</c:v>
                </c:pt>
                <c:pt idx="99">
                  <c:v>8.33333333333</c:v>
                </c:pt>
                <c:pt idx="100">
                  <c:v>8.41666666667</c:v>
                </c:pt>
                <c:pt idx="101">
                  <c:v>8.5</c:v>
                </c:pt>
                <c:pt idx="102">
                  <c:v>8.58333333333</c:v>
                </c:pt>
                <c:pt idx="103">
                  <c:v>8.66666666667</c:v>
                </c:pt>
                <c:pt idx="104">
                  <c:v>8.75</c:v>
                </c:pt>
                <c:pt idx="105">
                  <c:v>8.83333333333</c:v>
                </c:pt>
                <c:pt idx="106">
                  <c:v>8.91666666667</c:v>
                </c:pt>
                <c:pt idx="107">
                  <c:v>9</c:v>
                </c:pt>
                <c:pt idx="108">
                  <c:v>9.08333333333</c:v>
                </c:pt>
                <c:pt idx="109">
                  <c:v>9.16666666667</c:v>
                </c:pt>
                <c:pt idx="110">
                  <c:v>9.25</c:v>
                </c:pt>
                <c:pt idx="111">
                  <c:v>9.33333333333</c:v>
                </c:pt>
                <c:pt idx="112">
                  <c:v>9.41666666667</c:v>
                </c:pt>
                <c:pt idx="113">
                  <c:v>9.5</c:v>
                </c:pt>
                <c:pt idx="114">
                  <c:v>9.58333333333</c:v>
                </c:pt>
                <c:pt idx="115">
                  <c:v>9.66666666667</c:v>
                </c:pt>
                <c:pt idx="116">
                  <c:v>9.75</c:v>
                </c:pt>
                <c:pt idx="117">
                  <c:v>9.83333333333</c:v>
                </c:pt>
                <c:pt idx="118">
                  <c:v>9.91666666667</c:v>
                </c:pt>
                <c:pt idx="119">
                  <c:v>10</c:v>
                </c:pt>
                <c:pt idx="120">
                  <c:v>10.0833333333</c:v>
                </c:pt>
                <c:pt idx="121">
                  <c:v>10.1666666667</c:v>
                </c:pt>
                <c:pt idx="122">
                  <c:v>10.25</c:v>
                </c:pt>
                <c:pt idx="123">
                  <c:v>10.3333333333</c:v>
                </c:pt>
                <c:pt idx="124">
                  <c:v>10.4166666667</c:v>
                </c:pt>
                <c:pt idx="125">
                  <c:v>10.5</c:v>
                </c:pt>
                <c:pt idx="126">
                  <c:v>10.5833333333</c:v>
                </c:pt>
                <c:pt idx="127">
                  <c:v>10.6666666667</c:v>
                </c:pt>
                <c:pt idx="128">
                  <c:v>10.75</c:v>
                </c:pt>
                <c:pt idx="129">
                  <c:v>10.8333333333</c:v>
                </c:pt>
                <c:pt idx="130">
                  <c:v>10.9166666667</c:v>
                </c:pt>
                <c:pt idx="131">
                  <c:v>11</c:v>
                </c:pt>
                <c:pt idx="132">
                  <c:v>11.0833333333</c:v>
                </c:pt>
                <c:pt idx="133">
                  <c:v>11.1666666667</c:v>
                </c:pt>
                <c:pt idx="134">
                  <c:v>11.25</c:v>
                </c:pt>
                <c:pt idx="135">
                  <c:v>11.3333333333</c:v>
                </c:pt>
                <c:pt idx="136">
                  <c:v>11.4166666667</c:v>
                </c:pt>
                <c:pt idx="137">
                  <c:v>11.5</c:v>
                </c:pt>
                <c:pt idx="138">
                  <c:v>11.5833333333</c:v>
                </c:pt>
                <c:pt idx="139">
                  <c:v>11.6666666667</c:v>
                </c:pt>
                <c:pt idx="140">
                  <c:v>11.75</c:v>
                </c:pt>
                <c:pt idx="141">
                  <c:v>11.8333333333</c:v>
                </c:pt>
                <c:pt idx="142">
                  <c:v>11.9166666667</c:v>
                </c:pt>
                <c:pt idx="143">
                  <c:v>12</c:v>
                </c:pt>
                <c:pt idx="144">
                  <c:v>12.0833333333</c:v>
                </c:pt>
                <c:pt idx="145">
                  <c:v>12.1666666667</c:v>
                </c:pt>
                <c:pt idx="146">
                  <c:v>12.25</c:v>
                </c:pt>
                <c:pt idx="147">
                  <c:v>12.3333333333</c:v>
                </c:pt>
                <c:pt idx="148">
                  <c:v>12.4166666667</c:v>
                </c:pt>
                <c:pt idx="149">
                  <c:v>12.5</c:v>
                </c:pt>
                <c:pt idx="150">
                  <c:v>12.5833333333</c:v>
                </c:pt>
                <c:pt idx="151">
                  <c:v>12.6666666667</c:v>
                </c:pt>
                <c:pt idx="152">
                  <c:v>12.75</c:v>
                </c:pt>
                <c:pt idx="153">
                  <c:v>12.8333333333</c:v>
                </c:pt>
                <c:pt idx="154">
                  <c:v>12.9166666667</c:v>
                </c:pt>
                <c:pt idx="155">
                  <c:v>13</c:v>
                </c:pt>
                <c:pt idx="156">
                  <c:v>13.0833333333</c:v>
                </c:pt>
                <c:pt idx="157">
                  <c:v>13.1666666667</c:v>
                </c:pt>
                <c:pt idx="158">
                  <c:v>13.25</c:v>
                </c:pt>
                <c:pt idx="159">
                  <c:v>13.3333333333</c:v>
                </c:pt>
                <c:pt idx="160">
                  <c:v>13.4166666667</c:v>
                </c:pt>
                <c:pt idx="161">
                  <c:v>13.5</c:v>
                </c:pt>
                <c:pt idx="162">
                  <c:v>13.5833333333</c:v>
                </c:pt>
                <c:pt idx="163">
                  <c:v>13.6666666667</c:v>
                </c:pt>
                <c:pt idx="164">
                  <c:v>13.75</c:v>
                </c:pt>
                <c:pt idx="165">
                  <c:v>13.8333333333</c:v>
                </c:pt>
                <c:pt idx="166">
                  <c:v>13.9166666667</c:v>
                </c:pt>
                <c:pt idx="167">
                  <c:v>14</c:v>
                </c:pt>
                <c:pt idx="168">
                  <c:v>14.0833333333</c:v>
                </c:pt>
                <c:pt idx="169">
                  <c:v>14.1666666667</c:v>
                </c:pt>
                <c:pt idx="170">
                  <c:v>14.25</c:v>
                </c:pt>
                <c:pt idx="171">
                  <c:v>14.3333333333</c:v>
                </c:pt>
                <c:pt idx="172">
                  <c:v>14.4166666667</c:v>
                </c:pt>
                <c:pt idx="173">
                  <c:v>14.5</c:v>
                </c:pt>
                <c:pt idx="174">
                  <c:v>14.5833333333</c:v>
                </c:pt>
                <c:pt idx="175">
                  <c:v>14.6666666667</c:v>
                </c:pt>
                <c:pt idx="176">
                  <c:v>14.75</c:v>
                </c:pt>
                <c:pt idx="177">
                  <c:v>14.8333333333</c:v>
                </c:pt>
                <c:pt idx="178">
                  <c:v>14.9166666667</c:v>
                </c:pt>
                <c:pt idx="179">
                  <c:v>15</c:v>
                </c:pt>
                <c:pt idx="180">
                  <c:v>15.0833333333</c:v>
                </c:pt>
                <c:pt idx="181">
                  <c:v>15.1666666667</c:v>
                </c:pt>
                <c:pt idx="182">
                  <c:v>15.25</c:v>
                </c:pt>
                <c:pt idx="183">
                  <c:v>15.3333333333</c:v>
                </c:pt>
                <c:pt idx="184">
                  <c:v>15.4166666667</c:v>
                </c:pt>
                <c:pt idx="185">
                  <c:v>15.5</c:v>
                </c:pt>
                <c:pt idx="186">
                  <c:v>15.5833333333</c:v>
                </c:pt>
                <c:pt idx="187">
                  <c:v>15.6666666667</c:v>
                </c:pt>
                <c:pt idx="188">
                  <c:v>15.75</c:v>
                </c:pt>
                <c:pt idx="189">
                  <c:v>15.8333333333</c:v>
                </c:pt>
                <c:pt idx="190">
                  <c:v>15.9166666667</c:v>
                </c:pt>
                <c:pt idx="191">
                  <c:v>16</c:v>
                </c:pt>
                <c:pt idx="192">
                  <c:v>16.0833333333</c:v>
                </c:pt>
                <c:pt idx="193">
                  <c:v>16.1666666667</c:v>
                </c:pt>
                <c:pt idx="194">
                  <c:v>16.25</c:v>
                </c:pt>
                <c:pt idx="195">
                  <c:v>16.3333333333</c:v>
                </c:pt>
                <c:pt idx="196">
                  <c:v>16.4166666667</c:v>
                </c:pt>
                <c:pt idx="197">
                  <c:v>16.5</c:v>
                </c:pt>
                <c:pt idx="198">
                  <c:v>16.5833333333</c:v>
                </c:pt>
                <c:pt idx="199">
                  <c:v>16.6666666667</c:v>
                </c:pt>
                <c:pt idx="200">
                  <c:v>16.75</c:v>
                </c:pt>
                <c:pt idx="201">
                  <c:v>16.8333333333</c:v>
                </c:pt>
                <c:pt idx="202">
                  <c:v>16.9166666667</c:v>
                </c:pt>
                <c:pt idx="203">
                  <c:v>17</c:v>
                </c:pt>
                <c:pt idx="204">
                  <c:v>17.0833333333</c:v>
                </c:pt>
                <c:pt idx="205">
                  <c:v>17.1666666667</c:v>
                </c:pt>
                <c:pt idx="206">
                  <c:v>17.25</c:v>
                </c:pt>
                <c:pt idx="207">
                  <c:v>17.3333333333</c:v>
                </c:pt>
                <c:pt idx="208">
                  <c:v>17.4166666667</c:v>
                </c:pt>
                <c:pt idx="209">
                  <c:v>17.5</c:v>
                </c:pt>
                <c:pt idx="210">
                  <c:v>17.5833333333</c:v>
                </c:pt>
                <c:pt idx="211">
                  <c:v>17.6666666667</c:v>
                </c:pt>
                <c:pt idx="212">
                  <c:v>17.75</c:v>
                </c:pt>
                <c:pt idx="213">
                  <c:v>17.8333333333</c:v>
                </c:pt>
                <c:pt idx="214">
                  <c:v>17.9166666667</c:v>
                </c:pt>
                <c:pt idx="215">
                  <c:v>18</c:v>
                </c:pt>
                <c:pt idx="216">
                  <c:v>18.0833333333</c:v>
                </c:pt>
                <c:pt idx="217">
                  <c:v>18.1666666667</c:v>
                </c:pt>
                <c:pt idx="218">
                  <c:v>18.25</c:v>
                </c:pt>
                <c:pt idx="219">
                  <c:v>18.3333333333</c:v>
                </c:pt>
                <c:pt idx="220">
                  <c:v>18.4166666667</c:v>
                </c:pt>
                <c:pt idx="221">
                  <c:v>18.5</c:v>
                </c:pt>
                <c:pt idx="222">
                  <c:v>18.5833333333</c:v>
                </c:pt>
                <c:pt idx="223">
                  <c:v>18.6666666667</c:v>
                </c:pt>
                <c:pt idx="224">
                  <c:v>18.75</c:v>
                </c:pt>
                <c:pt idx="225">
                  <c:v>18.8333333333</c:v>
                </c:pt>
                <c:pt idx="226">
                  <c:v>18.9166666667</c:v>
                </c:pt>
                <c:pt idx="227">
                  <c:v>19</c:v>
                </c:pt>
                <c:pt idx="228">
                  <c:v>19.0833333333</c:v>
                </c:pt>
                <c:pt idx="229">
                  <c:v>19.1666666667</c:v>
                </c:pt>
                <c:pt idx="230">
                  <c:v>19.25</c:v>
                </c:pt>
                <c:pt idx="231">
                  <c:v>19.3333333333</c:v>
                </c:pt>
                <c:pt idx="232">
                  <c:v>19.4166666667</c:v>
                </c:pt>
                <c:pt idx="233">
                  <c:v>19.5</c:v>
                </c:pt>
                <c:pt idx="234">
                  <c:v>19.5833333333</c:v>
                </c:pt>
                <c:pt idx="235">
                  <c:v>19.6666666667</c:v>
                </c:pt>
                <c:pt idx="236">
                  <c:v>19.75</c:v>
                </c:pt>
                <c:pt idx="237">
                  <c:v>19.8333333333</c:v>
                </c:pt>
                <c:pt idx="238">
                  <c:v>19.9166666667</c:v>
                </c:pt>
                <c:pt idx="239">
                  <c:v>20</c:v>
                </c:pt>
              </c:numCache>
            </c:numRef>
          </c:xVal>
          <c:yVal>
            <c:numRef>
              <c:f>'Chart Data'!$D$2:$D$241</c:f>
              <c:numCache>
                <c:formatCode>#,##0</c:formatCode>
                <c:ptCount val="240"/>
                <c:pt idx="0">
                  <c:v>20.6254447849</c:v>
                </c:pt>
                <c:pt idx="1">
                  <c:v>41.720574805</c:v>
                </c:pt>
                <c:pt idx="2">
                  <c:v>62.9726534245</c:v>
                </c:pt>
                <c:pt idx="3">
                  <c:v>85.2846605073</c:v>
                </c:pt>
                <c:pt idx="4">
                  <c:v>107.751370251</c:v>
                </c:pt>
                <c:pt idx="5">
                  <c:v>131.468231679</c:v>
                </c:pt>
                <c:pt idx="6">
                  <c:v>155.801694184</c:v>
                </c:pt>
                <c:pt idx="7">
                  <c:v>181.109129312</c:v>
                </c:pt>
                <c:pt idx="8">
                  <c:v>207.474626694</c:v>
                </c:pt>
                <c:pt idx="9">
                  <c:v>234.629985922</c:v>
                </c:pt>
                <c:pt idx="10">
                  <c:v>261.516847955</c:v>
                </c:pt>
                <c:pt idx="11">
                  <c:v>288.099873726</c:v>
                </c:pt>
                <c:pt idx="12">
                  <c:v>314.688315489</c:v>
                </c:pt>
                <c:pt idx="13">
                  <c:v>341.275764675</c:v>
                </c:pt>
                <c:pt idx="14">
                  <c:v>369.325874274</c:v>
                </c:pt>
                <c:pt idx="15">
                  <c:v>401.425905953</c:v>
                </c:pt>
                <c:pt idx="16">
                  <c:v>434.356985123</c:v>
                </c:pt>
                <c:pt idx="17">
                  <c:v>462.404643615</c:v>
                </c:pt>
                <c:pt idx="18">
                  <c:v>494.097111583</c:v>
                </c:pt>
                <c:pt idx="19">
                  <c:v>532.127420374</c:v>
                </c:pt>
                <c:pt idx="20">
                  <c:v>565.034774393</c:v>
                </c:pt>
                <c:pt idx="21">
                  <c:v>604.965944027</c:v>
                </c:pt>
                <c:pt idx="22">
                  <c:v>639.894381368</c:v>
                </c:pt>
                <c:pt idx="23">
                  <c:v>675.140653314</c:v>
                </c:pt>
                <c:pt idx="24">
                  <c:v>702.825078213</c:v>
                </c:pt>
                <c:pt idx="25">
                  <c:v>740.504450981</c:v>
                </c:pt>
                <c:pt idx="26">
                  <c:v>775.117938499</c:v>
                </c:pt>
                <c:pt idx="27">
                  <c:v>812.792357998</c:v>
                </c:pt>
                <c:pt idx="28">
                  <c:v>853.911723672</c:v>
                </c:pt>
                <c:pt idx="29">
                  <c:v>889.210737116</c:v>
                </c:pt>
                <c:pt idx="30">
                  <c:v>924.713693782</c:v>
                </c:pt>
                <c:pt idx="31">
                  <c:v>986.866168666</c:v>
                </c:pt>
                <c:pt idx="32">
                  <c:v>1026.24418795</c:v>
                </c:pt>
                <c:pt idx="33">
                  <c:v>1067.99397743</c:v>
                </c:pt>
                <c:pt idx="34">
                  <c:v>1122.61548542</c:v>
                </c:pt>
                <c:pt idx="35">
                  <c:v>1159.55409296</c:v>
                </c:pt>
                <c:pt idx="36">
                  <c:v>1213.52213093</c:v>
                </c:pt>
                <c:pt idx="37">
                  <c:v>1250.75298951</c:v>
                </c:pt>
                <c:pt idx="38">
                  <c:v>1297.22322649</c:v>
                </c:pt>
                <c:pt idx="39">
                  <c:v>1344.58989421</c:v>
                </c:pt>
                <c:pt idx="40">
                  <c:v>1398.51320873</c:v>
                </c:pt>
                <c:pt idx="41">
                  <c:v>1461.5273312</c:v>
                </c:pt>
                <c:pt idx="42">
                  <c:v>1526.30293469</c:v>
                </c:pt>
                <c:pt idx="43">
                  <c:v>1589.34052723</c:v>
                </c:pt>
                <c:pt idx="44">
                  <c:v>1648.42954038</c:v>
                </c:pt>
                <c:pt idx="45">
                  <c:v>1715.7477841</c:v>
                </c:pt>
                <c:pt idx="46">
                  <c:v>1766.29912145</c:v>
                </c:pt>
                <c:pt idx="47">
                  <c:v>1818.4827164</c:v>
                </c:pt>
                <c:pt idx="48">
                  <c:v>1891.97645964</c:v>
                </c:pt>
                <c:pt idx="49">
                  <c:v>1939.4766129</c:v>
                </c:pt>
                <c:pt idx="50">
                  <c:v>1993.17588265</c:v>
                </c:pt>
                <c:pt idx="51">
                  <c:v>2062.70093808</c:v>
                </c:pt>
                <c:pt idx="52">
                  <c:v>2146.08782242</c:v>
                </c:pt>
                <c:pt idx="53">
                  <c:v>2202.00883863</c:v>
                </c:pt>
                <c:pt idx="54">
                  <c:v>2326.70579057</c:v>
                </c:pt>
                <c:pt idx="55">
                  <c:v>2393.27684743</c:v>
                </c:pt>
                <c:pt idx="56">
                  <c:v>2524.97107185</c:v>
                </c:pt>
                <c:pt idx="57">
                  <c:v>2593.27305759</c:v>
                </c:pt>
                <c:pt idx="58">
                  <c:v>2689.72559066</c:v>
                </c:pt>
                <c:pt idx="59">
                  <c:v>2765.1620408</c:v>
                </c:pt>
                <c:pt idx="60">
                  <c:v>2846.40573948</c:v>
                </c:pt>
                <c:pt idx="61">
                  <c:v>2920.68431553</c:v>
                </c:pt>
                <c:pt idx="62">
                  <c:v>3050.94845539</c:v>
                </c:pt>
                <c:pt idx="63">
                  <c:v>3148.8719247</c:v>
                </c:pt>
                <c:pt idx="64">
                  <c:v>3267.85714621</c:v>
                </c:pt>
                <c:pt idx="65">
                  <c:v>3355.13937006</c:v>
                </c:pt>
                <c:pt idx="66">
                  <c:v>3449.67886942</c:v>
                </c:pt>
                <c:pt idx="67">
                  <c:v>3562.39834427</c:v>
                </c:pt>
                <c:pt idx="68">
                  <c:v>3660.98110675</c:v>
                </c:pt>
                <c:pt idx="69">
                  <c:v>3730.77392794</c:v>
                </c:pt>
                <c:pt idx="70">
                  <c:v>3828.84898737</c:v>
                </c:pt>
                <c:pt idx="71">
                  <c:v>3884.10889071</c:v>
                </c:pt>
                <c:pt idx="72">
                  <c:v>4043.84441516</c:v>
                </c:pt>
                <c:pt idx="73">
                  <c:v>4166.19217068</c:v>
                </c:pt>
                <c:pt idx="74">
                  <c:v>4297.07902752</c:v>
                </c:pt>
                <c:pt idx="75">
                  <c:v>4412.83630691</c:v>
                </c:pt>
                <c:pt idx="76">
                  <c:v>4551.36970877</c:v>
                </c:pt>
                <c:pt idx="77">
                  <c:v>4729.04667521</c:v>
                </c:pt>
                <c:pt idx="78">
                  <c:v>4883.40678586</c:v>
                </c:pt>
                <c:pt idx="79">
                  <c:v>4997.0873276</c:v>
                </c:pt>
                <c:pt idx="80">
                  <c:v>5120.25802318</c:v>
                </c:pt>
                <c:pt idx="81">
                  <c:v>5257.11255599</c:v>
                </c:pt>
                <c:pt idx="82">
                  <c:v>5453.47829243</c:v>
                </c:pt>
                <c:pt idx="83">
                  <c:v>5601.17196937</c:v>
                </c:pt>
                <c:pt idx="84">
                  <c:v>5674.58835669</c:v>
                </c:pt>
                <c:pt idx="85">
                  <c:v>5820.65072692</c:v>
                </c:pt>
                <c:pt idx="86">
                  <c:v>6063.28436696</c:v>
                </c:pt>
                <c:pt idx="87">
                  <c:v>6197.43104448</c:v>
                </c:pt>
                <c:pt idx="88">
                  <c:v>6447.96811164</c:v>
                </c:pt>
                <c:pt idx="89">
                  <c:v>6524.65629439</c:v>
                </c:pt>
                <c:pt idx="90">
                  <c:v>6759.93812181</c:v>
                </c:pt>
                <c:pt idx="91">
                  <c:v>7040.29379712</c:v>
                </c:pt>
                <c:pt idx="92">
                  <c:v>7187.6014955</c:v>
                </c:pt>
                <c:pt idx="93">
                  <c:v>7263.47919803</c:v>
                </c:pt>
                <c:pt idx="94">
                  <c:v>7435.09774852</c:v>
                </c:pt>
                <c:pt idx="95">
                  <c:v>7667.63289513</c:v>
                </c:pt>
                <c:pt idx="96">
                  <c:v>7867.45975121</c:v>
                </c:pt>
                <c:pt idx="97">
                  <c:v>7975.8386046</c:v>
                </c:pt>
                <c:pt idx="98">
                  <c:v>8176.50712626</c:v>
                </c:pt>
                <c:pt idx="99">
                  <c:v>8393.7548498</c:v>
                </c:pt>
                <c:pt idx="100">
                  <c:v>8636.21057868</c:v>
                </c:pt>
                <c:pt idx="101">
                  <c:v>8947.17115274</c:v>
                </c:pt>
                <c:pt idx="102">
                  <c:v>9246.71734259</c:v>
                </c:pt>
                <c:pt idx="103">
                  <c:v>9605.18814537</c:v>
                </c:pt>
                <c:pt idx="104">
                  <c:v>9762.82694425</c:v>
                </c:pt>
                <c:pt idx="105">
                  <c:v>10120.4791791</c:v>
                </c:pt>
                <c:pt idx="106">
                  <c:v>10403.5570043</c:v>
                </c:pt>
                <c:pt idx="107">
                  <c:v>10473.1765049</c:v>
                </c:pt>
                <c:pt idx="108">
                  <c:v>10845.3639309</c:v>
                </c:pt>
                <c:pt idx="109">
                  <c:v>11103.4355429</c:v>
                </c:pt>
                <c:pt idx="110">
                  <c:v>11405.2187675</c:v>
                </c:pt>
                <c:pt idx="111">
                  <c:v>11686.9085667</c:v>
                </c:pt>
                <c:pt idx="112">
                  <c:v>12024.0284391</c:v>
                </c:pt>
                <c:pt idx="113">
                  <c:v>12452.7531006</c:v>
                </c:pt>
                <c:pt idx="114">
                  <c:v>12790.7400523</c:v>
                </c:pt>
                <c:pt idx="115">
                  <c:v>13157.1132734</c:v>
                </c:pt>
                <c:pt idx="116">
                  <c:v>13253.3507893</c:v>
                </c:pt>
                <c:pt idx="117">
                  <c:v>13468.3932306</c:v>
                </c:pt>
                <c:pt idx="118">
                  <c:v>13913.0278259</c:v>
                </c:pt>
                <c:pt idx="119">
                  <c:v>14377.6955558</c:v>
                </c:pt>
                <c:pt idx="120">
                  <c:v>14856.1202051</c:v>
                </c:pt>
                <c:pt idx="121">
                  <c:v>15249.6328376</c:v>
                </c:pt>
                <c:pt idx="122">
                  <c:v>15545.3675068</c:v>
                </c:pt>
                <c:pt idx="123">
                  <c:v>16068.9050647</c:v>
                </c:pt>
                <c:pt idx="124">
                  <c:v>16740.5420361</c:v>
                </c:pt>
                <c:pt idx="125">
                  <c:v>16951.5882758</c:v>
                </c:pt>
                <c:pt idx="126">
                  <c:v>17251.744301</c:v>
                </c:pt>
                <c:pt idx="127">
                  <c:v>17855.57198</c:v>
                </c:pt>
                <c:pt idx="128">
                  <c:v>17942.0043887</c:v>
                </c:pt>
                <c:pt idx="129">
                  <c:v>18442.1976436</c:v>
                </c:pt>
                <c:pt idx="130">
                  <c:v>19033.7634542</c:v>
                </c:pt>
                <c:pt idx="131">
                  <c:v>19629.8773441</c:v>
                </c:pt>
                <c:pt idx="132">
                  <c:v>20043.3104217</c:v>
                </c:pt>
                <c:pt idx="133">
                  <c:v>20658.8883998</c:v>
                </c:pt>
                <c:pt idx="134">
                  <c:v>21252.9478722</c:v>
                </c:pt>
                <c:pt idx="135">
                  <c:v>21544.6356579</c:v>
                </c:pt>
                <c:pt idx="136">
                  <c:v>21892.7470183</c:v>
                </c:pt>
                <c:pt idx="137">
                  <c:v>22769.4088058</c:v>
                </c:pt>
                <c:pt idx="138">
                  <c:v>23145.5484389</c:v>
                </c:pt>
                <c:pt idx="139">
                  <c:v>23920.0567567</c:v>
                </c:pt>
                <c:pt idx="140">
                  <c:v>24291.5699783</c:v>
                </c:pt>
                <c:pt idx="141">
                  <c:v>24776.704999</c:v>
                </c:pt>
                <c:pt idx="142">
                  <c:v>25289.0493948</c:v>
                </c:pt>
                <c:pt idx="143">
                  <c:v>26235.4491409</c:v>
                </c:pt>
                <c:pt idx="144">
                  <c:v>26832.2449618</c:v>
                </c:pt>
                <c:pt idx="145">
                  <c:v>27150.158154</c:v>
                </c:pt>
                <c:pt idx="146">
                  <c:v>27544.20357</c:v>
                </c:pt>
                <c:pt idx="147">
                  <c:v>28163.1028917</c:v>
                </c:pt>
                <c:pt idx="148">
                  <c:v>29285.3696641</c:v>
                </c:pt>
                <c:pt idx="149">
                  <c:v>30277.1584625</c:v>
                </c:pt>
                <c:pt idx="150">
                  <c:v>30742.0337911</c:v>
                </c:pt>
                <c:pt idx="151">
                  <c:v>32096.2450999</c:v>
                </c:pt>
                <c:pt idx="152">
                  <c:v>31833.9572466</c:v>
                </c:pt>
                <c:pt idx="153">
                  <c:v>32706.8864041</c:v>
                </c:pt>
                <c:pt idx="154">
                  <c:v>33405.254637</c:v>
                </c:pt>
                <c:pt idx="155">
                  <c:v>34471.0154311</c:v>
                </c:pt>
                <c:pt idx="156">
                  <c:v>35315.1204789</c:v>
                </c:pt>
                <c:pt idx="157">
                  <c:v>35610.2919166</c:v>
                </c:pt>
                <c:pt idx="158">
                  <c:v>36650.1532603</c:v>
                </c:pt>
                <c:pt idx="159">
                  <c:v>37589.0896053</c:v>
                </c:pt>
                <c:pt idx="160">
                  <c:v>39377.7929087</c:v>
                </c:pt>
                <c:pt idx="161">
                  <c:v>40298.5329973</c:v>
                </c:pt>
                <c:pt idx="162">
                  <c:v>41692.7837467</c:v>
                </c:pt>
                <c:pt idx="163">
                  <c:v>41983.2163097</c:v>
                </c:pt>
                <c:pt idx="164">
                  <c:v>42927.4784521</c:v>
                </c:pt>
                <c:pt idx="165">
                  <c:v>43977.3639015</c:v>
                </c:pt>
                <c:pt idx="166">
                  <c:v>44740.7146407</c:v>
                </c:pt>
                <c:pt idx="167">
                  <c:v>44522.7972553</c:v>
                </c:pt>
                <c:pt idx="168">
                  <c:v>47067.9044958</c:v>
                </c:pt>
                <c:pt idx="169">
                  <c:v>47590.69007</c:v>
                </c:pt>
                <c:pt idx="170">
                  <c:v>48457.7320951</c:v>
                </c:pt>
                <c:pt idx="171">
                  <c:v>49992.6802344</c:v>
                </c:pt>
                <c:pt idx="172">
                  <c:v>51581.377452</c:v>
                </c:pt>
                <c:pt idx="173">
                  <c:v>52875.2677295</c:v>
                </c:pt>
                <c:pt idx="174">
                  <c:v>53284.6112798</c:v>
                </c:pt>
                <c:pt idx="175">
                  <c:v>54710.4280809</c:v>
                </c:pt>
                <c:pt idx="176">
                  <c:v>55668.4464727</c:v>
                </c:pt>
                <c:pt idx="177">
                  <c:v>57061.8317537</c:v>
                </c:pt>
                <c:pt idx="178">
                  <c:v>58150.6008093</c:v>
                </c:pt>
                <c:pt idx="179">
                  <c:v>60846.8013914</c:v>
                </c:pt>
                <c:pt idx="180">
                  <c:v>61366.7513345</c:v>
                </c:pt>
                <c:pt idx="181">
                  <c:v>62774.3301417</c:v>
                </c:pt>
                <c:pt idx="182">
                  <c:v>63822.1124866</c:v>
                </c:pt>
                <c:pt idx="183">
                  <c:v>66572.8127515</c:v>
                </c:pt>
                <c:pt idx="184">
                  <c:v>67582.9317663</c:v>
                </c:pt>
                <c:pt idx="185">
                  <c:v>69358.385251</c:v>
                </c:pt>
                <c:pt idx="186">
                  <c:v>71084.8405238</c:v>
                </c:pt>
                <c:pt idx="187">
                  <c:v>73734.2154289</c:v>
                </c:pt>
                <c:pt idx="188">
                  <c:v>75198.6070515</c:v>
                </c:pt>
                <c:pt idx="189">
                  <c:v>76568.5086857</c:v>
                </c:pt>
                <c:pt idx="190">
                  <c:v>79303.3324355</c:v>
                </c:pt>
                <c:pt idx="191">
                  <c:v>78246.8833806</c:v>
                </c:pt>
                <c:pt idx="192">
                  <c:v>81770.8164851</c:v>
                </c:pt>
                <c:pt idx="193">
                  <c:v>85133.5109213</c:v>
                </c:pt>
                <c:pt idx="194">
                  <c:v>85773.5091446</c:v>
                </c:pt>
                <c:pt idx="195">
                  <c:v>89611.6683607</c:v>
                </c:pt>
                <c:pt idx="196">
                  <c:v>91517.2184232</c:v>
                </c:pt>
                <c:pt idx="197">
                  <c:v>94731.8184955</c:v>
                </c:pt>
                <c:pt idx="198">
                  <c:v>95771.2903427</c:v>
                </c:pt>
                <c:pt idx="199">
                  <c:v>96935.7996683</c:v>
                </c:pt>
                <c:pt idx="200">
                  <c:v>100211.898862</c:v>
                </c:pt>
                <c:pt idx="201">
                  <c:v>101771.175961</c:v>
                </c:pt>
                <c:pt idx="202">
                  <c:v>105069.311671</c:v>
                </c:pt>
                <c:pt idx="203">
                  <c:v>109945.769336</c:v>
                </c:pt>
                <c:pt idx="204">
                  <c:v>110908.933365</c:v>
                </c:pt>
                <c:pt idx="205">
                  <c:v>113981.076786</c:v>
                </c:pt>
                <c:pt idx="206">
                  <c:v>116772.593927</c:v>
                </c:pt>
                <c:pt idx="207">
                  <c:v>122044.0019</c:v>
                </c:pt>
                <c:pt idx="208">
                  <c:v>121193.384583</c:v>
                </c:pt>
                <c:pt idx="209">
                  <c:v>121990.70261</c:v>
                </c:pt>
                <c:pt idx="210">
                  <c:v>122061.190876</c:v>
                </c:pt>
                <c:pt idx="211">
                  <c:v>127135.931409</c:v>
                </c:pt>
                <c:pt idx="212">
                  <c:v>129808.690925</c:v>
                </c:pt>
                <c:pt idx="213">
                  <c:v>135228.401362</c:v>
                </c:pt>
                <c:pt idx="214">
                  <c:v>138377.074516</c:v>
                </c:pt>
                <c:pt idx="215">
                  <c:v>140180.274675</c:v>
                </c:pt>
                <c:pt idx="216">
                  <c:v>143664.647842</c:v>
                </c:pt>
                <c:pt idx="217">
                  <c:v>144821.984672</c:v>
                </c:pt>
                <c:pt idx="218">
                  <c:v>150092.600713</c:v>
                </c:pt>
                <c:pt idx="219">
                  <c:v>156227.957931</c:v>
                </c:pt>
                <c:pt idx="220">
                  <c:v>163106.65864</c:v>
                </c:pt>
                <c:pt idx="221">
                  <c:v>162336.260502</c:v>
                </c:pt>
                <c:pt idx="222">
                  <c:v>167053.901469</c:v>
                </c:pt>
                <c:pt idx="223">
                  <c:v>172677.573071</c:v>
                </c:pt>
                <c:pt idx="224">
                  <c:v>174020.658597</c:v>
                </c:pt>
                <c:pt idx="225">
                  <c:v>177793.365084</c:v>
                </c:pt>
                <c:pt idx="226">
                  <c:v>177775.023472</c:v>
                </c:pt>
                <c:pt idx="227">
                  <c:v>186330.692243</c:v>
                </c:pt>
                <c:pt idx="228">
                  <c:v>193243.934021</c:v>
                </c:pt>
                <c:pt idx="229">
                  <c:v>196785.609702</c:v>
                </c:pt>
                <c:pt idx="230">
                  <c:v>199907.469692</c:v>
                </c:pt>
                <c:pt idx="231">
                  <c:v>201225.679605</c:v>
                </c:pt>
                <c:pt idx="232">
                  <c:v>204601.057115</c:v>
                </c:pt>
                <c:pt idx="233">
                  <c:v>208498.268718</c:v>
                </c:pt>
                <c:pt idx="234">
                  <c:v>217549.54635</c:v>
                </c:pt>
                <c:pt idx="235">
                  <c:v>220761.79359</c:v>
                </c:pt>
                <c:pt idx="236">
                  <c:v>225861.164217</c:v>
                </c:pt>
                <c:pt idx="237">
                  <c:v>224091.101649</c:v>
                </c:pt>
                <c:pt idx="238">
                  <c:v>231397.837165</c:v>
                </c:pt>
                <c:pt idx="239">
                  <c:v>238834.379171</c:v>
                </c:pt>
              </c:numCache>
            </c:numRef>
          </c:yVal>
        </c:ser>
        <c:ser>
          <c:idx val="2"/>
          <c:order val="2"/>
          <c:tx>
            <c:v>상위10%</c:v>
          </c:tx>
          <c:spPr>
            <a:ln xmlns:a="http://schemas.openxmlformats.org/drawingml/2006/main" w="25718">
              <a:solidFill>
                <a:srgbClr val="2767B7"/>
              </a:solidFill>
              <a:prstDash val="solid"/>
            </a:ln>
          </c:spPr>
          <c:marker>
            <c:symbol val="none"/>
          </c:marker>
          <c:xVal>
            <c:numRef>
              <c:f>'Chart Data'!$E$2:$E$241</c:f>
              <c:numCache>
                <c:formatCode>General</c:formatCode>
                <c:ptCount val="240"/>
                <c:pt idx="0">
                  <c:v>0.0833333333333</c:v>
                </c:pt>
                <c:pt idx="1">
                  <c:v>0.166666666667</c:v>
                </c:pt>
                <c:pt idx="2">
                  <c:v>0.25</c:v>
                </c:pt>
                <c:pt idx="3">
                  <c:v>0.333333333333</c:v>
                </c:pt>
                <c:pt idx="4">
                  <c:v>0.416666666667</c:v>
                </c:pt>
                <c:pt idx="5">
                  <c:v>0.5</c:v>
                </c:pt>
                <c:pt idx="6">
                  <c:v>0.583333333333</c:v>
                </c:pt>
                <c:pt idx="7">
                  <c:v>0.666666666667</c:v>
                </c:pt>
                <c:pt idx="8">
                  <c:v>0.75</c:v>
                </c:pt>
                <c:pt idx="9">
                  <c:v>0.833333333333</c:v>
                </c:pt>
                <c:pt idx="10">
                  <c:v>0.916666666667</c:v>
                </c:pt>
                <c:pt idx="11">
                  <c:v>1</c:v>
                </c:pt>
                <c:pt idx="12">
                  <c:v>1.08333333333</c:v>
                </c:pt>
                <c:pt idx="13">
                  <c:v>1.16666666667</c:v>
                </c:pt>
                <c:pt idx="14">
                  <c:v>1.25</c:v>
                </c:pt>
                <c:pt idx="15">
                  <c:v>1.33333333333</c:v>
                </c:pt>
                <c:pt idx="16">
                  <c:v>1.41666666667</c:v>
                </c:pt>
                <c:pt idx="17">
                  <c:v>1.5</c:v>
                </c:pt>
                <c:pt idx="18">
                  <c:v>1.58333333333</c:v>
                </c:pt>
                <c:pt idx="19">
                  <c:v>1.66666666667</c:v>
                </c:pt>
                <c:pt idx="20">
                  <c:v>1.75</c:v>
                </c:pt>
                <c:pt idx="21">
                  <c:v>1.83333333333</c:v>
                </c:pt>
                <c:pt idx="22">
                  <c:v>1.91666666667</c:v>
                </c:pt>
                <c:pt idx="23">
                  <c:v>2</c:v>
                </c:pt>
                <c:pt idx="24">
                  <c:v>2.08333333333</c:v>
                </c:pt>
                <c:pt idx="25">
                  <c:v>2.16666666667</c:v>
                </c:pt>
                <c:pt idx="26">
                  <c:v>2.25</c:v>
                </c:pt>
                <c:pt idx="27">
                  <c:v>2.33333333333</c:v>
                </c:pt>
                <c:pt idx="28">
                  <c:v>2.41666666667</c:v>
                </c:pt>
                <c:pt idx="29">
                  <c:v>2.5</c:v>
                </c:pt>
                <c:pt idx="30">
                  <c:v>2.58333333333</c:v>
                </c:pt>
                <c:pt idx="31">
                  <c:v>2.66666666667</c:v>
                </c:pt>
                <c:pt idx="32">
                  <c:v>2.75</c:v>
                </c:pt>
                <c:pt idx="33">
                  <c:v>2.83333333333</c:v>
                </c:pt>
                <c:pt idx="34">
                  <c:v>2.91666666667</c:v>
                </c:pt>
                <c:pt idx="35">
                  <c:v>3</c:v>
                </c:pt>
                <c:pt idx="36">
                  <c:v>3.08333333333</c:v>
                </c:pt>
                <c:pt idx="37">
                  <c:v>3.16666666667</c:v>
                </c:pt>
                <c:pt idx="38">
                  <c:v>3.25</c:v>
                </c:pt>
                <c:pt idx="39">
                  <c:v>3.33333333333</c:v>
                </c:pt>
                <c:pt idx="40">
                  <c:v>3.41666666667</c:v>
                </c:pt>
                <c:pt idx="41">
                  <c:v>3.5</c:v>
                </c:pt>
                <c:pt idx="42">
                  <c:v>3.58333333333</c:v>
                </c:pt>
                <c:pt idx="43">
                  <c:v>3.66666666667</c:v>
                </c:pt>
                <c:pt idx="44">
                  <c:v>3.75</c:v>
                </c:pt>
                <c:pt idx="45">
                  <c:v>3.83333333333</c:v>
                </c:pt>
                <c:pt idx="46">
                  <c:v>3.91666666667</c:v>
                </c:pt>
                <c:pt idx="47">
                  <c:v>4</c:v>
                </c:pt>
                <c:pt idx="48">
                  <c:v>4.08333333333</c:v>
                </c:pt>
                <c:pt idx="49">
                  <c:v>4.16666666667</c:v>
                </c:pt>
                <c:pt idx="50">
                  <c:v>4.25</c:v>
                </c:pt>
                <c:pt idx="51">
                  <c:v>4.33333333333</c:v>
                </c:pt>
                <c:pt idx="52">
                  <c:v>4.41666666667</c:v>
                </c:pt>
                <c:pt idx="53">
                  <c:v>4.5</c:v>
                </c:pt>
                <c:pt idx="54">
                  <c:v>4.58333333333</c:v>
                </c:pt>
                <c:pt idx="55">
                  <c:v>4.66666666667</c:v>
                </c:pt>
                <c:pt idx="56">
                  <c:v>4.75</c:v>
                </c:pt>
                <c:pt idx="57">
                  <c:v>4.83333333333</c:v>
                </c:pt>
                <c:pt idx="58">
                  <c:v>4.91666666667</c:v>
                </c:pt>
                <c:pt idx="59">
                  <c:v>5</c:v>
                </c:pt>
                <c:pt idx="60">
                  <c:v>5.08333333333</c:v>
                </c:pt>
                <c:pt idx="61">
                  <c:v>5.16666666667</c:v>
                </c:pt>
                <c:pt idx="62">
                  <c:v>5.25</c:v>
                </c:pt>
                <c:pt idx="63">
                  <c:v>5.33333333333</c:v>
                </c:pt>
                <c:pt idx="64">
                  <c:v>5.41666666667</c:v>
                </c:pt>
                <c:pt idx="65">
                  <c:v>5.5</c:v>
                </c:pt>
                <c:pt idx="66">
                  <c:v>5.58333333333</c:v>
                </c:pt>
                <c:pt idx="67">
                  <c:v>5.66666666667</c:v>
                </c:pt>
                <c:pt idx="68">
                  <c:v>5.75</c:v>
                </c:pt>
                <c:pt idx="69">
                  <c:v>5.83333333333</c:v>
                </c:pt>
                <c:pt idx="70">
                  <c:v>5.91666666667</c:v>
                </c:pt>
                <c:pt idx="71">
                  <c:v>6</c:v>
                </c:pt>
                <c:pt idx="72">
                  <c:v>6.08333333333</c:v>
                </c:pt>
                <c:pt idx="73">
                  <c:v>6.16666666667</c:v>
                </c:pt>
                <c:pt idx="74">
                  <c:v>6.25</c:v>
                </c:pt>
                <c:pt idx="75">
                  <c:v>6.33333333333</c:v>
                </c:pt>
                <c:pt idx="76">
                  <c:v>6.41666666667</c:v>
                </c:pt>
                <c:pt idx="77">
                  <c:v>6.5</c:v>
                </c:pt>
                <c:pt idx="78">
                  <c:v>6.58333333333</c:v>
                </c:pt>
                <c:pt idx="79">
                  <c:v>6.66666666667</c:v>
                </c:pt>
                <c:pt idx="80">
                  <c:v>6.75</c:v>
                </c:pt>
                <c:pt idx="81">
                  <c:v>6.83333333333</c:v>
                </c:pt>
                <c:pt idx="82">
                  <c:v>6.91666666667</c:v>
                </c:pt>
                <c:pt idx="83">
                  <c:v>7</c:v>
                </c:pt>
                <c:pt idx="84">
                  <c:v>7.08333333333</c:v>
                </c:pt>
                <c:pt idx="85">
                  <c:v>7.16666666667</c:v>
                </c:pt>
                <c:pt idx="86">
                  <c:v>7.25</c:v>
                </c:pt>
                <c:pt idx="87">
                  <c:v>7.33333333333</c:v>
                </c:pt>
                <c:pt idx="88">
                  <c:v>7.41666666667</c:v>
                </c:pt>
                <c:pt idx="89">
                  <c:v>7.5</c:v>
                </c:pt>
                <c:pt idx="90">
                  <c:v>7.58333333333</c:v>
                </c:pt>
                <c:pt idx="91">
                  <c:v>7.66666666667</c:v>
                </c:pt>
                <c:pt idx="92">
                  <c:v>7.75</c:v>
                </c:pt>
                <c:pt idx="93">
                  <c:v>7.83333333333</c:v>
                </c:pt>
                <c:pt idx="94">
                  <c:v>7.91666666667</c:v>
                </c:pt>
                <c:pt idx="95">
                  <c:v>8</c:v>
                </c:pt>
                <c:pt idx="96">
                  <c:v>8.08333333333</c:v>
                </c:pt>
                <c:pt idx="97">
                  <c:v>8.16666666667</c:v>
                </c:pt>
                <c:pt idx="98">
                  <c:v>8.25</c:v>
                </c:pt>
                <c:pt idx="99">
                  <c:v>8.33333333333</c:v>
                </c:pt>
                <c:pt idx="100">
                  <c:v>8.41666666667</c:v>
                </c:pt>
                <c:pt idx="101">
                  <c:v>8.5</c:v>
                </c:pt>
                <c:pt idx="102">
                  <c:v>8.58333333333</c:v>
                </c:pt>
                <c:pt idx="103">
                  <c:v>8.66666666667</c:v>
                </c:pt>
                <c:pt idx="104">
                  <c:v>8.75</c:v>
                </c:pt>
                <c:pt idx="105">
                  <c:v>8.83333333333</c:v>
                </c:pt>
                <c:pt idx="106">
                  <c:v>8.91666666667</c:v>
                </c:pt>
                <c:pt idx="107">
                  <c:v>9</c:v>
                </c:pt>
                <c:pt idx="108">
                  <c:v>9.08333333333</c:v>
                </c:pt>
                <c:pt idx="109">
                  <c:v>9.16666666667</c:v>
                </c:pt>
                <c:pt idx="110">
                  <c:v>9.25</c:v>
                </c:pt>
                <c:pt idx="111">
                  <c:v>9.33333333333</c:v>
                </c:pt>
                <c:pt idx="112">
                  <c:v>9.41666666667</c:v>
                </c:pt>
                <c:pt idx="113">
                  <c:v>9.5</c:v>
                </c:pt>
                <c:pt idx="114">
                  <c:v>9.58333333333</c:v>
                </c:pt>
                <c:pt idx="115">
                  <c:v>9.66666666667</c:v>
                </c:pt>
                <c:pt idx="116">
                  <c:v>9.75</c:v>
                </c:pt>
                <c:pt idx="117">
                  <c:v>9.83333333333</c:v>
                </c:pt>
                <c:pt idx="118">
                  <c:v>9.91666666667</c:v>
                </c:pt>
                <c:pt idx="119">
                  <c:v>10</c:v>
                </c:pt>
                <c:pt idx="120">
                  <c:v>10.0833333333</c:v>
                </c:pt>
                <c:pt idx="121">
                  <c:v>10.1666666667</c:v>
                </c:pt>
                <c:pt idx="122">
                  <c:v>10.25</c:v>
                </c:pt>
                <c:pt idx="123">
                  <c:v>10.3333333333</c:v>
                </c:pt>
                <c:pt idx="124">
                  <c:v>10.4166666667</c:v>
                </c:pt>
                <c:pt idx="125">
                  <c:v>10.5</c:v>
                </c:pt>
                <c:pt idx="126">
                  <c:v>10.5833333333</c:v>
                </c:pt>
                <c:pt idx="127">
                  <c:v>10.6666666667</c:v>
                </c:pt>
                <c:pt idx="128">
                  <c:v>10.75</c:v>
                </c:pt>
                <c:pt idx="129">
                  <c:v>10.8333333333</c:v>
                </c:pt>
                <c:pt idx="130">
                  <c:v>10.9166666667</c:v>
                </c:pt>
                <c:pt idx="131">
                  <c:v>11</c:v>
                </c:pt>
                <c:pt idx="132">
                  <c:v>11.0833333333</c:v>
                </c:pt>
                <c:pt idx="133">
                  <c:v>11.1666666667</c:v>
                </c:pt>
                <c:pt idx="134">
                  <c:v>11.25</c:v>
                </c:pt>
                <c:pt idx="135">
                  <c:v>11.3333333333</c:v>
                </c:pt>
                <c:pt idx="136">
                  <c:v>11.4166666667</c:v>
                </c:pt>
                <c:pt idx="137">
                  <c:v>11.5</c:v>
                </c:pt>
                <c:pt idx="138">
                  <c:v>11.5833333333</c:v>
                </c:pt>
                <c:pt idx="139">
                  <c:v>11.6666666667</c:v>
                </c:pt>
                <c:pt idx="140">
                  <c:v>11.75</c:v>
                </c:pt>
                <c:pt idx="141">
                  <c:v>11.8333333333</c:v>
                </c:pt>
                <c:pt idx="142">
                  <c:v>11.9166666667</c:v>
                </c:pt>
                <c:pt idx="143">
                  <c:v>12</c:v>
                </c:pt>
                <c:pt idx="144">
                  <c:v>12.0833333333</c:v>
                </c:pt>
                <c:pt idx="145">
                  <c:v>12.1666666667</c:v>
                </c:pt>
                <c:pt idx="146">
                  <c:v>12.25</c:v>
                </c:pt>
                <c:pt idx="147">
                  <c:v>12.3333333333</c:v>
                </c:pt>
                <c:pt idx="148">
                  <c:v>12.4166666667</c:v>
                </c:pt>
                <c:pt idx="149">
                  <c:v>12.5</c:v>
                </c:pt>
                <c:pt idx="150">
                  <c:v>12.5833333333</c:v>
                </c:pt>
                <c:pt idx="151">
                  <c:v>12.6666666667</c:v>
                </c:pt>
                <c:pt idx="152">
                  <c:v>12.75</c:v>
                </c:pt>
                <c:pt idx="153">
                  <c:v>12.8333333333</c:v>
                </c:pt>
                <c:pt idx="154">
                  <c:v>12.9166666667</c:v>
                </c:pt>
                <c:pt idx="155">
                  <c:v>13</c:v>
                </c:pt>
                <c:pt idx="156">
                  <c:v>13.0833333333</c:v>
                </c:pt>
                <c:pt idx="157">
                  <c:v>13.1666666667</c:v>
                </c:pt>
                <c:pt idx="158">
                  <c:v>13.25</c:v>
                </c:pt>
                <c:pt idx="159">
                  <c:v>13.3333333333</c:v>
                </c:pt>
                <c:pt idx="160">
                  <c:v>13.4166666667</c:v>
                </c:pt>
                <c:pt idx="161">
                  <c:v>13.5</c:v>
                </c:pt>
                <c:pt idx="162">
                  <c:v>13.5833333333</c:v>
                </c:pt>
                <c:pt idx="163">
                  <c:v>13.6666666667</c:v>
                </c:pt>
                <c:pt idx="164">
                  <c:v>13.75</c:v>
                </c:pt>
                <c:pt idx="165">
                  <c:v>13.8333333333</c:v>
                </c:pt>
                <c:pt idx="166">
                  <c:v>13.9166666667</c:v>
                </c:pt>
                <c:pt idx="167">
                  <c:v>14</c:v>
                </c:pt>
                <c:pt idx="168">
                  <c:v>14.0833333333</c:v>
                </c:pt>
                <c:pt idx="169">
                  <c:v>14.1666666667</c:v>
                </c:pt>
                <c:pt idx="170">
                  <c:v>14.25</c:v>
                </c:pt>
                <c:pt idx="171">
                  <c:v>14.3333333333</c:v>
                </c:pt>
                <c:pt idx="172">
                  <c:v>14.4166666667</c:v>
                </c:pt>
                <c:pt idx="173">
                  <c:v>14.5</c:v>
                </c:pt>
                <c:pt idx="174">
                  <c:v>14.5833333333</c:v>
                </c:pt>
                <c:pt idx="175">
                  <c:v>14.6666666667</c:v>
                </c:pt>
                <c:pt idx="176">
                  <c:v>14.75</c:v>
                </c:pt>
                <c:pt idx="177">
                  <c:v>14.8333333333</c:v>
                </c:pt>
                <c:pt idx="178">
                  <c:v>14.9166666667</c:v>
                </c:pt>
                <c:pt idx="179">
                  <c:v>15</c:v>
                </c:pt>
                <c:pt idx="180">
                  <c:v>15.0833333333</c:v>
                </c:pt>
                <c:pt idx="181">
                  <c:v>15.1666666667</c:v>
                </c:pt>
                <c:pt idx="182">
                  <c:v>15.25</c:v>
                </c:pt>
                <c:pt idx="183">
                  <c:v>15.3333333333</c:v>
                </c:pt>
                <c:pt idx="184">
                  <c:v>15.4166666667</c:v>
                </c:pt>
                <c:pt idx="185">
                  <c:v>15.5</c:v>
                </c:pt>
                <c:pt idx="186">
                  <c:v>15.5833333333</c:v>
                </c:pt>
                <c:pt idx="187">
                  <c:v>15.6666666667</c:v>
                </c:pt>
                <c:pt idx="188">
                  <c:v>15.75</c:v>
                </c:pt>
                <c:pt idx="189">
                  <c:v>15.8333333333</c:v>
                </c:pt>
                <c:pt idx="190">
                  <c:v>15.9166666667</c:v>
                </c:pt>
                <c:pt idx="191">
                  <c:v>16</c:v>
                </c:pt>
                <c:pt idx="192">
                  <c:v>16.0833333333</c:v>
                </c:pt>
                <c:pt idx="193">
                  <c:v>16.1666666667</c:v>
                </c:pt>
                <c:pt idx="194">
                  <c:v>16.25</c:v>
                </c:pt>
                <c:pt idx="195">
                  <c:v>16.3333333333</c:v>
                </c:pt>
                <c:pt idx="196">
                  <c:v>16.4166666667</c:v>
                </c:pt>
                <c:pt idx="197">
                  <c:v>16.5</c:v>
                </c:pt>
                <c:pt idx="198">
                  <c:v>16.5833333333</c:v>
                </c:pt>
                <c:pt idx="199">
                  <c:v>16.6666666667</c:v>
                </c:pt>
                <c:pt idx="200">
                  <c:v>16.75</c:v>
                </c:pt>
                <c:pt idx="201">
                  <c:v>16.8333333333</c:v>
                </c:pt>
                <c:pt idx="202">
                  <c:v>16.9166666667</c:v>
                </c:pt>
                <c:pt idx="203">
                  <c:v>17</c:v>
                </c:pt>
                <c:pt idx="204">
                  <c:v>17.0833333333</c:v>
                </c:pt>
                <c:pt idx="205">
                  <c:v>17.1666666667</c:v>
                </c:pt>
                <c:pt idx="206">
                  <c:v>17.25</c:v>
                </c:pt>
                <c:pt idx="207">
                  <c:v>17.3333333333</c:v>
                </c:pt>
                <c:pt idx="208">
                  <c:v>17.4166666667</c:v>
                </c:pt>
                <c:pt idx="209">
                  <c:v>17.5</c:v>
                </c:pt>
                <c:pt idx="210">
                  <c:v>17.5833333333</c:v>
                </c:pt>
                <c:pt idx="211">
                  <c:v>17.6666666667</c:v>
                </c:pt>
                <c:pt idx="212">
                  <c:v>17.75</c:v>
                </c:pt>
                <c:pt idx="213">
                  <c:v>17.8333333333</c:v>
                </c:pt>
                <c:pt idx="214">
                  <c:v>17.9166666667</c:v>
                </c:pt>
                <c:pt idx="215">
                  <c:v>18</c:v>
                </c:pt>
                <c:pt idx="216">
                  <c:v>18.0833333333</c:v>
                </c:pt>
                <c:pt idx="217">
                  <c:v>18.1666666667</c:v>
                </c:pt>
                <c:pt idx="218">
                  <c:v>18.25</c:v>
                </c:pt>
                <c:pt idx="219">
                  <c:v>18.3333333333</c:v>
                </c:pt>
                <c:pt idx="220">
                  <c:v>18.4166666667</c:v>
                </c:pt>
                <c:pt idx="221">
                  <c:v>18.5</c:v>
                </c:pt>
                <c:pt idx="222">
                  <c:v>18.5833333333</c:v>
                </c:pt>
                <c:pt idx="223">
                  <c:v>18.6666666667</c:v>
                </c:pt>
                <c:pt idx="224">
                  <c:v>18.75</c:v>
                </c:pt>
                <c:pt idx="225">
                  <c:v>18.8333333333</c:v>
                </c:pt>
                <c:pt idx="226">
                  <c:v>18.9166666667</c:v>
                </c:pt>
                <c:pt idx="227">
                  <c:v>19</c:v>
                </c:pt>
                <c:pt idx="228">
                  <c:v>19.0833333333</c:v>
                </c:pt>
                <c:pt idx="229">
                  <c:v>19.1666666667</c:v>
                </c:pt>
                <c:pt idx="230">
                  <c:v>19.25</c:v>
                </c:pt>
                <c:pt idx="231">
                  <c:v>19.3333333333</c:v>
                </c:pt>
                <c:pt idx="232">
                  <c:v>19.4166666667</c:v>
                </c:pt>
                <c:pt idx="233">
                  <c:v>19.5</c:v>
                </c:pt>
                <c:pt idx="234">
                  <c:v>19.5833333333</c:v>
                </c:pt>
                <c:pt idx="235">
                  <c:v>19.6666666667</c:v>
                </c:pt>
                <c:pt idx="236">
                  <c:v>19.75</c:v>
                </c:pt>
                <c:pt idx="237">
                  <c:v>19.8333333333</c:v>
                </c:pt>
                <c:pt idx="238">
                  <c:v>19.9166666667</c:v>
                </c:pt>
                <c:pt idx="239">
                  <c:v>20</c:v>
                </c:pt>
              </c:numCache>
            </c:numRef>
          </c:xVal>
          <c:yVal>
            <c:numRef>
              <c:f>'Chart Data'!$F$2:$F$241</c:f>
              <c:numCache>
                <c:formatCode>#,##0</c:formatCode>
                <c:ptCount val="240"/>
                <c:pt idx="0">
                  <c:v>22.4466840765</c:v>
                </c:pt>
                <c:pt idx="1">
                  <c:v>45.6790736739</c:v>
                </c:pt>
                <c:pt idx="2">
                  <c:v>69.9173551099</c:v>
                </c:pt>
                <c:pt idx="3">
                  <c:v>94.7927613412</c:v>
                </c:pt>
                <c:pt idx="4">
                  <c:v>120.554567481</c:v>
                </c:pt>
                <c:pt idx="5">
                  <c:v>147.657532223</c:v>
                </c:pt>
                <c:pt idx="6">
                  <c:v>176.310101884</c:v>
                </c:pt>
                <c:pt idx="7">
                  <c:v>207.325023995</c:v>
                </c:pt>
                <c:pt idx="8">
                  <c:v>238.732533321</c:v>
                </c:pt>
                <c:pt idx="9">
                  <c:v>274.189164676</c:v>
                </c:pt>
                <c:pt idx="10">
                  <c:v>308.136700318</c:v>
                </c:pt>
                <c:pt idx="11">
                  <c:v>351.066499828</c:v>
                </c:pt>
                <c:pt idx="12">
                  <c:v>384.930507067</c:v>
                </c:pt>
                <c:pt idx="13">
                  <c:v>417.998436703</c:v>
                </c:pt>
                <c:pt idx="14">
                  <c:v>454.823410508</c:v>
                </c:pt>
                <c:pt idx="15">
                  <c:v>491.28562747</c:v>
                </c:pt>
                <c:pt idx="16">
                  <c:v>531.645530894</c:v>
                </c:pt>
                <c:pt idx="17">
                  <c:v>569.632124367</c:v>
                </c:pt>
                <c:pt idx="18">
                  <c:v>617.441183465</c:v>
                </c:pt>
                <c:pt idx="19">
                  <c:v>665.250141169</c:v>
                </c:pt>
                <c:pt idx="20">
                  <c:v>717.158185331</c:v>
                </c:pt>
                <c:pt idx="21">
                  <c:v>764.953431344</c:v>
                </c:pt>
                <c:pt idx="22">
                  <c:v>841.131177661</c:v>
                </c:pt>
                <c:pt idx="23">
                  <c:v>884.739897018</c:v>
                </c:pt>
                <c:pt idx="24">
                  <c:v>929.388109526</c:v>
                </c:pt>
                <c:pt idx="25">
                  <c:v>958.086408336</c:v>
                </c:pt>
                <c:pt idx="26">
                  <c:v>1016.97039874</c:v>
                </c:pt>
                <c:pt idx="27">
                  <c:v>1077.52337979</c:v>
                </c:pt>
                <c:pt idx="28">
                  <c:v>1136.31908125</c:v>
                </c:pt>
                <c:pt idx="29">
                  <c:v>1188.97768477</c:v>
                </c:pt>
                <c:pt idx="30">
                  <c:v>1261.10695461</c:v>
                </c:pt>
                <c:pt idx="31">
                  <c:v>1348.86541882</c:v>
                </c:pt>
                <c:pt idx="32">
                  <c:v>1405.85802951</c:v>
                </c:pt>
                <c:pt idx="33">
                  <c:v>1484.24911578</c:v>
                </c:pt>
                <c:pt idx="34">
                  <c:v>1604.38195872</c:v>
                </c:pt>
                <c:pt idx="35">
                  <c:v>1657.43496125</c:v>
                </c:pt>
                <c:pt idx="36">
                  <c:v>1736.27181229</c:v>
                </c:pt>
                <c:pt idx="37">
                  <c:v>1815.42846389</c:v>
                </c:pt>
                <c:pt idx="38">
                  <c:v>1850.48919569</c:v>
                </c:pt>
                <c:pt idx="39">
                  <c:v>1964.94608342</c:v>
                </c:pt>
                <c:pt idx="40">
                  <c:v>2025.757339</c:v>
                </c:pt>
                <c:pt idx="41">
                  <c:v>2124.10089875</c:v>
                </c:pt>
                <c:pt idx="42">
                  <c:v>2208.41531628</c:v>
                </c:pt>
                <c:pt idx="43">
                  <c:v>2378.65197263</c:v>
                </c:pt>
                <c:pt idx="44">
                  <c:v>2465.38649307</c:v>
                </c:pt>
                <c:pt idx="45">
                  <c:v>2572.55367259</c:v>
                </c:pt>
                <c:pt idx="46">
                  <c:v>2703.77978979</c:v>
                </c:pt>
                <c:pt idx="47">
                  <c:v>2838.15277416</c:v>
                </c:pt>
                <c:pt idx="48">
                  <c:v>2927.3536031</c:v>
                </c:pt>
                <c:pt idx="49">
                  <c:v>3006.58248131</c:v>
                </c:pt>
                <c:pt idx="50">
                  <c:v>3138.04265081</c:v>
                </c:pt>
                <c:pt idx="51">
                  <c:v>3251.99602027</c:v>
                </c:pt>
                <c:pt idx="52">
                  <c:v>3412.85968146</c:v>
                </c:pt>
                <c:pt idx="53">
                  <c:v>3547.7931676</c:v>
                </c:pt>
                <c:pt idx="54">
                  <c:v>3728.96632767</c:v>
                </c:pt>
                <c:pt idx="55">
                  <c:v>3891.45950692</c:v>
                </c:pt>
                <c:pt idx="56">
                  <c:v>3986.25400161</c:v>
                </c:pt>
                <c:pt idx="57">
                  <c:v>4267.28210936</c:v>
                </c:pt>
                <c:pt idx="58">
                  <c:v>4400.08064531</c:v>
                </c:pt>
                <c:pt idx="59">
                  <c:v>4481.54528729</c:v>
                </c:pt>
                <c:pt idx="60">
                  <c:v>4636.49277933</c:v>
                </c:pt>
                <c:pt idx="61">
                  <c:v>4740.10522936</c:v>
                </c:pt>
                <c:pt idx="62">
                  <c:v>4906.55562038</c:v>
                </c:pt>
                <c:pt idx="63">
                  <c:v>5109.53175184</c:v>
                </c:pt>
                <c:pt idx="64">
                  <c:v>5331.69249969</c:v>
                </c:pt>
                <c:pt idx="65">
                  <c:v>5495.62613124</c:v>
                </c:pt>
                <c:pt idx="66">
                  <c:v>5772.69489958</c:v>
                </c:pt>
                <c:pt idx="67">
                  <c:v>5992.63167632</c:v>
                </c:pt>
                <c:pt idx="68">
                  <c:v>6306.85065661</c:v>
                </c:pt>
                <c:pt idx="69">
                  <c:v>6607.01061856</c:v>
                </c:pt>
                <c:pt idx="70">
                  <c:v>6621.94880878</c:v>
                </c:pt>
                <c:pt idx="71">
                  <c:v>6845.35564844</c:v>
                </c:pt>
                <c:pt idx="72">
                  <c:v>7087.64362402</c:v>
                </c:pt>
                <c:pt idx="73">
                  <c:v>7160.90056544</c:v>
                </c:pt>
                <c:pt idx="74">
                  <c:v>7494.97162684</c:v>
                </c:pt>
                <c:pt idx="75">
                  <c:v>7649.43995083</c:v>
                </c:pt>
                <c:pt idx="76">
                  <c:v>7885.28787892</c:v>
                </c:pt>
                <c:pt idx="77">
                  <c:v>8332.33140106</c:v>
                </c:pt>
                <c:pt idx="78">
                  <c:v>8527.80508454</c:v>
                </c:pt>
                <c:pt idx="79">
                  <c:v>8829.74100795</c:v>
                </c:pt>
                <c:pt idx="80">
                  <c:v>9186.90187752</c:v>
                </c:pt>
                <c:pt idx="81">
                  <c:v>9723.78443504</c:v>
                </c:pt>
                <c:pt idx="82">
                  <c:v>9950.02483695</c:v>
                </c:pt>
                <c:pt idx="83">
                  <c:v>10166.9967807</c:v>
                </c:pt>
                <c:pt idx="84">
                  <c:v>10546.260433</c:v>
                </c:pt>
                <c:pt idx="85">
                  <c:v>10994.9716406</c:v>
                </c:pt>
                <c:pt idx="86">
                  <c:v>11300.2287112</c:v>
                </c:pt>
                <c:pt idx="87">
                  <c:v>11578.611793</c:v>
                </c:pt>
                <c:pt idx="88">
                  <c:v>12052.4937351</c:v>
                </c:pt>
                <c:pt idx="89">
                  <c:v>12516.1879154</c:v>
                </c:pt>
                <c:pt idx="90">
                  <c:v>12948.8097526</c:v>
                </c:pt>
                <c:pt idx="91">
                  <c:v>13480.2583556</c:v>
                </c:pt>
                <c:pt idx="92">
                  <c:v>13850.75985</c:v>
                </c:pt>
                <c:pt idx="93">
                  <c:v>14354.3853609</c:v>
                </c:pt>
                <c:pt idx="94">
                  <c:v>14652.3808372</c:v>
                </c:pt>
                <c:pt idx="95">
                  <c:v>15017.8263873</c:v>
                </c:pt>
                <c:pt idx="96">
                  <c:v>15268.5642217</c:v>
                </c:pt>
                <c:pt idx="97">
                  <c:v>15926.7937993</c:v>
                </c:pt>
                <c:pt idx="98">
                  <c:v>16446.2871895</c:v>
                </c:pt>
                <c:pt idx="99">
                  <c:v>17005.9175682</c:v>
                </c:pt>
                <c:pt idx="100">
                  <c:v>17803.3056509</c:v>
                </c:pt>
                <c:pt idx="101">
                  <c:v>18178.6707542</c:v>
                </c:pt>
                <c:pt idx="102">
                  <c:v>19123.2676941</c:v>
                </c:pt>
                <c:pt idx="103">
                  <c:v>19603.5196003</c:v>
                </c:pt>
                <c:pt idx="104">
                  <c:v>20160.9451022</c:v>
                </c:pt>
                <c:pt idx="105">
                  <c:v>20666.7666856</c:v>
                </c:pt>
                <c:pt idx="106">
                  <c:v>21126.545286</c:v>
                </c:pt>
                <c:pt idx="107">
                  <c:v>21464.6587688</c:v>
                </c:pt>
                <c:pt idx="108">
                  <c:v>21892.845613</c:v>
                </c:pt>
                <c:pt idx="109">
                  <c:v>22528.5081995</c:v>
                </c:pt>
                <c:pt idx="110">
                  <c:v>23331.3370436</c:v>
                </c:pt>
                <c:pt idx="111">
                  <c:v>24030.2944926</c:v>
                </c:pt>
                <c:pt idx="112">
                  <c:v>24978.252127</c:v>
                </c:pt>
                <c:pt idx="113">
                  <c:v>25174.429868</c:v>
                </c:pt>
                <c:pt idx="114">
                  <c:v>26231.9680082</c:v>
                </c:pt>
                <c:pt idx="115">
                  <c:v>26912.0879834</c:v>
                </c:pt>
                <c:pt idx="116">
                  <c:v>27983.1545407</c:v>
                </c:pt>
                <c:pt idx="117">
                  <c:v>28781.6536143</c:v>
                </c:pt>
                <c:pt idx="118">
                  <c:v>29836.2509762</c:v>
                </c:pt>
                <c:pt idx="119">
                  <c:v>30100.2262215</c:v>
                </c:pt>
                <c:pt idx="120">
                  <c:v>30602.8197527</c:v>
                </c:pt>
                <c:pt idx="121">
                  <c:v>31503.8206815</c:v>
                </c:pt>
                <c:pt idx="122">
                  <c:v>32847.7982831</c:v>
                </c:pt>
                <c:pt idx="123">
                  <c:v>33352.3302597</c:v>
                </c:pt>
                <c:pt idx="124">
                  <c:v>34318.3571006</c:v>
                </c:pt>
                <c:pt idx="125">
                  <c:v>35719.7260344</c:v>
                </c:pt>
                <c:pt idx="126">
                  <c:v>36504.4096701</c:v>
                </c:pt>
                <c:pt idx="127">
                  <c:v>38710.6171919</c:v>
                </c:pt>
                <c:pt idx="128">
                  <c:v>40334.4917205</c:v>
                </c:pt>
                <c:pt idx="129">
                  <c:v>40138.4394525</c:v>
                </c:pt>
                <c:pt idx="130">
                  <c:v>40621.7455185</c:v>
                </c:pt>
                <c:pt idx="131">
                  <c:v>42208.0893885</c:v>
                </c:pt>
                <c:pt idx="132">
                  <c:v>43925.0315798</c:v>
                </c:pt>
                <c:pt idx="133">
                  <c:v>45817.7413876</c:v>
                </c:pt>
                <c:pt idx="134">
                  <c:v>46258.9122642</c:v>
                </c:pt>
                <c:pt idx="135">
                  <c:v>47761.4011204</c:v>
                </c:pt>
                <c:pt idx="136">
                  <c:v>48976.6062292</c:v>
                </c:pt>
                <c:pt idx="137">
                  <c:v>50807.7494068</c:v>
                </c:pt>
                <c:pt idx="138">
                  <c:v>54828.4111555</c:v>
                </c:pt>
                <c:pt idx="139">
                  <c:v>55733.7234698</c:v>
                </c:pt>
                <c:pt idx="140">
                  <c:v>56194.8524092</c:v>
                </c:pt>
                <c:pt idx="141">
                  <c:v>58469.7949138</c:v>
                </c:pt>
                <c:pt idx="142">
                  <c:v>60271.4271123</c:v>
                </c:pt>
                <c:pt idx="143">
                  <c:v>61743.6415205</c:v>
                </c:pt>
                <c:pt idx="144">
                  <c:v>62939.3588986</c:v>
                </c:pt>
                <c:pt idx="145">
                  <c:v>66324.9341663</c:v>
                </c:pt>
                <c:pt idx="146">
                  <c:v>67590.3627876</c:v>
                </c:pt>
                <c:pt idx="147">
                  <c:v>69424.0371892</c:v>
                </c:pt>
                <c:pt idx="148">
                  <c:v>70686.0381439</c:v>
                </c:pt>
                <c:pt idx="149">
                  <c:v>72101.5272073</c:v>
                </c:pt>
                <c:pt idx="150">
                  <c:v>74362.7571274</c:v>
                </c:pt>
                <c:pt idx="151">
                  <c:v>77816.408827</c:v>
                </c:pt>
                <c:pt idx="152">
                  <c:v>79507.9060891</c:v>
                </c:pt>
                <c:pt idx="153">
                  <c:v>82763.6869936</c:v>
                </c:pt>
                <c:pt idx="154">
                  <c:v>84728.4019627</c:v>
                </c:pt>
                <c:pt idx="155">
                  <c:v>86464.7291581</c:v>
                </c:pt>
                <c:pt idx="156">
                  <c:v>89282.0596597</c:v>
                </c:pt>
                <c:pt idx="157">
                  <c:v>89663.8452459</c:v>
                </c:pt>
                <c:pt idx="158">
                  <c:v>96380.789347</c:v>
                </c:pt>
                <c:pt idx="159">
                  <c:v>98406.0173315</c:v>
                </c:pt>
                <c:pt idx="160">
                  <c:v>99968.2748981</c:v>
                </c:pt>
                <c:pt idx="161">
                  <c:v>106247.212684</c:v>
                </c:pt>
                <c:pt idx="162">
                  <c:v>108789.040722</c:v>
                </c:pt>
                <c:pt idx="163">
                  <c:v>110678.776743</c:v>
                </c:pt>
                <c:pt idx="164">
                  <c:v>117150.410735</c:v>
                </c:pt>
                <c:pt idx="165">
                  <c:v>121623.973561</c:v>
                </c:pt>
                <c:pt idx="166">
                  <c:v>123028.407927</c:v>
                </c:pt>
                <c:pt idx="167">
                  <c:v>127266.303378</c:v>
                </c:pt>
                <c:pt idx="168">
                  <c:v>131607.1754</c:v>
                </c:pt>
                <c:pt idx="169">
                  <c:v>135587.951248</c:v>
                </c:pt>
                <c:pt idx="170">
                  <c:v>142805.897642</c:v>
                </c:pt>
                <c:pt idx="171">
                  <c:v>140883.215788</c:v>
                </c:pt>
                <c:pt idx="172">
                  <c:v>149014.111647</c:v>
                </c:pt>
                <c:pt idx="173">
                  <c:v>151093.590708</c:v>
                </c:pt>
                <c:pt idx="174">
                  <c:v>151245.488539</c:v>
                </c:pt>
                <c:pt idx="175">
                  <c:v>158642.077405</c:v>
                </c:pt>
                <c:pt idx="176">
                  <c:v>166571.064708</c:v>
                </c:pt>
                <c:pt idx="177">
                  <c:v>168659.460548</c:v>
                </c:pt>
                <c:pt idx="178">
                  <c:v>175272.123736</c:v>
                </c:pt>
                <c:pt idx="179">
                  <c:v>177679.250183</c:v>
                </c:pt>
                <c:pt idx="180">
                  <c:v>186489.974396</c:v>
                </c:pt>
                <c:pt idx="181">
                  <c:v>196123.140401</c:v>
                </c:pt>
                <c:pt idx="182">
                  <c:v>197892.025329</c:v>
                </c:pt>
                <c:pt idx="183">
                  <c:v>201356.351664</c:v>
                </c:pt>
                <c:pt idx="184">
                  <c:v>201482.005811</c:v>
                </c:pt>
                <c:pt idx="185">
                  <c:v>218955.583388</c:v>
                </c:pt>
                <c:pt idx="186">
                  <c:v>219130.833234</c:v>
                </c:pt>
                <c:pt idx="187">
                  <c:v>226339.611762</c:v>
                </c:pt>
                <c:pt idx="188">
                  <c:v>235684.517333</c:v>
                </c:pt>
                <c:pt idx="189">
                  <c:v>240477.771028</c:v>
                </c:pt>
                <c:pt idx="190">
                  <c:v>242415.450035</c:v>
                </c:pt>
                <c:pt idx="191">
                  <c:v>245724.481941</c:v>
                </c:pt>
                <c:pt idx="192">
                  <c:v>248515.466131</c:v>
                </c:pt>
                <c:pt idx="193">
                  <c:v>265833.992856</c:v>
                </c:pt>
                <c:pt idx="194">
                  <c:v>270592.990241</c:v>
                </c:pt>
                <c:pt idx="195">
                  <c:v>280936.724371</c:v>
                </c:pt>
                <c:pt idx="196">
                  <c:v>291331.230404</c:v>
                </c:pt>
                <c:pt idx="197">
                  <c:v>299726.152604</c:v>
                </c:pt>
                <c:pt idx="198">
                  <c:v>304968.276588</c:v>
                </c:pt>
                <c:pt idx="199">
                  <c:v>302467.393004</c:v>
                </c:pt>
                <c:pt idx="200">
                  <c:v>308174.397863</c:v>
                </c:pt>
                <c:pt idx="201">
                  <c:v>314748.032149</c:v>
                </c:pt>
                <c:pt idx="202">
                  <c:v>337077.907445</c:v>
                </c:pt>
                <c:pt idx="203">
                  <c:v>348859.828781</c:v>
                </c:pt>
                <c:pt idx="204">
                  <c:v>374978.099696</c:v>
                </c:pt>
                <c:pt idx="205">
                  <c:v>394441.101325</c:v>
                </c:pt>
                <c:pt idx="206">
                  <c:v>402933.342804</c:v>
                </c:pt>
                <c:pt idx="207">
                  <c:v>391746.07824</c:v>
                </c:pt>
                <c:pt idx="208">
                  <c:v>407877.184198</c:v>
                </c:pt>
                <c:pt idx="209">
                  <c:v>419665.313478</c:v>
                </c:pt>
                <c:pt idx="210">
                  <c:v>420970.118912</c:v>
                </c:pt>
                <c:pt idx="211">
                  <c:v>435159.987793</c:v>
                </c:pt>
                <c:pt idx="212">
                  <c:v>442198.959129</c:v>
                </c:pt>
                <c:pt idx="213">
                  <c:v>459462.234465</c:v>
                </c:pt>
                <c:pt idx="214">
                  <c:v>458902.394857</c:v>
                </c:pt>
                <c:pt idx="215">
                  <c:v>484359.728713</c:v>
                </c:pt>
                <c:pt idx="216">
                  <c:v>493786.748902</c:v>
                </c:pt>
                <c:pt idx="217">
                  <c:v>515712.953698</c:v>
                </c:pt>
                <c:pt idx="218">
                  <c:v>544297.104859</c:v>
                </c:pt>
                <c:pt idx="219">
                  <c:v>562109.846538</c:v>
                </c:pt>
                <c:pt idx="220">
                  <c:v>567777.78389</c:v>
                </c:pt>
                <c:pt idx="221">
                  <c:v>558409.36308</c:v>
                </c:pt>
                <c:pt idx="222">
                  <c:v>567146.429501</c:v>
                </c:pt>
                <c:pt idx="223">
                  <c:v>571608.634145</c:v>
                </c:pt>
                <c:pt idx="224">
                  <c:v>596163.566332</c:v>
                </c:pt>
                <c:pt idx="225">
                  <c:v>612648.348695</c:v>
                </c:pt>
                <c:pt idx="226">
                  <c:v>650731.039806</c:v>
                </c:pt>
                <c:pt idx="227">
                  <c:v>675728.103028</c:v>
                </c:pt>
                <c:pt idx="228">
                  <c:v>691030.429097</c:v>
                </c:pt>
                <c:pt idx="229">
                  <c:v>704770.496927</c:v>
                </c:pt>
                <c:pt idx="230">
                  <c:v>713142.739501</c:v>
                </c:pt>
                <c:pt idx="231">
                  <c:v>745549.801624</c:v>
                </c:pt>
                <c:pt idx="232">
                  <c:v>769937.909797</c:v>
                </c:pt>
                <c:pt idx="233">
                  <c:v>775928.925319</c:v>
                </c:pt>
                <c:pt idx="234">
                  <c:v>786741.19223</c:v>
                </c:pt>
                <c:pt idx="235">
                  <c:v>808869.401454</c:v>
                </c:pt>
                <c:pt idx="236">
                  <c:v>836679.480609</c:v>
                </c:pt>
                <c:pt idx="237">
                  <c:v>852350.712009</c:v>
                </c:pt>
                <c:pt idx="238">
                  <c:v>883124.812631</c:v>
                </c:pt>
                <c:pt idx="239">
                  <c:v>908548.013414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CE3D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</c:valAx>
      <c:valAx>
        <c:axId val="48650112"/>
        <c:scaling>
          <c:orientation val="minMax"/>
          <c:max val="2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CE3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42923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968725FF-F72C-4142-8E71-A726E567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B71068AE-7D21-4AE1-9995-763C4F9B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Deneb · Polaris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E9451-5542-4D7E-8DC0-D7853474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14A545D3-9D16-4925-B819-3F2DB82C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5" name="월 적립 투자 전략 보고서">
            <a:extLst xmlns:a="http://schemas.openxmlformats.org/drawingml/2006/main">
              <a:ext uri="{FF2B5EF4-FFF2-40B4-BE49-F238E27FC236}">
                <a16:creationId xmlns:a16="http://schemas.microsoft.com/office/drawing/2014/main" id="{0992DDAA-C73B-41A6-BC8E-84D9A21B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3716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465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465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월 적립 투자 전략 보고서</a:t>
            </a:r>
          </a:p>
        </p:txBody>
      </p:sp>
      <p:sp>
        <p:nvSpPr>
          <p:cNvPr id="6" name="구성과 운용 규칙, 과거 비교, 장기 적립 ">
            <a:extLst xmlns:a="http://schemas.openxmlformats.org/drawingml/2006/main">
              <a:ext uri="{FF2B5EF4-FFF2-40B4-BE49-F238E27FC236}">
                <a16:creationId xmlns:a16="http://schemas.microsoft.com/office/drawing/2014/main" id="{7106D3E5-0E68-4AC2-A469-802541B7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3716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3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구성과 운용 규칙, 과거 비교, 장기 적립 시나리오</a:t>
            </a:r>
          </a:p>
        </p:txBody>
      </p:sp>
      <p:sp>
        <p:nvSpPr>
          <p:cNvPr id="7" name="2026년 10월">
            <a:extLst xmlns:a="http://schemas.openxmlformats.org/drawingml/2006/main">
              <a:ext uri="{FF2B5EF4-FFF2-40B4-BE49-F238E27FC236}">
                <a16:creationId xmlns:a16="http://schemas.microsoft.com/office/drawing/2014/main" id="{E8259D0A-9623-4F25-86AA-D2EEF0E4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2026년 10월</a:t>
            </a:r>
          </a:p>
        </p:txBody>
      </p:sp>
      <p:sp>
        <p:nvSpPr>
          <p:cNvPr id="8" name="동일한 돈을 넣었을 때의 차이와, 그 차이를">
            <a:extLst xmlns:a="http://schemas.openxmlformats.org/drawingml/2006/main">
              <a:ext uri="{FF2B5EF4-FFF2-40B4-BE49-F238E27FC236}">
                <a16:creationId xmlns:a16="http://schemas.microsoft.com/office/drawing/2014/main" id="{52CE627D-14E4-4FB1-BCF0-9891755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0"/>
            <a:ext cx="1162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동일한 돈을 넣었을 때의 차이와, 그 차이를 만드는 위험을 함께 살펴본다.</a:t>
            </a:r>
          </a:p>
        </p:txBody>
      </p:sp>
    </p:spTree>
    <p:extLst>
      <p:ext uri="{BB962C8B-B14F-4D97-AF65-F5344CB8AC3E}">
        <p14:creationId xmlns:p14="http://schemas.microsoft.com/office/powerpoint/2010/main" val="1559980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9F048E0D-3DFC-4E01-AC45-47E8BA00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E7679744-4357-46A4-81BB-422458D3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목차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E1478-7987-4965-A283-3724DCF4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2">
            <a:extLst xmlns:a="http://schemas.openxmlformats.org/drawingml/2006/main">
              <a:ext uri="{FF2B5EF4-FFF2-40B4-BE49-F238E27FC236}">
                <a16:creationId xmlns:a16="http://schemas.microsoft.com/office/drawing/2014/main" id="{20501DF8-62A1-492F-9FCE-451691F6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3CF81-4EED-431A-B4B1-89C2300F972A}"/>
              </a:ext>
            </a:extLst>
          </p:cNvPr>
          <p:cNvGraphicFramePr/>
          <p:nvPr/>
        </p:nvGraphicFramePr>
        <p:xfrm>
          <a:off xmlns:a="http://schemas.openxmlformats.org/drawingml/2006/main" x="762000" y="2667000"/>
          <a:ext xmlns:a="http://schemas.openxmlformats.org/drawingml/2006/main" cx="13716000" cy="6562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0477500"/>
                <a:gridCol w="180975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내용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쪽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01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 조건과 두 전략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3–4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02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Deneb의 구성·배율·단순 적립 비교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5–14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03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 적립과 예상 배당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15–18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04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하락 방어와 복귀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19–22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05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 구성과 채권·금 관리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23–29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06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적금과 두 전략의 차이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30–32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07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장기 적립 분포와 종합 해석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33–40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부록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월5만~100만원 전체 결과와 계산 근거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41–52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49330-B230-444E-9E15-0AA1A076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17078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5878B1DA-234B-4670-8DFB-5DC9777A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8C2E74EC-0F5D-44BD-A554-F0610AF6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공통 비교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BF093-AAC2-48D7-9FB7-F0F4EA5B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전략 차이와 납입·비용 차이를 구분하기 위한">
            <a:extLst xmlns:a="http://schemas.openxmlformats.org/drawingml/2006/main">
              <a:ext uri="{FF2B5EF4-FFF2-40B4-BE49-F238E27FC236}">
                <a16:creationId xmlns:a16="http://schemas.microsoft.com/office/drawing/2014/main" id="{37402BBB-C97C-49D3-9FC1-E48CF15E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전략 차이와 납입·비용 차이를 구분하기 위한 기준</a:t>
            </a:r>
          </a:p>
        </p:txBody>
      </p:sp>
      <p:sp>
        <p:nvSpPr>
          <p:cNvPr id="5" name="3">
            <a:extLst xmlns:a="http://schemas.openxmlformats.org/drawingml/2006/main">
              <a:ext uri="{FF2B5EF4-FFF2-40B4-BE49-F238E27FC236}">
                <a16:creationId xmlns:a16="http://schemas.microsoft.com/office/drawing/2014/main" id="{362088BA-1F8B-4198-8FEF-2E7542A0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5037C-4573-4F51-AF2A-1574338E8A4C}"/>
              </a:ext>
            </a:extLst>
          </p:cNvPr>
          <p:cNvGraphicFramePr/>
          <p:nvPr/>
        </p:nvGraphicFramePr>
        <p:xfrm>
          <a:off xmlns:a="http://schemas.openxmlformats.org/drawingml/2006/main" x="762000" y="2762250"/>
          <a:ext xmlns:a="http://schemas.openxmlformats.org/drawingml/2006/main" cx="13716000" cy="610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12395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적용 기준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과거 비교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2012년 1월~2026년 8월, 매달 첫 거래일 20만원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금액표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월5만~100만원, 5만원 간격. 5·10·15·20년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비용과 세금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매수·매도 각각0.15%, 세전. 환전 비용과 변동환율 제외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배당과 수량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배당 재투자 수정 종가, 소수 주 매수 허용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 납입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보고서에서는 매달 계속 납입. 기존 운영 설정은 변경하지 않음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자료와 체결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종가 기반 설명용 회계. 지정가의 실제 체결·미체결 검증과 구분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4F1C6-F592-4C7B-9045-26B4A44E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25330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23BCB098-7C73-4DA9-A2CA-D88AB015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8759D9A8-AD36-46CC-8BC3-C4352CB7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두 전략의 구성과 운용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ACB8C-BDE8-446D-AFDF-F69C925A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매달 적립하는 돈의 배분과 관리 방식">
            <a:extLst xmlns:a="http://schemas.openxmlformats.org/drawingml/2006/main">
              <a:ext uri="{FF2B5EF4-FFF2-40B4-BE49-F238E27FC236}">
                <a16:creationId xmlns:a16="http://schemas.microsoft.com/office/drawing/2014/main" id="{E1ED738D-3D29-4E5A-8B3D-E6820E1B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매달 적립하는 돈의 배분과 관리 방식</a:t>
            </a:r>
          </a:p>
        </p:txBody>
      </p:sp>
      <p:sp>
        <p:nvSpPr>
          <p:cNvPr id="5" name="4">
            <a:extLst xmlns:a="http://schemas.openxmlformats.org/drawingml/2006/main">
              <a:ext uri="{FF2B5EF4-FFF2-40B4-BE49-F238E27FC236}">
                <a16:creationId xmlns:a16="http://schemas.microsoft.com/office/drawing/2014/main" id="{91302393-DFFB-4645-9E49-2A7D2C27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6" name="Deneb">
            <a:extLst xmlns:a="http://schemas.openxmlformats.org/drawingml/2006/main">
              <a:ext uri="{FF2B5EF4-FFF2-40B4-BE49-F238E27FC236}">
                <a16:creationId xmlns:a16="http://schemas.microsoft.com/office/drawing/2014/main" id="{878859EB-1C32-45BC-92FF-FDA2F391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6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</p:txBody>
      </p:sp>
      <p:sp>
        <p:nvSpPr>
          <p:cNvPr id="7" name="성장 노출과 배당주 배분">
            <a:extLst xmlns:a="http://schemas.openxmlformats.org/drawingml/2006/main">
              <a:ext uri="{FF2B5EF4-FFF2-40B4-BE49-F238E27FC236}">
                <a16:creationId xmlns:a16="http://schemas.microsoft.com/office/drawing/2014/main" id="{1C8F468E-B179-449E-9E40-440F7EE4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성장 노출과 배당주 배분</a:t>
            </a:r>
          </a:p>
        </p:txBody>
      </p:sp>
      <p:sp>
        <p:nvSpPr>
          <p:cNvPr id="8" name="Polaris">
            <a:extLst xmlns:a="http://schemas.openxmlformats.org/drawingml/2006/main">
              <a:ext uri="{FF2B5EF4-FFF2-40B4-BE49-F238E27FC236}">
                <a16:creationId xmlns:a16="http://schemas.microsoft.com/office/drawing/2014/main" id="{3352DE32-9082-4BF0-B085-74F387EC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6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9" name="주식·국채·금으로 나누는 배분">
            <a:extLst xmlns:a="http://schemas.openxmlformats.org/drawingml/2006/main">
              <a:ext uri="{FF2B5EF4-FFF2-40B4-BE49-F238E27FC236}">
                <a16:creationId xmlns:a16="http://schemas.microsoft.com/office/drawing/2014/main" id="{85CE0EF0-9BE2-450C-997E-00D509EC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8612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주식·국채·금으로 나누는 배분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6A83333B-134F-489E-86EC-B2D56E465FF2}"/>
              </a:ext>
            </a:extLst>
          </p:cNvPr>
          <p:cNvGraphicFramePr/>
          <p:nvPr/>
        </p:nvGraphicFramePr>
        <p:xfrm>
          <a:off xmlns:a="http://schemas.openxmlformats.org/drawingml/2006/main" x="857250" y="3905250"/>
          <a:ext xmlns:a="http://schemas.openxmlformats.org/drawingml/2006/main" cx="609600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09173de3b24777"/>
          </a:graphicData>
        </a:graphic>
      </p:graphicFrame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BC0FDEE4-E57A-4524-8656-5AA62E176328}"/>
              </a:ext>
            </a:extLst>
          </p:cNvPr>
          <p:cNvGraphicFramePr/>
          <p:nvPr/>
        </p:nvGraphicFramePr>
        <p:xfrm>
          <a:off xmlns:a="http://schemas.openxmlformats.org/drawingml/2006/main" x="8096250" y="3905250"/>
          <a:ext xmlns:a="http://schemas.openxmlformats.org/drawingml/2006/main" cx="609600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1fa09194ad4a34"/>
          </a:graphicData>
        </a:graphic>
      </p:graphicFrame>
      <p:sp>
        <p:nvSpPr>
          <p:cNvPr id="12" name="비중 축소와 하락 방어">
            <a:extLst xmlns:a="http://schemas.openxmlformats.org/drawingml/2006/main">
              <a:ext uri="{FF2B5EF4-FFF2-40B4-BE49-F238E27FC236}">
                <a16:creationId xmlns:a16="http://schemas.microsoft.com/office/drawing/2014/main" id="{F8D2C3D4-BB1E-487B-BC67-08911F57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비중 축소와 하락 방어</a:t>
            </a:r>
          </a:p>
        </p:txBody>
      </p:sp>
      <p:sp>
        <p:nvSpPr>
          <p:cNvPr id="13" name="Deneb는 시장 변동성이 커지면 TQQQ ">
            <a:extLst xmlns:a="http://schemas.openxmlformats.org/drawingml/2006/main">
              <a:ext uri="{FF2B5EF4-FFF2-40B4-BE49-F238E27FC236}">
                <a16:creationId xmlns:a16="http://schemas.microsoft.com/office/drawing/2014/main" id="{848BEB2D-4E9C-410F-BC25-38A9B08D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410575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Deneb는 시장 변동성이 커지면 TQQQ 목표를 낮춘다. 하락 매도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후에는 보관금으로 기다렸다가 정해진 추세 회복 조건에서 다시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매수한다.</a:t>
            </a:r>
          </a:p>
        </p:txBody>
      </p:sp>
      <p:sp>
        <p:nvSpPr>
          <p:cNvPr id="14" name="분산과 정기적인 비중 조정">
            <a:extLst xmlns:a="http://schemas.openxmlformats.org/drawingml/2006/main">
              <a:ext uri="{FF2B5EF4-FFF2-40B4-BE49-F238E27FC236}">
                <a16:creationId xmlns:a16="http://schemas.microsoft.com/office/drawing/2014/main" id="{B6B6904F-0E7C-4009-B6FE-C4CAA937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858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분산과 정기적인 비중 조정</a:t>
            </a:r>
          </a:p>
        </p:txBody>
      </p:sp>
      <p:sp>
        <p:nvSpPr>
          <p:cNvPr id="15" name="Polaris는 새 납입금으로 부족한 자산을">
            <a:extLst xmlns:a="http://schemas.openxmlformats.org/drawingml/2006/main">
              <a:ext uri="{FF2B5EF4-FFF2-40B4-BE49-F238E27FC236}">
                <a16:creationId xmlns:a16="http://schemas.microsoft.com/office/drawing/2014/main" id="{05D7BAEE-C343-4DAD-9E6C-8EDBC69D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410575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Polaris는 새 납입금으로 부족한 자산을 채운다. 12월에는 승인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후 넘친 몫을 줄인다. 두 전략 모두 손실 가능성이 있고 장기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보유만으로 수익이 보장되지는 않는다.</a:t>
            </a:r>
          </a:p>
        </p:txBody>
      </p:sp>
    </p:spTree>
    <p:extLst>
      <p:ext uri="{BB962C8B-B14F-4D97-AF65-F5344CB8AC3E}">
        <p14:creationId xmlns:p14="http://schemas.microsoft.com/office/powerpoint/2010/main" val="1939605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74B4D707-FAD1-4CAF-AC6C-BB542957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8DBA913A-B3FA-47CB-B24F-F185BF7F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Deneb의 자산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1095F-607A-4E58-8EF8-70B4873A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TQQQ와 SCHD가 맡는 역할">
            <a:extLst xmlns:a="http://schemas.openxmlformats.org/drawingml/2006/main">
              <a:ext uri="{FF2B5EF4-FFF2-40B4-BE49-F238E27FC236}">
                <a16:creationId xmlns:a16="http://schemas.microsoft.com/office/drawing/2014/main" id="{AED72BD4-A411-4189-BF00-1474491D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TQQQ와 SCHD가 맡는 역할</a:t>
            </a:r>
          </a:p>
        </p:txBody>
      </p:sp>
      <p:sp>
        <p:nvSpPr>
          <p:cNvPr id="5" name="5">
            <a:extLst xmlns:a="http://schemas.openxmlformats.org/drawingml/2006/main">
              <a:ext uri="{FF2B5EF4-FFF2-40B4-BE49-F238E27FC236}">
                <a16:creationId xmlns:a16="http://schemas.microsoft.com/office/drawing/2014/main" id="{B0E37C8B-FE15-46E6-A37B-C75AC1FE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1AE9A-B9A3-43E9-95CF-23D9538A62CE}"/>
              </a:ext>
            </a:extLst>
          </p:cNvPr>
          <p:cNvGraphicFramePr/>
          <p:nvPr/>
        </p:nvGraphicFramePr>
        <p:xfrm>
          <a:off xmlns:a="http://schemas.openxmlformats.org/drawingml/2006/main" x="762000" y="3000375"/>
          <a:ext xmlns:a="http://schemas.openxmlformats.org/drawingml/2006/main" cx="13716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334000"/>
                <a:gridCol w="62865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자산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기대하는 역할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주요 한계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TQQQ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나스닥100의 일간3배 노출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급락과 높은 변동성, 일간 복리 경로에 민감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SCHD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미국 배당주 보유와 현금 배당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주식이므로 하락장 동반 손실, 배당 삭감 가능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방어 보관금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매도한 돈을 다음 복귀까지 보관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기다리는 사이 상승을 놓치며 환율 위험도 남음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E0A5A-1593-4AD1-8595-98BEBF42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8" name="배당주의 배치 이유">
            <a:extLst xmlns:a="http://schemas.openxmlformats.org/drawingml/2006/main">
              <a:ext uri="{FF2B5EF4-FFF2-40B4-BE49-F238E27FC236}">
                <a16:creationId xmlns:a16="http://schemas.microsoft.com/office/drawing/2014/main" id="{DBA57181-C290-41E6-A81F-B97EE61E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배당주의 배치 이유</a:t>
            </a:r>
          </a:p>
        </p:txBody>
      </p:sp>
      <p:sp>
        <p:nvSpPr>
          <p:cNvPr id="9" name="성장주와 다른 구성의 주식을 함께 보유한다는">
            <a:extLst xmlns:a="http://schemas.openxmlformats.org/drawingml/2006/main">
              <a:ext uri="{FF2B5EF4-FFF2-40B4-BE49-F238E27FC236}">
                <a16:creationId xmlns:a16="http://schemas.microsoft.com/office/drawing/2014/main" id="{ED8CB274-8889-4C73-9224-40AB53ED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05825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성장주와 다른 구성의 주식을 함께 보유한다는 논리다. 배당 그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자체가 추가 공짜 수익은 아니며, 배당락과 재투자를 포함한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총수익으로 비교한다.</a:t>
            </a:r>
          </a:p>
        </p:txBody>
      </p:sp>
      <p:sp>
        <p:nvSpPr>
          <p:cNvPr id="10" name="현금과 SCHD의 구분">
            <a:extLst xmlns:a="http://schemas.openxmlformats.org/drawingml/2006/main">
              <a:ext uri="{FF2B5EF4-FFF2-40B4-BE49-F238E27FC236}">
                <a16:creationId xmlns:a16="http://schemas.microsoft.com/office/drawing/2014/main" id="{C65C0735-8C3F-4ECE-B3B9-43A7A75A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현금과 SCHD의 구분</a:t>
            </a:r>
          </a:p>
        </p:txBody>
      </p:sp>
      <p:sp>
        <p:nvSpPr>
          <p:cNvPr id="11" name="평소 SCHD 배분과 방어 후 현금 보관은 ">
            <a:extLst xmlns:a="http://schemas.openxmlformats.org/drawingml/2006/main">
              <a:ext uri="{FF2B5EF4-FFF2-40B4-BE49-F238E27FC236}">
                <a16:creationId xmlns:a16="http://schemas.microsoft.com/office/drawing/2014/main" id="{6AB85D3B-2BCB-47EC-BB66-D0DB8F5C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505825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평소 SCHD 배분과 방어 후 현금 보관은 용도가 다르다. 팔아 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돈을 SCHD에 넣는 대안은 기존 연구에서 별도로 비교했고 현금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보관을 선택했다.</a:t>
            </a:r>
          </a:p>
        </p:txBody>
      </p:sp>
    </p:spTree>
    <p:extLst>
      <p:ext uri="{BB962C8B-B14F-4D97-AF65-F5344CB8AC3E}">
        <p14:creationId xmlns:p14="http://schemas.microsoft.com/office/powerpoint/2010/main" val="3482500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186D5ED7-7F74-416B-A9C3-DB69AA2D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002F0A72-AE2A-4364-BB11-B5085882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일간 배율과 장기 복리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E3D90-36E1-45E1-AE61-654A1578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같은 마지막 지수 값이어도 경로에 따라 레버">
            <a:extLst xmlns:a="http://schemas.openxmlformats.org/drawingml/2006/main">
              <a:ext uri="{FF2B5EF4-FFF2-40B4-BE49-F238E27FC236}">
                <a16:creationId xmlns:a16="http://schemas.microsoft.com/office/drawing/2014/main" id="{BB47CED8-6025-4CCA-B0E0-B24E6B1F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같은 마지막 지수 값이어도 경로에 따라 레버리지 결과가 달라진다</a:t>
            </a:r>
          </a:p>
        </p:txBody>
      </p:sp>
      <p:sp>
        <p:nvSpPr>
          <p:cNvPr id="5" name="6">
            <a:extLst xmlns:a="http://schemas.openxmlformats.org/drawingml/2006/main">
              <a:ext uri="{FF2B5EF4-FFF2-40B4-BE49-F238E27FC236}">
                <a16:creationId xmlns:a16="http://schemas.microsoft.com/office/drawing/2014/main" id="{59098D65-8271-447A-8906-9A777630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2039CAB9-19B1-4F9C-8000-CD6FC20A85D0}"/>
              </a:ext>
            </a:extLst>
          </p:cNvPr>
          <p:cNvGraphicFramePr/>
          <p:nvPr/>
        </p:nvGraphicFramePr>
        <p:xfrm>
          <a:off xmlns:a="http://schemas.openxmlformats.org/drawingml/2006/main" x="619125" y="3095625"/>
          <a:ext xmlns:a="http://schemas.openxmlformats.org/drawingml/2006/main" cx="804862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13e17c68c74d8c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315F9-2206-4800-AB55-30ABFD1F2855}"/>
              </a:ext>
            </a:extLst>
          </p:cNvPr>
          <p:cNvGraphicFramePr/>
          <p:nvPr/>
        </p:nvGraphicFramePr>
        <p:xfrm>
          <a:off xmlns:a="http://schemas.openxmlformats.org/drawingml/2006/main" x="9048750" y="3381375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524000"/>
                <a:gridCol w="15240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 경로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1배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3배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시작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첫날 +10%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다음 날 −10%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91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7D27A-9E8A-496C-99EE-119DD715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81375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9" name="예시의 범위">
            <a:extLst xmlns:a="http://schemas.openxmlformats.org/drawingml/2006/main">
              <a:ext uri="{FF2B5EF4-FFF2-40B4-BE49-F238E27FC236}">
                <a16:creationId xmlns:a16="http://schemas.microsoft.com/office/drawing/2014/main" id="{25FF51A4-942F-4B13-BB72-E59190E3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예시의 범위</a:t>
            </a:r>
          </a:p>
        </p:txBody>
      </p:sp>
      <p:sp>
        <p:nvSpPr>
          <p:cNvPr id="10" name="일간 수익을 단순히3배 적용한 비용 전 산술">
            <a:extLst xmlns:a="http://schemas.openxmlformats.org/drawingml/2006/main">
              <a:ext uri="{FF2B5EF4-FFF2-40B4-BE49-F238E27FC236}">
                <a16:creationId xmlns:a16="http://schemas.microsoft.com/office/drawing/2014/main" id="{D8028F46-743B-434B-9A04-529671FB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4582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일간 수익을 단순히3배 적용한 비용 전 산술이다. 실제 상품에는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비용·추적 오차가 있다. 이 그래프는 투자 성과가 아닌 배율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구조를 설명한다.</a:t>
            </a:r>
          </a:p>
        </p:txBody>
      </p:sp>
      <p:sp>
        <p:nvSpPr>
          <p:cNvPr id="11" name="계좌 비중의 의미">
            <a:extLst xmlns:a="http://schemas.openxmlformats.org/drawingml/2006/main">
              <a:ext uri="{FF2B5EF4-FFF2-40B4-BE49-F238E27FC236}">
                <a16:creationId xmlns:a16="http://schemas.microsoft.com/office/drawing/2014/main" id="{7648B450-756E-40C9-9762-5031DE4B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9057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계좌 비중의 의미</a:t>
            </a:r>
          </a:p>
        </p:txBody>
      </p:sp>
      <p:sp>
        <p:nvSpPr>
          <p:cNvPr id="12" name="TQQQ를60% 보유하면 해당 부분의 순간적">
            <a:extLst xmlns:a="http://schemas.openxmlformats.org/drawingml/2006/main">
              <a:ext uri="{FF2B5EF4-FFF2-40B4-BE49-F238E27FC236}">
                <a16:creationId xmlns:a16="http://schemas.microsoft.com/office/drawing/2014/main" id="{6113B85B-EB20-4D51-A328-90C2968B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4582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TQQQ를60% 보유하면 해당 부분의 순간적인 지수 노출은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약180%다. SCHD가 더해지므로 계좌 전체가 일반 주식60%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수준의 위험이라는 뜻은 아니다.</a:t>
            </a:r>
          </a:p>
        </p:txBody>
      </p:sp>
    </p:spTree>
    <p:extLst>
      <p:ext uri="{BB962C8B-B14F-4D97-AF65-F5344CB8AC3E}">
        <p14:creationId xmlns:p14="http://schemas.microsoft.com/office/powerpoint/2010/main" val="990346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6455E808-186A-4C6D-AC94-15743009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41A7DB5B-B854-4B46-A47C-761A9ADD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Deneb의 목표 비중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0835A-A4E8-43FD-B583-8B4FDDDB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TQQQ 최대60%, QQQ의 최근20거래일">
            <a:extLst xmlns:a="http://schemas.openxmlformats.org/drawingml/2006/main">
              <a:ext uri="{FF2B5EF4-FFF2-40B4-BE49-F238E27FC236}">
                <a16:creationId xmlns:a16="http://schemas.microsoft.com/office/drawing/2014/main" id="{80B85677-0605-4F9C-B978-E6F3A518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TQQQ 최대60%, QQQ의 최근20거래일 변동성에 따라 축소</a:t>
            </a:r>
          </a:p>
        </p:txBody>
      </p:sp>
      <p:sp>
        <p:nvSpPr>
          <p:cNvPr id="5" name="7">
            <a:extLst xmlns:a="http://schemas.openxmlformats.org/drawingml/2006/main">
              <a:ext uri="{FF2B5EF4-FFF2-40B4-BE49-F238E27FC236}">
                <a16:creationId xmlns:a16="http://schemas.microsoft.com/office/drawing/2014/main" id="{030CCFF9-697C-4F54-A201-E4691675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1C70ED0-E6E8-43FB-BEBC-BFC6547AF7F5}"/>
              </a:ext>
            </a:extLst>
          </p:cNvPr>
          <p:cNvGraphicFramePr/>
          <p:nvPr/>
        </p:nvGraphicFramePr>
        <p:xfrm>
          <a:off xmlns:a="http://schemas.openxmlformats.org/drawingml/2006/main" x="523875" y="3048000"/>
          <a:ext xmlns:a="http://schemas.openxmlformats.org/drawingml/2006/main" cx="8096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a55c6e0ea74444"/>
          </a:graphicData>
        </a:graphic>
      </p:graphicFrame>
      <p:sp>
        <p:nvSpPr>
          <p:cNvPr id="7" name="가로축: QQQ 변동성의 연환산 값">
            <a:extLst xmlns:a="http://schemas.openxmlformats.org/drawingml/2006/main">
              <a:ext uri="{FF2B5EF4-FFF2-40B4-BE49-F238E27FC236}">
                <a16:creationId xmlns:a16="http://schemas.microsoft.com/office/drawing/2014/main" id="{9D586A28-01ED-43EC-A346-19CE060C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가로축: QQQ 변동성의 연환산 값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FB177-45C5-4422-99E1-03C85D3AB0C3}"/>
              </a:ext>
            </a:extLst>
          </p:cNvPr>
          <p:cNvGraphicFramePr/>
          <p:nvPr/>
        </p:nvGraphicFramePr>
        <p:xfrm>
          <a:off xmlns:a="http://schemas.openxmlformats.org/drawingml/2006/main" x="9334500" y="3190875"/>
          <a:ext xmlns:a="http://schemas.openxmlformats.org/drawingml/2006/main" cx="5143500" cy="3362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524000"/>
                <a:gridCol w="15240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QQQ 변동성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TQQQ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SCHD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15%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20%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30%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40%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3DC00-4B77-45DD-96E0-80F2530A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908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10" name="비중 계산">
            <a:extLst xmlns:a="http://schemas.openxmlformats.org/drawingml/2006/main">
              <a:ext uri="{FF2B5EF4-FFF2-40B4-BE49-F238E27FC236}">
                <a16:creationId xmlns:a16="http://schemas.microsoft.com/office/drawing/2014/main" id="{FC43DBF9-591E-48E8-9652-1C722A22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비중 계산</a:t>
            </a:r>
          </a:p>
        </p:txBody>
      </p:sp>
      <p:sp>
        <p:nvSpPr>
          <p:cNvPr id="11" name="방어 전 TQQQ 비중은60%에 20%÷관측">
            <a:extLst xmlns:a="http://schemas.openxmlformats.org/drawingml/2006/main">
              <a:ext uri="{FF2B5EF4-FFF2-40B4-BE49-F238E27FC236}">
                <a16:creationId xmlns:a16="http://schemas.microsoft.com/office/drawing/2014/main" id="{3629908C-9EEF-4F43-AE29-D2CE553F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05825"/>
            <a:ext cx="657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방어 전 TQQQ 비중은60%에 20%÷관측 변동성의 값과1 중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작은 값을 곱한다. 변동성이20% 아래라면 최대60%를 유지한다.</a:t>
            </a:r>
          </a:p>
        </p:txBody>
      </p:sp>
      <p:sp>
        <p:nvSpPr>
          <p:cNvPr id="12" name="상한의 해석">
            <a:extLst xmlns:a="http://schemas.openxmlformats.org/drawingml/2006/main">
              <a:ext uri="{FF2B5EF4-FFF2-40B4-BE49-F238E27FC236}">
                <a16:creationId xmlns:a16="http://schemas.microsoft.com/office/drawing/2014/main" id="{47AA2AA6-55CF-4FAC-AAA2-D3D55A8A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상한의 해석</a:t>
            </a:r>
          </a:p>
        </p:txBody>
      </p:sp>
      <p:sp>
        <p:nvSpPr>
          <p:cNvPr id="13" name="60%는 채택한 운용 상한이다. 모든 기간에">
            <a:extLst xmlns:a="http://schemas.openxmlformats.org/drawingml/2006/main">
              <a:ext uri="{FF2B5EF4-FFF2-40B4-BE49-F238E27FC236}">
                <a16:creationId xmlns:a16="http://schemas.microsoft.com/office/drawing/2014/main" id="{C00C82A8-C321-4477-9F46-12FE6E9D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505825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60%는 채택한 운용 상한이다. 모든 기간에서 가장 좋은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비율이라는 증명은 없다. 하락 방어 또는 승인된 배당 단계가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작동하면 실제 목표는 추가로 낮아진다.</a:t>
            </a:r>
          </a:p>
        </p:txBody>
      </p:sp>
    </p:spTree>
    <p:extLst>
      <p:ext uri="{BB962C8B-B14F-4D97-AF65-F5344CB8AC3E}">
        <p14:creationId xmlns:p14="http://schemas.microsoft.com/office/powerpoint/2010/main" val="17913396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24D9E101-C2C7-4F7B-AE88-DEABA73B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DCDB0088-6071-4E4A-8039-97414DC5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비율 선택의 연구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4F363-78ED-4AD3-A49D-8A4D07BD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수익만이 아니라, 손실 크기와 긴 하락장의 ">
            <a:extLst xmlns:a="http://schemas.openxmlformats.org/drawingml/2006/main">
              <a:ext uri="{FF2B5EF4-FFF2-40B4-BE49-F238E27FC236}">
                <a16:creationId xmlns:a16="http://schemas.microsoft.com/office/drawing/2014/main" id="{348988E8-CA1F-4B48-A22A-4C4DE031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수익만이 아니라, 손실 크기와 긴 하락장의 생존을 함께 비교</a:t>
            </a:r>
          </a:p>
        </p:txBody>
      </p:sp>
      <p:sp>
        <p:nvSpPr>
          <p:cNvPr id="5" name="8">
            <a:extLst xmlns:a="http://schemas.openxmlformats.org/drawingml/2006/main">
              <a:ext uri="{FF2B5EF4-FFF2-40B4-BE49-F238E27FC236}">
                <a16:creationId xmlns:a16="http://schemas.microsoft.com/office/drawing/2014/main" id="{BE91F68A-9F9B-4FEF-9BC4-38A103C2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18BBF-45BD-4BB5-979F-5C947543CBC5}"/>
              </a:ext>
            </a:extLst>
          </p:cNvPr>
          <p:cNvGraphicFramePr/>
          <p:nvPr/>
        </p:nvGraphicFramePr>
        <p:xfrm>
          <a:off xmlns:a="http://schemas.openxmlformats.org/drawingml/2006/main" x="762000" y="3048000"/>
          <a:ext xmlns:a="http://schemas.openxmlformats.org/drawingml/2006/main" cx="13716000" cy="3971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0"/>
                <a:gridCol w="3048000"/>
                <a:gridCol w="30480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긴 합성 연구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연복리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낙폭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나스닥1배 단독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15.2%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−81%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나스닥3배 단독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15.7%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약−100%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3배60%+배당40%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20.7%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−98%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2배60%+배당40%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18.6%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−88%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996D5-8859-48B1-A652-39439273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8" name="고정 혼합만으로 부족했던 점">
            <a:extLst xmlns:a="http://schemas.openxmlformats.org/drawingml/2006/main">
              <a:ext uri="{FF2B5EF4-FFF2-40B4-BE49-F238E27FC236}">
                <a16:creationId xmlns:a16="http://schemas.microsoft.com/office/drawing/2014/main" id="{358CC294-C9D7-4B6D-812C-025F514B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고정 혼합만으로 부족했던 점</a:t>
            </a:r>
          </a:p>
        </p:txBody>
      </p:sp>
      <p:sp>
        <p:nvSpPr>
          <p:cNvPr id="9" name="1986~2026년의 합성 레버리지·고배당 ">
            <a:extLst xmlns:a="http://schemas.openxmlformats.org/drawingml/2006/main">
              <a:ext uri="{FF2B5EF4-FFF2-40B4-BE49-F238E27FC236}">
                <a16:creationId xmlns:a16="http://schemas.microsoft.com/office/drawing/2014/main" id="{D27FB5E8-712C-4545-98CF-5A3611EC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4105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1986~2026년의 합성 레버리지·고배당 대리자료 비교다.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3배60/40은 수익이 높아도 낙폭 개선 기준을 못 넘겨 기각됐다. 이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수치와 최근 실제 ETF 구간을 같은 자료로 섞지 않는다.</a:t>
            </a:r>
          </a:p>
        </p:txBody>
      </p:sp>
      <p:sp>
        <p:nvSpPr>
          <p:cNvPr id="10" name="현재 구조로 이어진 보완">
            <a:extLst xmlns:a="http://schemas.openxmlformats.org/drawingml/2006/main">
              <a:ext uri="{FF2B5EF4-FFF2-40B4-BE49-F238E27FC236}">
                <a16:creationId xmlns:a16="http://schemas.microsoft.com/office/drawing/2014/main" id="{A77AF87D-E7D7-485E-8608-B1FAA584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858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현재 구조로 이어진 보완</a:t>
            </a:r>
          </a:p>
        </p:txBody>
      </p:sp>
      <p:sp>
        <p:nvSpPr>
          <p:cNvPr id="11" name="변동성에 따른 비중 축소와 별도 하락 매도·">
            <a:extLst xmlns:a="http://schemas.openxmlformats.org/drawingml/2006/main">
              <a:ext uri="{FF2B5EF4-FFF2-40B4-BE49-F238E27FC236}">
                <a16:creationId xmlns:a16="http://schemas.microsoft.com/office/drawing/2014/main" id="{CEF73B73-84AE-4EB2-9518-C1514CDF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4105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변동성에 따른 비중 축소와 별도 하락 매도·복귀를 추가로 연구했다.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사용자의 선택과 기존 연구의 통과·기각 판정은 별개다. 현재 이름이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바뀌었다고 과거 기각을 없애지는 않는다.</a:t>
            </a:r>
          </a:p>
        </p:txBody>
      </p:sp>
    </p:spTree>
    <p:extLst>
      <p:ext uri="{BB962C8B-B14F-4D97-AF65-F5344CB8AC3E}">
        <p14:creationId xmlns:p14="http://schemas.microsoft.com/office/powerpoint/2010/main" val="17932819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C504484E-1D76-4D5B-B1AF-727F2DDD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AA36587E-4C7C-45F7-9399-D07F3B83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Deneb와 단순 적립의 전반기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57F7A-4647-4953-8C8B-CA0C2339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2012년부터 같은 계좌에 월20만원 적립한">
            <a:extLst xmlns:a="http://schemas.openxmlformats.org/drawingml/2006/main">
              <a:ext uri="{FF2B5EF4-FFF2-40B4-BE49-F238E27FC236}">
                <a16:creationId xmlns:a16="http://schemas.microsoft.com/office/drawing/2014/main" id="{B973A7F8-C583-4BCD-9900-02FC05EA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2012년부터 같은 계좌에 월20만원 적립한 평가액. 단위: 만원</a:t>
            </a:r>
          </a:p>
        </p:txBody>
      </p:sp>
      <p:sp>
        <p:nvSpPr>
          <p:cNvPr id="5" name="9">
            <a:extLst xmlns:a="http://schemas.openxmlformats.org/drawingml/2006/main">
              <a:ext uri="{FF2B5EF4-FFF2-40B4-BE49-F238E27FC236}">
                <a16:creationId xmlns:a16="http://schemas.microsoft.com/office/drawing/2014/main" id="{591EF2A2-9A00-4060-A4D4-6A7BD23D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1236F79-6D22-4D49-A44A-FF7037C2CD7A}"/>
              </a:ext>
            </a:extLst>
          </p:cNvPr>
          <p:cNvGraphicFramePr/>
          <p:nvPr/>
        </p:nvGraphicFramePr>
        <p:xfrm>
          <a:off xmlns:a="http://schemas.openxmlformats.org/drawingml/2006/main" x="523875" y="3048000"/>
          <a:ext xmlns:a="http://schemas.openxmlformats.org/drawingml/2006/main" cx="14001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8d3763f504495f"/>
          </a:graphicData>
        </a:graphic>
      </p:graphicFrame>
      <p:sp>
        <p:nvSpPr>
          <p:cNvPr id="7" name="기간을 나눈 이유">
            <a:extLst xmlns:a="http://schemas.openxmlformats.org/drawingml/2006/main">
              <a:ext uri="{FF2B5EF4-FFF2-40B4-BE49-F238E27FC236}">
                <a16:creationId xmlns:a16="http://schemas.microsoft.com/office/drawing/2014/main" id="{17B2FE55-3CA4-41CF-AE0E-B698E598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기간을 나눈 이유</a:t>
            </a:r>
          </a:p>
        </p:txBody>
      </p:sp>
      <p:sp>
        <p:nvSpPr>
          <p:cNvPr id="8" name="초기 납입 구간과 자산이 커진 뒤의 차이를 ">
            <a:extLst xmlns:a="http://schemas.openxmlformats.org/drawingml/2006/main">
              <a:ext uri="{FF2B5EF4-FFF2-40B4-BE49-F238E27FC236}">
                <a16:creationId xmlns:a16="http://schemas.microsoft.com/office/drawing/2014/main" id="{6BAC11F7-2766-4389-8AFF-D250BE23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0582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초기 납입 구간과 자산이 커진 뒤의 차이를 따로 볼 수 있도록 지면을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나눴다. 계좌는2012년에 시작해 계속 유지했으며 두 번째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그래프에서 새로 투자한 것이 아니다.</a:t>
            </a:r>
          </a:p>
        </p:txBody>
      </p:sp>
      <p:sp>
        <p:nvSpPr>
          <p:cNvPr id="9" name="동일 금액과 다른 위험">
            <a:extLst xmlns:a="http://schemas.openxmlformats.org/drawingml/2006/main">
              <a:ext uri="{FF2B5EF4-FFF2-40B4-BE49-F238E27FC236}">
                <a16:creationId xmlns:a16="http://schemas.microsoft.com/office/drawing/2014/main" id="{1D5F085C-4AAD-4003-B002-D7B65187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동일 금액과 다른 위험</a:t>
            </a:r>
          </a:p>
        </p:txBody>
      </p:sp>
      <p:sp>
        <p:nvSpPr>
          <p:cNvPr id="10" name="세전·고정환율·소수 주·배당 재투자 모형이다">
            <a:extLst xmlns:a="http://schemas.openxmlformats.org/drawingml/2006/main">
              <a:ext uri="{FF2B5EF4-FFF2-40B4-BE49-F238E27FC236}">
                <a16:creationId xmlns:a16="http://schemas.microsoft.com/office/drawing/2014/main" id="{C4A998EE-DFA2-4DAD-A417-9184EC70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50582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세전·고정환율·소수 주·배당 재투자 모형이다. 마지막 평가액이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높은 대안도 중간에 견뎌야 했던 하락이 크다. 낙폭과 회복 기간은 뒤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표에서 함께 비교한다.</a:t>
            </a:r>
          </a:p>
        </p:txBody>
      </p:sp>
    </p:spTree>
    <p:extLst>
      <p:ext uri="{BB962C8B-B14F-4D97-AF65-F5344CB8AC3E}">
        <p14:creationId xmlns:p14="http://schemas.microsoft.com/office/powerpoint/2010/main" val="18079971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DFC895E4-A494-4A6E-BB45-07FF7CFA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419308F5-8E98-49CC-9639-40E77E3F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Deneb와 단순 적립의 후반기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8D4FC-90A7-4DBF-9AA9-48F200B3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2012년부터 같은 계좌에 월20만원 적립한">
            <a:extLst xmlns:a="http://schemas.openxmlformats.org/drawingml/2006/main">
              <a:ext uri="{FF2B5EF4-FFF2-40B4-BE49-F238E27FC236}">
                <a16:creationId xmlns:a16="http://schemas.microsoft.com/office/drawing/2014/main" id="{7C4C297E-3F6F-44B8-8BF5-63F058C1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2012년부터 같은 계좌에 월20만원 적립한 평가액. 단위: 만원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046ACEBC-D8A8-40E3-BF4D-8758F033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C094552-4A05-4E6E-A09C-509EB81442A5}"/>
              </a:ext>
            </a:extLst>
          </p:cNvPr>
          <p:cNvGraphicFramePr/>
          <p:nvPr/>
        </p:nvGraphicFramePr>
        <p:xfrm>
          <a:off xmlns:a="http://schemas.openxmlformats.org/drawingml/2006/main" x="523875" y="3048000"/>
          <a:ext xmlns:a="http://schemas.openxmlformats.org/drawingml/2006/main" cx="14001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6d13fe86ee4f59"/>
          </a:graphicData>
        </a:graphic>
      </p:graphicFrame>
      <p:sp>
        <p:nvSpPr>
          <p:cNvPr id="7" name="기간을 나눈 이유">
            <a:extLst xmlns:a="http://schemas.openxmlformats.org/drawingml/2006/main">
              <a:ext uri="{FF2B5EF4-FFF2-40B4-BE49-F238E27FC236}">
                <a16:creationId xmlns:a16="http://schemas.microsoft.com/office/drawing/2014/main" id="{5DD28335-5A9D-4C29-BA71-70919860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기간을 나눈 이유</a:t>
            </a:r>
          </a:p>
        </p:txBody>
      </p:sp>
      <p:sp>
        <p:nvSpPr>
          <p:cNvPr id="8" name="초기 납입 구간과 자산이 커진 뒤의 차이를 ">
            <a:extLst xmlns:a="http://schemas.openxmlformats.org/drawingml/2006/main">
              <a:ext uri="{FF2B5EF4-FFF2-40B4-BE49-F238E27FC236}">
                <a16:creationId xmlns:a16="http://schemas.microsoft.com/office/drawing/2014/main" id="{D10254E1-CD02-4BF3-907F-033E6946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0582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초기 납입 구간과 자산이 커진 뒤의 차이를 따로 볼 수 있도록 지면을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나눴다. 계좌는2012년에 시작해 계속 유지했으며 두 번째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그래프에서 새로 투자한 것이 아니다.</a:t>
            </a:r>
          </a:p>
        </p:txBody>
      </p:sp>
      <p:sp>
        <p:nvSpPr>
          <p:cNvPr id="9" name="동일 금액과 다른 위험">
            <a:extLst xmlns:a="http://schemas.openxmlformats.org/drawingml/2006/main">
              <a:ext uri="{FF2B5EF4-FFF2-40B4-BE49-F238E27FC236}">
                <a16:creationId xmlns:a16="http://schemas.microsoft.com/office/drawing/2014/main" id="{1F352C75-5268-4286-B6EE-18D9A519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동일 금액과 다른 위험</a:t>
            </a:r>
          </a:p>
        </p:txBody>
      </p:sp>
      <p:sp>
        <p:nvSpPr>
          <p:cNvPr id="10" name="세전·고정환율·소수 주·배당 재투자 모형이다">
            <a:extLst xmlns:a="http://schemas.openxmlformats.org/drawingml/2006/main">
              <a:ext uri="{FF2B5EF4-FFF2-40B4-BE49-F238E27FC236}">
                <a16:creationId xmlns:a16="http://schemas.microsoft.com/office/drawing/2014/main" id="{93547190-67D0-4B7F-8A9D-A12B438C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50582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세전·고정환율·소수 주·배당 재투자 모형이다. 마지막 평가액이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높은 대안도 중간에 견뎌야 했던 하락이 크다. 낙폭과 회복 기간은 뒤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표에서 함께 비교한다.</a:t>
            </a:r>
          </a:p>
        </p:txBody>
      </p:sp>
    </p:spTree>
    <p:extLst>
      <p:ext uri="{BB962C8B-B14F-4D97-AF65-F5344CB8AC3E}">
        <p14:creationId xmlns:p14="http://schemas.microsoft.com/office/powerpoint/2010/main" val="12271146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70A4FABA-FCD5-4D64-810D-536167D1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9F9AEC19-422E-45A2-B3EB-38042AC0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단순 적립과 혼합 전략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3B820-EA92-422D-9739-D38E6B6E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2012년1월~2026년8월, 월20만원. ">
            <a:extLst xmlns:a="http://schemas.openxmlformats.org/drawingml/2006/main">
              <a:ext uri="{FF2B5EF4-FFF2-40B4-BE49-F238E27FC236}">
                <a16:creationId xmlns:a16="http://schemas.microsoft.com/office/drawing/2014/main" id="{D4545428-EBCF-404E-873D-539FDBDB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2012년1월~2026년8월, 월20만원. 금액: 만원, 원금3,520만원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17EC6149-82BD-4545-B904-DD754F49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0B976-A1CE-4BAA-BE84-24A82E704A0B}"/>
              </a:ext>
            </a:extLst>
          </p:cNvPr>
          <p:cNvGraphicFramePr/>
          <p:nvPr/>
        </p:nvGraphicFramePr>
        <p:xfrm>
          <a:off xmlns:a="http://schemas.openxmlformats.org/drawingml/2006/main" x="762000" y="2857500"/>
          <a:ext xmlns:a="http://schemas.openxmlformats.org/drawingml/2006/main" cx="13716000" cy="595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286000"/>
                <a:gridCol w="2190750"/>
                <a:gridCol w="1809750"/>
                <a:gridCol w="2095500"/>
                <a:gridCol w="180975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비교군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최종자산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투자이익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연복리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낙폭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샤프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72,222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68,702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35.6%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-31.7%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나스닥1배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17,609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14,089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19.8%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-35.1%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나스닥2배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50,864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47,344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33.6%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-63.7%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0.91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나스닥3배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102,543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99,023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43.6%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-81.7%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S&amp;P500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11,620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8,100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14.9%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-33.7%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1배+SCHD 고정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14,325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10,805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17.4%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-29.9%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2배+SCHD 고정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28,898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25,378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26.4%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-46.2%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3배+SCHD 고정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53,174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49,654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34.4%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-61.4%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52EE2-BDF3-4546-AB86-C1DFA6E0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8" name="연복리는 납입 효과를 분리한 단위 가치 기준">
            <a:extLst xmlns:a="http://schemas.openxmlformats.org/drawingml/2006/main">
              <a:ext uri="{FF2B5EF4-FFF2-40B4-BE49-F238E27FC236}">
                <a16:creationId xmlns:a16="http://schemas.microsoft.com/office/drawing/2014/main" id="{D7E8BB37-9A10-4368-AFFC-633A2BAE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91625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연복리는 납입 효과를 분리한 단위 가치 기준이다. 샤프는 무위험수익률0% 기준이다. 혼합 비교군은60/40을 매달 맞추며, 단독 적립은 보유를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유지한다.</a:t>
            </a:r>
          </a:p>
        </p:txBody>
      </p:sp>
    </p:spTree>
    <p:extLst>
      <p:ext uri="{BB962C8B-B14F-4D97-AF65-F5344CB8AC3E}">
        <p14:creationId xmlns:p14="http://schemas.microsoft.com/office/powerpoint/2010/main" val="10269340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7BA8F417-5EFE-4EAF-A710-53414EA4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1634D6D2-DAF6-4098-967A-0D538A95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최종자산의 원금과 투자이익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51745-2ED7-4354-B2C6-AF5654AF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2012~2026년8월, 월20만원. 단위:">
            <a:extLst xmlns:a="http://schemas.openxmlformats.org/drawingml/2006/main">
              <a:ext uri="{FF2B5EF4-FFF2-40B4-BE49-F238E27FC236}">
                <a16:creationId xmlns:a16="http://schemas.microsoft.com/office/drawing/2014/main" id="{C09F1B32-49CA-408A-8DB0-10542D02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2012~2026년8월, 월20만원. 단위: 만원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55B7A37F-3C53-49AC-BD2D-9C747BB2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DFD71DE-9AD4-4437-939F-0013F3AF08DD}"/>
              </a:ext>
            </a:extLst>
          </p:cNvPr>
          <p:cNvGraphicFramePr/>
          <p:nvPr/>
        </p:nvGraphicFramePr>
        <p:xfrm>
          <a:off xmlns:a="http://schemas.openxmlformats.org/drawingml/2006/main" x="523875" y="3095625"/>
          <a:ext xmlns:a="http://schemas.openxmlformats.org/drawingml/2006/main" cx="14001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62fc1bca924b35"/>
          </a:graphicData>
        </a:graphic>
      </p:graphicFrame>
      <p:sp>
        <p:nvSpPr>
          <p:cNvPr id="7" name="금액과 수익률">
            <a:extLst xmlns:a="http://schemas.openxmlformats.org/drawingml/2006/main">
              <a:ext uri="{FF2B5EF4-FFF2-40B4-BE49-F238E27FC236}">
                <a16:creationId xmlns:a16="http://schemas.microsoft.com/office/drawing/2014/main" id="{C4B918E7-894F-4B4D-9F9E-40F1BBE1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금액과 수익률</a:t>
            </a:r>
          </a:p>
        </p:txBody>
      </p:sp>
      <p:sp>
        <p:nvSpPr>
          <p:cNvPr id="8" name="최종자산에는 스스로 납입한 돈이 포함된다. ">
            <a:extLst xmlns:a="http://schemas.openxmlformats.org/drawingml/2006/main">
              <a:ext uri="{FF2B5EF4-FFF2-40B4-BE49-F238E27FC236}">
                <a16:creationId xmlns:a16="http://schemas.microsoft.com/office/drawing/2014/main" id="{02DD2679-48C4-4730-AC53-BC671FD9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05825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최종자산에는 스스로 납입한 돈이 포함된다. 수익이라고 부를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금액은 최종자산에서 납입 원금을 뺀 투자이익이다. 이 페이지의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원금은 모든 계좌에서 같다.</a:t>
            </a:r>
          </a:p>
        </p:txBody>
      </p:sp>
      <p:sp>
        <p:nvSpPr>
          <p:cNvPr id="9" name="기간 의존성">
            <a:extLst xmlns:a="http://schemas.openxmlformats.org/drawingml/2006/main">
              <a:ext uri="{FF2B5EF4-FFF2-40B4-BE49-F238E27FC236}">
                <a16:creationId xmlns:a16="http://schemas.microsoft.com/office/drawing/2014/main" id="{6B94A419-F5A8-4DF7-BB5D-EC11B20A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기간 의존성</a:t>
            </a:r>
          </a:p>
        </p:txBody>
      </p:sp>
      <p:sp>
        <p:nvSpPr>
          <p:cNvPr id="10" name="최근 구간은 나스닥 상승이 길었던 표본이다.">
            <a:extLst xmlns:a="http://schemas.openxmlformats.org/drawingml/2006/main">
              <a:ext uri="{FF2B5EF4-FFF2-40B4-BE49-F238E27FC236}">
                <a16:creationId xmlns:a16="http://schemas.microsoft.com/office/drawing/2014/main" id="{2CAF9B9D-679D-4CED-BFEB-2CF173A2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505825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최근 구간은 나스닥 상승이 길었던 표본이다. 이 순서를 앞으로의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순위로 단정할 수 없다. 이전 긴 합성 연구의 큰 낙폭과 함께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읽어야 한다.</a:t>
            </a:r>
          </a:p>
        </p:txBody>
      </p:sp>
    </p:spTree>
    <p:extLst>
      <p:ext uri="{BB962C8B-B14F-4D97-AF65-F5344CB8AC3E}">
        <p14:creationId xmlns:p14="http://schemas.microsoft.com/office/powerpoint/2010/main" val="6364197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1647A779-869E-4E5E-9588-5C34132A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BAA54E80-4AC1-4582-B2E3-6C012250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대안별 최대 낙폭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9E32A-F078-48DE-94FB-6BA93073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입금으로 손실이 가려지지 않도록, 납입 효과">
            <a:extLst xmlns:a="http://schemas.openxmlformats.org/drawingml/2006/main">
              <a:ext uri="{FF2B5EF4-FFF2-40B4-BE49-F238E27FC236}">
                <a16:creationId xmlns:a16="http://schemas.microsoft.com/office/drawing/2014/main" id="{A0C7DD58-6DE3-478A-A094-6BAF15B7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입금으로 손실이 가려지지 않도록, 납입 효과를 분리한 단위 가치 기준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EBCC159F-99E5-4EEB-95F3-7DD76D73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A024F85-F901-4A19-B571-43EC8ED940C6}"/>
              </a:ext>
            </a:extLst>
          </p:cNvPr>
          <p:cNvGraphicFramePr/>
          <p:nvPr/>
        </p:nvGraphicFramePr>
        <p:xfrm>
          <a:off xmlns:a="http://schemas.openxmlformats.org/drawingml/2006/main" x="523875" y="3238500"/>
          <a:ext xmlns:a="http://schemas.openxmlformats.org/drawingml/2006/main" cx="14001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eb81a5a7374cb1"/>
          </a:graphicData>
        </a:graphic>
      </p:graphicFrame>
      <p:sp>
        <p:nvSpPr>
          <p:cNvPr id="7" name="3배 단독의 부담">
            <a:extLst xmlns:a="http://schemas.openxmlformats.org/drawingml/2006/main">
              <a:ext uri="{FF2B5EF4-FFF2-40B4-BE49-F238E27FC236}">
                <a16:creationId xmlns:a16="http://schemas.microsoft.com/office/drawing/2014/main" id="{8C4A02E0-84E4-4C67-8835-FF1987DE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3배 단독의 부담</a:t>
            </a:r>
          </a:p>
        </p:txBody>
      </p:sp>
      <p:sp>
        <p:nvSpPr>
          <p:cNvPr id="8" name="최근 구간의 높은 최종 금액에는 약82%의 ">
            <a:extLst xmlns:a="http://schemas.openxmlformats.org/drawingml/2006/main">
              <a:ext uri="{FF2B5EF4-FFF2-40B4-BE49-F238E27FC236}">
                <a16:creationId xmlns:a16="http://schemas.microsoft.com/office/drawing/2014/main" id="{723FFC94-B6F6-47AD-9E9A-9BB00563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010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최근 구간의 높은 최종 금액에는 약82%의 중간 하락이 동반됐다.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자산100이18 정도가 되는 경험을 견뎌야 한다는 의미다. 이 낙폭은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미래 손실 상한이 아니다.</a:t>
            </a:r>
          </a:p>
        </p:txBody>
      </p:sp>
      <p:sp>
        <p:nvSpPr>
          <p:cNvPr id="9" name="낮은 낙폭의 대가">
            <a:extLst xmlns:a="http://schemas.openxmlformats.org/drawingml/2006/main">
              <a:ext uri="{FF2B5EF4-FFF2-40B4-BE49-F238E27FC236}">
                <a16:creationId xmlns:a16="http://schemas.microsoft.com/office/drawing/2014/main" id="{E4C5B47C-7A3F-4744-9656-85BC14F7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048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낮은 낙폭의 대가</a:t>
            </a:r>
          </a:p>
        </p:txBody>
      </p:sp>
      <p:sp>
        <p:nvSpPr>
          <p:cNvPr id="10" name="Polaris는 이 구간에서 낙폭과 최종 금">
            <a:extLst xmlns:a="http://schemas.openxmlformats.org/drawingml/2006/main">
              <a:ext uri="{FF2B5EF4-FFF2-40B4-BE49-F238E27FC236}">
                <a16:creationId xmlns:a16="http://schemas.microsoft.com/office/drawing/2014/main" id="{BB98BFAD-5C8F-4349-A600-A958F57E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6010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Polaris는 이 구간에서 낙폭과 최종 금액이 함께 낮았다. Deneb의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방어는 낙폭을 줄였지만 상승 일부를 놓칠 수 있고, 다른 구간에서도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같은 절충이 유지된다는 보장은 없다.</a:t>
            </a:r>
          </a:p>
        </p:txBody>
      </p:sp>
    </p:spTree>
    <p:extLst>
      <p:ext uri="{BB962C8B-B14F-4D97-AF65-F5344CB8AC3E}">
        <p14:creationId xmlns:p14="http://schemas.microsoft.com/office/powerpoint/2010/main" val="2835893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0DC17B01-E47E-4FD7-8798-D1B0C2C2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73710FE6-6136-462A-A8EA-0A38E225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SCHD와 다른 배당 ETF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77004-4980-456C-905D-FB9CE588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동일한3배60/배당40 고정 혼합의 기존 실">
            <a:extLst xmlns:a="http://schemas.openxmlformats.org/drawingml/2006/main">
              <a:ext uri="{FF2B5EF4-FFF2-40B4-BE49-F238E27FC236}">
                <a16:creationId xmlns:a16="http://schemas.microsoft.com/office/drawing/2014/main" id="{89CA9142-BA3E-4C9E-AB53-9415BC48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동일한3배60/배당40 고정 혼합의 기존 실제 ETF 비교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FBA5D9DE-56EB-478A-B28E-F0EF3C6D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3887B-E75B-4811-BE3F-5577D0FF0FAF}"/>
              </a:ext>
            </a:extLst>
          </p:cNvPr>
          <p:cNvGraphicFramePr/>
          <p:nvPr/>
        </p:nvGraphicFramePr>
        <p:xfrm>
          <a:off xmlns:a="http://schemas.openxmlformats.org/drawingml/2006/main" x="762000" y="2857500"/>
          <a:ext xmlns:a="http://schemas.openxmlformats.org/drawingml/2006/main" cx="137160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00750"/>
                <a:gridCol w="2571750"/>
                <a:gridCol w="2571750"/>
                <a:gridCol w="257175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배당 ETF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연복리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샤프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낙폭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SCHD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31.7%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−58%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DGRO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31.6%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−59%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VIG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31.5%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−60%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VYM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31.1%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−58%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HDV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30.8%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−56%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SPYD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30.0%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0.81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−58%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156A1-7ACC-4062-AC3C-5657BF32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8" name="차이의 크기">
            <a:extLst xmlns:a="http://schemas.openxmlformats.org/drawingml/2006/main">
              <a:ext uri="{FF2B5EF4-FFF2-40B4-BE49-F238E27FC236}">
                <a16:creationId xmlns:a16="http://schemas.microsoft.com/office/drawing/2014/main" id="{8DAF52F5-6B10-4BD6-9BA7-734D9BA4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차이의 크기</a:t>
            </a:r>
          </a:p>
        </p:txBody>
      </p:sp>
      <p:sp>
        <p:nvSpPr>
          <p:cNvPr id="9" name="기존 연구의2016~2026년9월 공통 창이">
            <a:extLst xmlns:a="http://schemas.openxmlformats.org/drawingml/2006/main">
              <a:ext uri="{FF2B5EF4-FFF2-40B4-BE49-F238E27FC236}">
                <a16:creationId xmlns:a16="http://schemas.microsoft.com/office/drawing/2014/main" id="{DA4BBE63-0A68-4319-B0AF-861DECC6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05825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기존 연구의2016~2026년9월 공통 창이다. SCHD가 수익 쪽에서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조금 앞섰지만 모든 지표에서 우월하지는 않았다. 이 표는 현재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Deneb 전체 규칙의 재검정이 아니다.</a:t>
            </a:r>
          </a:p>
        </p:txBody>
      </p:sp>
      <p:sp>
        <p:nvSpPr>
          <p:cNvPr id="10" name="선택의 범위">
            <a:extLst xmlns:a="http://schemas.openxmlformats.org/drawingml/2006/main">
              <a:ext uri="{FF2B5EF4-FFF2-40B4-BE49-F238E27FC236}">
                <a16:creationId xmlns:a16="http://schemas.microsoft.com/office/drawing/2014/main" id="{D2FC9619-AF8E-4866-A88D-78C59176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선택의 범위</a:t>
            </a:r>
          </a:p>
        </p:txBody>
      </p:sp>
      <p:sp>
        <p:nvSpPr>
          <p:cNvPr id="11" name="배당 ETF를 바꿔도 레버리지와 주식 공통 ">
            <a:extLst xmlns:a="http://schemas.openxmlformats.org/drawingml/2006/main">
              <a:ext uri="{FF2B5EF4-FFF2-40B4-BE49-F238E27FC236}">
                <a16:creationId xmlns:a16="http://schemas.microsoft.com/office/drawing/2014/main" id="{D85CE336-3CF0-46FF-8E5E-A2EAF9D8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505825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배당 ETF를 바꿔도 레버리지와 주식 공통 위험은 남는다.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보고서에서는 이미 선택한 SCHD를 유지하고, 결과를 본 뒤 대체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ETF나 비중을 다시 고르지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047309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32CC3595-1BAA-46BA-BBDD-6D380896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A08D8C17-692C-47D7-B36E-C3AC6874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Deneb 적립으로 쌓이는 예상 배당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0A73F-CE77-42AF-B3B1-B628F4DF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월20만원. 가정별 해당 연도의 SCHD 세">
            <a:extLst xmlns:a="http://schemas.openxmlformats.org/drawingml/2006/main">
              <a:ext uri="{FF2B5EF4-FFF2-40B4-BE49-F238E27FC236}">
                <a16:creationId xmlns:a16="http://schemas.microsoft.com/office/drawing/2014/main" id="{CF2AC988-0D3D-45B5-BACA-B3573EBF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월20만원. 가정별 해당 연도의 SCHD 세전 배당, 단위: 만원</a:t>
            </a:r>
          </a:p>
        </p:txBody>
      </p:sp>
      <p:sp>
        <p:nvSpPr>
          <p:cNvPr id="5" name="15">
            <a:extLst xmlns:a="http://schemas.openxmlformats.org/drawingml/2006/main">
              <a:ext uri="{FF2B5EF4-FFF2-40B4-BE49-F238E27FC236}">
                <a16:creationId xmlns:a16="http://schemas.microsoft.com/office/drawing/2014/main" id="{DBBBA7CE-1C9C-4D77-BD5A-54C4FAD3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9E988F8-12A9-40ED-A501-926C7DFEFF20}"/>
              </a:ext>
            </a:extLst>
          </p:cNvPr>
          <p:cNvGraphicFramePr/>
          <p:nvPr/>
        </p:nvGraphicFramePr>
        <p:xfrm>
          <a:off xmlns:a="http://schemas.openxmlformats.org/drawingml/2006/main" x="523875" y="3048000"/>
          <a:ext xmlns:a="http://schemas.openxmlformats.org/drawingml/2006/main" cx="7810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ca387186f746dd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CCAE8-EF56-47B6-BC2A-3B819A1A0919}"/>
              </a:ext>
            </a:extLst>
          </p:cNvPr>
          <p:cNvGraphicFramePr/>
          <p:nvPr/>
        </p:nvGraphicFramePr>
        <p:xfrm>
          <a:off xmlns:a="http://schemas.openxmlformats.org/drawingml/2006/main" x="8667750" y="3286125"/>
          <a:ext xmlns:a="http://schemas.openxmlformats.org/drawingml/2006/main" cx="58102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1809750"/>
                <a:gridCol w="1571625"/>
                <a:gridCol w="1381125"/>
              </a:tblGrid>
              <a:tr h="7620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SCHD 평가액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연간 배당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환산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631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16.7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1,690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46.5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3,469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96.5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8.0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6,457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180.6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15.0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90BEC-7312-4F63-834F-E21D34CA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86125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9" name="전략 안에서 쌓이는 배당">
            <a:extLst xmlns:a="http://schemas.openxmlformats.org/drawingml/2006/main">
              <a:ext uri="{FF2B5EF4-FFF2-40B4-BE49-F238E27FC236}">
                <a16:creationId xmlns:a16="http://schemas.microsoft.com/office/drawing/2014/main" id="{2FA1BA03-5904-45F1-B859-595188EA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전략 안에서 쌓이는 배당</a:t>
            </a:r>
          </a:p>
        </p:txBody>
      </p:sp>
      <p:sp>
        <p:nvSpPr>
          <p:cNvPr id="10" name="고정100주 예시가 아닌, Deneb의 매수">
            <a:extLst xmlns:a="http://schemas.openxmlformats.org/drawingml/2006/main">
              <a:ext uri="{FF2B5EF4-FFF2-40B4-BE49-F238E27FC236}">
                <a16:creationId xmlns:a16="http://schemas.microsoft.com/office/drawing/2014/main" id="{81C41DC5-B93C-457C-92D3-C35D452C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0582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고정100주 예시가 아닌, Deneb의 매수·비중 조정·방어·복귀 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SCHD 보유량에서 계산했다. 배당 재투자를 반영한 총자산에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배당금을 한 번 더 더하지 않는다.</a:t>
            </a:r>
          </a:p>
        </p:txBody>
      </p:sp>
      <p:sp>
        <p:nvSpPr>
          <p:cNvPr id="11" name="조건부 예상의 의미">
            <a:extLst xmlns:a="http://schemas.openxmlformats.org/drawingml/2006/main">
              <a:ext uri="{FF2B5EF4-FFF2-40B4-BE49-F238E27FC236}">
                <a16:creationId xmlns:a16="http://schemas.microsoft.com/office/drawing/2014/main" id="{E73F3360-D42E-4555-B7DA-44F72112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조건부 예상의 의미</a:t>
            </a:r>
          </a:p>
        </p:txBody>
      </p:sp>
      <p:sp>
        <p:nvSpPr>
          <p:cNvPr id="12" name="이 페이지는 가격과 배당 성장률을 정한 가정">
            <a:extLst xmlns:a="http://schemas.openxmlformats.org/drawingml/2006/main">
              <a:ext uri="{FF2B5EF4-FFF2-40B4-BE49-F238E27FC236}">
                <a16:creationId xmlns:a16="http://schemas.microsoft.com/office/drawing/2014/main" id="{242006AA-1621-4FAC-9B0F-8083DE52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50582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이 페이지는 가격과 배당 성장률을 정한 가정형 계산이다. 선의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높낮이는 상위·중간·하위 확률 순서가 아니다. 미래 시장에서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추정한 기대 배당으로 해석하지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8527890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A3B5A4DE-B332-460A-8DDB-622C46B3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EACF33D2-0F30-4532-8F41-6DD2666A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예상 배당의 가격·배당 가정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CCBEF-483F-407D-AA3A-50453DE4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세 가지 조건부 경로의 차이와 해석">
            <a:extLst xmlns:a="http://schemas.openxmlformats.org/drawingml/2006/main">
              <a:ext uri="{FF2B5EF4-FFF2-40B4-BE49-F238E27FC236}">
                <a16:creationId xmlns:a16="http://schemas.microsoft.com/office/drawing/2014/main" id="{82C2A019-CA63-4041-ABEF-28A42D76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세 가지 조건부 경로의 차이와 해석</a:t>
            </a:r>
          </a:p>
        </p:txBody>
      </p:sp>
      <p:sp>
        <p:nvSpPr>
          <p:cNvPr id="5" name="16">
            <a:extLst xmlns:a="http://schemas.openxmlformats.org/drawingml/2006/main">
              <a:ext uri="{FF2B5EF4-FFF2-40B4-BE49-F238E27FC236}">
                <a16:creationId xmlns:a16="http://schemas.microsoft.com/office/drawing/2014/main" id="{56410E60-B582-4590-9D5E-AF05846B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DA673-7A1D-4E98-B8D7-9AEEF655418E}"/>
              </a:ext>
            </a:extLst>
          </p:cNvPr>
          <p:cNvGraphicFramePr/>
          <p:nvPr/>
        </p:nvGraphicFramePr>
        <p:xfrm>
          <a:off xmlns:a="http://schemas.openxmlformats.org/drawingml/2006/main" x="762000" y="3000375"/>
          <a:ext xmlns:a="http://schemas.openxmlformats.org/drawingml/2006/main" cx="13716000" cy="4676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08585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경로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가격과 주당 배당의 가정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525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가격 정체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QQQ·SCHD 가격과 주당 배당 성장0%. 배당은 재투자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525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완만한 성장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QQQ 가격 연6%, SCHD 가격·주당 배당 연3%. 초기 배당률3%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525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성장 중 급락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5년차 QQQ −35%·SCHD −20% 충격, 이후2년간 가격 괴리 회복. 주당 배당은20% 삭감 후 성장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9BD62-1BC3-4CE9-8D7F-79C30975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8" name="급락 경로의 역전">
            <a:extLst xmlns:a="http://schemas.openxmlformats.org/drawingml/2006/main">
              <a:ext uri="{FF2B5EF4-FFF2-40B4-BE49-F238E27FC236}">
                <a16:creationId xmlns:a16="http://schemas.microsoft.com/office/drawing/2014/main" id="{4FB4E006-A762-4D83-8D92-43D934A6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급락 경로의 역전</a:t>
            </a:r>
          </a:p>
        </p:txBody>
      </p:sp>
      <p:sp>
        <p:nvSpPr>
          <p:cNvPr id="9" name="가정한 회복과 낮은 가격의 재매수가 겹치면 ">
            <a:extLst xmlns:a="http://schemas.openxmlformats.org/drawingml/2006/main">
              <a:ext uri="{FF2B5EF4-FFF2-40B4-BE49-F238E27FC236}">
                <a16:creationId xmlns:a16="http://schemas.microsoft.com/office/drawing/2014/main" id="{C711E454-8B82-42A3-B7B6-82AD19F9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010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가정한 회복과 낮은 가격의 재매수가 겹치면 급락 경로의 후반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배당이 더 커질 수 있다. 급락이 유리하다는 일반 법칙이 아니라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회복을 가정한 결과다.</a:t>
            </a:r>
          </a:p>
        </p:txBody>
      </p:sp>
      <p:sp>
        <p:nvSpPr>
          <p:cNvPr id="10" name="빠진 요소">
            <a:extLst xmlns:a="http://schemas.openxmlformats.org/drawingml/2006/main">
              <a:ext uri="{FF2B5EF4-FFF2-40B4-BE49-F238E27FC236}">
                <a16:creationId xmlns:a16="http://schemas.microsoft.com/office/drawing/2014/main" id="{07426113-E758-4CA4-8736-A035AA2A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048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빠진 요소</a:t>
            </a:r>
          </a:p>
        </p:txBody>
      </p:sp>
      <p:sp>
        <p:nvSpPr>
          <p:cNvPr id="11" name="변동환율·개인별 세금·정수 주·주문 미체결·">
            <a:extLst xmlns:a="http://schemas.openxmlformats.org/drawingml/2006/main">
              <a:ext uri="{FF2B5EF4-FFF2-40B4-BE49-F238E27FC236}">
                <a16:creationId xmlns:a16="http://schemas.microsoft.com/office/drawing/2014/main" id="{17FFCED2-AE40-49D1-BE86-D426114B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6010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변동환율·개인별 세금·정수 주·주문 미체결·승인형 배당 단계는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포함하지 않았다. 실제 수령액과 최종 계좌를 계산하려면 이 요소를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같은 경로에 함께 반영해야 한다.</a:t>
            </a:r>
          </a:p>
        </p:txBody>
      </p:sp>
    </p:spTree>
    <p:extLst>
      <p:ext uri="{BB962C8B-B14F-4D97-AF65-F5344CB8AC3E}">
        <p14:creationId xmlns:p14="http://schemas.microsoft.com/office/powerpoint/2010/main" val="19241654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16C3E73C-3608-463E-B29A-8765639C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9791A0A1-1119-41C0-A2FF-32E1CEF3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연간 배당과 월 환산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A653A-A8E1-4ED7-B1D6-CE002C47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완만한 성장 가정, 월20만원 적립. 단위:">
            <a:extLst xmlns:a="http://schemas.openxmlformats.org/drawingml/2006/main">
              <a:ext uri="{FF2B5EF4-FFF2-40B4-BE49-F238E27FC236}">
                <a16:creationId xmlns:a16="http://schemas.microsoft.com/office/drawing/2014/main" id="{69434CAD-4250-4089-B181-33787573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완만한 성장 가정, 월20만원 적립. 단위: 만원</a:t>
            </a:r>
          </a:p>
        </p:txBody>
      </p:sp>
      <p:sp>
        <p:nvSpPr>
          <p:cNvPr id="5" name="17">
            <a:extLst xmlns:a="http://schemas.openxmlformats.org/drawingml/2006/main">
              <a:ext uri="{FF2B5EF4-FFF2-40B4-BE49-F238E27FC236}">
                <a16:creationId xmlns:a16="http://schemas.microsoft.com/office/drawing/2014/main" id="{68F0AB03-4994-488A-8E52-7957D1F5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113F5-57C9-4881-8497-21C7B0BA5168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24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619500"/>
                <a:gridCol w="4476750"/>
                <a:gridCol w="34290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적립 기간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연간 세전 배당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85% 단순 수령 예시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연간 세전÷12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16.7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14.2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46.5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39.5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96.5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82.1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8.0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180.6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153.5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15.0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A5464-942C-4070-9630-0DDDA870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8" name="월 환산과 지급 주기">
            <a:extLst xmlns:a="http://schemas.openxmlformats.org/drawingml/2006/main">
              <a:ext uri="{FF2B5EF4-FFF2-40B4-BE49-F238E27FC236}">
                <a16:creationId xmlns:a16="http://schemas.microsoft.com/office/drawing/2014/main" id="{11CF1DFA-13C2-4BCF-8B04-BCCF1659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월 환산과 지급 주기</a:t>
            </a:r>
          </a:p>
        </p:txBody>
      </p:sp>
      <p:sp>
        <p:nvSpPr>
          <p:cNvPr id="9" name="월 환산액은 연간 금액을12로 나눈 평균이다">
            <a:extLst xmlns:a="http://schemas.openxmlformats.org/drawingml/2006/main">
              <a:ext uri="{FF2B5EF4-FFF2-40B4-BE49-F238E27FC236}">
                <a16:creationId xmlns:a16="http://schemas.microsoft.com/office/drawing/2014/main" id="{BBA435FB-2222-4E3E-9344-0DBEF0FF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0582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월 환산액은 연간 금액을12로 나눈 평균이다. SCHD가 매월 이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금액을 지급한다는 뜻은 아니다. 실제 배당은 지급 결정과 보유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시점에 따라 달라진다.</a:t>
            </a:r>
          </a:p>
        </p:txBody>
      </p:sp>
      <p:sp>
        <p:nvSpPr>
          <p:cNvPr id="10" name="85% 열의 한계">
            <a:extLst xmlns:a="http://schemas.openxmlformats.org/drawingml/2006/main">
              <a:ext uri="{FF2B5EF4-FFF2-40B4-BE49-F238E27FC236}">
                <a16:creationId xmlns:a16="http://schemas.microsoft.com/office/drawing/2014/main" id="{7B05EF60-4A47-4BE3-A6CF-BA7FF9E0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85% 열의 한계</a:t>
            </a:r>
          </a:p>
        </p:txBody>
      </p:sp>
      <p:sp>
        <p:nvSpPr>
          <p:cNvPr id="11" name="현재 코드의 원천징수 가정15%만 적용한 참">
            <a:extLst xmlns:a="http://schemas.openxmlformats.org/drawingml/2006/main">
              <a:ext uri="{FF2B5EF4-FFF2-40B4-BE49-F238E27FC236}">
                <a16:creationId xmlns:a16="http://schemas.microsoft.com/office/drawing/2014/main" id="{BF7359BB-B49D-44F1-805B-6F764816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50582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현재 코드의 원천징수 가정15%만 적용한 참고 금액이다. 세후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금액으로 다시 투자한 계좌 경로를 재계산한 결과는 아니며 개인별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최종 세액도 아니다.</a:t>
            </a:r>
          </a:p>
        </p:txBody>
      </p:sp>
    </p:spTree>
    <p:extLst>
      <p:ext uri="{BB962C8B-B14F-4D97-AF65-F5344CB8AC3E}">
        <p14:creationId xmlns:p14="http://schemas.microsoft.com/office/powerpoint/2010/main" val="7145374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7D04DD23-C343-461C-A889-C4C55985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E347B385-CA47-448A-ADB6-8169E216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배당 단계와 위험 비중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A6C1B-92BB-4691-AE32-1DF0F6D2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배당이 늘어났을 때의 기존 승인형 운용 규칙">
            <a:extLst xmlns:a="http://schemas.openxmlformats.org/drawingml/2006/main">
              <a:ext uri="{FF2B5EF4-FFF2-40B4-BE49-F238E27FC236}">
                <a16:creationId xmlns:a16="http://schemas.microsoft.com/office/drawing/2014/main" id="{614BECA8-F1BD-40C6-A3F0-BDE61199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배당이 늘어났을 때의 기존 승인형 운용 규칙</a:t>
            </a:r>
          </a:p>
        </p:txBody>
      </p:sp>
      <p:sp>
        <p:nvSpPr>
          <p:cNvPr id="5" name="18">
            <a:extLst xmlns:a="http://schemas.openxmlformats.org/drawingml/2006/main">
              <a:ext uri="{FF2B5EF4-FFF2-40B4-BE49-F238E27FC236}">
                <a16:creationId xmlns:a16="http://schemas.microsoft.com/office/drawing/2014/main" id="{D560C7D1-9D00-4EA3-857A-1A89890E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F1EBA-5175-4AEE-8F53-2005FB692B1E}"/>
              </a:ext>
            </a:extLst>
          </p:cNvPr>
          <p:cNvGraphicFramePr/>
          <p:nvPr/>
        </p:nvGraphicFramePr>
        <p:xfrm>
          <a:off xmlns:a="http://schemas.openxmlformats.org/drawingml/2006/main" x="762000" y="3000375"/>
          <a:ext xmlns:a="http://schemas.openxmlformats.org/drawingml/2006/main" cx="137160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0"/>
                <a:gridCol w="51435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최근12개월 세후 배당의 월 평균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 후 TQQQ 목표 상한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단계 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10만원 도달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30만원 도달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50만원 도달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100만원 도달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2E640-26A1-4553-8A77-C5D69931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8" name="승인이 필요한 변화">
            <a:extLst xmlns:a="http://schemas.openxmlformats.org/drawingml/2006/main">
              <a:ext uri="{FF2B5EF4-FFF2-40B4-BE49-F238E27FC236}">
                <a16:creationId xmlns:a16="http://schemas.microsoft.com/office/drawing/2014/main" id="{9A2932FC-DB82-41BB-9F86-4F42CBDA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승인이 필요한 변화</a:t>
            </a:r>
          </a:p>
        </p:txBody>
      </p:sp>
      <p:sp>
        <p:nvSpPr>
          <p:cNvPr id="9" name="기준에 닿으면 상한을10%p 낮출지 묻는다.">
            <a:extLst xmlns:a="http://schemas.openxmlformats.org/drawingml/2006/main">
              <a:ext uri="{FF2B5EF4-FFF2-40B4-BE49-F238E27FC236}">
                <a16:creationId xmlns:a16="http://schemas.microsoft.com/office/drawing/2014/main" id="{996F9A1A-2563-4FE5-A8CF-3A8DBB05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0582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기준에 닿으면 상한을10%p 낮출지 묻는다. 답이 없으면 변경하지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않는다. 비중을 낮추면 이후 SCHD와 배당 경로도 바뀔 수 있다.</a:t>
            </a:r>
          </a:p>
        </p:txBody>
      </p:sp>
      <p:sp>
        <p:nvSpPr>
          <p:cNvPr id="10" name="보고서 계산과의 차이">
            <a:extLst xmlns:a="http://schemas.openxmlformats.org/drawingml/2006/main">
              <a:ext uri="{FF2B5EF4-FFF2-40B4-BE49-F238E27FC236}">
                <a16:creationId xmlns:a16="http://schemas.microsoft.com/office/drawing/2014/main" id="{B876F222-3DCD-4D98-84B6-494D85B5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보고서 계산과의 차이</a:t>
            </a:r>
          </a:p>
        </p:txBody>
      </p:sp>
      <p:sp>
        <p:nvSpPr>
          <p:cNvPr id="11" name="모든 제안을 승인했다고 가정하면 투자자의 선">
            <a:extLst xmlns:a="http://schemas.openxmlformats.org/drawingml/2006/main">
              <a:ext uri="{FF2B5EF4-FFF2-40B4-BE49-F238E27FC236}">
                <a16:creationId xmlns:a16="http://schemas.microsoft.com/office/drawing/2014/main" id="{1F6B3E66-2CD8-42AD-B53C-1F4489C7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50582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모든 제안을 승인했다고 가정하면 투자자의 선택까지 대신 정하게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된다. 따라서 과거 비교와 장기 모의는 시작 상한60%를 유지하고 이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승인형 단계는 제외했다.</a:t>
            </a:r>
          </a:p>
        </p:txBody>
      </p:sp>
    </p:spTree>
    <p:extLst>
      <p:ext uri="{BB962C8B-B14F-4D97-AF65-F5344CB8AC3E}">
        <p14:creationId xmlns:p14="http://schemas.microsoft.com/office/powerpoint/2010/main" val="10026428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BF2D8FB3-AFD3-4150-AE0E-B79CFBFD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38F2B2AC-21A3-478B-BD0E-192E06A3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하락 매도와 복귀의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93374-5C1A-4F61-B768-339FEF81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전날까지의 가격과 추세를 확인하는 기존 T ">
            <a:extLst xmlns:a="http://schemas.openxmlformats.org/drawingml/2006/main">
              <a:ext uri="{FF2B5EF4-FFF2-40B4-BE49-F238E27FC236}">
                <a16:creationId xmlns:a16="http://schemas.microsoft.com/office/drawing/2014/main" id="{10C94A78-FA7A-4FD2-835C-930EAEFF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전날까지의 가격과 추세를 확인하는 기존 T 기준</a:t>
            </a:r>
          </a:p>
        </p:txBody>
      </p:sp>
      <p:sp>
        <p:nvSpPr>
          <p:cNvPr id="5" name="19">
            <a:extLst xmlns:a="http://schemas.openxmlformats.org/drawingml/2006/main">
              <a:ext uri="{FF2B5EF4-FFF2-40B4-BE49-F238E27FC236}">
                <a16:creationId xmlns:a16="http://schemas.microsoft.com/office/drawing/2014/main" id="{37A2E53F-99E5-489B-A3F9-A1484D1B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054A3-09B5-4C89-971C-DED935FC8336}"/>
              </a:ext>
            </a:extLst>
          </p:cNvPr>
          <p:cNvGraphicFramePr/>
          <p:nvPr/>
        </p:nvGraphicFramePr>
        <p:xfrm>
          <a:off xmlns:a="http://schemas.openxmlformats.org/drawingml/2006/main" x="762000" y="2952750"/>
          <a:ext xmlns:a="http://schemas.openxmlformats.org/drawingml/2006/main" cx="13716000" cy="5572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78105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관리 행동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TQQQ 기준 고점에서 −15%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보유 TQQQ 절반 매도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기준 고점에서 −30%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남은 TQQQ 매도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매도 후 대기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 돈은 별도 현금 보관. 월 비중 계산에서 제외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QQQ 추세 꺼짐 확인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대기 중인 복귀 조건을 기록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꺼졌던 추세가 다시 켜짐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보관금으로 TQQQ 재매수, 기준 상태 갱신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D579D-E561-4785-91DA-D77D4F47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8" name="추세는 QQQ의20·60·120거래일 가격 ">
            <a:extLst xmlns:a="http://schemas.openxmlformats.org/drawingml/2006/main">
              <a:ext uri="{FF2B5EF4-FFF2-40B4-BE49-F238E27FC236}">
                <a16:creationId xmlns:a16="http://schemas.microsoft.com/office/drawing/2014/main" id="{3711A247-51F7-4BEB-8049-8B604AA0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963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추세는 QQQ의20·60·120거래일 가격 비교 점수 합이0보다 큰지로 판단한다. 지정가로 매매하므로 실제 주문의 체결 가격·수량·시점은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모형과 달라질 수 있다.</a:t>
            </a:r>
          </a:p>
        </p:txBody>
      </p:sp>
    </p:spTree>
    <p:extLst>
      <p:ext uri="{BB962C8B-B14F-4D97-AF65-F5344CB8AC3E}">
        <p14:creationId xmlns:p14="http://schemas.microsoft.com/office/powerpoint/2010/main" val="373138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D97BA405-EB09-4144-B4FA-737D676E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2F98FFC4-DE9B-4550-9354-A6FBCB6E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위기 구간의 방어 효과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5121B-321B-4CF1-A324-CFC1BEE3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공통 변동성 비중 조절 위에 단계 매도·현금">
            <a:extLst xmlns:a="http://schemas.openxmlformats.org/drawingml/2006/main">
              <a:ext uri="{FF2B5EF4-FFF2-40B4-BE49-F238E27FC236}">
                <a16:creationId xmlns:a16="http://schemas.microsoft.com/office/drawing/2014/main" id="{CE670464-105E-4D9A-9CB7-9AE4B9EA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공통 변동성 비중 조절 위에 단계 매도·현금·복귀를 추가한 차이</a:t>
            </a:r>
          </a:p>
        </p:txBody>
      </p:sp>
      <p:sp>
        <p:nvSpPr>
          <p:cNvPr id="5" name="20">
            <a:extLst xmlns:a="http://schemas.openxmlformats.org/drawingml/2006/main">
              <a:ext uri="{FF2B5EF4-FFF2-40B4-BE49-F238E27FC236}">
                <a16:creationId xmlns:a16="http://schemas.microsoft.com/office/drawing/2014/main" id="{D85815E9-1212-4B28-8D3A-06FD147A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16CCB90-F543-4D17-A8A1-49C0420FF6A0}"/>
              </a:ext>
            </a:extLst>
          </p:cNvPr>
          <p:cNvGraphicFramePr/>
          <p:nvPr/>
        </p:nvGraphicFramePr>
        <p:xfrm>
          <a:off xmlns:a="http://schemas.openxmlformats.org/drawingml/2006/main" x="523875" y="3143250"/>
          <a:ext xmlns:a="http://schemas.openxmlformats.org/drawingml/2006/main" cx="14001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d5e48b836e492c"/>
          </a:graphicData>
        </a:graphic>
      </p:graphicFrame>
      <p:sp>
        <p:nvSpPr>
          <p:cNvPr id="7" name="무엇을 비교했는가">
            <a:extLst xmlns:a="http://schemas.openxmlformats.org/drawingml/2006/main">
              <a:ext uri="{FF2B5EF4-FFF2-40B4-BE49-F238E27FC236}">
                <a16:creationId xmlns:a16="http://schemas.microsoft.com/office/drawing/2014/main" id="{E08F1F06-3EEC-46BB-B937-76A934AB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무엇을 비교했는가</a:t>
            </a:r>
          </a:p>
        </p:txBody>
      </p:sp>
      <p:sp>
        <p:nvSpPr>
          <p:cNvPr id="8" name="두 계좌 모두 변동성이 높아지면 TQQQ 목">
            <a:extLst xmlns:a="http://schemas.openxmlformats.org/drawingml/2006/main">
              <a:ext uri="{FF2B5EF4-FFF2-40B4-BE49-F238E27FC236}">
                <a16:creationId xmlns:a16="http://schemas.microsoft.com/office/drawing/2014/main" id="{FF8F03E9-F747-44CA-BDF0-6096231A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53450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두 계좌 모두 변동성이 높아지면 TQQQ 목표를 줄인다. 방어 제외는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추가 단계 매도와 현금 대기만 뺀 계좌다. 나스닥 단독 적립과 같은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비교군은 아니다.</a:t>
            </a:r>
          </a:p>
        </p:txBody>
      </p:sp>
      <p:sp>
        <p:nvSpPr>
          <p:cNvPr id="9" name="개선의 범위">
            <a:extLst xmlns:a="http://schemas.openxmlformats.org/drawingml/2006/main">
              <a:ext uri="{FF2B5EF4-FFF2-40B4-BE49-F238E27FC236}">
                <a16:creationId xmlns:a16="http://schemas.microsoft.com/office/drawing/2014/main" id="{AB41D92C-C258-44B7-84F1-CB68801D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0010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개선의 범위</a:t>
            </a:r>
          </a:p>
        </p:txBody>
      </p:sp>
      <p:sp>
        <p:nvSpPr>
          <p:cNvPr id="10" name="표시된 세 위기에서는 추가 방어가 낙폭을 줄">
            <a:extLst xmlns:a="http://schemas.openxmlformats.org/drawingml/2006/main">
              <a:ext uri="{FF2B5EF4-FFF2-40B4-BE49-F238E27FC236}">
                <a16:creationId xmlns:a16="http://schemas.microsoft.com/office/drawing/2014/main" id="{0F04F2E1-2967-4571-85F3-B3F993FD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553450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표시된 세 위기에서는 추가 방어가 낙폭을 줄였다. 급락의 속도·가격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갭·미체결 때문에 매도가 늦어질 수 있으므로15%·30%가 계좌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손실 상한이 되는 것은 아니다.</a:t>
            </a:r>
          </a:p>
        </p:txBody>
      </p:sp>
    </p:spTree>
    <p:extLst>
      <p:ext uri="{BB962C8B-B14F-4D97-AF65-F5344CB8AC3E}">
        <p14:creationId xmlns:p14="http://schemas.microsoft.com/office/powerpoint/2010/main" val="7037844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DB13D000-1F2A-4871-A84A-8463F872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3D5C2719-7D03-4FB0-A322-6F8B6DD1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방어 사용과 제외의 누적 차이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C5418-51CE-40B5-A6BD-0B6CF04F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월20만원 적립, 2012~2026년8월. ">
            <a:extLst xmlns:a="http://schemas.openxmlformats.org/drawingml/2006/main">
              <a:ext uri="{FF2B5EF4-FFF2-40B4-BE49-F238E27FC236}">
                <a16:creationId xmlns:a16="http://schemas.microsoft.com/office/drawing/2014/main" id="{A8C8FA04-8AF6-4A91-AD94-589DCECC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월20만원 적립, 2012~2026년8월. 단위: 만원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153A8A00-B722-47C2-9EA8-4924476C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C225754-E5EF-4075-AEA5-DF8453056755}"/>
              </a:ext>
            </a:extLst>
          </p:cNvPr>
          <p:cNvGraphicFramePr/>
          <p:nvPr/>
        </p:nvGraphicFramePr>
        <p:xfrm>
          <a:off xmlns:a="http://schemas.openxmlformats.org/drawingml/2006/main" x="523875" y="3048000"/>
          <a:ext xmlns:a="http://schemas.openxmlformats.org/drawingml/2006/main" cx="14001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010c3f8bfd416d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6DF30-ECE3-4E68-ADD1-4B29E2B469A4}"/>
              </a:ext>
            </a:extLst>
          </p:cNvPr>
          <p:cNvGraphicFramePr/>
          <p:nvPr/>
        </p:nvGraphicFramePr>
        <p:xfrm>
          <a:off xmlns:a="http://schemas.openxmlformats.org/drawingml/2006/main" x="762000" y="7667625"/>
          <a:ext xmlns:a="http://schemas.openxmlformats.org/drawingml/2006/main" cx="137160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048000"/>
                <a:gridCol w="2857500"/>
                <a:gridCol w="3048000"/>
              </a:tblGrid>
              <a:tr h="5715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계좌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최종자산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낙폭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고점 회복까지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72,222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-31.7%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572일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방어 제외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52,884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-52.1%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183일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3배+SCHD 고정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53,174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-61.4%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891일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1167B-9470-4F43-B2AC-AD2D9B3B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6762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75912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CE5E5F68-3BDE-4EB6-9E4D-10D11835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70C9AD58-D85C-4B70-BC80-6F75864E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재매수 가격과 놓친 반등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BEF09-0493-4F12-819E-ED6D1871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최근 실제 ETF 구간의 방어 매도49회, ">
            <a:extLst xmlns:a="http://schemas.openxmlformats.org/drawingml/2006/main">
              <a:ext uri="{FF2B5EF4-FFF2-40B4-BE49-F238E27FC236}">
                <a16:creationId xmlns:a16="http://schemas.microsoft.com/office/drawing/2014/main" id="{2BC6852B-7738-40B5-9570-F4934448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최근 실제 ETF 구간의 방어 매도49회, 복귀34개 사건</a:t>
            </a:r>
          </a:p>
        </p:txBody>
      </p:sp>
      <p:sp>
        <p:nvSpPr>
          <p:cNvPr id="5" name="22">
            <a:extLst xmlns:a="http://schemas.openxmlformats.org/drawingml/2006/main">
              <a:ext uri="{FF2B5EF4-FFF2-40B4-BE49-F238E27FC236}">
                <a16:creationId xmlns:a16="http://schemas.microsoft.com/office/drawing/2014/main" id="{CC29EC6F-8930-405D-AC05-54A7ACB8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F733B-FE3C-431A-8236-A7DCBD3FAA21}"/>
              </a:ext>
            </a:extLst>
          </p:cNvPr>
          <p:cNvGraphicFramePr/>
          <p:nvPr/>
        </p:nvGraphicFramePr>
        <p:xfrm>
          <a:off xmlns:a="http://schemas.openxmlformats.org/drawingml/2006/main" x="762000" y="3048000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476500"/>
                <a:gridCol w="2476500"/>
                <a:gridCol w="257175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복귀 사건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평균 매도가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재매수가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가격 차이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2012-04-25 / 2012-06-18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0.51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0.48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-5.3%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2012-10-22 / 2012-10-25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0.51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-3.9%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2012-11-15 / 2012-11-27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14.4%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2013-06-25 / 2014-04-01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1.28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103.3%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2014-04-14 / 2014-04-23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1.17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7.0%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2ADA6-49BC-4D28-A4D6-8C1BF756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8" name="비싸게 돌아온 사건">
            <a:extLst xmlns:a="http://schemas.openxmlformats.org/drawingml/2006/main">
              <a:ext uri="{FF2B5EF4-FFF2-40B4-BE49-F238E27FC236}">
                <a16:creationId xmlns:a16="http://schemas.microsoft.com/office/drawing/2014/main" id="{A14CC976-3751-4C54-B443-87C9C2A4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비싸게 돌아온 사건</a:t>
            </a:r>
          </a:p>
        </p:txBody>
      </p:sp>
      <p:sp>
        <p:nvSpPr>
          <p:cNvPr id="9" name="34개 복귀 중50%는 평균 매도가보다 높은">
            <a:extLst xmlns:a="http://schemas.openxmlformats.org/drawingml/2006/main">
              <a:ext uri="{FF2B5EF4-FFF2-40B4-BE49-F238E27FC236}">
                <a16:creationId xmlns:a16="http://schemas.microsoft.com/office/drawing/2014/main" id="{9440D0AE-4715-484A-B46E-0944B62C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458200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34개 복귀 중50%는 평균 매도가보다 높은 가격에 다시 샀다. 이것은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재매수 거래의 절반이 손실이었다는 뜻이 아니다. 이후 손익과 매도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중 피한 하락은 별도로 봐야 한다.</a:t>
            </a:r>
          </a:p>
        </p:txBody>
      </p:sp>
      <p:sp>
        <p:nvSpPr>
          <p:cNvPr id="10" name="복귀 규칙의 비용">
            <a:extLst xmlns:a="http://schemas.openxmlformats.org/drawingml/2006/main">
              <a:ext uri="{FF2B5EF4-FFF2-40B4-BE49-F238E27FC236}">
                <a16:creationId xmlns:a16="http://schemas.microsoft.com/office/drawing/2014/main" id="{5C8FE85F-6591-4546-B928-632FED42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9057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복귀 규칙의 비용</a:t>
            </a:r>
          </a:p>
        </p:txBody>
      </p:sp>
      <p:sp>
        <p:nvSpPr>
          <p:cNvPr id="11" name="추세 회복을 확인하면 바닥보다 늦게 살 가능">
            <a:extLst xmlns:a="http://schemas.openxmlformats.org/drawingml/2006/main">
              <a:ext uri="{FF2B5EF4-FFF2-40B4-BE49-F238E27FC236}">
                <a16:creationId xmlns:a16="http://schemas.microsoft.com/office/drawing/2014/main" id="{F82A2150-4C19-40A2-8E64-5E7D1CBA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458200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추세 회복을 확인하면 바닥보다 늦게 살 가능성이 있다. 더 빠른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복귀는 잘못된 반등에서 손실을 늘릴 수 있다. 기존 지표·기간 변경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연구와 현재 규칙을 구분해 유지한다.</a:t>
            </a:r>
          </a:p>
        </p:txBody>
      </p:sp>
    </p:spTree>
    <p:extLst>
      <p:ext uri="{BB962C8B-B14F-4D97-AF65-F5344CB8AC3E}">
        <p14:creationId xmlns:p14="http://schemas.microsoft.com/office/powerpoint/2010/main" val="18149462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251671B9-3E2B-4C81-88D3-CFC99EC1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5AEE43D5-74A4-455B-91F2-E4630E90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Polaris의 네 자산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DF294-06DB-447F-8275-C0A2A179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주식60%, 미국 국채20%, 금20%">
            <a:extLst xmlns:a="http://schemas.openxmlformats.org/drawingml/2006/main">
              <a:ext uri="{FF2B5EF4-FFF2-40B4-BE49-F238E27FC236}">
                <a16:creationId xmlns:a16="http://schemas.microsoft.com/office/drawing/2014/main" id="{FC2C8F33-479A-4859-85E2-F278D494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주식60%, 미국 국채20%, 금20%</a:t>
            </a:r>
          </a:p>
        </p:txBody>
      </p:sp>
      <p:sp>
        <p:nvSpPr>
          <p:cNvPr id="5" name="23">
            <a:extLst xmlns:a="http://schemas.openxmlformats.org/drawingml/2006/main">
              <a:ext uri="{FF2B5EF4-FFF2-40B4-BE49-F238E27FC236}">
                <a16:creationId xmlns:a16="http://schemas.microsoft.com/office/drawing/2014/main" id="{794EE3A3-A318-437E-AEAE-89EAC778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F66BD9A-84B9-4B14-B08C-8EFECCC5BA91}"/>
              </a:ext>
            </a:extLst>
          </p:cNvPr>
          <p:cNvGraphicFramePr/>
          <p:nvPr/>
        </p:nvGraphicFramePr>
        <p:xfrm>
          <a:off xmlns:a="http://schemas.openxmlformats.org/drawingml/2006/main" x="523875" y="3143250"/>
          <a:ext xmlns:a="http://schemas.openxmlformats.org/drawingml/2006/main" cx="6572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ee66584ca24b8e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AAA4D-3BFC-43F3-95DF-D8E5BBCA115E}"/>
              </a:ext>
            </a:extLst>
          </p:cNvPr>
          <p:cNvGraphicFramePr/>
          <p:nvPr/>
        </p:nvGraphicFramePr>
        <p:xfrm>
          <a:off xmlns:a="http://schemas.openxmlformats.org/drawingml/2006/main" x="7715250" y="3190875"/>
          <a:ext xmlns:a="http://schemas.openxmlformats.org/drawingml/2006/main" cx="676275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5720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자산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역할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SPYM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미국 대형주 전반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QQQM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나스닥100 성장주 노출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IEF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미국7~10년 국채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GLDM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 가격 노출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1412B-D74F-4456-888A-EE77404F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908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9" name="분산의 목적">
            <a:extLst xmlns:a="http://schemas.openxmlformats.org/drawingml/2006/main">
              <a:ext uri="{FF2B5EF4-FFF2-40B4-BE49-F238E27FC236}">
                <a16:creationId xmlns:a16="http://schemas.microsoft.com/office/drawing/2014/main" id="{A2D58FA6-5297-44B3-A7E8-B0123C59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분산의 목적</a:t>
            </a:r>
          </a:p>
        </p:txBody>
      </p:sp>
      <p:sp>
        <p:nvSpPr>
          <p:cNvPr id="10" name="주식 한 종류에만 의존하지 않도록 나눈다. ">
            <a:extLst xmlns:a="http://schemas.openxmlformats.org/drawingml/2006/main">
              <a:ext uri="{FF2B5EF4-FFF2-40B4-BE49-F238E27FC236}">
                <a16:creationId xmlns:a16="http://schemas.microsoft.com/office/drawing/2014/main" id="{99120C12-8568-4FE0-8904-CAB99E68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0582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주식 한 종류에만 의존하지 않도록 나눈다. 주식60% 안에서도 미국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대형주와 나스닥100을 함께 사용하지만 보유 기업이 겹치므로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완전히 독립적인 투자는 아니다.</a:t>
            </a:r>
          </a:p>
        </p:txBody>
      </p:sp>
      <p:sp>
        <p:nvSpPr>
          <p:cNvPr id="11" name="자료상의 대리 ETF">
            <a:extLst xmlns:a="http://schemas.openxmlformats.org/drawingml/2006/main">
              <a:ext uri="{FF2B5EF4-FFF2-40B4-BE49-F238E27FC236}">
                <a16:creationId xmlns:a16="http://schemas.microsoft.com/office/drawing/2014/main" id="{24CEABC3-6596-4556-BA51-132E595A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자료상의 대리 ETF</a:t>
            </a:r>
          </a:p>
        </p:txBody>
      </p:sp>
      <p:sp>
        <p:nvSpPr>
          <p:cNvPr id="12" name="긴 과거 비교는 SPYM·QQQM·GLDM ">
            <a:extLst xmlns:a="http://schemas.openxmlformats.org/drawingml/2006/main">
              <a:ext uri="{FF2B5EF4-FFF2-40B4-BE49-F238E27FC236}">
                <a16:creationId xmlns:a16="http://schemas.microsoft.com/office/drawing/2014/main" id="{0FEBA1C5-9950-40AF-98FF-D030658A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50582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긴 과거 비교는 SPYM·QQQM·GLDM 대신 SPY·QQQ·GLD 수정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종가를 사용한다. 비용·배당·추적 차이가 남으므로 현재 상품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조합의 실제 체결 성과와 동일시하지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6592758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94591BAB-9262-4834-9288-AF80CFC5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FB718C86-0CD2-4D8C-94E9-AFF32B08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Polaris의 배분 비율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192D9-84C3-40CD-8861-82A95F81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성장 자산을 유지하면서 주식 외 자산을 함께">
            <a:extLst xmlns:a="http://schemas.openxmlformats.org/drawingml/2006/main">
              <a:ext uri="{FF2B5EF4-FFF2-40B4-BE49-F238E27FC236}">
                <a16:creationId xmlns:a16="http://schemas.microsoft.com/office/drawing/2014/main" id="{ECD909D8-86E0-41ED-97E3-27A6A8DE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성장 자산을 유지하면서 주식 외 자산을 함께 보유하는 선택</a:t>
            </a:r>
          </a:p>
        </p:txBody>
      </p:sp>
      <p:sp>
        <p:nvSpPr>
          <p:cNvPr id="5" name="24">
            <a:extLst xmlns:a="http://schemas.openxmlformats.org/drawingml/2006/main">
              <a:ext uri="{FF2B5EF4-FFF2-40B4-BE49-F238E27FC236}">
                <a16:creationId xmlns:a16="http://schemas.microsoft.com/office/drawing/2014/main" id="{6574F471-FEFB-482C-BEE8-890D8DB8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743B5-01CB-40DE-9EF5-F071D5B3CE59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886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524000"/>
                <a:gridCol w="89535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배분 요소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비중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선택의 의미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미국 대형주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시장 전반의 성장에 참여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나스닥100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성장주 노출을 추가하되 주식 전부로 두지 않음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미국 국채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경기·금리 변화에 주식과 다른 반응을 기대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통화·위기 환경에서 분산 역할을 기대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DC7C4-3336-4BF0-8024-34972E72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8" name="60/20/20의 한계">
            <a:extLst xmlns:a="http://schemas.openxmlformats.org/drawingml/2006/main">
              <a:ext uri="{FF2B5EF4-FFF2-40B4-BE49-F238E27FC236}">
                <a16:creationId xmlns:a16="http://schemas.microsoft.com/office/drawing/2014/main" id="{2F24EB99-E5C8-43EE-9444-DAF71BC2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60/20/20의 한계</a:t>
            </a:r>
          </a:p>
        </p:txBody>
      </p:sp>
      <p:sp>
        <p:nvSpPr>
          <p:cNvPr id="9" name="이 비율이 모든 미래에서 최적이라는 근거는 ">
            <a:extLst xmlns:a="http://schemas.openxmlformats.org/drawingml/2006/main">
              <a:ext uri="{FF2B5EF4-FFF2-40B4-BE49-F238E27FC236}">
                <a16:creationId xmlns:a16="http://schemas.microsoft.com/office/drawing/2014/main" id="{CDFD6969-30E6-4ACE-B670-6A4731BD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48700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이 비율이 모든 미래에서 최적이라는 근거는 없다. 안정성을 선호한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사용자 선택과 기존 비교에 따라 정한 배분이다. 주식과 채권이 함께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하락하는 환경도 있다.</a:t>
            </a:r>
          </a:p>
        </p:txBody>
      </p:sp>
      <p:sp>
        <p:nvSpPr>
          <p:cNvPr id="10" name="Deneb와 다른 방어">
            <a:extLst xmlns:a="http://schemas.openxmlformats.org/drawingml/2006/main">
              <a:ext uri="{FF2B5EF4-FFF2-40B4-BE49-F238E27FC236}">
                <a16:creationId xmlns:a16="http://schemas.microsoft.com/office/drawing/2014/main" id="{BE1318DB-4F83-4946-BE33-D86ADAA4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0962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Deneb와 다른 방어</a:t>
            </a:r>
          </a:p>
        </p:txBody>
      </p:sp>
      <p:sp>
        <p:nvSpPr>
          <p:cNvPr id="11" name="Polaris에는 가격 기준 자동 손절이 없">
            <a:extLst xmlns:a="http://schemas.openxmlformats.org/drawingml/2006/main">
              <a:ext uri="{FF2B5EF4-FFF2-40B4-BE49-F238E27FC236}">
                <a16:creationId xmlns:a16="http://schemas.microsoft.com/office/drawing/2014/main" id="{65E914C2-B2E6-416D-99C3-6D35D36E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648700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Polaris에는 가격 기준 자동 손절이 없다. 서로 다른 자산을 계속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보유하고 주기적으로 비중을 맞춘다. 손실을 피하려는 Deneb의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단계 매도와 작동 방식이 다르다.</a:t>
            </a:r>
          </a:p>
        </p:txBody>
      </p:sp>
    </p:spTree>
    <p:extLst>
      <p:ext uri="{BB962C8B-B14F-4D97-AF65-F5344CB8AC3E}">
        <p14:creationId xmlns:p14="http://schemas.microsoft.com/office/powerpoint/2010/main" val="13028662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58B086C8-1155-45ED-9A32-0BCD99FE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438F1EA2-7117-488F-80DB-3D55A0B7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새 납입금과 연간 비중 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C92C6-F55B-4ABD-909F-2C37E149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매달 부족한 자산을 채우고, 12월에는 승인">
            <a:extLst xmlns:a="http://schemas.openxmlformats.org/drawingml/2006/main">
              <a:ext uri="{FF2B5EF4-FFF2-40B4-BE49-F238E27FC236}">
                <a16:creationId xmlns:a16="http://schemas.microsoft.com/office/drawing/2014/main" id="{CA72430F-CEC4-48F0-B2A1-15041549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매달 부족한 자산을 채우고, 12월에는 승인 후 넘친 몫을 조정</a:t>
            </a:r>
          </a:p>
        </p:txBody>
      </p:sp>
      <p:sp>
        <p:nvSpPr>
          <p:cNvPr id="5" name="25">
            <a:extLst xmlns:a="http://schemas.openxmlformats.org/drawingml/2006/main">
              <a:ext uri="{FF2B5EF4-FFF2-40B4-BE49-F238E27FC236}">
                <a16:creationId xmlns:a16="http://schemas.microsoft.com/office/drawing/2014/main" id="{7C54C473-11D0-4020-9967-5D70F180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EE336CA-4874-463B-9B8C-3FE24C134FA1}"/>
              </a:ext>
            </a:extLst>
          </p:cNvPr>
          <p:cNvGraphicFramePr/>
          <p:nvPr/>
        </p:nvGraphicFramePr>
        <p:xfrm>
          <a:off xmlns:a="http://schemas.openxmlformats.org/drawingml/2006/main" x="523875" y="3190875"/>
          <a:ext xmlns:a="http://schemas.openxmlformats.org/drawingml/2006/main" cx="7810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3373e7599446d3"/>
          </a:graphicData>
        </a:graphic>
      </p:graphicFrame>
      <p:sp>
        <p:nvSpPr>
          <p:cNvPr id="7" name="100만원 계좌의 예시">
            <a:extLst xmlns:a="http://schemas.openxmlformats.org/drawingml/2006/main">
              <a:ext uri="{FF2B5EF4-FFF2-40B4-BE49-F238E27FC236}">
                <a16:creationId xmlns:a16="http://schemas.microsoft.com/office/drawing/2014/main" id="{84B525A6-F4AE-4F8F-B104-142EB3CA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100만원 계좌의 예시</a:t>
            </a:r>
          </a:p>
        </p:txBody>
      </p:sp>
      <p:sp>
        <p:nvSpPr>
          <p:cNvPr id="8" name="채권이30만원으로 늘었다면 목표20만원보다1">
            <a:extLst xmlns:a="http://schemas.openxmlformats.org/drawingml/2006/main">
              <a:ext uri="{FF2B5EF4-FFF2-40B4-BE49-F238E27FC236}">
                <a16:creationId xmlns:a16="http://schemas.microsoft.com/office/drawing/2014/main" id="{FF9D682D-37E5-4CF6-8C51-2F19A97B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05250"/>
            <a:ext cx="5429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채권이30만원으로 늘었다면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목표20만원보다10만원 많다. 승인된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재조정에서 넘친 몫을 줄이고 부족한 주식 몫을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채우는 식이다.</a:t>
            </a:r>
          </a:p>
        </p:txBody>
      </p:sp>
      <p:sp>
        <p:nvSpPr>
          <p:cNvPr id="9" name="새 돈만 넣을 때">
            <a:extLst xmlns:a="http://schemas.openxmlformats.org/drawingml/2006/main">
              <a:ext uri="{FF2B5EF4-FFF2-40B4-BE49-F238E27FC236}">
                <a16:creationId xmlns:a16="http://schemas.microsoft.com/office/drawing/2014/main" id="{66F08C52-A0C6-4AB0-86AA-65C21C2B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새 돈만 넣을 때</a:t>
            </a:r>
          </a:p>
        </p:txBody>
      </p:sp>
      <p:sp>
        <p:nvSpPr>
          <p:cNvPr id="10" name="매달 납입금은 목표에 모자란 자산에 우선 배">
            <a:extLst xmlns:a="http://schemas.openxmlformats.org/drawingml/2006/main">
              <a:ext uri="{FF2B5EF4-FFF2-40B4-BE49-F238E27FC236}">
                <a16:creationId xmlns:a16="http://schemas.microsoft.com/office/drawing/2014/main" id="{8365B34E-A883-4B37-8544-B0117135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0582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매달 납입금은 목표에 모자란 자산에 우선 배분한다. 충분히 큰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납입금이 있으면 팔지 않고도 차이를 줄일 수 있다. 계좌가 커지면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같은 납입금의 조정 효과는 작아진다.</a:t>
            </a:r>
          </a:p>
        </p:txBody>
      </p:sp>
      <p:sp>
        <p:nvSpPr>
          <p:cNvPr id="11" name="연간 조정의 실행">
            <a:extLst xmlns:a="http://schemas.openxmlformats.org/drawingml/2006/main">
              <a:ext uri="{FF2B5EF4-FFF2-40B4-BE49-F238E27FC236}">
                <a16:creationId xmlns:a16="http://schemas.microsoft.com/office/drawing/2014/main" id="{79EB9E68-D95C-4011-B04B-5133E8E3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953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연간 조정의 실행</a:t>
            </a:r>
          </a:p>
        </p:txBody>
      </p:sp>
      <p:sp>
        <p:nvSpPr>
          <p:cNvPr id="12" name="실제 매도는 승인과 지정가·정수 주·수수료를">
            <a:extLst xmlns:a="http://schemas.openxmlformats.org/drawingml/2006/main">
              <a:ext uri="{FF2B5EF4-FFF2-40B4-BE49-F238E27FC236}">
                <a16:creationId xmlns:a16="http://schemas.microsoft.com/office/drawing/2014/main" id="{6C3651A1-2F50-40BE-85C0-EC93038F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50582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실제 매도는 승인과 지정가·정수 주·수수료를 따른다. 예시처럼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정확히10만원이 이동한다고 보장하지 않는다. 계좌의 개인 직접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매수는 전략 장부와 구분한다.</a:t>
            </a:r>
          </a:p>
        </p:txBody>
      </p:sp>
    </p:spTree>
    <p:extLst>
      <p:ext uri="{BB962C8B-B14F-4D97-AF65-F5344CB8AC3E}">
        <p14:creationId xmlns:p14="http://schemas.microsoft.com/office/powerpoint/2010/main" val="24503543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128E2FAC-4FC5-405D-AACB-2362C7D2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C40DA0AE-4737-4743-A520-4C3F85BB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미국 국채의 역할과 가격 위험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7BF6A-04B4-48B9-B17F-C85BAB93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IEF는 미국7~10년 국채에 투자하는 ET">
            <a:extLst xmlns:a="http://schemas.openxmlformats.org/drawingml/2006/main">
              <a:ext uri="{FF2B5EF4-FFF2-40B4-BE49-F238E27FC236}">
                <a16:creationId xmlns:a16="http://schemas.microsoft.com/office/drawing/2014/main" id="{961391B3-9AB0-4D34-AEEF-D8120851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IEF는 미국7~10년 국채에 투자하는 ETF</a:t>
            </a:r>
          </a:p>
        </p:txBody>
      </p:sp>
      <p:sp>
        <p:nvSpPr>
          <p:cNvPr id="5" name="26">
            <a:extLst xmlns:a="http://schemas.openxmlformats.org/drawingml/2006/main">
              <a:ext uri="{FF2B5EF4-FFF2-40B4-BE49-F238E27FC236}">
                <a16:creationId xmlns:a16="http://schemas.microsoft.com/office/drawing/2014/main" id="{6D60F66F-042C-488E-ADDF-5F8BDC34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631BC-D6B7-4226-B179-53098E5D9E99}"/>
              </a:ext>
            </a:extLst>
          </p:cNvPr>
          <p:cNvGraphicFramePr/>
          <p:nvPr/>
        </p:nvGraphicFramePr>
        <p:xfrm>
          <a:off xmlns:a="http://schemas.openxmlformats.org/drawingml/2006/main" x="762000" y="3095625"/>
          <a:ext xmlns:a="http://schemas.openxmlformats.org/drawingml/2006/main" cx="13716000" cy="519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95250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환경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기대하는 역할과 위험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경기 둔화와 금리 하락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채권 가격 상승이 주식 손실을 일부 완충할 수 있음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물가 상승과 금리 인상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채권도 가격이 하락할 수 있고 주식과 함께 손실 가능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장기간 보유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이자 수익이 있어도 매입 가격 회복이나 원금 보장과는 별개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익절과 관리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가격 목표를 두지 않고 목표 비중 초과분을 승인 후 조정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468C7-C3E9-4967-8808-89B7CBC0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8" name="만기 보유와 ETF의 차이">
            <a:extLst xmlns:a="http://schemas.openxmlformats.org/drawingml/2006/main">
              <a:ext uri="{FF2B5EF4-FFF2-40B4-BE49-F238E27FC236}">
                <a16:creationId xmlns:a16="http://schemas.microsoft.com/office/drawing/2014/main" id="{A8D93B6D-4979-4D18-B088-F73E50F2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39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만기 보유와 ETF의 차이</a:t>
            </a:r>
          </a:p>
        </p:txBody>
      </p:sp>
      <p:sp>
        <p:nvSpPr>
          <p:cNvPr id="9" name="개별 국채의 만기 상환과 ETF 보유는 다르">
            <a:extLst xmlns:a="http://schemas.openxmlformats.org/drawingml/2006/main">
              <a:ext uri="{FF2B5EF4-FFF2-40B4-BE49-F238E27FC236}">
                <a16:creationId xmlns:a16="http://schemas.microsoft.com/office/drawing/2014/main" id="{7C544646-68DB-4513-8FA7-36D041C0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915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개별 국채의 만기 상환과 ETF 보유는 다르다. ETF는 편입 채권을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계속 관리하므로 투자자가 정한 날짜에 원금이 확정되어 돌아오는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상품으로 볼 수 없다.</a:t>
            </a:r>
          </a:p>
        </p:txBody>
      </p:sp>
      <p:sp>
        <p:nvSpPr>
          <p:cNvPr id="10" name="주식과 동반 하락">
            <a:extLst xmlns:a="http://schemas.openxmlformats.org/drawingml/2006/main">
              <a:ext uri="{FF2B5EF4-FFF2-40B4-BE49-F238E27FC236}">
                <a16:creationId xmlns:a16="http://schemas.microsoft.com/office/drawing/2014/main" id="{EEE44696-3CE2-43D7-B1C4-1457FDBA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239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주식과 동반 하락</a:t>
            </a:r>
          </a:p>
        </p:txBody>
      </p:sp>
      <p:sp>
        <p:nvSpPr>
          <p:cNvPr id="11" name="2022년처럼 금리 충격이 큰 환경에서는 주">
            <a:extLst xmlns:a="http://schemas.openxmlformats.org/drawingml/2006/main">
              <a:ext uri="{FF2B5EF4-FFF2-40B4-BE49-F238E27FC236}">
                <a16:creationId xmlns:a16="http://schemas.microsoft.com/office/drawing/2014/main" id="{27E5522D-EB84-4916-97EC-D4649ABC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7915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2022년처럼 금리 충격이 큰 환경에서는 주식과 채권이 함께 약해질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수 있다. 채권20%는 완충을 기대한 배분이지 계좌의 손실을 보장해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막는 장치가 아니다.</a:t>
            </a:r>
          </a:p>
        </p:txBody>
      </p:sp>
    </p:spTree>
    <p:extLst>
      <p:ext uri="{BB962C8B-B14F-4D97-AF65-F5344CB8AC3E}">
        <p14:creationId xmlns:p14="http://schemas.microsoft.com/office/powerpoint/2010/main" val="137752169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7F4A77E4-03E5-445A-AC03-636AC270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A4DBAB3B-688D-4ECF-BE52-F53429ED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금의 관리와 매도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F6335-1189-4D1B-9553-C9325636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GLDM은 금 가격 노출을 위한 자산이며 현">
            <a:extLst xmlns:a="http://schemas.openxmlformats.org/drawingml/2006/main">
              <a:ext uri="{FF2B5EF4-FFF2-40B4-BE49-F238E27FC236}">
                <a16:creationId xmlns:a16="http://schemas.microsoft.com/office/drawing/2014/main" id="{BA579F77-EAAA-4BA7-A25B-C6883C26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GLDM은 금 가격 노출을 위한 자산이며 현금 배당원과는 다르다</a:t>
            </a:r>
          </a:p>
        </p:txBody>
      </p:sp>
      <p:sp>
        <p:nvSpPr>
          <p:cNvPr id="5" name="27">
            <a:extLst xmlns:a="http://schemas.openxmlformats.org/drawingml/2006/main">
              <a:ext uri="{FF2B5EF4-FFF2-40B4-BE49-F238E27FC236}">
                <a16:creationId xmlns:a16="http://schemas.microsoft.com/office/drawing/2014/main" id="{7F5B9320-0A17-408B-8513-F96F0792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EA79F-0F10-4D45-B9AC-E4D2A27D8F9A}"/>
              </a:ext>
            </a:extLst>
          </p:cNvPr>
          <p:cNvGraphicFramePr/>
          <p:nvPr/>
        </p:nvGraphicFramePr>
        <p:xfrm>
          <a:off xmlns:a="http://schemas.openxmlformats.org/drawingml/2006/main" x="762000" y="3048000"/>
          <a:ext xmlns:a="http://schemas.openxmlformats.org/drawingml/2006/main" cx="13716000" cy="5343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809625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상황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규칙의 처리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 가격 상승으로 목표 초과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12월 승인 재조정 때 넘친 몫을 줄일 수 있음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 가격 하락으로 목표 미달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 납입금 또는 재조정 자금으로 부족한 몫을 채움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매입 가격보다 낮은 상태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비중이 초과했다면 손실 매도가 발생할 수도 있음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금의 별도 손절·목표 익절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없음. 임의의 가격 기준을 보고서에서 추가하지 않음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8EC86-22D4-4F00-A1E3-14A3B030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8" name="분산 효과와 보장">
            <a:extLst xmlns:a="http://schemas.openxmlformats.org/drawingml/2006/main">
              <a:ext uri="{FF2B5EF4-FFF2-40B4-BE49-F238E27FC236}">
                <a16:creationId xmlns:a16="http://schemas.microsoft.com/office/drawing/2014/main" id="{64A31011-C122-4E47-AABE-897D2195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39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분산 효과와 보장</a:t>
            </a:r>
          </a:p>
        </p:txBody>
      </p:sp>
      <p:sp>
        <p:nvSpPr>
          <p:cNvPr id="9" name="위기 때 금이 오를 수 있어도 항상 주식 반">
            <a:extLst xmlns:a="http://schemas.openxmlformats.org/drawingml/2006/main">
              <a:ext uri="{FF2B5EF4-FFF2-40B4-BE49-F238E27FC236}">
                <a16:creationId xmlns:a16="http://schemas.microsoft.com/office/drawing/2014/main" id="{87063338-667C-47EF-ADF5-C1A5CC01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915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위기 때 금이 오를 수 있어도 항상 주식 반대 방향으로 움직이지는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않는다. 금이 크게 하락하거나 오랫동안 회복하지 못하는 환경도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가능하다.</a:t>
            </a:r>
          </a:p>
        </p:txBody>
      </p:sp>
      <p:sp>
        <p:nvSpPr>
          <p:cNvPr id="10" name="비중 조정의 의미">
            <a:extLst xmlns:a="http://schemas.openxmlformats.org/drawingml/2006/main">
              <a:ext uri="{FF2B5EF4-FFF2-40B4-BE49-F238E27FC236}">
                <a16:creationId xmlns:a16="http://schemas.microsoft.com/office/drawing/2014/main" id="{731D2DB4-C1E8-41BD-8005-95E53AA7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239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비중 조정의 의미</a:t>
            </a:r>
          </a:p>
        </p:txBody>
      </p:sp>
      <p:sp>
        <p:nvSpPr>
          <p:cNvPr id="11" name="오른 자산 일부를 줄이고 부족한 자산을 늘려">
            <a:extLst xmlns:a="http://schemas.openxmlformats.org/drawingml/2006/main">
              <a:ext uri="{FF2B5EF4-FFF2-40B4-BE49-F238E27FC236}">
                <a16:creationId xmlns:a16="http://schemas.microsoft.com/office/drawing/2014/main" id="{EE8816E0-8072-4DB1-AD03-C2AE3D1B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7915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오른 자산 일부를 줄이고 부족한 자산을 늘려 원래의 위험 배분으로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돌아간다. 매도 때마다 이익을 확정한다는 뜻이나 전체 투자 수익을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높인다는 보장은 없다.</a:t>
            </a:r>
          </a:p>
        </p:txBody>
      </p:sp>
    </p:spTree>
    <p:extLst>
      <p:ext uri="{BB962C8B-B14F-4D97-AF65-F5344CB8AC3E}">
        <p14:creationId xmlns:p14="http://schemas.microsoft.com/office/powerpoint/2010/main" val="134668751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26E63C38-DBEE-438D-B815-0E7B2268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EEDDB004-883F-4366-AF45-CF35D148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Polaris의 재조정 방식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1CED7-4394-4211-A809-E797A874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동일 월20만원 적립. 매수만·연1회·매달 ">
            <a:extLst xmlns:a="http://schemas.openxmlformats.org/drawingml/2006/main">
              <a:ext uri="{FF2B5EF4-FFF2-40B4-BE49-F238E27FC236}">
                <a16:creationId xmlns:a16="http://schemas.microsoft.com/office/drawing/2014/main" id="{4F1A20C8-CA1E-44AF-953D-1284C235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동일 월20만원 적립. 매수만·연1회·매달 조정의 과거 모의</a:t>
            </a:r>
          </a:p>
        </p:txBody>
      </p:sp>
      <p:sp>
        <p:nvSpPr>
          <p:cNvPr id="5" name="28">
            <a:extLst xmlns:a="http://schemas.openxmlformats.org/drawingml/2006/main">
              <a:ext uri="{FF2B5EF4-FFF2-40B4-BE49-F238E27FC236}">
                <a16:creationId xmlns:a16="http://schemas.microsoft.com/office/drawing/2014/main" id="{1B7A6F2C-9EC5-4CF5-9F25-9838D32C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80E1960-AE72-439E-B829-EF7085578F0B}"/>
              </a:ext>
            </a:extLst>
          </p:cNvPr>
          <p:cNvGraphicFramePr/>
          <p:nvPr/>
        </p:nvGraphicFramePr>
        <p:xfrm>
          <a:off xmlns:a="http://schemas.openxmlformats.org/drawingml/2006/main" x="523875" y="3048000"/>
          <a:ext xmlns:a="http://schemas.openxmlformats.org/drawingml/2006/main" cx="14001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b96bd7ee3d404a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0842C-D83F-49CC-AB54-53B00F191B0E}"/>
              </a:ext>
            </a:extLst>
          </p:cNvPr>
          <p:cNvGraphicFramePr/>
          <p:nvPr/>
        </p:nvGraphicFramePr>
        <p:xfrm>
          <a:off xmlns:a="http://schemas.openxmlformats.org/drawingml/2006/main" x="762000" y="7381875"/>
          <a:ext xmlns:a="http://schemas.openxmlformats.org/drawingml/2006/main" cx="137160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000500"/>
                <a:gridCol w="30480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방식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최종자산(만원)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낙폭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12월 연1회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10,153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-23.4%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매수만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10,215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-24.3%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매달조정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10,245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-23.2%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286E8-657B-46A9-A31A-983A9F93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9994086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805323BB-4217-42BE-A0B0-CBB78F88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1B07872B-7562-4BFF-8903-29774609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Polaris와 주식 단독 적립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1F60D-8A75-43D9-B522-B3775213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수익과 중간 낙폭의 절충. 2012~2026">
            <a:extLst xmlns:a="http://schemas.openxmlformats.org/drawingml/2006/main">
              <a:ext uri="{FF2B5EF4-FFF2-40B4-BE49-F238E27FC236}">
                <a16:creationId xmlns:a16="http://schemas.microsoft.com/office/drawing/2014/main" id="{FAD1BF9A-7DA4-4D47-894A-50CEF18D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수익과 중간 낙폭의 절충. 2012~2026년8월, 월20만원</a:t>
            </a:r>
          </a:p>
        </p:txBody>
      </p:sp>
      <p:sp>
        <p:nvSpPr>
          <p:cNvPr id="5" name="29">
            <a:extLst xmlns:a="http://schemas.openxmlformats.org/drawingml/2006/main">
              <a:ext uri="{FF2B5EF4-FFF2-40B4-BE49-F238E27FC236}">
                <a16:creationId xmlns:a16="http://schemas.microsoft.com/office/drawing/2014/main" id="{BE4E10E1-8F43-483F-974F-24040425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F4FAB-4C01-48C3-860D-DA0AF83A74BC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3619500"/>
                <a:gridCol w="2571750"/>
                <a:gridCol w="26670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계좌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최종자산(만원)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연복리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낙폭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10,153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12.3%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-23.4%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S&amp;P500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11,620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14.9%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-33.7%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나스닥1배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17,609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19.8%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-35.1%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72,222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35.6%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-31.7%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1C7E3-F81E-4586-808C-08067EB6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8" name="분산의 대가">
            <a:extLst xmlns:a="http://schemas.openxmlformats.org/drawingml/2006/main">
              <a:ext uri="{FF2B5EF4-FFF2-40B4-BE49-F238E27FC236}">
                <a16:creationId xmlns:a16="http://schemas.microsoft.com/office/drawing/2014/main" id="{B1BC227E-9257-430D-B7B0-A6BA020A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분산의 대가</a:t>
            </a:r>
          </a:p>
        </p:txBody>
      </p:sp>
      <p:sp>
        <p:nvSpPr>
          <p:cNvPr id="9" name="이 구간에서는 주식 단독이 Polaris보다">
            <a:extLst xmlns:a="http://schemas.openxmlformats.org/drawingml/2006/main">
              <a:ext uri="{FF2B5EF4-FFF2-40B4-BE49-F238E27FC236}">
                <a16:creationId xmlns:a16="http://schemas.microsoft.com/office/drawing/2014/main" id="{45523865-58B5-4DD7-931B-44143261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53450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이 구간에서는 주식 단독이 Polaris보다 더 많이 벌었다. 주식 외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자산을 보유해 상승 참여를 일부 줄인 대신 중간 낙폭도 작았다.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수익과 위험을 함께 읽어야 한다.</a:t>
            </a:r>
          </a:p>
        </p:txBody>
      </p:sp>
      <p:sp>
        <p:nvSpPr>
          <p:cNvPr id="10" name="비교의 공정성">
            <a:extLst xmlns:a="http://schemas.openxmlformats.org/drawingml/2006/main">
              <a:ext uri="{FF2B5EF4-FFF2-40B4-BE49-F238E27FC236}">
                <a16:creationId xmlns:a16="http://schemas.microsoft.com/office/drawing/2014/main" id="{7955BBDA-5014-4EF1-AE90-7A554A4B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0010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비교의 공정성</a:t>
            </a:r>
          </a:p>
        </p:txBody>
      </p:sp>
      <p:sp>
        <p:nvSpPr>
          <p:cNvPr id="11" name="같은 납입액·기간·거래비용을 적용했다. 현재">
            <a:extLst xmlns:a="http://schemas.openxmlformats.org/drawingml/2006/main">
              <a:ext uri="{FF2B5EF4-FFF2-40B4-BE49-F238E27FC236}">
                <a16:creationId xmlns:a16="http://schemas.microsoft.com/office/drawing/2014/main" id="{3B30AC57-45CA-41FF-B61B-90562D7B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553450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같은 납입액·기간·거래비용을 적용했다. 현재 두 계좌의 실제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수수료·수량 단위·현금 배당 처리는 다르다. 이 표는 실계좌의 정산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결과가 아닌 공통 조건 비교다.</a:t>
            </a:r>
          </a:p>
        </p:txBody>
      </p:sp>
    </p:spTree>
    <p:extLst>
      <p:ext uri="{BB962C8B-B14F-4D97-AF65-F5344CB8AC3E}">
        <p14:creationId xmlns:p14="http://schemas.microsoft.com/office/powerpoint/2010/main" val="7142994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89DABEE4-6E4C-4469-9F69-4F69AB79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4A608CD7-D37E-4F43-BAB2-F6C16832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적금과 두 전략의 월 적립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0D0B0-4EBB-4523-88E3-A7597F34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월20만원, 2012년1월~2026년8월. ">
            <a:extLst xmlns:a="http://schemas.openxmlformats.org/drawingml/2006/main">
              <a:ext uri="{FF2B5EF4-FFF2-40B4-BE49-F238E27FC236}">
                <a16:creationId xmlns:a16="http://schemas.microsoft.com/office/drawing/2014/main" id="{EC700C3E-C2CE-4BB5-8F31-974ED954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월20만원, 2012년1월~2026년8월. 월말 평가액, 단위: 만원</a:t>
            </a:r>
          </a:p>
        </p:txBody>
      </p:sp>
      <p:sp>
        <p:nvSpPr>
          <p:cNvPr id="5" name="30">
            <a:extLst xmlns:a="http://schemas.openxmlformats.org/drawingml/2006/main">
              <a:ext uri="{FF2B5EF4-FFF2-40B4-BE49-F238E27FC236}">
                <a16:creationId xmlns:a16="http://schemas.microsoft.com/office/drawing/2014/main" id="{4229B968-1FD1-460D-AA56-DB21BDB7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6" name="세전·환율 고정·배당 재투자·소수 주·편도0">
            <a:extLst xmlns:a="http://schemas.openxmlformats.org/drawingml/2006/main">
              <a:ext uri="{FF2B5EF4-FFF2-40B4-BE49-F238E27FC236}">
                <a16:creationId xmlns:a16="http://schemas.microsoft.com/office/drawing/2014/main" id="{2F932DDF-A0DA-4038-ACF2-BCFE27D3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세전·환율 고정·배당 재투자·소수 주·편도0.15%. 좌우 세로축은 다르다.</a:t>
            </a:r>
          </a:p>
        </p:txBody>
      </p:sp>
      <p:sp>
        <p:nvSpPr>
          <p:cNvPr id="7" name="Polaris와 적금">
            <a:extLst xmlns:a="http://schemas.openxmlformats.org/drawingml/2006/main">
              <a:ext uri="{FF2B5EF4-FFF2-40B4-BE49-F238E27FC236}">
                <a16:creationId xmlns:a16="http://schemas.microsoft.com/office/drawing/2014/main" id="{7F9FBE14-BBD3-4E96-A59A-DC21C933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Polaris와 적금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F58EB365-F0B9-44D3-BAD1-6FB6BEC41AA7}"/>
              </a:ext>
            </a:extLst>
          </p:cNvPr>
          <p:cNvGraphicFramePr/>
          <p:nvPr/>
        </p:nvGraphicFramePr>
        <p:xfrm>
          <a:off xmlns:a="http://schemas.openxmlformats.org/drawingml/2006/main" x="523875" y="3619500"/>
          <a:ext xmlns:a="http://schemas.openxmlformats.org/drawingml/2006/main" cx="6858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9015d839bc4603"/>
          </a:graphicData>
        </a:graphic>
      </p:graphicFrame>
      <p:sp>
        <p:nvSpPr>
          <p:cNvPr id="9" name="Deneb와 적금">
            <a:extLst xmlns:a="http://schemas.openxmlformats.org/drawingml/2006/main">
              <a:ext uri="{FF2B5EF4-FFF2-40B4-BE49-F238E27FC236}">
                <a16:creationId xmlns:a16="http://schemas.microsoft.com/office/drawing/2014/main" id="{5012B08A-244D-4D87-8730-CDF43B33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Deneb와 적금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8D778F59-9F22-4E04-ACA6-7E37FC4AD9AB}"/>
              </a:ext>
            </a:extLst>
          </p:cNvPr>
          <p:cNvGraphicFramePr/>
          <p:nvPr/>
        </p:nvGraphicFramePr>
        <p:xfrm>
          <a:off xmlns:a="http://schemas.openxmlformats.org/drawingml/2006/main" x="7858125" y="3619500"/>
          <a:ext xmlns:a="http://schemas.openxmlformats.org/drawingml/2006/main" cx="6858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493745ae16443a"/>
          </a:graphicData>
        </a:graphic>
      </p:graphicFrame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D6994-7301-4D18-AA69-9173F77235FB}"/>
              </a:ext>
            </a:extLst>
          </p:cNvPr>
          <p:cNvGraphicFramePr/>
          <p:nvPr/>
        </p:nvGraphicFramePr>
        <p:xfrm>
          <a:off xmlns:a="http://schemas.openxmlformats.org/drawingml/2006/main" x="762000" y="7191375"/>
          <a:ext xmlns:a="http://schemas.openxmlformats.org/drawingml/2006/main" cx="137160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1428750"/>
                <a:gridCol w="1428750"/>
                <a:gridCol w="1428750"/>
                <a:gridCol w="1619250"/>
                <a:gridCol w="1619250"/>
                <a:gridCol w="2286000"/>
                <a:gridCol w="22860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시점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원금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적금3%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적금4%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Polaris−4%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Deneb−4%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1,200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1,295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1,328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1,424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1,788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+96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+459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2,400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2,796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2,944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4,946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20,901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+2,003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+17,957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14년8개월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3,520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4,413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4,767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10,153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72,222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+5,386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+67,455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71E99-B51C-4A46-9E88-BF989533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249940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90CFE2DA-830A-4E12-9C9E-0C972B7B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8708DF3C-A278-4376-8887-BED8B877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적금 비교의 계산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1A1F7-FF14-46EC-955F-2D5C1FDE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연3%·4%가 계속 유지된다고 가정한 세전 ">
            <a:extLst xmlns:a="http://schemas.openxmlformats.org/drawingml/2006/main">
              <a:ext uri="{FF2B5EF4-FFF2-40B4-BE49-F238E27FC236}">
                <a16:creationId xmlns:a16="http://schemas.microsoft.com/office/drawing/2014/main" id="{E4C44170-FA85-4A01-B84C-8465D75D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연3%·4%가 계속 유지된다고 가정한 세전 시나리오</a:t>
            </a:r>
          </a:p>
        </p:txBody>
      </p:sp>
      <p:sp>
        <p:nvSpPr>
          <p:cNvPr id="5" name="31">
            <a:extLst xmlns:a="http://schemas.openxmlformats.org/drawingml/2006/main">
              <a:ext uri="{FF2B5EF4-FFF2-40B4-BE49-F238E27FC236}">
                <a16:creationId xmlns:a16="http://schemas.microsoft.com/office/drawing/2014/main" id="{D428B149-D0D7-4FB0-AC4D-55ECB46E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31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06EB0-5E83-4069-BE0F-E9F74BA87A57}"/>
              </a:ext>
            </a:extLst>
          </p:cNvPr>
          <p:cNvGraphicFramePr/>
          <p:nvPr/>
        </p:nvGraphicFramePr>
        <p:xfrm>
          <a:off xmlns:a="http://schemas.openxmlformats.org/drawingml/2006/main" x="762000" y="2905125"/>
          <a:ext xmlns:a="http://schemas.openxmlformats.org/drawingml/2006/main" cx="13716000" cy="538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038225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처리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매달 납입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월초에 같은 금액을 납입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12개월 적금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납입한 기간만큼 단리 이자 계산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만기 이후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만기금을 같은 금리의 예금으로 재예치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다음 해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 월 적금과 기존 예금의 이자를 함께 계산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비교에서 제외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5% 금리, 우대조건 변경, 세금, 상품 한도와 중도 해지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B0894-3B68-4104-9857-8ADCFEBD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8" name="연4%의 의미">
            <a:extLst xmlns:a="http://schemas.openxmlformats.org/drawingml/2006/main">
              <a:ext uri="{FF2B5EF4-FFF2-40B4-BE49-F238E27FC236}">
                <a16:creationId xmlns:a16="http://schemas.microsoft.com/office/drawing/2014/main" id="{396F80FA-DCB4-4FEC-8E14-079AA7FB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39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연4%의 의미</a:t>
            </a:r>
          </a:p>
        </p:txBody>
      </p:sp>
      <p:sp>
        <p:nvSpPr>
          <p:cNvPr id="9" name="실제 미래에4% 상품을 계속 가입할 수 있다">
            <a:extLst xmlns:a="http://schemas.openxmlformats.org/drawingml/2006/main">
              <a:ext uri="{FF2B5EF4-FFF2-40B4-BE49-F238E27FC236}">
                <a16:creationId xmlns:a16="http://schemas.microsoft.com/office/drawing/2014/main" id="{EB7A9EC7-EA35-468A-9B3C-00A41190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9157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실제 미래에4% 상품을 계속 가입할 수 있다는 전망은 아니다. 20년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동안 같은 금리를 놓아 투자 전략과 비교할 기준선을 만든 것이다.</a:t>
            </a:r>
          </a:p>
        </p:txBody>
      </p:sp>
      <p:sp>
        <p:nvSpPr>
          <p:cNvPr id="10" name="투자와의 차이">
            <a:extLst xmlns:a="http://schemas.openxmlformats.org/drawingml/2006/main">
              <a:ext uri="{FF2B5EF4-FFF2-40B4-BE49-F238E27FC236}">
                <a16:creationId xmlns:a16="http://schemas.microsoft.com/office/drawing/2014/main" id="{6C162726-9228-4247-977E-216108E0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239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투자와의 차이</a:t>
            </a:r>
          </a:p>
        </p:txBody>
      </p:sp>
      <p:sp>
        <p:nvSpPr>
          <p:cNvPr id="11" name="이 모형의 적금은 평가액이 시장 가격 때문에">
            <a:extLst xmlns:a="http://schemas.openxmlformats.org/drawingml/2006/main">
              <a:ext uri="{FF2B5EF4-FFF2-40B4-BE49-F238E27FC236}">
                <a16:creationId xmlns:a16="http://schemas.microsoft.com/office/drawing/2014/main" id="{FBB0115D-45AA-4A7E-A77A-D73A7B79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7915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이 모형의 적금은 평가액이 시장 가격 때문에 하락하지 않는다. 주식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전략은 매도 시점의 평가 손실과 환율 변동을 감수한다. 단순 최종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금액만으로 대체 가능성을 판단하지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82172667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36691BED-2F93-4DA8-8246-D7025A00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13BABF0-696D-4D87-AE0B-2C0DACFF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적금 대비 추가 자산과 위험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F30CF-013A-4D7F-8169-91915B25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월20만원, 실제 과거 공통 구간의 세전 모">
            <a:extLst xmlns:a="http://schemas.openxmlformats.org/drawingml/2006/main">
              <a:ext uri="{FF2B5EF4-FFF2-40B4-BE49-F238E27FC236}">
                <a16:creationId xmlns:a16="http://schemas.microsoft.com/office/drawing/2014/main" id="{75E2E1F6-2F55-4029-81F8-F5B9FD36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월20만원, 실제 과거 공통 구간의 세전 모의</a:t>
            </a:r>
          </a:p>
        </p:txBody>
      </p:sp>
      <p:sp>
        <p:nvSpPr>
          <p:cNvPr id="5" name="32">
            <a:extLst xmlns:a="http://schemas.openxmlformats.org/drawingml/2006/main">
              <a:ext uri="{FF2B5EF4-FFF2-40B4-BE49-F238E27FC236}">
                <a16:creationId xmlns:a16="http://schemas.microsoft.com/office/drawing/2014/main" id="{39B5C408-E43A-4B10-A80E-79196F67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32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B1C79-2120-4D6F-896A-0EB94A01E9C3}"/>
              </a:ext>
            </a:extLst>
          </p:cNvPr>
          <p:cNvGraphicFramePr/>
          <p:nvPr/>
        </p:nvGraphicFramePr>
        <p:xfrm>
          <a:off xmlns:a="http://schemas.openxmlformats.org/drawingml/2006/main" x="762000" y="3000375"/>
          <a:ext xmlns:a="http://schemas.openxmlformats.org/drawingml/2006/main" cx="13716000" cy="576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762250"/>
                <a:gridCol w="2762250"/>
                <a:gridCol w="276225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적금4% 가정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 원금(만원)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3,520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3,520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3,520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종료 평가액(만원)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4,767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10,153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72,222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원금 대비 이익(만원)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1,247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6,633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68,702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중간 낙폭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평가 변동 없음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-23.4%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-31.7%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가격 하락 위험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모형상 없음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있음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있음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미래 금액 확정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금리 유지 가정 필요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아니오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아니오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A3B86-80E8-4427-95FA-FDD84266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8" name="투자 전략의 추가 자산은 시장 위험을 감수한">
            <a:extLst xmlns:a="http://schemas.openxmlformats.org/drawingml/2006/main">
              <a:ext uri="{FF2B5EF4-FFF2-40B4-BE49-F238E27FC236}">
                <a16:creationId xmlns:a16="http://schemas.microsoft.com/office/drawing/2014/main" id="{A61A500C-F002-4A5C-B825-04141474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91625"/>
            <a:ext cx="1371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투자 전략의 추가 자산은 시장 위험을 감수한 결과다. 이 구간의 차액을 적금보다 보장된 추가 이자로 해석하지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533992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F88D6FCB-5236-4BD6-AD1E-365B0CC8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D287F3EF-4FBF-4993-A8DC-7AECA705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장기 적립 분포의 계산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79D2A-4EB2-465C-9AA6-B26A69C4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과거 가격 경로를 다시 조합한1,000개 모">
            <a:extLst xmlns:a="http://schemas.openxmlformats.org/drawingml/2006/main">
              <a:ext uri="{FF2B5EF4-FFF2-40B4-BE49-F238E27FC236}">
                <a16:creationId xmlns:a16="http://schemas.microsoft.com/office/drawing/2014/main" id="{D4F7C89F-3DA1-40F1-A832-B6FA197B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과거 가격 경로를 다시 조합한1,000개 모의. 미래 확률 예측과 구분</a:t>
            </a:r>
          </a:p>
        </p:txBody>
      </p:sp>
      <p:sp>
        <p:nvSpPr>
          <p:cNvPr id="5" name="33">
            <a:extLst xmlns:a="http://schemas.openxmlformats.org/drawingml/2006/main">
              <a:ext uri="{FF2B5EF4-FFF2-40B4-BE49-F238E27FC236}">
                <a16:creationId xmlns:a16="http://schemas.microsoft.com/office/drawing/2014/main" id="{4534583B-0E7C-4024-B43E-8C3436A5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33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3124A-D0DB-4614-BD09-3D9FFBB1D86D}"/>
              </a:ext>
            </a:extLst>
          </p:cNvPr>
          <p:cNvGraphicFramePr/>
          <p:nvPr/>
        </p:nvGraphicFramePr>
        <p:xfrm>
          <a:off xmlns:a="http://schemas.openxmlformats.org/drawingml/2006/main" x="762000" y="2857500"/>
          <a:ext xmlns:a="http://schemas.openxmlformats.org/drawingml/2006/main" cx="13716000" cy="576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04775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고정한 방법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2012~2026년8월의6자산 일수익률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경로 조합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자산들을 같은 날짜 묶음으로252거래일씩 뽑아 연결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전략 재생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가격 경로에서 변동성·추세를 다시 계산하고 방어·복귀·연간 조정 재실행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납입과 기간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첫1년은 신호 준비, 이후20년 월 적립. 같은 경로를 두 전략에 적용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표시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5·10·15·20년 종료자산의 하위10%·중간·상위10%와 모의 최저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29D11-B481-4B3F-8007-3CB3472E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8" name="하위10%도 손실 한도는 아니다. 표본에는 ">
            <a:extLst xmlns:a="http://schemas.openxmlformats.org/drawingml/2006/main">
              <a:ext uri="{FF2B5EF4-FFF2-40B4-BE49-F238E27FC236}">
                <a16:creationId xmlns:a16="http://schemas.microsoft.com/office/drawing/2014/main" id="{37B587C3-C486-42D9-94BE-FCE1D95B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0"/>
            <a:ext cx="13716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하위10%도 손실 한도는 아니다. 표본에는 닷컴 붕괴와2008년이 없고 강세장 비중이 크다. 확률 수치는 이1,000개 경로 안에서의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위치만 나타낸다.</a:t>
            </a:r>
          </a:p>
        </p:txBody>
      </p:sp>
    </p:spTree>
    <p:extLst>
      <p:ext uri="{BB962C8B-B14F-4D97-AF65-F5344CB8AC3E}">
        <p14:creationId xmlns:p14="http://schemas.microsoft.com/office/powerpoint/2010/main" val="155233688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6A896E55-8056-4BC5-8F88-9F6F0F04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EDF22541-7CED-4E17-9A98-C5D72251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5년 적립의 모의 분포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8E628-9D4C-4F61-A6E0-7936362B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월20만원. 종료 총자산, 단위: 만원. 과">
            <a:extLst xmlns:a="http://schemas.openxmlformats.org/drawingml/2006/main">
              <a:ext uri="{FF2B5EF4-FFF2-40B4-BE49-F238E27FC236}">
                <a16:creationId xmlns:a16="http://schemas.microsoft.com/office/drawing/2014/main" id="{B22BCCD5-7600-452E-83F3-324F63B0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월20만원. 종료 총자산, 단위: 만원. 과거 표본 재조합 안에서의 분포</a:t>
            </a:r>
          </a:p>
        </p:txBody>
      </p:sp>
      <p:sp>
        <p:nvSpPr>
          <p:cNvPr id="5" name="34">
            <a:extLst xmlns:a="http://schemas.openxmlformats.org/drawingml/2006/main">
              <a:ext uri="{FF2B5EF4-FFF2-40B4-BE49-F238E27FC236}">
                <a16:creationId xmlns:a16="http://schemas.microsoft.com/office/drawing/2014/main" id="{A9546F62-8760-4855-8326-75FE9BDC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34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207C928-5E60-49C6-9EEC-F6A1827477F2}"/>
              </a:ext>
            </a:extLst>
          </p:cNvPr>
          <p:cNvGraphicFramePr/>
          <p:nvPr/>
        </p:nvGraphicFramePr>
        <p:xfrm>
          <a:off xmlns:a="http://schemas.openxmlformats.org/drawingml/2006/main" x="523875" y="3000375"/>
          <a:ext xmlns:a="http://schemas.openxmlformats.org/drawingml/2006/main" cx="8477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4b63e4ee1a4d8f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BA5CA-C50A-4923-AB9A-4F2EE87FBD11}"/>
              </a:ext>
            </a:extLst>
          </p:cNvPr>
          <p:cNvGraphicFramePr/>
          <p:nvPr/>
        </p:nvGraphicFramePr>
        <p:xfrm>
          <a:off xmlns:a="http://schemas.openxmlformats.org/drawingml/2006/main" x="9048750" y="3238500"/>
          <a:ext xmlns:a="http://schemas.openxmlformats.org/drawingml/2006/main" cx="5429250" cy="3305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2860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종료자산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 원금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1,200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적금3%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1,295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적금4%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1,328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ACDE4-7B73-4207-BA04-97EDC585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9" name="표의 해석">
            <a:extLst xmlns:a="http://schemas.openxmlformats.org/drawingml/2006/main">
              <a:ext uri="{FF2B5EF4-FFF2-40B4-BE49-F238E27FC236}">
                <a16:creationId xmlns:a16="http://schemas.microsoft.com/office/drawing/2014/main" id="{B3DC55CC-50EB-4EA7-B062-428B1FE9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표의 해석</a:t>
            </a:r>
          </a:p>
        </p:txBody>
      </p:sp>
      <p:sp>
        <p:nvSpPr>
          <p:cNvPr id="10" name="하위10%·중간·상위10%는 재조합 경로의1">
            <a:extLst xmlns:a="http://schemas.openxmlformats.org/drawingml/2006/main">
              <a:ext uri="{FF2B5EF4-FFF2-40B4-BE49-F238E27FC236}">
                <a16:creationId xmlns:a16="http://schemas.microsoft.com/office/drawing/2014/main" id="{1978C66C-BD03-427C-B448-BBFF98EC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4105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하위10%·중간·상위10%는 재조합 경로의10·50·90백분위다.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모의 최저는 이번1,000개 중 가장 낮은 종료 금액이다. 중간에 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깊은 손실을 겪었을 수 있다.</a:t>
            </a:r>
          </a:p>
        </p:txBody>
      </p:sp>
      <p:sp>
        <p:nvSpPr>
          <p:cNvPr id="11" name="낙관 편향의 주의">
            <a:extLst xmlns:a="http://schemas.openxmlformats.org/drawingml/2006/main">
              <a:ext uri="{FF2B5EF4-FFF2-40B4-BE49-F238E27FC236}">
                <a16:creationId xmlns:a16="http://schemas.microsoft.com/office/drawing/2014/main" id="{3336BC13-8D9F-4991-9CC8-84C6C228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858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낙관 편향의 주의</a:t>
            </a:r>
          </a:p>
        </p:txBody>
      </p:sp>
      <p:sp>
        <p:nvSpPr>
          <p:cNvPr id="12" name="장기로 갈수록2012년 이후의 높은 수익이 ">
            <a:extLst xmlns:a="http://schemas.openxmlformats.org/drawingml/2006/main">
              <a:ext uri="{FF2B5EF4-FFF2-40B4-BE49-F238E27FC236}">
                <a16:creationId xmlns:a16="http://schemas.microsoft.com/office/drawing/2014/main" id="{B21227A9-AF57-4708-8D40-33FDF049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4105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장기로 갈수록2012년 이후의 높은 수익이 반복되는 영향이 크다.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특히 Deneb의 큰 숫자는 신뢰할 만한 목표 금액이나 기대수익을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뜻하지 않는다. 생활 계획의 확정 재원으로 사용하지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18821609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0E03725D-4C51-4B68-B9E0-22339787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6709644-C103-4722-B24C-87E9FFB6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10년 적립의 모의 분포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0DDDB-126F-455F-A3EA-BB04958A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월20만원. 종료 총자산, 단위: 만원. 과">
            <a:extLst xmlns:a="http://schemas.openxmlformats.org/drawingml/2006/main">
              <a:ext uri="{FF2B5EF4-FFF2-40B4-BE49-F238E27FC236}">
                <a16:creationId xmlns:a16="http://schemas.microsoft.com/office/drawing/2014/main" id="{6D312337-6AC6-4917-BB95-029FE114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월20만원. 종료 총자산, 단위: 만원. 과거 표본 재조합 안에서의 분포</a:t>
            </a:r>
          </a:p>
        </p:txBody>
      </p:sp>
      <p:sp>
        <p:nvSpPr>
          <p:cNvPr id="5" name="35">
            <a:extLst xmlns:a="http://schemas.openxmlformats.org/drawingml/2006/main">
              <a:ext uri="{FF2B5EF4-FFF2-40B4-BE49-F238E27FC236}">
                <a16:creationId xmlns:a16="http://schemas.microsoft.com/office/drawing/2014/main" id="{83D779CC-DFBA-410D-A55E-35464D67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35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07AF672-D005-4697-B689-0DC66813746E}"/>
              </a:ext>
            </a:extLst>
          </p:cNvPr>
          <p:cNvGraphicFramePr/>
          <p:nvPr/>
        </p:nvGraphicFramePr>
        <p:xfrm>
          <a:off xmlns:a="http://schemas.openxmlformats.org/drawingml/2006/main" x="523875" y="3000375"/>
          <a:ext xmlns:a="http://schemas.openxmlformats.org/drawingml/2006/main" cx="8477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52b37f72ae49f6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E264F-E43C-40BF-9BD0-0A322B83B4C1}"/>
              </a:ext>
            </a:extLst>
          </p:cNvPr>
          <p:cNvGraphicFramePr/>
          <p:nvPr/>
        </p:nvGraphicFramePr>
        <p:xfrm>
          <a:off xmlns:a="http://schemas.openxmlformats.org/drawingml/2006/main" x="9048750" y="3238500"/>
          <a:ext xmlns:a="http://schemas.openxmlformats.org/drawingml/2006/main" cx="5429250" cy="3305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2860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종료자산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 원금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2,400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적금3%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2,796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적금4%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2,944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B2EDE-26DF-43B4-9851-E357BF9C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9" name="표의 해석">
            <a:extLst xmlns:a="http://schemas.openxmlformats.org/drawingml/2006/main">
              <a:ext uri="{FF2B5EF4-FFF2-40B4-BE49-F238E27FC236}">
                <a16:creationId xmlns:a16="http://schemas.microsoft.com/office/drawing/2014/main" id="{D9C0DC91-98E6-4CA0-BAE8-F89D5D4B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표의 해석</a:t>
            </a:r>
          </a:p>
        </p:txBody>
      </p:sp>
      <p:sp>
        <p:nvSpPr>
          <p:cNvPr id="10" name="하위10%·중간·상위10%는 재조합 경로의1">
            <a:extLst xmlns:a="http://schemas.openxmlformats.org/drawingml/2006/main">
              <a:ext uri="{FF2B5EF4-FFF2-40B4-BE49-F238E27FC236}">
                <a16:creationId xmlns:a16="http://schemas.microsoft.com/office/drawing/2014/main" id="{F8843CA7-EDDA-4430-9397-81EE1217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4105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하위10%·중간·상위10%는 재조합 경로의10·50·90백분위다.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모의 최저는 이번1,000개 중 가장 낮은 종료 금액이다. 중간에 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깊은 손실을 겪었을 수 있다.</a:t>
            </a:r>
          </a:p>
        </p:txBody>
      </p:sp>
      <p:sp>
        <p:nvSpPr>
          <p:cNvPr id="11" name="낙관 편향의 주의">
            <a:extLst xmlns:a="http://schemas.openxmlformats.org/drawingml/2006/main">
              <a:ext uri="{FF2B5EF4-FFF2-40B4-BE49-F238E27FC236}">
                <a16:creationId xmlns:a16="http://schemas.microsoft.com/office/drawing/2014/main" id="{299A383B-3080-41CA-8026-9C964C34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858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낙관 편향의 주의</a:t>
            </a:r>
          </a:p>
        </p:txBody>
      </p:sp>
      <p:sp>
        <p:nvSpPr>
          <p:cNvPr id="12" name="장기로 갈수록2012년 이후의 높은 수익이 ">
            <a:extLst xmlns:a="http://schemas.openxmlformats.org/drawingml/2006/main">
              <a:ext uri="{FF2B5EF4-FFF2-40B4-BE49-F238E27FC236}">
                <a16:creationId xmlns:a16="http://schemas.microsoft.com/office/drawing/2014/main" id="{8ABBCB90-3CDE-4C5D-BD23-427FCCFD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4105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장기로 갈수록2012년 이후의 높은 수익이 반복되는 영향이 크다.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특히 Deneb의 큰 숫자는 신뢰할 만한 목표 금액이나 기대수익을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뜻하지 않는다. 생활 계획의 확정 재원으로 사용하지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70762172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49CDADF6-65B5-4350-98C6-FC8FFE4B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1721AC07-0624-4843-95CD-08D111F0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15년 적립의 모의 분포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1179C-1687-41AF-9F3D-FCFDC5FD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월20만원. 종료 총자산, 단위: 만원. 과">
            <a:extLst xmlns:a="http://schemas.openxmlformats.org/drawingml/2006/main">
              <a:ext uri="{FF2B5EF4-FFF2-40B4-BE49-F238E27FC236}">
                <a16:creationId xmlns:a16="http://schemas.microsoft.com/office/drawing/2014/main" id="{D2E93534-3CAD-44A5-ADD7-74C66782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월20만원. 종료 총자산, 단위: 만원. 과거 표본 재조합 안에서의 분포</a:t>
            </a:r>
          </a:p>
        </p:txBody>
      </p:sp>
      <p:sp>
        <p:nvSpPr>
          <p:cNvPr id="5" name="36">
            <a:extLst xmlns:a="http://schemas.openxmlformats.org/drawingml/2006/main">
              <a:ext uri="{FF2B5EF4-FFF2-40B4-BE49-F238E27FC236}">
                <a16:creationId xmlns:a16="http://schemas.microsoft.com/office/drawing/2014/main" id="{E7702223-B86D-4226-9E72-63B7334E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36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806D4E7-93D0-4660-B057-9185DBF8C625}"/>
              </a:ext>
            </a:extLst>
          </p:cNvPr>
          <p:cNvGraphicFramePr/>
          <p:nvPr/>
        </p:nvGraphicFramePr>
        <p:xfrm>
          <a:off xmlns:a="http://schemas.openxmlformats.org/drawingml/2006/main" x="523875" y="3000375"/>
          <a:ext xmlns:a="http://schemas.openxmlformats.org/drawingml/2006/main" cx="8477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80fe3423dc4e13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02208-E474-489B-B0A7-B508E6E23C3B}"/>
              </a:ext>
            </a:extLst>
          </p:cNvPr>
          <p:cNvGraphicFramePr/>
          <p:nvPr/>
        </p:nvGraphicFramePr>
        <p:xfrm>
          <a:off xmlns:a="http://schemas.openxmlformats.org/drawingml/2006/main" x="9048750" y="3238500"/>
          <a:ext xmlns:a="http://schemas.openxmlformats.org/drawingml/2006/main" cx="5429250" cy="3305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2860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종료자산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 원금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3,600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적금3%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4,536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적금4%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4,910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AD94F-33C3-4CB3-A892-8B48DB43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9" name="표의 해석">
            <a:extLst xmlns:a="http://schemas.openxmlformats.org/drawingml/2006/main">
              <a:ext uri="{FF2B5EF4-FFF2-40B4-BE49-F238E27FC236}">
                <a16:creationId xmlns:a16="http://schemas.microsoft.com/office/drawing/2014/main" id="{F7F844F8-DF36-441E-84C2-B50E7DE8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표의 해석</a:t>
            </a:r>
          </a:p>
        </p:txBody>
      </p:sp>
      <p:sp>
        <p:nvSpPr>
          <p:cNvPr id="10" name="하위10%·중간·상위10%는 재조합 경로의1">
            <a:extLst xmlns:a="http://schemas.openxmlformats.org/drawingml/2006/main">
              <a:ext uri="{FF2B5EF4-FFF2-40B4-BE49-F238E27FC236}">
                <a16:creationId xmlns:a16="http://schemas.microsoft.com/office/drawing/2014/main" id="{16DB08A7-D318-4466-8894-FEAA56F9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4105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하위10%·중간·상위10%는 재조합 경로의10·50·90백분위다.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모의 최저는 이번1,000개 중 가장 낮은 종료 금액이다. 중간에 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깊은 손실을 겪었을 수 있다.</a:t>
            </a:r>
          </a:p>
        </p:txBody>
      </p:sp>
      <p:sp>
        <p:nvSpPr>
          <p:cNvPr id="11" name="낙관 편향의 주의">
            <a:extLst xmlns:a="http://schemas.openxmlformats.org/drawingml/2006/main">
              <a:ext uri="{FF2B5EF4-FFF2-40B4-BE49-F238E27FC236}">
                <a16:creationId xmlns:a16="http://schemas.microsoft.com/office/drawing/2014/main" id="{F6AA6E1A-3338-4D75-9D1E-F1C385F4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858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낙관 편향의 주의</a:t>
            </a:r>
          </a:p>
        </p:txBody>
      </p:sp>
      <p:sp>
        <p:nvSpPr>
          <p:cNvPr id="12" name="장기로 갈수록2012년 이후의 높은 수익이 ">
            <a:extLst xmlns:a="http://schemas.openxmlformats.org/drawingml/2006/main">
              <a:ext uri="{FF2B5EF4-FFF2-40B4-BE49-F238E27FC236}">
                <a16:creationId xmlns:a16="http://schemas.microsoft.com/office/drawing/2014/main" id="{CC40F086-243E-462F-9C6F-EA9E52F3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4105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장기로 갈수록2012년 이후의 높은 수익이 반복되는 영향이 크다.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특히 Deneb의 큰 숫자는 신뢰할 만한 목표 금액이나 기대수익을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뜻하지 않는다. 생활 계획의 확정 재원으로 사용하지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70678926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67D815CB-988C-4A71-B368-80209251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EC2E9B56-6D04-4835-97B6-E915060B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20년 적립의 모의 분포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F86A1-6524-45BD-A9C5-108A791F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월20만원. 종료 총자산, 단위: 만원. 과">
            <a:extLst xmlns:a="http://schemas.openxmlformats.org/drawingml/2006/main">
              <a:ext uri="{FF2B5EF4-FFF2-40B4-BE49-F238E27FC236}">
                <a16:creationId xmlns:a16="http://schemas.microsoft.com/office/drawing/2014/main" id="{327D5AEF-ED09-4E84-A540-B2EDF517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월20만원. 종료 총자산, 단위: 만원. 과거 표본 재조합 안에서의 분포</a:t>
            </a:r>
          </a:p>
        </p:txBody>
      </p:sp>
      <p:sp>
        <p:nvSpPr>
          <p:cNvPr id="5" name="37">
            <a:extLst xmlns:a="http://schemas.openxmlformats.org/drawingml/2006/main">
              <a:ext uri="{FF2B5EF4-FFF2-40B4-BE49-F238E27FC236}">
                <a16:creationId xmlns:a16="http://schemas.microsoft.com/office/drawing/2014/main" id="{B79A9E3F-8DD4-4EB7-AAE0-07D051BD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37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4468E17-C7DE-4D39-9BEF-C01356DE4463}"/>
              </a:ext>
            </a:extLst>
          </p:cNvPr>
          <p:cNvGraphicFramePr/>
          <p:nvPr/>
        </p:nvGraphicFramePr>
        <p:xfrm>
          <a:off xmlns:a="http://schemas.openxmlformats.org/drawingml/2006/main" x="523875" y="3000375"/>
          <a:ext xmlns:a="http://schemas.openxmlformats.org/drawingml/2006/main" cx="8477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b227bd428946a7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6E8A6-0696-4B4C-B57F-CA8FCE95EFCD}"/>
              </a:ext>
            </a:extLst>
          </p:cNvPr>
          <p:cNvGraphicFramePr/>
          <p:nvPr/>
        </p:nvGraphicFramePr>
        <p:xfrm>
          <a:off xmlns:a="http://schemas.openxmlformats.org/drawingml/2006/main" x="9048750" y="3238500"/>
          <a:ext xmlns:a="http://schemas.openxmlformats.org/drawingml/2006/main" cx="5429250" cy="3305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2860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종료자산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 원금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4,800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적금3%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6,554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적금4%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7,302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32D2C-485C-4310-AFC3-B3FB9AF3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9" name="표의 해석">
            <a:extLst xmlns:a="http://schemas.openxmlformats.org/drawingml/2006/main">
              <a:ext uri="{FF2B5EF4-FFF2-40B4-BE49-F238E27FC236}">
                <a16:creationId xmlns:a16="http://schemas.microsoft.com/office/drawing/2014/main" id="{76818E54-44B8-4EA9-A4C7-57B11B8D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표의 해석</a:t>
            </a:r>
          </a:p>
        </p:txBody>
      </p:sp>
      <p:sp>
        <p:nvSpPr>
          <p:cNvPr id="10" name="하위10%·중간·상위10%는 재조합 경로의1">
            <a:extLst xmlns:a="http://schemas.openxmlformats.org/drawingml/2006/main">
              <a:ext uri="{FF2B5EF4-FFF2-40B4-BE49-F238E27FC236}">
                <a16:creationId xmlns:a16="http://schemas.microsoft.com/office/drawing/2014/main" id="{5479F902-B275-4F15-9244-B526BB92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4105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하위10%·중간·상위10%는 재조합 경로의10·50·90백분위다.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모의 최저는 이번1,000개 중 가장 낮은 종료 금액이다. 중간에 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깊은 손실을 겪었을 수 있다.</a:t>
            </a:r>
          </a:p>
        </p:txBody>
      </p:sp>
      <p:sp>
        <p:nvSpPr>
          <p:cNvPr id="11" name="낙관 편향의 주의">
            <a:extLst xmlns:a="http://schemas.openxmlformats.org/drawingml/2006/main">
              <a:ext uri="{FF2B5EF4-FFF2-40B4-BE49-F238E27FC236}">
                <a16:creationId xmlns:a16="http://schemas.microsoft.com/office/drawing/2014/main" id="{956D05B5-5842-472F-AEB5-606402D5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858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낙관 편향의 주의</a:t>
            </a:r>
          </a:p>
        </p:txBody>
      </p:sp>
      <p:sp>
        <p:nvSpPr>
          <p:cNvPr id="12" name="장기로 갈수록2012년 이후의 높은 수익이 ">
            <a:extLst xmlns:a="http://schemas.openxmlformats.org/drawingml/2006/main">
              <a:ext uri="{FF2B5EF4-FFF2-40B4-BE49-F238E27FC236}">
                <a16:creationId xmlns:a16="http://schemas.microsoft.com/office/drawing/2014/main" id="{88930401-DEB1-4070-965C-8D06923F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4105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장기로 갈수록2012년 이후의 높은 수익이 반복되는 영향이 크다.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특히 Deneb의 큰 숫자는 신뢰할 만한 목표 금액이나 기대수익을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뜻하지 않는다. 생활 계획의 확정 재원으로 사용하지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88624343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9F52C44F-9A89-4CCB-9702-47EB915D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034D5C44-CD88-4102-A329-6D2AE622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시간에 따른 자산 분포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5BBF5-A574-40CB-BC99-3EA1DCF0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월20만원. 세로축 단위: 만원. 두 그래프">
            <a:extLst xmlns:a="http://schemas.openxmlformats.org/drawingml/2006/main">
              <a:ext uri="{FF2B5EF4-FFF2-40B4-BE49-F238E27FC236}">
                <a16:creationId xmlns:a16="http://schemas.microsoft.com/office/drawing/2014/main" id="{A027BA16-85A6-4EA7-BCC4-E8EE41F5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월20만원. 세로축 단위: 만원. 두 그래프의 축 크기는 다르다</a:t>
            </a:r>
          </a:p>
        </p:txBody>
      </p:sp>
      <p:sp>
        <p:nvSpPr>
          <p:cNvPr id="5" name="38">
            <a:extLst xmlns:a="http://schemas.openxmlformats.org/drawingml/2006/main">
              <a:ext uri="{FF2B5EF4-FFF2-40B4-BE49-F238E27FC236}">
                <a16:creationId xmlns:a16="http://schemas.microsoft.com/office/drawing/2014/main" id="{7A408379-3ED1-41DB-B9BD-7B8F73C1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38</a:t>
            </a:r>
          </a:p>
        </p:txBody>
      </p:sp>
      <p:sp>
        <p:nvSpPr>
          <p:cNvPr id="6" name="Polaris">
            <a:extLst xmlns:a="http://schemas.openxmlformats.org/drawingml/2006/main">
              <a:ext uri="{FF2B5EF4-FFF2-40B4-BE49-F238E27FC236}">
                <a16:creationId xmlns:a16="http://schemas.microsoft.com/office/drawing/2014/main" id="{B562D54E-7E00-4AB0-9573-90D43BF4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217105E1-C3BB-447A-9815-B99848995D01}"/>
              </a:ext>
            </a:extLst>
          </p:cNvPr>
          <p:cNvGraphicFramePr/>
          <p:nvPr/>
        </p:nvGraphicFramePr>
        <p:xfrm>
          <a:off xmlns:a="http://schemas.openxmlformats.org/drawingml/2006/main" x="523875" y="3571875"/>
          <a:ext xmlns:a="http://schemas.openxmlformats.org/drawingml/2006/main" cx="6858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75eda50816452a"/>
          </a:graphicData>
        </a:graphic>
      </p:graphicFrame>
      <p:sp>
        <p:nvSpPr>
          <p:cNvPr id="8" name="Deneb">
            <a:extLst xmlns:a="http://schemas.openxmlformats.org/drawingml/2006/main">
              <a:ext uri="{FF2B5EF4-FFF2-40B4-BE49-F238E27FC236}">
                <a16:creationId xmlns:a16="http://schemas.microsoft.com/office/drawing/2014/main" id="{3A339B6E-496A-4C17-A8DA-E8E77C06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BAC525FA-4EF2-4C9B-9E7E-ECFD760A3203}"/>
              </a:ext>
            </a:extLst>
          </p:cNvPr>
          <p:cNvGraphicFramePr/>
          <p:nvPr/>
        </p:nvGraphicFramePr>
        <p:xfrm>
          <a:off xmlns:a="http://schemas.openxmlformats.org/drawingml/2006/main" x="7858125" y="3571875"/>
          <a:ext xmlns:a="http://schemas.openxmlformats.org/drawingml/2006/main" cx="6858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66d5ecbe454c9a"/>
          </a:graphicData>
        </a:graphic>
      </p:graphicFrame>
      <p:sp>
        <p:nvSpPr>
          <p:cNvPr id="10" name="각 시점의 분위수">
            <a:extLst xmlns:a="http://schemas.openxmlformats.org/drawingml/2006/main">
              <a:ext uri="{FF2B5EF4-FFF2-40B4-BE49-F238E27FC236}">
                <a16:creationId xmlns:a16="http://schemas.microsoft.com/office/drawing/2014/main" id="{5F89FF85-3AF1-4066-881C-D3C7167C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각 시점의 분위수</a:t>
            </a:r>
          </a:p>
        </p:txBody>
      </p:sp>
      <p:sp>
        <p:nvSpPr>
          <p:cNvPr id="11" name="선은 매 시점의 분포를 요약한다. 중간 선을">
            <a:extLst xmlns:a="http://schemas.openxmlformats.org/drawingml/2006/main">
              <a:ext uri="{FF2B5EF4-FFF2-40B4-BE49-F238E27FC236}">
                <a16:creationId xmlns:a16="http://schemas.microsoft.com/office/drawing/2014/main" id="{E8405A3E-6512-4706-8B65-715F118F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010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선은 매 시점의 분포를 요약한다. 중간 선을 실제 한 계좌가 그대로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따라간다는 뜻은 아니다. 같은 경로의 최고·최저 수익선을 표시한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것도 아니다.</a:t>
            </a:r>
          </a:p>
        </p:txBody>
      </p:sp>
      <p:sp>
        <p:nvSpPr>
          <p:cNvPr id="12" name="금액에 따른 확대">
            <a:extLst xmlns:a="http://schemas.openxmlformats.org/drawingml/2006/main">
              <a:ext uri="{FF2B5EF4-FFF2-40B4-BE49-F238E27FC236}">
                <a16:creationId xmlns:a16="http://schemas.microsoft.com/office/drawing/2014/main" id="{B01E125D-BCEF-4EAC-BEE7-1463BBAC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048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금액에 따른 확대</a:t>
            </a:r>
          </a:p>
        </p:txBody>
      </p:sp>
      <p:sp>
        <p:nvSpPr>
          <p:cNvPr id="13" name="세전·소수 주·고정비용 모형에서는 납입액에 ">
            <a:extLst xmlns:a="http://schemas.openxmlformats.org/drawingml/2006/main">
              <a:ext uri="{FF2B5EF4-FFF2-40B4-BE49-F238E27FC236}">
                <a16:creationId xmlns:a16="http://schemas.microsoft.com/office/drawing/2014/main" id="{4B37022D-D78D-4DCC-ACF7-7F274A03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60107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세전·소수 주·고정비용 모형에서는 납입액에 비례해 금액을 환산할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수 있다. 실제 계좌는 정수 주·세금 공제·승인형 단계 때문에 정확히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비례하지 않을 수 있다.</a:t>
            </a:r>
          </a:p>
        </p:txBody>
      </p:sp>
    </p:spTree>
    <p:extLst>
      <p:ext uri="{BB962C8B-B14F-4D97-AF65-F5344CB8AC3E}">
        <p14:creationId xmlns:p14="http://schemas.microsoft.com/office/powerpoint/2010/main" val="125790608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4377B7E1-49E3-42DD-AC54-9540144A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8293958-8488-47CB-88CE-37DAE608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기간과 표본의 한계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4B874-4AFC-4355-8A12-055E6531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기존 긴 합성 연구와 최근 실제 ETF 결과">
            <a:extLst xmlns:a="http://schemas.openxmlformats.org/drawingml/2006/main">
              <a:ext uri="{FF2B5EF4-FFF2-40B4-BE49-F238E27FC236}">
                <a16:creationId xmlns:a16="http://schemas.microsoft.com/office/drawing/2014/main" id="{3AC76ABD-6587-40D3-AE85-458CD587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기존 긴 합성 연구와 최근 실제 ETF 결과를 함께 읽는 이유</a:t>
            </a:r>
          </a:p>
        </p:txBody>
      </p:sp>
      <p:sp>
        <p:nvSpPr>
          <p:cNvPr id="5" name="39">
            <a:extLst xmlns:a="http://schemas.openxmlformats.org/drawingml/2006/main">
              <a:ext uri="{FF2B5EF4-FFF2-40B4-BE49-F238E27FC236}">
                <a16:creationId xmlns:a16="http://schemas.microsoft.com/office/drawing/2014/main" id="{50F2612D-B3CB-47F5-BAC0-6020E835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39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AC0CD-E953-4847-9525-5C19819C857F}"/>
              </a:ext>
            </a:extLst>
          </p:cNvPr>
          <p:cNvGraphicFramePr/>
          <p:nvPr/>
        </p:nvGraphicFramePr>
        <p:xfrm>
          <a:off xmlns:a="http://schemas.openxmlformats.org/drawingml/2006/main" x="762000" y="3000375"/>
          <a:ext xmlns:a="http://schemas.openxmlformats.org/drawingml/2006/main" cx="13716000" cy="519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5238750"/>
                <a:gridCol w="523875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최근 실제 ETF 모형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긴 합성 연구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 범위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2012~2026년8월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1986~2026년8월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 T 세전 연복리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35.6%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24.0%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낙폭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−31.7%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−63.7%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 성격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ETF와 대리 ETF 수정 종가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합성 레버리지와 고배당 대리자료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해석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강세장에 우호적인 표본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닷컴 등 긴 붕괴 포함, 합성 한계 존재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261E1-1111-4496-B04C-E1AD743F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8" name="긴 합성 연구의 납입·세금 조건은 이번 보고">
            <a:extLst xmlns:a="http://schemas.openxmlformats.org/drawingml/2006/main">
              <a:ext uri="{FF2B5EF4-FFF2-40B4-BE49-F238E27FC236}">
                <a16:creationId xmlns:a16="http://schemas.microsoft.com/office/drawing/2014/main" id="{B0C9662C-D9F8-41A9-BA23-3FCD9F7A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53500"/>
            <a:ext cx="13716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긴 합성 연구의 납입·세금 조건은 이번 보고서와 다르므로 최종 금액을 직접 붙이지 않았다. 최근 재표본의 모의 최저보다 훨씬 나쁜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환경도 가능하다.</a:t>
            </a:r>
          </a:p>
        </p:txBody>
      </p:sp>
    </p:spTree>
    <p:extLst>
      <p:ext uri="{BB962C8B-B14F-4D97-AF65-F5344CB8AC3E}">
        <p14:creationId xmlns:p14="http://schemas.microsoft.com/office/powerpoint/2010/main" val="133154032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781F5943-9648-40C9-886A-1B36D3AD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952E8608-A5EC-4AE1-BF6A-02AD464F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종합 해석과 운용 점검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A6A51-677C-4398-9CA7-4A8B7E08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40">
            <a:extLst xmlns:a="http://schemas.openxmlformats.org/drawingml/2006/main">
              <a:ext uri="{FF2B5EF4-FFF2-40B4-BE49-F238E27FC236}">
                <a16:creationId xmlns:a16="http://schemas.microsoft.com/office/drawing/2014/main" id="{D2542A5D-B6AE-4CF5-AE58-51767956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40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D90AD-70FE-4444-A365-341DA8EE3207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538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429250"/>
                <a:gridCol w="542925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추구하는 방향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성장 노출과 규칙에 따른 위험 축소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여러 자산의 장기 분산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감수하는 부담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레버리지·복귀 지연·잦은 매매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주식 강세장에서 수익 일부 포기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운용 점검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비중·고점·보관금·복귀·주문 상태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부족 비중·승인·연간 조정·주문 상태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함께 필요한 것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생활비와 분리한 자금, 손실 허용 범위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생활비와 분리한 자금, 손실 허용 범위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867EE-B2BD-4F3A-8F37-EE9CFAFD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7" name="보고서의 결론">
            <a:extLst xmlns:a="http://schemas.openxmlformats.org/drawingml/2006/main">
              <a:ext uri="{FF2B5EF4-FFF2-40B4-BE49-F238E27FC236}">
                <a16:creationId xmlns:a16="http://schemas.microsoft.com/office/drawing/2014/main" id="{317617C4-2E97-4C2A-A691-171BCBFC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429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보고서의 결론</a:t>
            </a:r>
          </a:p>
        </p:txBody>
      </p:sp>
      <p:sp>
        <p:nvSpPr>
          <p:cNvPr id="8" name="과거 공통 구간에서는 Deneb가 높은 자산">
            <a:extLst xmlns:a="http://schemas.openxmlformats.org/drawingml/2006/main">
              <a:ext uri="{FF2B5EF4-FFF2-40B4-BE49-F238E27FC236}">
                <a16:creationId xmlns:a16="http://schemas.microsoft.com/office/drawing/2014/main" id="{0C007AE2-8CC4-4F14-8437-960A2DD3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82075"/>
            <a:ext cx="657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과거 공통 구간에서는 Deneb가 높은 자산 증가를, Polaris가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상대적으로 낮은 낙폭을 보였다. 같은 미래 순위를 보장하지 않는다.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연구 판정과 실제 운용 승인은 별도로 유지한다.</a:t>
            </a:r>
          </a:p>
        </p:txBody>
      </p:sp>
      <p:sp>
        <p:nvSpPr>
          <p:cNvPr id="9" name="실제 사용 전 확인">
            <a:extLst xmlns:a="http://schemas.openxmlformats.org/drawingml/2006/main">
              <a:ext uri="{FF2B5EF4-FFF2-40B4-BE49-F238E27FC236}">
                <a16:creationId xmlns:a16="http://schemas.microsoft.com/office/drawing/2014/main" id="{3E71143E-9886-4275-9564-0BF85103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429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실제 사용 전 확인</a:t>
            </a:r>
          </a:p>
        </p:txBody>
      </p:sp>
      <p:sp>
        <p:nvSpPr>
          <p:cNvPr id="10" name="실제 수수료·환율·세금·상품 요건·정수 주·">
            <a:extLst xmlns:a="http://schemas.openxmlformats.org/drawingml/2006/main">
              <a:ext uri="{FF2B5EF4-FFF2-40B4-BE49-F238E27FC236}">
                <a16:creationId xmlns:a16="http://schemas.microsoft.com/office/drawing/2014/main" id="{DF26C832-4E81-4C8C-BAB0-5287E245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982075"/>
            <a:ext cx="657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실제 수수료·환율·세금·상품 요건·정수 주·미체결을 확인해야 한다.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보고서의 큰 금액만 보고 납입액이나 위험을 늘리는 근거로 사용하지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않는다.</a:t>
            </a:r>
          </a:p>
        </p:txBody>
      </p:sp>
    </p:spTree>
    <p:extLst>
      <p:ext uri="{BB962C8B-B14F-4D97-AF65-F5344CB8AC3E}">
        <p14:creationId xmlns:p14="http://schemas.microsoft.com/office/powerpoint/2010/main" val="12352051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439949EE-2C04-4243-AB50-BD564B9F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461F96AF-6420-4FD0-BA46-894121FC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Deneb 5년 납입액별 모의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53DFB-0A8F-4D41-999B-8CB60EBF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단위: 만원. 과거 표본 재조합 종료자산. ">
            <a:extLst xmlns:a="http://schemas.openxmlformats.org/drawingml/2006/main">
              <a:ext uri="{FF2B5EF4-FFF2-40B4-BE49-F238E27FC236}">
                <a16:creationId xmlns:a16="http://schemas.microsoft.com/office/drawing/2014/main" id="{E026920B-7481-46F1-919A-A86179FA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단위: 만원. 과거 표본 재조합 종료자산. 모의 최저는 손실 하한이 아니다</a:t>
            </a:r>
          </a:p>
        </p:txBody>
      </p:sp>
      <p:sp>
        <p:nvSpPr>
          <p:cNvPr id="5" name="41">
            <a:extLst xmlns:a="http://schemas.openxmlformats.org/drawingml/2006/main">
              <a:ext uri="{FF2B5EF4-FFF2-40B4-BE49-F238E27FC236}">
                <a16:creationId xmlns:a16="http://schemas.microsoft.com/office/drawing/2014/main" id="{3D9F76E8-6728-4CE9-B98E-4B853E62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41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F55D3-CA38-4789-9E1C-5F6AF643D10D}"/>
              </a:ext>
            </a:extLst>
          </p:cNvPr>
          <p:cNvGraphicFramePr/>
          <p:nvPr/>
        </p:nvGraphicFramePr>
        <p:xfrm>
          <a:off xmlns:a="http://schemas.openxmlformats.org/drawingml/2006/main" x="762000" y="2619375"/>
          <a:ext xmlns:a="http://schemas.openxmlformats.org/drawingml/2006/main" cx="13716000" cy="719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381250"/>
                <a:gridCol w="2381250"/>
                <a:gridCol w="2381250"/>
                <a:gridCol w="2381250"/>
                <a:gridCol w="2381250"/>
              </a:tblGrid>
              <a:tr h="5238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납입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 원금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모의 최저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하위10%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중간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상위10%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415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1,120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428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830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1,383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2,241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642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1,245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2,074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3,361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1,660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2,765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4,482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1,069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2,075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3,456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5,602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1,283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2,490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4,148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6,722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1,497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2,905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4,839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7,843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1,711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3,320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5,530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8,963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1,925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3,735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6,222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10,083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2,139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4,150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6,913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11,204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3,300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2,352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4,565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7,604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12,324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2,566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4,980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8,295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13,445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2,780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5,395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8,987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14,565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2,994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5,810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9,678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15,685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4,500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3,208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6,225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10,369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16,806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3,422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6,640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11,061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17,926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5,100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3,636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7,055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11,752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19,047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3,850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7,470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12,443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20,167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5,700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4,063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7,885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13,135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21,287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4,277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8,300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13,826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22,408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3F1CE-0324-4EEA-96E1-0916A8AE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04437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D8047FCB-DBDD-4A15-BE5B-2FFE9336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5DDB3D1E-33EF-4A4C-B969-86FC83C1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Deneb 10년 납입액별 모의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EB49E-B232-440B-ADF3-B8D6F3EB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단위: 만원. 과거 표본 재조합 종료자산. ">
            <a:extLst xmlns:a="http://schemas.openxmlformats.org/drawingml/2006/main">
              <a:ext uri="{FF2B5EF4-FFF2-40B4-BE49-F238E27FC236}">
                <a16:creationId xmlns:a16="http://schemas.microsoft.com/office/drawing/2014/main" id="{68418735-9D2A-4A78-BBC4-157DCEEE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단위: 만원. 과거 표본 재조합 종료자산. 모의 최저는 손실 하한이 아니다</a:t>
            </a:r>
          </a:p>
        </p:txBody>
      </p:sp>
      <p:sp>
        <p:nvSpPr>
          <p:cNvPr id="5" name="42">
            <a:extLst xmlns:a="http://schemas.openxmlformats.org/drawingml/2006/main">
              <a:ext uri="{FF2B5EF4-FFF2-40B4-BE49-F238E27FC236}">
                <a16:creationId xmlns:a16="http://schemas.microsoft.com/office/drawing/2014/main" id="{65104163-3B96-4210-BD2C-9094FD5B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42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10CB4-8405-4647-875B-127C1057D062}"/>
              </a:ext>
            </a:extLst>
          </p:cNvPr>
          <p:cNvGraphicFramePr/>
          <p:nvPr/>
        </p:nvGraphicFramePr>
        <p:xfrm>
          <a:off xmlns:a="http://schemas.openxmlformats.org/drawingml/2006/main" x="762000" y="2619375"/>
          <a:ext xmlns:a="http://schemas.openxmlformats.org/drawingml/2006/main" cx="13716000" cy="719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381250"/>
                <a:gridCol w="2381250"/>
                <a:gridCol w="2381250"/>
                <a:gridCol w="2381250"/>
                <a:gridCol w="2381250"/>
              </a:tblGrid>
              <a:tr h="5238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납입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 원금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모의 최저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하위10%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중간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상위10%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1,585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3,594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7,525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1,002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3,171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7,189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15,050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1,503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4,756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10,783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22,575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2,004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6,341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14,378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30,100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2,505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7,927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17,972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37,625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3,006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9,512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21,567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45,150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3,506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11,097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25,161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52,675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4,007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12,683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28,755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4,508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14,268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32,350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67,726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5,009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15,853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35,944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75,251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5,510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17,438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39,539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82,776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6,011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19,024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43,133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90,301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6,512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20,609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46,728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97,826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7,013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22,194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50,322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105,351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7,514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23,780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53,916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112,876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8,015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25,365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57,511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120,401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8,516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26,950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61,105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127,926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9,017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28,536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64,700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135,451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9,518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30,121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68,294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142,976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10,019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31,706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71,888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150,501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83CD1-309E-48DC-B928-64574D0D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993343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A11EC91C-A82B-4239-BD3B-EE27E264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1A639025-5A1F-4F28-A088-BCD4BE84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Deneb 15년 납입액별 모의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74744-FE58-4377-901A-DDDA9C9F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단위: 만원. 과거 표본 재조합 종료자산. ">
            <a:extLst xmlns:a="http://schemas.openxmlformats.org/drawingml/2006/main">
              <a:ext uri="{FF2B5EF4-FFF2-40B4-BE49-F238E27FC236}">
                <a16:creationId xmlns:a16="http://schemas.microsoft.com/office/drawing/2014/main" id="{84A0F383-C40F-4078-923B-E28B4ACF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단위: 만원. 과거 표본 재조합 종료자산. 모의 최저는 손실 하한이 아니다</a:t>
            </a:r>
          </a:p>
        </p:txBody>
      </p:sp>
      <p:sp>
        <p:nvSpPr>
          <p:cNvPr id="5" name="43">
            <a:extLst xmlns:a="http://schemas.openxmlformats.org/drawingml/2006/main">
              <a:ext uri="{FF2B5EF4-FFF2-40B4-BE49-F238E27FC236}">
                <a16:creationId xmlns:a16="http://schemas.microsoft.com/office/drawing/2014/main" id="{E141E342-0647-4151-A5EB-817EF8F6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43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14105-4A74-42DB-9F81-BA4B99DBD5B1}"/>
              </a:ext>
            </a:extLst>
          </p:cNvPr>
          <p:cNvGraphicFramePr/>
          <p:nvPr/>
        </p:nvGraphicFramePr>
        <p:xfrm>
          <a:off xmlns:a="http://schemas.openxmlformats.org/drawingml/2006/main" x="762000" y="2619375"/>
          <a:ext xmlns:a="http://schemas.openxmlformats.org/drawingml/2006/main" cx="13716000" cy="719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381250"/>
                <a:gridCol w="2381250"/>
                <a:gridCol w="2381250"/>
                <a:gridCol w="2381250"/>
                <a:gridCol w="2381250"/>
              </a:tblGrid>
              <a:tr h="5238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납입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 원금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모의 최저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하위10%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중간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상위10%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1,026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4,791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15,212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44,420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2,052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9,583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30,423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88,840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3,079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14,374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45,635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133,259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4,105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19,165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60,847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177,679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4,500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5,131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23,957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76,059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222,099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6,157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28,748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91,270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266,519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6,300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7,183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33,540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106,482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310,939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8,210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38,331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121,694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355,359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8,100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9,236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43,122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136,905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399,778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10,262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47,914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152,117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444,198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9,900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11,288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52,705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167,329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488,618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12,314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57,496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182,540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533,038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11,700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13,341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62,288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197,752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577,458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14,367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67,079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212,964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621,877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13,500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15,393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71,870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228,176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666,297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16,419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76,662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243,387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710,717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15,300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17,445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81,453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258,599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755,137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18,472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86,244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273,811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799,557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17,100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19,498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91,036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289,022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843,976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20,524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95,827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304,234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888,396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E4AFE-D5BE-4410-AFF3-32778073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8677588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9766681F-D794-4497-B41D-D4761F6F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AF7FAB59-55FB-4C45-A8A5-05489E96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Deneb 20년 납입액별 모의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8F423-9B1C-438B-8EC0-192939F1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단위: 만원. 과거 표본 재조합 종료자산. ">
            <a:extLst xmlns:a="http://schemas.openxmlformats.org/drawingml/2006/main">
              <a:ext uri="{FF2B5EF4-FFF2-40B4-BE49-F238E27FC236}">
                <a16:creationId xmlns:a16="http://schemas.microsoft.com/office/drawing/2014/main" id="{9BE81312-173A-46D2-9D6D-FD27E1F5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단위: 만원. 과거 표본 재조합 종료자산. 모의 최저는 손실 하한이 아니다</a:t>
            </a:r>
          </a:p>
        </p:txBody>
      </p:sp>
      <p:sp>
        <p:nvSpPr>
          <p:cNvPr id="5" name="44">
            <a:extLst xmlns:a="http://schemas.openxmlformats.org/drawingml/2006/main">
              <a:ext uri="{FF2B5EF4-FFF2-40B4-BE49-F238E27FC236}">
                <a16:creationId xmlns:a16="http://schemas.microsoft.com/office/drawing/2014/main" id="{51BB6F96-2163-4864-A402-A44C3693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44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390F2-E9B0-46A9-9D3F-03B51CF721F6}"/>
              </a:ext>
            </a:extLst>
          </p:cNvPr>
          <p:cNvGraphicFramePr/>
          <p:nvPr/>
        </p:nvGraphicFramePr>
        <p:xfrm>
          <a:off xmlns:a="http://schemas.openxmlformats.org/drawingml/2006/main" x="762000" y="2619375"/>
          <a:ext xmlns:a="http://schemas.openxmlformats.org/drawingml/2006/main" cx="13716000" cy="719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381250"/>
                <a:gridCol w="2381250"/>
                <a:gridCol w="2381250"/>
                <a:gridCol w="2381250"/>
                <a:gridCol w="2381250"/>
              </a:tblGrid>
              <a:tr h="5238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납입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 원금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모의 최저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하위10%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중간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상위10%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2,734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16,810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59,709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227,137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5,469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33,621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119,417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454,274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8,203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50,431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179,126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681,411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10,938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67,241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238,834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908,548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13,672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84,051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298,543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1,135,685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16,407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100,862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358,252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1,362,822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19,141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117,672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417,960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1,589,959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21,876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134,482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477,669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1,817,096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24,610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151,292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537,377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2,044,233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27,345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168,103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597,086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2,271,370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30,079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184,913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656,795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2,498,507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32,814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201,723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716,503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2,725,644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35,548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218,533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776,212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2,952,781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38,283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235,344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835,920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3,179,918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41,017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252,154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895,629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3,407,055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43,752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268,964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955,338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3,634,192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46,486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285,774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1,015,046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3,861,329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49,220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302,585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1,074,755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4,088,466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51,955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319,395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1,134,463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4,315,603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54,689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336,205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1,194,172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4,542,740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CDAC7-98A2-434C-BC40-C81EB139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3552090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BD88AB52-DB63-4234-9CE4-BC1E8C62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44F6BDD-4FE4-4CBE-AC6A-69B28DCA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Polaris 5년 납입액별 모의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A0545-74D5-4194-880C-D42E9E3B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단위: 만원. 과거 표본 재조합 종료자산. ">
            <a:extLst xmlns:a="http://schemas.openxmlformats.org/drawingml/2006/main">
              <a:ext uri="{FF2B5EF4-FFF2-40B4-BE49-F238E27FC236}">
                <a16:creationId xmlns:a16="http://schemas.microsoft.com/office/drawing/2014/main" id="{158A1A55-F441-448F-8E03-4A2A0391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단위: 만원. 과거 표본 재조합 종료자산. 모의 최저는 손실 하한이 아니다</a:t>
            </a:r>
          </a:p>
        </p:txBody>
      </p:sp>
      <p:sp>
        <p:nvSpPr>
          <p:cNvPr id="5" name="45">
            <a:extLst xmlns:a="http://schemas.openxmlformats.org/drawingml/2006/main">
              <a:ext uri="{FF2B5EF4-FFF2-40B4-BE49-F238E27FC236}">
                <a16:creationId xmlns:a16="http://schemas.microsoft.com/office/drawing/2014/main" id="{64A32C9A-5592-4280-A3E8-DA78948F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45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18DA9-1674-4F7E-8C9B-33B8D5081F3B}"/>
              </a:ext>
            </a:extLst>
          </p:cNvPr>
          <p:cNvGraphicFramePr/>
          <p:nvPr/>
        </p:nvGraphicFramePr>
        <p:xfrm>
          <a:off xmlns:a="http://schemas.openxmlformats.org/drawingml/2006/main" x="762000" y="2619375"/>
          <a:ext xmlns:a="http://schemas.openxmlformats.org/drawingml/2006/main" cx="13716000" cy="719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381250"/>
                <a:gridCol w="2381250"/>
                <a:gridCol w="2381250"/>
                <a:gridCol w="2381250"/>
                <a:gridCol w="2381250"/>
              </a:tblGrid>
              <a:tr h="5238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납입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 원금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모의 최저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하위10%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중간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상위10%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421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491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515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982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773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1,052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1,263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1,473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1,031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1,403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1,684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1,964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1,289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1,754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2,104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2,455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1,546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2,105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2,525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2,946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1,804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2,455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2,946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3,437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2,062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2,806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3,367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3,928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2,319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3,157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3,788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4,419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2,577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3,508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4,209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4,910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3,300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2,835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3,859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4,630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5,401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3,092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4,209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5,051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5,892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3,350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4,560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5,472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6,383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3,608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4,911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5,892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6,874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4,500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3,866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5,262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6,313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7,365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4,123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5,612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6,734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7,856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5,100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4,381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5,963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7,155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8,347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4,639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6,314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7,576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8,838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5,700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4,896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6,665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7,997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9,329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5,154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7,016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8,418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9,820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6C590-5563-47EA-9B36-F3D09B14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9311786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C3A0B8C4-C142-42BE-89EB-5306A6C3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4A9378FC-78E7-48DA-85BF-7DCB9E46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Polaris 10년 납입액별 모의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E2E05-E4FF-430F-8E9A-E93B2736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단위: 만원. 과거 표본 재조합 종료자산. ">
            <a:extLst xmlns:a="http://schemas.openxmlformats.org/drawingml/2006/main">
              <a:ext uri="{FF2B5EF4-FFF2-40B4-BE49-F238E27FC236}">
                <a16:creationId xmlns:a16="http://schemas.microsoft.com/office/drawing/2014/main" id="{7350923C-920C-4AC8-A139-DBE3E47F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단위: 만원. 과거 표본 재조합 종료자산. 모의 최저는 손실 하한이 아니다</a:t>
            </a:r>
          </a:p>
        </p:txBody>
      </p:sp>
      <p:sp>
        <p:nvSpPr>
          <p:cNvPr id="5" name="46">
            <a:extLst xmlns:a="http://schemas.openxmlformats.org/drawingml/2006/main">
              <a:ext uri="{FF2B5EF4-FFF2-40B4-BE49-F238E27FC236}">
                <a16:creationId xmlns:a16="http://schemas.microsoft.com/office/drawing/2014/main" id="{71AD4D1B-FAF0-400F-9933-13C5D564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46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E3A4C-D1AE-444F-AD33-8B3308B2FCA6}"/>
              </a:ext>
            </a:extLst>
          </p:cNvPr>
          <p:cNvGraphicFramePr/>
          <p:nvPr/>
        </p:nvGraphicFramePr>
        <p:xfrm>
          <a:off xmlns:a="http://schemas.openxmlformats.org/drawingml/2006/main" x="762000" y="2619375"/>
          <a:ext xmlns:a="http://schemas.openxmlformats.org/drawingml/2006/main" cx="13716000" cy="719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381250"/>
                <a:gridCol w="2381250"/>
                <a:gridCol w="2381250"/>
                <a:gridCol w="2381250"/>
                <a:gridCol w="2381250"/>
              </a:tblGrid>
              <a:tr h="5238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납입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 원금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모의 최저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하위10%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중간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상위10%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892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1,190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1,508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1,082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1,783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2,379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3,016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1,623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2,675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3,569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4,524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2,164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3,566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4,758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6,032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2,705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4,458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5,948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7,539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3,246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5,349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7,137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9,047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3,787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6,241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8,327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10,555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4,329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7,132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9,516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12,063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4,870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8,024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10,706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13,571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5,411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8,915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11,895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15,079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5,952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9,807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13,085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16,587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6,493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10,698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14,274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18,095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7,034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11,590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15,464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19,602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7,575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12,481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16,653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21,110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8,116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13,373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17,843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22,618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8,657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14,265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19,032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24,126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9,198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15,156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20,222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25,634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9,739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16,048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21,411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27,142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10,280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16,939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22,601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28,650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10,821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17,831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23,790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30,158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2D8FF-7E1F-42A9-844E-8D509797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913426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5CCEE642-9374-4F5F-A212-895D2C76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29B8C347-A9E4-4944-99C7-409B55A1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Polaris 15년 납입액별 모의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8AEB7-BC50-445D-BAFF-B0D29BF2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단위: 만원. 과거 표본 재조합 종료자산. ">
            <a:extLst xmlns:a="http://schemas.openxmlformats.org/drawingml/2006/main">
              <a:ext uri="{FF2B5EF4-FFF2-40B4-BE49-F238E27FC236}">
                <a16:creationId xmlns:a16="http://schemas.microsoft.com/office/drawing/2014/main" id="{93E50E0F-F863-4F38-975E-3607D42E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단위: 만원. 과거 표본 재조합 종료자산. 모의 최저는 손실 하한이 아니다</a:t>
            </a:r>
          </a:p>
        </p:txBody>
      </p:sp>
      <p:sp>
        <p:nvSpPr>
          <p:cNvPr id="5" name="47">
            <a:extLst xmlns:a="http://schemas.openxmlformats.org/drawingml/2006/main">
              <a:ext uri="{FF2B5EF4-FFF2-40B4-BE49-F238E27FC236}">
                <a16:creationId xmlns:a16="http://schemas.microsoft.com/office/drawing/2014/main" id="{441D7013-89FB-4655-B22D-9AECED66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47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1E926-96F0-4E66-B3E1-D570754EFACC}"/>
              </a:ext>
            </a:extLst>
          </p:cNvPr>
          <p:cNvGraphicFramePr/>
          <p:nvPr/>
        </p:nvGraphicFramePr>
        <p:xfrm>
          <a:off xmlns:a="http://schemas.openxmlformats.org/drawingml/2006/main" x="762000" y="2619375"/>
          <a:ext xmlns:a="http://schemas.openxmlformats.org/drawingml/2006/main" cx="13716000" cy="719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381250"/>
                <a:gridCol w="2381250"/>
                <a:gridCol w="2381250"/>
                <a:gridCol w="2381250"/>
                <a:gridCol w="2381250"/>
              </a:tblGrid>
              <a:tr h="5238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납입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 원금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모의 최저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하위10%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중간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상위10%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1,001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1,791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2,576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3,596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2,002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3,583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5,152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7,191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3,003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5,374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7,728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10,787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4,004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7,165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10,304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14,382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4,500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5,005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8,957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12,880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17,978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10,748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15,456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21,573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6,300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7,007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12,539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18,032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25,169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8,009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14,330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20,607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28,765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8,100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9,010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16,122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23,183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32,360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10,011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17,913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25,759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35,956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9,900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11,012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19,704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28,335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39,551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12,013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21,496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30,911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43,147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11,700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13,014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23,287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33,487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46,742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14,015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25,078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36,063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50,338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13,500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15,016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26,870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38,639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53,933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16,017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28,661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41,215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57,529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15,300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17,018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30,452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43,791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61,125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18,019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32,244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46,367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64,720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17,100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19,020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34,035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48,943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68,316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20,021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35,826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51,519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71,911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8A112-29DD-4E44-A315-80446D12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585901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41846416-0FB8-47A2-BACB-9617BDCA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D326EBF-B2BB-43FC-B63F-18E04BD2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Polaris 20년 납입액별 모의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0A414-6C8A-4085-9DEC-2DE407CF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단위: 만원. 과거 표본 재조합 종료자산. ">
            <a:extLst xmlns:a="http://schemas.openxmlformats.org/drawingml/2006/main">
              <a:ext uri="{FF2B5EF4-FFF2-40B4-BE49-F238E27FC236}">
                <a16:creationId xmlns:a16="http://schemas.microsoft.com/office/drawing/2014/main" id="{36C9E5E1-96CE-4BDD-AB6C-5D18C2E7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단위: 만원. 과거 표본 재조합 종료자산. 모의 최저는 손실 하한이 아니다</a:t>
            </a:r>
          </a:p>
        </p:txBody>
      </p:sp>
      <p:sp>
        <p:nvSpPr>
          <p:cNvPr id="5" name="48">
            <a:extLst xmlns:a="http://schemas.openxmlformats.org/drawingml/2006/main">
              <a:ext uri="{FF2B5EF4-FFF2-40B4-BE49-F238E27FC236}">
                <a16:creationId xmlns:a16="http://schemas.microsoft.com/office/drawing/2014/main" id="{3673A7B3-E6C0-40DA-B4E9-1D282284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48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2E83B-3A6F-4D01-8CEA-A429E8E6EF62}"/>
              </a:ext>
            </a:extLst>
          </p:cNvPr>
          <p:cNvGraphicFramePr/>
          <p:nvPr/>
        </p:nvGraphicFramePr>
        <p:xfrm>
          <a:off xmlns:a="http://schemas.openxmlformats.org/drawingml/2006/main" x="762000" y="2619375"/>
          <a:ext xmlns:a="http://schemas.openxmlformats.org/drawingml/2006/main" cx="13716000" cy="719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381250"/>
                <a:gridCol w="2381250"/>
                <a:gridCol w="2381250"/>
                <a:gridCol w="2381250"/>
                <a:gridCol w="2381250"/>
              </a:tblGrid>
              <a:tr h="5238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납입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 원금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모의 최저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하위10%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중간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상위10%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1,759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3,305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5,030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7,743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3,518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6,610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10,061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15,486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5,277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9,916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15,091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23,229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7,036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13,221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20,122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30,972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8,795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16,526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25,152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38,716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10,554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19,831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30,182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46,459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12,313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23,136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35,213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54,202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14,072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26,441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40,243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61,945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15,831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29,747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45,273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69,688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17,590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33,052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50,304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77,431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19,349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36,357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55,334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85,174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21,108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39,662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60,365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92,917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22,867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42,967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65,395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100,660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24,626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46,273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70,425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108,403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26,385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49,578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75,456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116,147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19,200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28,144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52,883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80,486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123,890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20,400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29,903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56,188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85,517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131,633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21,600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31,662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59,493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90,547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139,376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22,800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33,421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62,798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95,577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147,119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24,000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35,180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66,104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100,608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154,862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DD2B1-A4FC-4669-9EE4-DCC462FF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187459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B2BBFDE9-A3EE-4709-8CD3-DFFD3A6B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BFA27BC2-93F6-4700-94E0-9AC14FD1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Deneb 납입액별 예상 배당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7F1C2-F7CD-4B0D-8592-212D6DF8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월5만~50만원. 완만한 성장 가정, 배당 ">
            <a:extLst xmlns:a="http://schemas.openxmlformats.org/drawingml/2006/main">
              <a:ext uri="{FF2B5EF4-FFF2-40B4-BE49-F238E27FC236}">
                <a16:creationId xmlns:a16="http://schemas.microsoft.com/office/drawing/2014/main" id="{F4AF0CE2-FE7C-4D0E-A58B-6932CE31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월5만~50만원. 완만한 성장 가정, 배당 재투자, 세전. 금액: 만원</a:t>
            </a:r>
          </a:p>
        </p:txBody>
      </p:sp>
      <p:sp>
        <p:nvSpPr>
          <p:cNvPr id="5" name="49">
            <a:extLst xmlns:a="http://schemas.openxmlformats.org/drawingml/2006/main">
              <a:ext uri="{FF2B5EF4-FFF2-40B4-BE49-F238E27FC236}">
                <a16:creationId xmlns:a16="http://schemas.microsoft.com/office/drawing/2014/main" id="{60D85CDD-ECC7-4E41-AEA5-5F1AB2F1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49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7B4C0-B2B5-44F2-B646-C706A8CCC841}"/>
              </a:ext>
            </a:extLst>
          </p:cNvPr>
          <p:cNvGraphicFramePr/>
          <p:nvPr/>
        </p:nvGraphicFramePr>
        <p:xfrm>
          <a:off xmlns:a="http://schemas.openxmlformats.org/drawingml/2006/main" x="762000" y="2857500"/>
          <a:ext xmlns:a="http://schemas.openxmlformats.org/drawingml/2006/main" cx="13716000" cy="623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381250"/>
                <a:gridCol w="2381250"/>
                <a:gridCol w="2381250"/>
                <a:gridCol w="2381250"/>
                <a:gridCol w="238125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납입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 연간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10년 연간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15년 연간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20년 연간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20년 월 환산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24.1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45.1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8.4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23.3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48.3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90.3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7.5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12.5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34.9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72.4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135.4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16.7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46.5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96.5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180.6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15.0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58.1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120.7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225.7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18.8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25.1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69.8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144.8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270.9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22.6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29.2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81.4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169.0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316.0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26.3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33.4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93.0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193.1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361.2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30.1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37.6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104.6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217.2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406.3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33.9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41.8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116.3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241.4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451.4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37.6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94A87-A9FC-404F-A919-4294CC49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8" name="가격·배당 성장 가정에 따른 조건부 금액이다">
            <a:extLst xmlns:a="http://schemas.openxmlformats.org/drawingml/2006/main">
              <a:ext uri="{FF2B5EF4-FFF2-40B4-BE49-F238E27FC236}">
                <a16:creationId xmlns:a16="http://schemas.microsoft.com/office/drawing/2014/main" id="{DC166634-1765-4CD2-9722-7DEB3CB4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0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가격·배당 성장 가정에 따른 조건부 금액이다. 세금·변동환율·승인형 배당 단계는 제외했다. 월 환산은 연간 배당÷12이며 실제 월 지급액과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다르다.</a:t>
            </a:r>
          </a:p>
        </p:txBody>
      </p:sp>
    </p:spTree>
    <p:extLst>
      <p:ext uri="{BB962C8B-B14F-4D97-AF65-F5344CB8AC3E}">
        <p14:creationId xmlns:p14="http://schemas.microsoft.com/office/powerpoint/2010/main" val="102725540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004CD326-D6A6-432A-B568-EC802696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CAC1757-3628-437B-B941-D5DA50A9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Deneb 납입액별 예상 배당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EC37D-B5E5-444B-96A5-E9DD4905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월55만~100만원. 완만한 성장 가정, 배">
            <a:extLst xmlns:a="http://schemas.openxmlformats.org/drawingml/2006/main">
              <a:ext uri="{FF2B5EF4-FFF2-40B4-BE49-F238E27FC236}">
                <a16:creationId xmlns:a16="http://schemas.microsoft.com/office/drawing/2014/main" id="{A05DB543-2E72-4735-A166-325D7DE3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월55만~100만원. 완만한 성장 가정, 배당 재투자, 세전. 금액: 만원</a:t>
            </a:r>
          </a:p>
        </p:txBody>
      </p:sp>
      <p:sp>
        <p:nvSpPr>
          <p:cNvPr id="5" name="50">
            <a:extLst xmlns:a="http://schemas.openxmlformats.org/drawingml/2006/main">
              <a:ext uri="{FF2B5EF4-FFF2-40B4-BE49-F238E27FC236}">
                <a16:creationId xmlns:a16="http://schemas.microsoft.com/office/drawing/2014/main" id="{696D874A-4F13-4326-A590-4A3DC0B2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50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74F0B-8355-4DBC-9767-9D7D3DDB07A6}"/>
              </a:ext>
            </a:extLst>
          </p:cNvPr>
          <p:cNvGraphicFramePr/>
          <p:nvPr/>
        </p:nvGraphicFramePr>
        <p:xfrm>
          <a:off xmlns:a="http://schemas.openxmlformats.org/drawingml/2006/main" x="762000" y="2857500"/>
          <a:ext xmlns:a="http://schemas.openxmlformats.org/drawingml/2006/main" cx="13716000" cy="623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381250"/>
                <a:gridCol w="2381250"/>
                <a:gridCol w="2381250"/>
                <a:gridCol w="2381250"/>
                <a:gridCol w="238125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납입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 연간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10년 연간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15년 연간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20년 연간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20년 월 환산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55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46.0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127.9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265.5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496.6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41.4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50.1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139.5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289.6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541.7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45.1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54.3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151.2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313.8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586.9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48.9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58.5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162.8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337.9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632.0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52.7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75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62.7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174.4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362.1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677.2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56.4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66.8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186.0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386.2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722.3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60.2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71.0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197.7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410.3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767.4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64.0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75.2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209.3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434.5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812.6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67.7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79.4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220.9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458.6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857.7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71.5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83.6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232.5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482.7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902.9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75.2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17F76-D523-4011-B04B-4453112A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8" name="가격·배당 성장 가정에 따른 조건부 금액이다">
            <a:extLst xmlns:a="http://schemas.openxmlformats.org/drawingml/2006/main">
              <a:ext uri="{FF2B5EF4-FFF2-40B4-BE49-F238E27FC236}">
                <a16:creationId xmlns:a16="http://schemas.microsoft.com/office/drawing/2014/main" id="{51F87DC2-66B0-4C9A-9843-BBFC5C8A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0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가격·배당 성장 가정에 따른 조건부 금액이다. 세금·변동환율·승인형 배당 단계는 제외했다. 월 환산은 연간 배당÷12이며 실제 월 지급액과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다르다.</a:t>
            </a:r>
          </a:p>
        </p:txBody>
      </p:sp>
    </p:spTree>
    <p:extLst>
      <p:ext uri="{BB962C8B-B14F-4D97-AF65-F5344CB8AC3E}">
        <p14:creationId xmlns:p14="http://schemas.microsoft.com/office/powerpoint/2010/main" val="199240669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9C6C9387-088D-412F-A20D-9FA5D426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77E4FC76-01D4-4D6D-B2FB-B2F6A989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납입액별 적금 비교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900E0-330D-4289-8CD3-FF6A3F56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단위: 만원. 세전 고정금리 가정, 만기 후">
            <a:extLst xmlns:a="http://schemas.openxmlformats.org/drawingml/2006/main">
              <a:ext uri="{FF2B5EF4-FFF2-40B4-BE49-F238E27FC236}">
                <a16:creationId xmlns:a16="http://schemas.microsoft.com/office/drawing/2014/main" id="{7F3C1380-CEF6-4D9C-A57B-57654A58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단위: 만원. 세전 고정금리 가정, 만기 후 동일금리 예금 재예치</a:t>
            </a:r>
          </a:p>
        </p:txBody>
      </p:sp>
      <p:sp>
        <p:nvSpPr>
          <p:cNvPr id="5" name="51">
            <a:extLst xmlns:a="http://schemas.openxmlformats.org/drawingml/2006/main">
              <a:ext uri="{FF2B5EF4-FFF2-40B4-BE49-F238E27FC236}">
                <a16:creationId xmlns:a16="http://schemas.microsoft.com/office/drawing/2014/main" id="{5C5FC0EA-77B8-4863-9E77-7F540D5B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51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6DA0E-6B18-4C6F-8E7C-5A4DBB80B1B0}"/>
              </a:ext>
            </a:extLst>
          </p:cNvPr>
          <p:cNvGraphicFramePr/>
          <p:nvPr/>
        </p:nvGraphicFramePr>
        <p:xfrm>
          <a:off xmlns:a="http://schemas.openxmlformats.org/drawingml/2006/main" x="762000" y="2619375"/>
          <a:ext xmlns:a="http://schemas.openxmlformats.org/drawingml/2006/main" cx="13716000" cy="723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  <a:gridCol w="1524000"/>
                <a:gridCol w="1524000"/>
                <a:gridCol w="1524000"/>
                <a:gridCol w="1524000"/>
                <a:gridCol w="1524000"/>
                <a:gridCol w="1524000"/>
              </a:tblGrid>
              <a:tr h="571500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납입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</a:t>
                      </a:r>
                    </a:p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</a:t>
                      </a:r>
                    </a:p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10년</a:t>
                      </a:r>
                    </a:p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10년</a:t>
                      </a:r>
                    </a:p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15년</a:t>
                      </a:r>
                    </a:p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15년</a:t>
                      </a:r>
                    </a:p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20년</a:t>
                      </a:r>
                    </a:p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20년</a:t>
                      </a:r>
                    </a:p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4%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736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1,134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1,227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1,638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1,825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647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664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1,398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1,472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2,268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2,455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3,277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3,651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971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996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2,097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2,208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3,402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3,682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4,915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5,476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1,295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1,328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2,796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2,944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4,536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4,910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6,554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7,302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1,619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1,660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3,495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3,680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5,670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6,137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8,192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9,127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1,942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1,992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4,194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4,416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6,804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7,365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9,831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10,952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2,266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2,324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4,893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5,152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7,938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8,592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11,469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12,778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2,590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2,656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5,592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5,888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9,073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9,820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13,107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14,603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2,914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2,988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6,291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6,624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10,207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11,047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14,746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16,429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3,237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3,320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6,990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7,360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11,341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12,274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16,384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18,254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3,561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3,652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7,689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8,096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12,475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13,502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18,023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20,079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3,885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3,984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8,388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8,832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13,609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14,729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19,661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21,905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4,208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4,316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9,087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9,568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14,743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15,957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21,299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23,730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4,532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4,648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9,786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10,304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15,877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17,184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22,938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25,556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4,856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4,980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10,485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11,040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17,011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18,412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24,576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27,381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5,180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5,312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11,184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11,776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18,145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19,639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26,215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29,206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5,503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5,644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11,883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12,512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19,279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20,867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27,853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31,032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5,827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5,976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12,582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13,248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20,413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22,094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29,492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32,857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6,151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6,308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13,281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13,984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21,547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23,321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31,130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34,683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95250" marR="95250" marT="9525" marB="95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6,474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6,640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13,980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14,719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22,681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24,549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32,768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36,508</a:t>
                      </a:r>
                    </a:p>
                  </a:txBody>
                  <a:tcPr marL="95250" marR="95250" marT="9525" marB="95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F4395-3AE8-4EEE-B1F1-DBD513EA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3102859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5E7B14BF-EEB2-4E13-A008-C4C51C19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0F39D101-78A2-4D81-819A-BFF2F1C7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자료 출처와 계산 해석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E7DB4-F32B-4981-8A4C-D0160DDA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52">
            <a:extLst xmlns:a="http://schemas.openxmlformats.org/drawingml/2006/main">
              <a:ext uri="{FF2B5EF4-FFF2-40B4-BE49-F238E27FC236}">
                <a16:creationId xmlns:a16="http://schemas.microsoft.com/office/drawing/2014/main" id="{92D11479-07BC-4B52-9AC1-5B299821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87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67164"/>
                </a:solidFill>
                <a:latin typeface="Noto Sans KR"/>
                <a:ea typeface="Noto Sans KR"/>
                <a:cs typeface="Noto Sans KR"/>
              </a:rPr>
              <a:t>52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D5F25-488F-45C6-86B8-3F571549E5DC}"/>
              </a:ext>
            </a:extLst>
          </p:cNvPr>
          <p:cNvGraphicFramePr/>
          <p:nvPr/>
        </p:nvGraphicFramePr>
        <p:xfrm>
          <a:off xmlns:a="http://schemas.openxmlformats.org/drawingml/2006/main" x="762000" y="2667000"/>
          <a:ext xmlns:a="http://schemas.openxmlformats.org/drawingml/2006/main" cx="13716000" cy="661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106680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6671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근거와 범위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전략의 현행 규칙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 매수·방어 모듈, Polaris 비중·주문 계획 모듈. 보고서 작성 기준2026년10월17일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연구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180~189의 배당 혼합·배율·방어·복귀 연구. 통과·기각과 사용자 선택을 구분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가격 자료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프로젝트 보존 수정 종가. TQQQ·QLD·SCHD, SPY·QQQ·IEF·GLD 대리 ETF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상품 확인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ProShares TQQQ·QLD, Schwab SCHD, iShares IEF, SPDR GLDM 공식 상품 설명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모의 분포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시드20261018, 동기화252거래일 블록1,000경로. 과거 반복·표본 편향·미래 미관측 위험 존재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회계와 실행</a:t>
                      </a:r>
                    </a:p>
                  </a:txBody>
                  <a:tcPr marL="95250" marR="95250" marT="47625" marB="47625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2429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가격 한도가 있는 지정가 원칙 유지. 종가 회계는 호가·승인·부분체결·미체결·세금 정산의 인증이 아님</a:t>
                      </a:r>
                    </a:p>
                  </a:txBody>
                  <a:tcPr marL="95250" marR="95250" marT="47625" marB="47625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8B48B-80A6-43A1-8833-12D5C758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7" name="공식 상품 주소와 해당 계산 원장·가정은 각">
            <a:extLst xmlns:a="http://schemas.openxmlformats.org/drawingml/2006/main">
              <a:ext uri="{FF2B5EF4-FFF2-40B4-BE49-F238E27FC236}">
                <a16:creationId xmlns:a16="http://schemas.microsoft.com/office/drawing/2014/main" id="{FFD13D8A-EAB0-489D-8DAD-2B8B18FA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7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공식 상품 주소와 해당 계산 원장·가정은 각 페이지의 발표자 노트에 보존했다. 최종 금액은 반올림으로 합계 차이가 날 수 있으며 개인 실계좌 잔고는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7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42923"/>
                </a:solidFill>
                <a:latin typeface="Noto Sans KR"/>
                <a:ea typeface="Noto Sans KR"/>
                <a:cs typeface="Noto Sans KR"/>
              </a:rPr>
              <a:t>사용하지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328085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2026-10-17T13:55:28.1490000Z</dcterms:created>
  <dcterms:modified xsi:type="dcterms:W3CDTF">2026-10-17T13:55:28.1490000Z</dcterms:modified>
</coreProperties>
</file>