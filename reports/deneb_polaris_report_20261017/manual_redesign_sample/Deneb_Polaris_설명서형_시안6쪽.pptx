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slides/charts/chart1.xml" ContentType="application/vnd.openxmlformats-officedocument.drawingml.chart+xml"/>
  <Override PartName="/ppt/slides/charts/chart2.xml" ContentType="application/vnd.openxmlformats-officedocument.drawingml.chart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3.xml" ContentType="application/vnd.openxmlformats-officedocument.drawingml.chart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b9a8aba8dc64399" /><Relationship Type="http://schemas.openxmlformats.org/officeDocument/2006/relationships/extended-properties" Target="/docProps/app.xml" Id="R7405fa63f9a94e5a" /><Relationship Type="http://schemas.openxmlformats.org/officeDocument/2006/relationships/officeDocument" Target="/ppt/presentation.xml" Id="R92dbc64b06484f7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40e222c17384ed5"/>
  </p:sldMasterIdLst>
  <p:notesMasterIdLst>
    <p:notesMasterId xmlns:r="http://schemas.openxmlformats.org/officeDocument/2006/relationships" r:id="R312ed9d106504490"/>
  </p:notesMasterIdLst>
  <p:sldIdLst>
    <p:sldId xmlns:r="http://schemas.openxmlformats.org/officeDocument/2006/relationships" id="256" r:id="R5d0da7cbf6f44a46"/>
    <p:sldId xmlns:r="http://schemas.openxmlformats.org/officeDocument/2006/relationships" id="257" r:id="R0065dcdb8641482b"/>
    <p:sldId xmlns:r="http://schemas.openxmlformats.org/officeDocument/2006/relationships" id="258" r:id="R77c4ae6f05ad45b7"/>
    <p:sldId xmlns:r="http://schemas.openxmlformats.org/officeDocument/2006/relationships" id="259" r:id="R18297fc4bc45431c"/>
    <p:sldId xmlns:r="http://schemas.openxmlformats.org/officeDocument/2006/relationships" id="260" r:id="R68f2bfcebebb4ac7"/>
    <p:sldId xmlns:r="http://schemas.openxmlformats.org/officeDocument/2006/relationships" id="261" r:id="Rd7ea7267f7bb4f37"/>
  </p:sldIdLst>
  <p:sldSz cx="15240000" cy="10772775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9bfd7123d924ed7" /><Relationship Type="http://schemas.openxmlformats.org/officeDocument/2006/relationships/slideMaster" Target="/ppt/slideMasters/slideMaster1.xml" Id="R140e222c17384ed5" /><Relationship Type="http://schemas.openxmlformats.org/officeDocument/2006/relationships/notesMaster" Target="/ppt/notesMasters/notesMaster1.xml" Id="R312ed9d106504490" /><Relationship Type="http://schemas.openxmlformats.org/officeDocument/2006/relationships/presProps" Target="/ppt/presProps.xml" Id="R2c59b3920d4e4b7a" /><Relationship Type="http://schemas.openxmlformats.org/officeDocument/2006/relationships/tableStyles" Target="/ppt/tableStyles.xml" Id="R9b226ee6eb9a4d7c" /><Relationship Type="http://schemas.openxmlformats.org/officeDocument/2006/relationships/slide" Target="/ppt/slides/slide1.xml" Id="R5d0da7cbf6f44a46" /><Relationship Type="http://schemas.openxmlformats.org/officeDocument/2006/relationships/slide" Target="/ppt/slides/slide2.xml" Id="R0065dcdb8641482b" /><Relationship Type="http://schemas.openxmlformats.org/officeDocument/2006/relationships/slide" Target="/ppt/slides/slide3.xml" Id="R77c4ae6f05ad45b7" /><Relationship Type="http://schemas.openxmlformats.org/officeDocument/2006/relationships/slide" Target="/ppt/slides/slide4.xml" Id="R18297fc4bc45431c" /><Relationship Type="http://schemas.openxmlformats.org/officeDocument/2006/relationships/slide" Target="/ppt/slides/slide5.xml" Id="R68f2bfcebebb4ac7" /><Relationship Type="http://schemas.openxmlformats.org/officeDocument/2006/relationships/slide" Target="/ppt/slides/slide6.xml" Id="Rd7ea7267f7bb4f3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c6ca7e8b6624a1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d26bf4ae7ca47ed" /><Relationship Type="http://schemas.openxmlformats.org/officeDocument/2006/relationships/notesMaster" Target="/ppt/notesMasters/notesMaster1.xml" Id="Ra9c24b2e85e04c8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ba14317ca4f4e85" /><Relationship Type="http://schemas.openxmlformats.org/officeDocument/2006/relationships/notesMaster" Target="/ppt/notesMasters/notesMaster1.xml" Id="R5fa256b2084b467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03a1c887aab4baf" /><Relationship Type="http://schemas.openxmlformats.org/officeDocument/2006/relationships/notesMaster" Target="/ppt/notesMasters/notesMaster1.xml" Id="R4a15dc6dc18c4ea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bfb0e36f2164158" /><Relationship Type="http://schemas.openxmlformats.org/officeDocument/2006/relationships/notesMaster" Target="/ppt/notesMasters/notesMaster1.xml" Id="Rced8bdab33074ab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7596f46fed148c2" /><Relationship Type="http://schemas.openxmlformats.org/officeDocument/2006/relationships/notesMaster" Target="/ppt/notesMasters/notesMaster1.xml" Id="Rd93da4686b4e4c1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f75be3b76404862" /><Relationship Type="http://schemas.openxmlformats.org/officeDocument/2006/relationships/notesMaster" Target="/ppt/notesMasters/notesMaster1.xml" Id="Rc6c8c30452c94bf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기존 계산 원장: C:/Users/seolh/Documents/GitHub/Auto_Trading/reports/deneb_polaris_report_20261017/full_report/calculation_result.json</a:t>
            </a:r>
          </a:p>
          <a:p xmlns:a="http://schemas.openxmlformats.org/drawingml/2006/main">
            <a:r>
              <a:t>기존 월20만원 자료를 0.5배로 환산. 모든 금액은 월10만원 모형이며 실계좌 정산이 아니다. 소수주·고정환율·배당 재투자·세전·편도0.15%. 지정가 체결과 운영 승인 상태는 변경하지 않았다.</a:t>
            </a:r>
          </a:p>
          <a:p xmlns:a="http://schemas.openxmlformats.org/drawingml/2006/main">
            <a:r>
              <a:t>지면 참고: UBS Global Wealth Report 2025, 기존 제공 참고 PDF의 9·12·15쪽. 원문 로고·사진·본문은 복제하지 않고 편집 그리드와 위계를 재구성.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규칙: src/auto_trading/ops/mf_paper.py, src/auto_trading/ops/deneb_guard.py</a:t>
            </a:r>
          </a:p>
          <a:p xmlns:a="http://schemas.openxmlformats.org/drawingml/2006/main">
            <a:r>
              <a:t>https://www.proshares.com/our-etfs/leveraged-and-inverse/tqqq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기존 계산 원장: C:/Users/seolh/Documents/GitHub/Auto_Trading/reports/deneb_polaris_report_20261017/full_report/calculation_result.json</a:t>
            </a:r>
          </a:p>
          <a:p xmlns:a="http://schemas.openxmlformats.org/drawingml/2006/main">
            <a:r>
              <a:t>기존 월20만원 자료를 0.5배로 환산. 모든 금액은 월10만원 모형이며 실계좌 정산이 아니다. 소수주·고정환율·배당 재투자·세전·편도0.15%. 지정가 체결과 운영 승인 상태는 변경하지 않았다.</a:t>
            </a:r>
          </a:p>
          <a:p xmlns:a="http://schemas.openxmlformats.org/drawingml/2006/main">
            <a:r>
              <a:t>지면 참고: UBS Global Wealth Report 2025, 기존 제공 참고 PDF의 9·12·15쪽. 원문 로고·사진·본문은 복제하지 않고 편집 그리드와 위계를 재구성.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기존 연구181 §3 A, 긴 기간 표. 실제 SCHD 출시 이전은 고배당 대리자료. 현재 Deneb의 방어·복귀와 다른 고정 혼합 연구이며 당시 기각 판정 유지.</a:t>
            </a:r>
          </a:p>
          <a:p xmlns:a="http://schemas.openxmlformats.org/drawingml/2006/main">
            <a:r>
              <a:t>C:/Users/seolh/Documents/GitHub/Auto_Trading/docs/research/181-leveraged-nasdaq-dividend-mix-preregistration.md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기존 계산 원장: C:/Users/seolh/Documents/GitHub/Auto_Trading/reports/deneb_polaris_report_20261017/full_report/calculation_result.json</a:t>
            </a:r>
          </a:p>
          <a:p xmlns:a="http://schemas.openxmlformats.org/drawingml/2006/main">
            <a:r>
              <a:t>기존 월20만원 자료를 0.5배로 환산. 모든 금액은 월10만원 모형이며 실계좌 정산이 아니다. 소수주·고정환율·배당 재투자·세전·편도0.15%. 지정가 체결과 운영 승인 상태는 변경하지 않았다.</a:t>
            </a:r>
          </a:p>
          <a:p xmlns:a="http://schemas.openxmlformats.org/drawingml/2006/main">
            <a:r>
              <a:t>지면 참고: UBS Global Wealth Report 2025, 기존 제공 참고 PDF의 9·12·15쪽. 원문 로고·사진·본문은 복제하지 않고 편집 그리드와 위계를 재구성.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기간별 부분 추출이며 기존 원장의 월말값은 변경하지 않음. 종가 회계·수수료 편도0.15%·세전·환율고정·소수 주·배당 재투자. 실제 체결 검증 아님.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기존 계산 원장: C:/Users/seolh/Documents/GitHub/Auto_Trading/reports/deneb_polaris_report_20261017/full_report/calculation_result.json</a:t>
            </a:r>
          </a:p>
          <a:p xmlns:a="http://schemas.openxmlformats.org/drawingml/2006/main">
            <a:r>
              <a:t>기존 월20만원 자료를 0.5배로 환산. 모든 금액은 월10만원 모형이며 실계좌 정산이 아니다. 소수주·고정환율·배당 재투자·세전·편도0.15%. 지정가 체결과 운영 승인 상태는 변경하지 않았다.</a:t>
            </a:r>
          </a:p>
          <a:p xmlns:a="http://schemas.openxmlformats.org/drawingml/2006/main">
            <a:r>
              <a:t>지면 참고: UBS Global Wealth Report 2025, 기존 제공 참고 PDF의 9·12·15쪽. 원문 로고·사진·본문은 복제하지 않고 편집 그리드와 위계를 재구성.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기존 계산 원장: C:/Users/seolh/Documents/GitHub/Auto_Trading/reports/deneb_polaris_report_20261017/full_report/calculation_result.json</a:t>
            </a:r>
          </a:p>
          <a:p xmlns:a="http://schemas.openxmlformats.org/drawingml/2006/main">
            <a:r>
              <a:t>기존 월20만원 자료를 0.5배로 환산. 모든 금액은 월10만원 모형이며 실계좌 정산이 아니다. 소수주·고정환율·배당 재투자·세전·편도0.15%. 지정가 체결과 운영 승인 상태는 변경하지 않았다.</a:t>
            </a:r>
          </a:p>
          <a:p xmlns:a="http://schemas.openxmlformats.org/drawingml/2006/main">
            <a:r>
              <a:t>지면 참고: UBS Global Wealth Report 2025, 기존 제공 참고 PDF의 9·12·15쪽. 원문 로고·사진·본문은 복제하지 않고 편집 그리드와 위계를 재구성.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규칙 근거: C:/Users/seolh/Documents/GitHub/Auto_Trading/src/auto_trading/ops/deneb_guard.py, DIV_STEPS_KRW, STEP_CUT, monthly_dividend_krw, lev_cap. 단계는 순서대로 제안. 실제 월 지급이나 미래 배당률 전망 아님.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기존 계산 원장: C:/Users/seolh/Documents/GitHub/Auto_Trading/reports/deneb_polaris_report_20261017/full_report/calculation_result.json</a:t>
            </a:r>
          </a:p>
          <a:p xmlns:a="http://schemas.openxmlformats.org/drawingml/2006/main">
            <a:r>
              <a:t>기존 월20만원 자료를 0.5배로 환산. 모든 금액은 월10만원 모형이며 실계좌 정산이 아니다. 소수주·고정환율·배당 재투자·세전·편도0.15%. 지정가 체결과 운영 승인 상태는 변경하지 않았다.</a:t>
            </a:r>
          </a:p>
          <a:p xmlns:a="http://schemas.openxmlformats.org/drawingml/2006/main">
            <a:r>
              <a:t>지면 참고: UBS Global Wealth Report 2025, 기존 제공 참고 PDF의 9·12·15쪽. 원문 로고·사진·본문은 복제하지 않고 편집 그리드와 위계를 재구성.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현재 규칙: C:/Users/seolh/Documents/GitHub/Auto_Trading/src/auto_trading/ops/polaris.py</a:t>
            </a:r>
          </a:p>
          <a:p xmlns:a="http://schemas.openxmlformats.org/drawingml/2006/main">
            <a:r>
              <a:t>보고서 월 지속 적립 비교이며 실제 운영 회차를 변경하지 않음. 예시 금액은 목표 비율 산술. 실제 정수 주·승인·가격 한도·비용에 따라 차이.</a:t>
            </a:r>
          </a:p>
          <a:p xmlns:a="http://schemas.openxmlformats.org/drawingml/2006/main">
            <a:r>
              <a:t>https://www.ishares.com/us/products/239456/ishares-710-year-treasury-bond-etf</a:t>
            </a:r>
          </a:p>
          <a:p xmlns:a="http://schemas.openxmlformats.org/drawingml/2006/main">
            <a:r>
              <a:t>https://www.spdrgoldshares.com/usa/gldm/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a249a781d224ad8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02a7f1c6a2e4f7a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0d706f3c7f04f39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095cdecfa2c4ad7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8c6ccab87194ce2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b2b2180ae124be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92C8925-2355-4D3F-B13A-C67B345E6A0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24000" y="4069715"/>
            <a:ext cx="12192000" cy="15560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7C7EFD2B-5267-4B12-BE21-E34794072402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286000" y="5925026"/>
            <a:ext cx="10668000" cy="1196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4EBFC451-9751-48AC-8EE4-0ACF7EB9962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24000" y="4488656"/>
            <a:ext cx="12192000" cy="17954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267A9AB-895F-4EBC-A26F-FCBBA6CE9DD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837883"/>
            <a:ext cx="13525500" cy="13166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A59B0281-8115-47F1-9EF5-6F721D3C7D5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992438"/>
            <a:ext cx="13525500" cy="67030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690F9C53-23B3-443B-838E-F3556294D7E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837883"/>
            <a:ext cx="13525500" cy="13166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A3AF373B-9E81-4187-A882-40D080863A2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992438"/>
            <a:ext cx="6286500" cy="67030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8A064489-50E8-4F0A-86C4-52BB7D7C745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096250" y="2992438"/>
            <a:ext cx="6286500" cy="67030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D9D9897-73ED-4B95-85B6-104B23A2466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837883"/>
            <a:ext cx="13525500" cy="13166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B48726E4-9419-46B0-BAFE-13C22D05B42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992438"/>
            <a:ext cx="6286500" cy="67030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f332479ba28481a" /><Relationship Type="http://schemas.openxmlformats.org/officeDocument/2006/relationships/slideLayout" Target="/ppt/slideLayouts/slideLayout1.xml" Id="R1da1e2df8cf441cd" /><Relationship Type="http://schemas.openxmlformats.org/officeDocument/2006/relationships/slideLayout" Target="/ppt/slideLayouts/slideLayout2.xml" Id="R5108f4e75b79483b" /><Relationship Type="http://schemas.openxmlformats.org/officeDocument/2006/relationships/slideLayout" Target="/ppt/slideLayouts/slideLayout3.xml" Id="R371179c19fd84931" /><Relationship Type="http://schemas.openxmlformats.org/officeDocument/2006/relationships/slideLayout" Target="/ppt/slideLayouts/slideLayout4.xml" Id="R3da829ef12fa4fed" /><Relationship Type="http://schemas.openxmlformats.org/officeDocument/2006/relationships/slideLayout" Target="/ppt/slideLayouts/slideLayout5.xml" Id="Rd748745941494176" /><Relationship Type="http://schemas.openxmlformats.org/officeDocument/2006/relationships/slideLayout" Target="/ppt/slideLayouts/slideLayout6.xml" Id="R71ecfa13d7154f1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da1e2df8cf441cd"/>
    <p:sldLayoutId xmlns:r="http://schemas.openxmlformats.org/officeDocument/2006/relationships" id="2147483650" r:id="R5108f4e75b79483b"/>
    <p:sldLayoutId xmlns:r="http://schemas.openxmlformats.org/officeDocument/2006/relationships" id="2147483651" r:id="R371179c19fd84931"/>
    <p:sldLayoutId xmlns:r="http://schemas.openxmlformats.org/officeDocument/2006/relationships" id="2147483652" r:id="R3da829ef12fa4fed"/>
    <p:sldLayoutId xmlns:r="http://schemas.openxmlformats.org/officeDocument/2006/relationships" id="2147483653" r:id="Rd748745941494176"/>
    <p:sldLayoutId xmlns:r="http://schemas.openxmlformats.org/officeDocument/2006/relationships" id="2147483654" r:id="R71ecfa13d7154f1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3f5fff071854a82" /><Relationship Type="http://schemas.openxmlformats.org/officeDocument/2006/relationships/notesSlide" Target="/ppt/notesSlides/notesSlide1.xml" Id="Ra51b6719f680454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267fe82fe2844a4" /><Relationship Type="http://schemas.openxmlformats.org/officeDocument/2006/relationships/notesSlide" Target="/ppt/notesSlides/notesSlide2.xml" Id="Rf57951bfda4d443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a7bbcd6e3674ecb" /><Relationship Type="http://schemas.openxmlformats.org/officeDocument/2006/relationships/chart" Target="/ppt/slides/charts/chart1.xml" Id="R823b60e27a1741d2" /><Relationship Type="http://schemas.openxmlformats.org/officeDocument/2006/relationships/chart" Target="/ppt/slides/charts/chart2.xml" Id="R3e1bbfdc03b343f5" /><Relationship Type="http://schemas.openxmlformats.org/officeDocument/2006/relationships/notesSlide" Target="/ppt/notesSlides/notesSlide3.xml" Id="R6b4f0372fcbc4eb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664580c2257426f" /><Relationship Type="http://schemas.openxmlformats.org/officeDocument/2006/relationships/chart" Target="/ppt/slides/charts/chart3.xml" Id="Rbf066ec49f234ec2" /><Relationship Type="http://schemas.openxmlformats.org/officeDocument/2006/relationships/notesSlide" Target="/ppt/notesSlides/notesSlide4.xml" Id="Rce9f2f2d41a8488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367cab082024f36" /><Relationship Type="http://schemas.openxmlformats.org/officeDocument/2006/relationships/notesSlide" Target="/ppt/notesSlides/notesSlide5.xml" Id="R7e1c625478a34fe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7a61e8de5714b80" /><Relationship Type="http://schemas.openxmlformats.org/officeDocument/2006/relationships/notesSlide" Target="/ppt/notesSlides/notesSlide6.xml" Id="R5090da50d93145b8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_rels/chart3.xml.rels><Relationships xmlns="http://schemas.openxmlformats.org/package/2006/relationships"><Relationship Id="rIdChartSnapshot1" Type="http://schemas.openxmlformats.org/officeDocument/2006/relationships/package" Target="../../embeddings/chart-data-snapshot-003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"/>
        <c:varyColors val="0"/>
        <c:ser>
          <c:idx val="0"/>
          <c:order val="0"/>
          <c:tx>
            <c:v>Deneb</c:v>
          </c:tx>
          <c:spPr>
            <a:ln xmlns:a="http://schemas.openxmlformats.org/drawingml/2006/main" w="31433">
              <a:solidFill>
                <a:srgbClr val="18513D"/>
              </a:solidFill>
              <a:prstDash val="solid"/>
            </a:ln>
          </c:spPr>
          <c:marker>
            <c:symbol val="none"/>
          </c:marker>
          <c:xVal>
            <c:numRef>
              <c:f>'Chart Data'!$A$2:$A$37</c:f>
              <c:numCache>
                <c:formatCode>General</c:formatCode>
                <c:ptCount val="36"/>
                <c:pt idx="0">
                  <c:v>2012</c:v>
                </c:pt>
                <c:pt idx="1">
                  <c:v>2012.08333333</c:v>
                </c:pt>
                <c:pt idx="2">
                  <c:v>2012.16666667</c:v>
                </c:pt>
                <c:pt idx="3">
                  <c:v>2012.25</c:v>
                </c:pt>
                <c:pt idx="4">
                  <c:v>2012.33333333</c:v>
                </c:pt>
                <c:pt idx="5">
                  <c:v>2012.41666667</c:v>
                </c:pt>
                <c:pt idx="6">
                  <c:v>2012.5</c:v>
                </c:pt>
                <c:pt idx="7">
                  <c:v>2012.58333333</c:v>
                </c:pt>
                <c:pt idx="8">
                  <c:v>2012.66666667</c:v>
                </c:pt>
                <c:pt idx="9">
                  <c:v>2012.75</c:v>
                </c:pt>
                <c:pt idx="10">
                  <c:v>2012.83333333</c:v>
                </c:pt>
                <c:pt idx="11">
                  <c:v>2012.91666667</c:v>
                </c:pt>
                <c:pt idx="12">
                  <c:v>2013</c:v>
                </c:pt>
                <c:pt idx="13">
                  <c:v>2013.08333333</c:v>
                </c:pt>
                <c:pt idx="14">
                  <c:v>2013.16666667</c:v>
                </c:pt>
                <c:pt idx="15">
                  <c:v>2013.25</c:v>
                </c:pt>
                <c:pt idx="16">
                  <c:v>2013.33333333</c:v>
                </c:pt>
                <c:pt idx="17">
                  <c:v>2013.41666667</c:v>
                </c:pt>
                <c:pt idx="18">
                  <c:v>2013.5</c:v>
                </c:pt>
                <c:pt idx="19">
                  <c:v>2013.58333333</c:v>
                </c:pt>
                <c:pt idx="20">
                  <c:v>2013.66666667</c:v>
                </c:pt>
                <c:pt idx="21">
                  <c:v>2013.75</c:v>
                </c:pt>
                <c:pt idx="22">
                  <c:v>2013.83333333</c:v>
                </c:pt>
                <c:pt idx="23">
                  <c:v>2013.91666667</c:v>
                </c:pt>
                <c:pt idx="24">
                  <c:v>2014</c:v>
                </c:pt>
                <c:pt idx="25">
                  <c:v>2014.08333333</c:v>
                </c:pt>
                <c:pt idx="26">
                  <c:v>2014.16666667</c:v>
                </c:pt>
                <c:pt idx="27">
                  <c:v>2014.25</c:v>
                </c:pt>
                <c:pt idx="28">
                  <c:v>2014.33333333</c:v>
                </c:pt>
                <c:pt idx="29">
                  <c:v>2014.41666667</c:v>
                </c:pt>
                <c:pt idx="30">
                  <c:v>2014.5</c:v>
                </c:pt>
                <c:pt idx="31">
                  <c:v>2014.58333333</c:v>
                </c:pt>
                <c:pt idx="32">
                  <c:v>2014.66666667</c:v>
                </c:pt>
                <c:pt idx="33">
                  <c:v>2014.75</c:v>
                </c:pt>
                <c:pt idx="34">
                  <c:v>2014.83333333</c:v>
                </c:pt>
                <c:pt idx="35">
                  <c:v>2014.91666667</c:v>
                </c:pt>
              </c:numCache>
            </c:numRef>
          </c:xVal>
          <c:yVal>
            <c:numRef>
              <c:f>'Chart Data'!$B$2:$B$37</c:f>
              <c:numCache>
                <c:formatCode>#,##0</c:formatCode>
                <c:ptCount val="36"/>
                <c:pt idx="0">
                  <c:v>11.2134224731</c:v>
                </c:pt>
                <c:pt idx="1">
                  <c:v>23.8054821673</c:v>
                </c:pt>
                <c:pt idx="2">
                  <c:v>37.0809108126</c:v>
                </c:pt>
                <c:pt idx="3">
                  <c:v>45.4668373184</c:v>
                </c:pt>
                <c:pt idx="4">
                  <c:v>51.9185355379</c:v>
                </c:pt>
                <c:pt idx="5">
                  <c:v>64.2546832375</c:v>
                </c:pt>
                <c:pt idx="6">
                  <c:v>75.8218161566</c:v>
                </c:pt>
                <c:pt idx="7">
                  <c:v>94.4247133204</c:v>
                </c:pt>
                <c:pt idx="8">
                  <c:v>106.290718759</c:v>
                </c:pt>
                <c:pt idx="9">
                  <c:v>106.025231386</c:v>
                </c:pt>
                <c:pt idx="10">
                  <c:v>113.518460999</c:v>
                </c:pt>
                <c:pt idx="11">
                  <c:v>122.101620084</c:v>
                </c:pt>
                <c:pt idx="12">
                  <c:v>140.493651629</c:v>
                </c:pt>
                <c:pt idx="13">
                  <c:v>152.042202271</c:v>
                </c:pt>
                <c:pt idx="14">
                  <c:v>173.508358559</c:v>
                </c:pt>
                <c:pt idx="15">
                  <c:v>193.480352372</c:v>
                </c:pt>
                <c:pt idx="16">
                  <c:v>217.805391143</c:v>
                </c:pt>
                <c:pt idx="17">
                  <c:v>213.37129901</c:v>
                </c:pt>
                <c:pt idx="18">
                  <c:v>238.490752726</c:v>
                </c:pt>
                <c:pt idx="19">
                  <c:v>242.811152353</c:v>
                </c:pt>
                <c:pt idx="20">
                  <c:v>264.904092605</c:v>
                </c:pt>
                <c:pt idx="21">
                  <c:v>291.744167774</c:v>
                </c:pt>
                <c:pt idx="22">
                  <c:v>313.508433986</c:v>
                </c:pt>
                <c:pt idx="23">
                  <c:v>334.009645</c:v>
                </c:pt>
                <c:pt idx="24">
                  <c:v>329.832347304</c:v>
                </c:pt>
                <c:pt idx="25">
                  <c:v>361.180315703</c:v>
                </c:pt>
                <c:pt idx="26">
                  <c:v>367.487697541</c:v>
                </c:pt>
                <c:pt idx="27">
                  <c:v>361.339981788</c:v>
                </c:pt>
                <c:pt idx="28">
                  <c:v>402.984950274</c:v>
                </c:pt>
                <c:pt idx="29">
                  <c:v>438.657487486</c:v>
                </c:pt>
                <c:pt idx="30">
                  <c:v>453.699124826</c:v>
                </c:pt>
                <c:pt idx="31">
                  <c:v>513.281054956</c:v>
                </c:pt>
                <c:pt idx="32">
                  <c:v>514.214847472</c:v>
                </c:pt>
                <c:pt idx="33">
                  <c:v>532.528600296</c:v>
                </c:pt>
                <c:pt idx="34">
                  <c:v>593.350403051</c:v>
                </c:pt>
                <c:pt idx="35">
                  <c:v>565.541110947</c:v>
                </c:pt>
              </c:numCache>
            </c:numRef>
          </c:yVal>
        </c:ser>
        <c:ser>
          <c:idx val="1"/>
          <c:order val="1"/>
          <c:tx>
            <c:v>나스닥 1배</c:v>
          </c:tx>
          <c:spPr>
            <a:ln xmlns:a="http://schemas.openxmlformats.org/drawingml/2006/main" w="31433">
              <a:solidFill>
                <a:srgbClr val="286DB5"/>
              </a:solidFill>
              <a:prstDash val="dash"/>
            </a:ln>
          </c:spPr>
          <c:marker>
            <c:symbol val="none"/>
          </c:marker>
          <c:xVal>
            <c:numRef>
              <c:f>'Chart Data'!$C$2:$C$37</c:f>
              <c:numCache>
                <c:formatCode>General</c:formatCode>
                <c:ptCount val="36"/>
                <c:pt idx="0">
                  <c:v>2012</c:v>
                </c:pt>
                <c:pt idx="1">
                  <c:v>2012.08333333</c:v>
                </c:pt>
                <c:pt idx="2">
                  <c:v>2012.16666667</c:v>
                </c:pt>
                <c:pt idx="3">
                  <c:v>2012.25</c:v>
                </c:pt>
                <c:pt idx="4">
                  <c:v>2012.33333333</c:v>
                </c:pt>
                <c:pt idx="5">
                  <c:v>2012.41666667</c:v>
                </c:pt>
                <c:pt idx="6">
                  <c:v>2012.5</c:v>
                </c:pt>
                <c:pt idx="7">
                  <c:v>2012.58333333</c:v>
                </c:pt>
                <c:pt idx="8">
                  <c:v>2012.66666667</c:v>
                </c:pt>
                <c:pt idx="9">
                  <c:v>2012.75</c:v>
                </c:pt>
                <c:pt idx="10">
                  <c:v>2012.83333333</c:v>
                </c:pt>
                <c:pt idx="11">
                  <c:v>2012.91666667</c:v>
                </c:pt>
                <c:pt idx="12">
                  <c:v>2013</c:v>
                </c:pt>
                <c:pt idx="13">
                  <c:v>2013.08333333</c:v>
                </c:pt>
                <c:pt idx="14">
                  <c:v>2013.16666667</c:v>
                </c:pt>
                <c:pt idx="15">
                  <c:v>2013.25</c:v>
                </c:pt>
                <c:pt idx="16">
                  <c:v>2013.33333333</c:v>
                </c:pt>
                <c:pt idx="17">
                  <c:v>2013.41666667</c:v>
                </c:pt>
                <c:pt idx="18">
                  <c:v>2013.5</c:v>
                </c:pt>
                <c:pt idx="19">
                  <c:v>2013.58333333</c:v>
                </c:pt>
                <c:pt idx="20">
                  <c:v>2013.66666667</c:v>
                </c:pt>
                <c:pt idx="21">
                  <c:v>2013.75</c:v>
                </c:pt>
                <c:pt idx="22">
                  <c:v>2013.83333333</c:v>
                </c:pt>
                <c:pt idx="23">
                  <c:v>2013.91666667</c:v>
                </c:pt>
                <c:pt idx="24">
                  <c:v>2014</c:v>
                </c:pt>
                <c:pt idx="25">
                  <c:v>2014.08333333</c:v>
                </c:pt>
                <c:pt idx="26">
                  <c:v>2014.16666667</c:v>
                </c:pt>
                <c:pt idx="27">
                  <c:v>2014.25</c:v>
                </c:pt>
                <c:pt idx="28">
                  <c:v>2014.33333333</c:v>
                </c:pt>
                <c:pt idx="29">
                  <c:v>2014.41666667</c:v>
                </c:pt>
                <c:pt idx="30">
                  <c:v>2014.5</c:v>
                </c:pt>
                <c:pt idx="31">
                  <c:v>2014.58333333</c:v>
                </c:pt>
                <c:pt idx="32">
                  <c:v>2014.66666667</c:v>
                </c:pt>
                <c:pt idx="33">
                  <c:v>2014.75</c:v>
                </c:pt>
                <c:pt idx="34">
                  <c:v>2014.83333333</c:v>
                </c:pt>
                <c:pt idx="35">
                  <c:v>2014.91666667</c:v>
                </c:pt>
              </c:numCache>
            </c:numRef>
          </c:xVal>
          <c:yVal>
            <c:numRef>
              <c:f>'Chart Data'!$D$2:$D$37</c:f>
              <c:numCache>
                <c:formatCode>#,##0</c:formatCode>
                <c:ptCount val="36"/>
                <c:pt idx="0">
                  <c:v>10.622006556</c:v>
                </c:pt>
                <c:pt idx="1">
                  <c:v>21.8426073455</c:v>
                </c:pt>
                <c:pt idx="2">
                  <c:v>33.3534581408</c:v>
                </c:pt>
                <c:pt idx="3">
                  <c:v>42.7304143371</c:v>
                </c:pt>
                <c:pt idx="4">
                  <c:v>48.9888981549</c:v>
                </c:pt>
                <c:pt idx="5">
                  <c:v>61.3922110515</c:v>
                </c:pt>
                <c:pt idx="6">
                  <c:v>72.0594354947</c:v>
                </c:pt>
                <c:pt idx="7">
                  <c:v>86.3294813582</c:v>
                </c:pt>
                <c:pt idx="8">
                  <c:v>97.1805148234</c:v>
                </c:pt>
                <c:pt idx="9">
                  <c:v>101.521754032</c:v>
                </c:pt>
                <c:pt idx="10">
                  <c:v>112.824755096</c:v>
                </c:pt>
                <c:pt idx="11">
                  <c:v>122.255963303</c:v>
                </c:pt>
                <c:pt idx="12">
                  <c:v>135.458084825</c:v>
                </c:pt>
                <c:pt idx="13">
                  <c:v>145.826371618</c:v>
                </c:pt>
                <c:pt idx="14">
                  <c:v>160.481598928</c:v>
                </c:pt>
                <c:pt idx="15">
                  <c:v>174.862150044</c:v>
                </c:pt>
                <c:pt idx="16">
                  <c:v>191.508447531</c:v>
                </c:pt>
                <c:pt idx="17">
                  <c:v>196.649882339</c:v>
                </c:pt>
                <c:pt idx="18">
                  <c:v>219.616747466</c:v>
                </c:pt>
                <c:pt idx="19">
                  <c:v>228.592680746</c:v>
                </c:pt>
                <c:pt idx="20">
                  <c:v>250.046823999</c:v>
                </c:pt>
                <c:pt idx="21">
                  <c:v>272.816098712</c:v>
                </c:pt>
                <c:pt idx="22">
                  <c:v>292.841295478</c:v>
                </c:pt>
                <c:pt idx="23">
                  <c:v>311.72032323</c:v>
                </c:pt>
                <c:pt idx="24">
                  <c:v>315.60186467</c:v>
                </c:pt>
                <c:pt idx="25">
                  <c:v>342.609069709</c:v>
                </c:pt>
                <c:pt idx="26">
                  <c:v>343.028178149</c:v>
                </c:pt>
                <c:pt idx="27">
                  <c:v>351.713990348</c:v>
                </c:pt>
                <c:pt idx="28">
                  <c:v>377.892598797</c:v>
                </c:pt>
                <c:pt idx="29">
                  <c:v>400.004193757</c:v>
                </c:pt>
                <c:pt idx="30">
                  <c:v>414.725613913</c:v>
                </c:pt>
                <c:pt idx="31">
                  <c:v>446.025170383</c:v>
                </c:pt>
                <c:pt idx="32">
                  <c:v>452.531138372</c:v>
                </c:pt>
                <c:pt idx="33">
                  <c:v>474.902160501</c:v>
                </c:pt>
                <c:pt idx="34">
                  <c:v>506.90099456</c:v>
                </c:pt>
                <c:pt idx="35">
                  <c:v>505.416361453</c:v>
                </c:pt>
              </c:numCache>
            </c:numRef>
          </c:yVal>
        </c:ser>
        <c:ser>
          <c:idx val="2"/>
          <c:order val="2"/>
          <c:tx>
            <c:v>나스닥 2배</c:v>
          </c:tx>
          <c:spPr>
            <a:ln xmlns:a="http://schemas.openxmlformats.org/drawingml/2006/main" w="31433">
              <a:solidFill>
                <a:srgbClr val="CC701F"/>
              </a:solidFill>
              <a:prstDash val="solid"/>
            </a:ln>
          </c:spPr>
          <c:marker>
            <c:symbol val="none"/>
          </c:marker>
          <c:xVal>
            <c:numRef>
              <c:f>'Chart Data'!$E$2:$E$37</c:f>
              <c:numCache>
                <c:formatCode>General</c:formatCode>
                <c:ptCount val="36"/>
                <c:pt idx="0">
                  <c:v>2012</c:v>
                </c:pt>
                <c:pt idx="1">
                  <c:v>2012.08333333</c:v>
                </c:pt>
                <c:pt idx="2">
                  <c:v>2012.16666667</c:v>
                </c:pt>
                <c:pt idx="3">
                  <c:v>2012.25</c:v>
                </c:pt>
                <c:pt idx="4">
                  <c:v>2012.33333333</c:v>
                </c:pt>
                <c:pt idx="5">
                  <c:v>2012.41666667</c:v>
                </c:pt>
                <c:pt idx="6">
                  <c:v>2012.5</c:v>
                </c:pt>
                <c:pt idx="7">
                  <c:v>2012.58333333</c:v>
                </c:pt>
                <c:pt idx="8">
                  <c:v>2012.66666667</c:v>
                </c:pt>
                <c:pt idx="9">
                  <c:v>2012.75</c:v>
                </c:pt>
                <c:pt idx="10">
                  <c:v>2012.83333333</c:v>
                </c:pt>
                <c:pt idx="11">
                  <c:v>2012.91666667</c:v>
                </c:pt>
                <c:pt idx="12">
                  <c:v>2013</c:v>
                </c:pt>
                <c:pt idx="13">
                  <c:v>2013.08333333</c:v>
                </c:pt>
                <c:pt idx="14">
                  <c:v>2013.16666667</c:v>
                </c:pt>
                <c:pt idx="15">
                  <c:v>2013.25</c:v>
                </c:pt>
                <c:pt idx="16">
                  <c:v>2013.33333333</c:v>
                </c:pt>
                <c:pt idx="17">
                  <c:v>2013.41666667</c:v>
                </c:pt>
                <c:pt idx="18">
                  <c:v>2013.5</c:v>
                </c:pt>
                <c:pt idx="19">
                  <c:v>2013.58333333</c:v>
                </c:pt>
                <c:pt idx="20">
                  <c:v>2013.66666667</c:v>
                </c:pt>
                <c:pt idx="21">
                  <c:v>2013.75</c:v>
                </c:pt>
                <c:pt idx="22">
                  <c:v>2013.83333333</c:v>
                </c:pt>
                <c:pt idx="23">
                  <c:v>2013.91666667</c:v>
                </c:pt>
                <c:pt idx="24">
                  <c:v>2014</c:v>
                </c:pt>
                <c:pt idx="25">
                  <c:v>2014.08333333</c:v>
                </c:pt>
                <c:pt idx="26">
                  <c:v>2014.16666667</c:v>
                </c:pt>
                <c:pt idx="27">
                  <c:v>2014.25</c:v>
                </c:pt>
                <c:pt idx="28">
                  <c:v>2014.33333333</c:v>
                </c:pt>
                <c:pt idx="29">
                  <c:v>2014.41666667</c:v>
                </c:pt>
                <c:pt idx="30">
                  <c:v>2014.5</c:v>
                </c:pt>
                <c:pt idx="31">
                  <c:v>2014.58333333</c:v>
                </c:pt>
                <c:pt idx="32">
                  <c:v>2014.66666667</c:v>
                </c:pt>
                <c:pt idx="33">
                  <c:v>2014.75</c:v>
                </c:pt>
                <c:pt idx="34">
                  <c:v>2014.83333333</c:v>
                </c:pt>
                <c:pt idx="35">
                  <c:v>2014.91666667</c:v>
                </c:pt>
              </c:numCache>
            </c:numRef>
          </c:xVal>
          <c:yVal>
            <c:numRef>
              <c:f>'Chart Data'!$F$2:$F$37</c:f>
              <c:numCache>
                <c:formatCode>#,##0</c:formatCode>
                <c:ptCount val="36"/>
                <c:pt idx="0">
                  <c:v>11.297720986</c:v>
                </c:pt>
                <c:pt idx="1">
                  <c:v>23.8974081324</c:v>
                </c:pt>
                <c:pt idx="2">
                  <c:v>37.1410417369</c:v>
                </c:pt>
                <c:pt idx="3">
                  <c:v>45.7189396366</c:v>
                </c:pt>
                <c:pt idx="4">
                  <c:v>47.9161234964</c:v>
                </c:pt>
                <c:pt idx="5">
                  <c:v>62.4191884143</c:v>
                </c:pt>
                <c:pt idx="6">
                  <c:v>73.5229833011</c:v>
                </c:pt>
                <c:pt idx="7">
                  <c:v>92.4548656077</c:v>
                </c:pt>
                <c:pt idx="8">
                  <c:v>104.107952284</c:v>
                </c:pt>
                <c:pt idx="9">
                  <c:v>102.017807687</c:v>
                </c:pt>
                <c:pt idx="10">
                  <c:v>114.416177522</c:v>
                </c:pt>
                <c:pt idx="11">
                  <c:v>122.674429925</c:v>
                </c:pt>
                <c:pt idx="12">
                  <c:v>139.064690247</c:v>
                </c:pt>
                <c:pt idx="13">
                  <c:v>149.543393854</c:v>
                </c:pt>
                <c:pt idx="14">
                  <c:v>169.135519038</c:v>
                </c:pt>
                <c:pt idx="15">
                  <c:v>187.617238638</c:v>
                </c:pt>
                <c:pt idx="16">
                  <c:v>211.747984852</c:v>
                </c:pt>
                <c:pt idx="17">
                  <c:v>210.223093271</c:v>
                </c:pt>
                <c:pt idx="18">
                  <c:v>248.797085723</c:v>
                </c:pt>
                <c:pt idx="19">
                  <c:v>255.889620957</c:v>
                </c:pt>
                <c:pt idx="20">
                  <c:v>291.180424389</c:v>
                </c:pt>
                <c:pt idx="21">
                  <c:v>331.233384349</c:v>
                </c:pt>
                <c:pt idx="22">
                  <c:v>364.779172598</c:v>
                </c:pt>
                <c:pt idx="23">
                  <c:v>396.638376362</c:v>
                </c:pt>
                <c:pt idx="24">
                  <c:v>390.197579099</c:v>
                </c:pt>
                <c:pt idx="25">
                  <c:v>441.748864039</c:v>
                </c:pt>
                <c:pt idx="26">
                  <c:v>426.615511031</c:v>
                </c:pt>
                <c:pt idx="27">
                  <c:v>431.526056492</c:v>
                </c:pt>
                <c:pt idx="28">
                  <c:v>481.118104838</c:v>
                </c:pt>
                <c:pt idx="29">
                  <c:v>521.705290126</c:v>
                </c:pt>
                <c:pt idx="30">
                  <c:v>542.599563586</c:v>
                </c:pt>
                <c:pt idx="31">
                  <c:v>608.741009726</c:v>
                </c:pt>
                <c:pt idx="32">
                  <c:v>608.314609577</c:v>
                </c:pt>
                <c:pt idx="33">
                  <c:v>647.862922666</c:v>
                </c:pt>
                <c:pt idx="34">
                  <c:v>718.243684892</c:v>
                </c:pt>
                <c:pt idx="35">
                  <c:v>693.287270315</c:v>
                </c:pt>
              </c:numCache>
            </c:numRef>
          </c:yVal>
        </c:ser>
        <c:ser>
          <c:idx val="3"/>
          <c:order val="3"/>
          <c:tx>
            <c:v>나스닥 3배</c:v>
          </c:tx>
          <c:spPr>
            <a:ln xmlns:a="http://schemas.openxmlformats.org/drawingml/2006/main" w="31433">
              <a:solidFill>
                <a:srgbClr val="814BA3"/>
              </a:solidFill>
              <a:prstDash val="solid"/>
            </a:ln>
          </c:spPr>
          <c:marker>
            <c:symbol val="none"/>
          </c:marker>
          <c:xVal>
            <c:numRef>
              <c:f>'Chart Data'!$G$2:$G$37</c:f>
              <c:numCache>
                <c:formatCode>General</c:formatCode>
                <c:ptCount val="36"/>
                <c:pt idx="0">
                  <c:v>2012</c:v>
                </c:pt>
                <c:pt idx="1">
                  <c:v>2012.08333333</c:v>
                </c:pt>
                <c:pt idx="2">
                  <c:v>2012.16666667</c:v>
                </c:pt>
                <c:pt idx="3">
                  <c:v>2012.25</c:v>
                </c:pt>
                <c:pt idx="4">
                  <c:v>2012.33333333</c:v>
                </c:pt>
                <c:pt idx="5">
                  <c:v>2012.41666667</c:v>
                </c:pt>
                <c:pt idx="6">
                  <c:v>2012.5</c:v>
                </c:pt>
                <c:pt idx="7">
                  <c:v>2012.58333333</c:v>
                </c:pt>
                <c:pt idx="8">
                  <c:v>2012.66666667</c:v>
                </c:pt>
                <c:pt idx="9">
                  <c:v>2012.75</c:v>
                </c:pt>
                <c:pt idx="10">
                  <c:v>2012.83333333</c:v>
                </c:pt>
                <c:pt idx="11">
                  <c:v>2012.91666667</c:v>
                </c:pt>
                <c:pt idx="12">
                  <c:v>2013</c:v>
                </c:pt>
                <c:pt idx="13">
                  <c:v>2013.08333333</c:v>
                </c:pt>
                <c:pt idx="14">
                  <c:v>2013.16666667</c:v>
                </c:pt>
                <c:pt idx="15">
                  <c:v>2013.25</c:v>
                </c:pt>
                <c:pt idx="16">
                  <c:v>2013.33333333</c:v>
                </c:pt>
                <c:pt idx="17">
                  <c:v>2013.41666667</c:v>
                </c:pt>
                <c:pt idx="18">
                  <c:v>2013.5</c:v>
                </c:pt>
                <c:pt idx="19">
                  <c:v>2013.58333333</c:v>
                </c:pt>
                <c:pt idx="20">
                  <c:v>2013.66666667</c:v>
                </c:pt>
                <c:pt idx="21">
                  <c:v>2013.75</c:v>
                </c:pt>
                <c:pt idx="22">
                  <c:v>2013.83333333</c:v>
                </c:pt>
                <c:pt idx="23">
                  <c:v>2013.91666667</c:v>
                </c:pt>
                <c:pt idx="24">
                  <c:v>2014</c:v>
                </c:pt>
                <c:pt idx="25">
                  <c:v>2014.08333333</c:v>
                </c:pt>
                <c:pt idx="26">
                  <c:v>2014.16666667</c:v>
                </c:pt>
                <c:pt idx="27">
                  <c:v>2014.25</c:v>
                </c:pt>
                <c:pt idx="28">
                  <c:v>2014.33333333</c:v>
                </c:pt>
                <c:pt idx="29">
                  <c:v>2014.41666667</c:v>
                </c:pt>
                <c:pt idx="30">
                  <c:v>2014.5</c:v>
                </c:pt>
                <c:pt idx="31">
                  <c:v>2014.58333333</c:v>
                </c:pt>
                <c:pt idx="32">
                  <c:v>2014.66666667</c:v>
                </c:pt>
                <c:pt idx="33">
                  <c:v>2014.75</c:v>
                </c:pt>
                <c:pt idx="34">
                  <c:v>2014.83333333</c:v>
                </c:pt>
                <c:pt idx="35">
                  <c:v>2014.91666667</c:v>
                </c:pt>
              </c:numCache>
            </c:numRef>
          </c:xVal>
          <c:yVal>
            <c:numRef>
              <c:f>'Chart Data'!$H$2:$H$37</c:f>
              <c:numCache>
                <c:formatCode>#,##0</c:formatCode>
                <c:ptCount val="36"/>
                <c:pt idx="0">
                  <c:v>11.9845011017</c:v>
                </c:pt>
                <c:pt idx="1">
                  <c:v>26.1062138996</c:v>
                </c:pt>
                <c:pt idx="2">
                  <c:v>41.3972917286</c:v>
                </c:pt>
                <c:pt idx="3">
                  <c:v>48.8875933312</c:v>
                </c:pt>
                <c:pt idx="4">
                  <c:v>46.7899640922</c:v>
                </c:pt>
                <c:pt idx="5">
                  <c:v>63.2706073964</c:v>
                </c:pt>
                <c:pt idx="6">
                  <c:v>74.8447644158</c:v>
                </c:pt>
                <c:pt idx="7">
                  <c:v>98.5960612797</c:v>
                </c:pt>
                <c:pt idx="8">
                  <c:v>110.946879175</c:v>
                </c:pt>
                <c:pt idx="9">
                  <c:v>102.062595707</c:v>
                </c:pt>
                <c:pt idx="10">
                  <c:v>115.198224118</c:v>
                </c:pt>
                <c:pt idx="11">
                  <c:v>122.812920231</c:v>
                </c:pt>
                <c:pt idx="12">
                  <c:v>142.038633492</c:v>
                </c:pt>
                <c:pt idx="13">
                  <c:v>152.604398422</c:v>
                </c:pt>
                <c:pt idx="14">
                  <c:v>176.689679163</c:v>
                </c:pt>
                <c:pt idx="15">
                  <c:v>199.838881044</c:v>
                </c:pt>
                <c:pt idx="16">
                  <c:v>232.432518878</c:v>
                </c:pt>
                <c:pt idx="17">
                  <c:v>222.915712404</c:v>
                </c:pt>
                <c:pt idx="18">
                  <c:v>279.55952096</c:v>
                </c:pt>
                <c:pt idx="19">
                  <c:v>284.353097215</c:v>
                </c:pt>
                <c:pt idx="20">
                  <c:v>338.040238242</c:v>
                </c:pt>
                <c:pt idx="21">
                  <c:v>398.838974686</c:v>
                </c:pt>
                <c:pt idx="22">
                  <c:v>451.084586384</c:v>
                </c:pt>
                <c:pt idx="23">
                  <c:v>501.983647613</c:v>
                </c:pt>
                <c:pt idx="24">
                  <c:v>479.645064089</c:v>
                </c:pt>
                <c:pt idx="25">
                  <c:v>565.859245756</c:v>
                </c:pt>
                <c:pt idx="26">
                  <c:v>527.876254957</c:v>
                </c:pt>
                <c:pt idx="27">
                  <c:v>526.417634133</c:v>
                </c:pt>
                <c:pt idx="28">
                  <c:v>608.743029515</c:v>
                </c:pt>
                <c:pt idx="29">
                  <c:v>677.27298993</c:v>
                </c:pt>
                <c:pt idx="30">
                  <c:v>707.877860072</c:v>
                </c:pt>
                <c:pt idx="31">
                  <c:v>829.039729374</c:v>
                </c:pt>
                <c:pt idx="32">
                  <c:v>815.654298471</c:v>
                </c:pt>
                <c:pt idx="33">
                  <c:v>880.478419751</c:v>
                </c:pt>
                <c:pt idx="34">
                  <c:v>1017.63917033</c:v>
                </c:pt>
                <c:pt idx="35">
                  <c:v>950.808495114</c:v>
                </c:pt>
              </c:numCache>
            </c:numRef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Noto Sans KR"/>
                  <a:ea typeface="Noto Sans KR"/>
                  <a:cs typeface="Noto Sans KR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1100"/>
          <c:min val="0"/>
        </c:scaling>
        <c:delete val="0"/>
        <c:axPos val="l"/>
        <c:majorGridlines>
          <c:spPr>
            <a:ln xmlns:a="http://schemas.openxmlformats.org/drawingml/2006/main" w="7620">
              <a:solidFill>
                <a:srgbClr val="DDDFD7"/>
              </a:solidFill>
              <a:prstDash val="solid"/>
            </a:ln>
          </c:spPr>
        </c:majorGridlines>
        <c:numFmt formatCode="#,##0"/>
        <c:majorTickMark val="none"/>
        <c:minorTickMark val="none"/>
        <c:spPr>
          <a:ln xmlns:a="http://schemas.openxmlformats.org/drawingml/2006/main" w="0">
            <a:noFill/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77786F"/>
                </a:solidFill>
                <a:latin typeface="Noto Sans KR"/>
                <a:ea typeface="Noto Sans KR"/>
                <a:cs typeface="Noto Sans KR"/>
              </a:defRPr>
            </a:pPr>
          </a:p>
        </c:txPr>
        <c:crossAx val="48650112"/>
        <c:majorUnit val="250"/>
      </c:valAx>
      <c:valAx>
        <c:axId val="48650112"/>
        <c:scaling>
          <c:orientation val="minMax"/>
          <c:max val="2015"/>
          <c:min val="2012"/>
        </c:scaling>
        <c:delete val="0"/>
        <c:axPos val="b"/>
        <c:numFmt formatCode="0"/>
        <c:majorTickMark val="none"/>
        <c:minorTickMark val="none"/>
        <c:spPr>
          <a:ln xmlns:a="http://schemas.openxmlformats.org/drawingml/2006/main" w="9525">
            <a:solidFill>
              <a:srgbClr val="B9BBB3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77786F"/>
                </a:solidFill>
                <a:latin typeface="Noto Sans KR"/>
                <a:ea typeface="Noto Sans KR"/>
                <a:cs typeface="Noto Sans KR"/>
              </a:defRPr>
            </a:pPr>
          </a:p>
        </c:txPr>
        <c:crossAx val="48672768"/>
        <c:majorUnit val="1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575">
              <a:solidFill>
                <a:srgbClr val="262824"/>
              </a:solidFill>
              <a:latin typeface="Noto Sans KR"/>
              <a:ea typeface="Noto Sans KR"/>
              <a:cs typeface="Noto Sans KR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  <a:prstDash val="solid"/>
    </a:ln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"/>
        <c:varyColors val="0"/>
        <c:ser>
          <c:idx val="0"/>
          <c:order val="0"/>
          <c:tx>
            <c:v>Deneb</c:v>
          </c:tx>
          <c:spPr>
            <a:ln xmlns:a="http://schemas.openxmlformats.org/drawingml/2006/main" w="31433">
              <a:solidFill>
                <a:srgbClr val="18513D"/>
              </a:solidFill>
              <a:prstDash val="solid"/>
            </a:ln>
          </c:spPr>
          <c:marker>
            <c:symbol val="none"/>
          </c:marker>
          <c:xVal>
            <c:numRef>
              <c:f>'Chart Data'!$A$2:$A$25</c:f>
              <c:numCache>
                <c:formatCode>General</c:formatCode>
                <c:ptCount val="24"/>
                <c:pt idx="0">
                  <c:v>2019</c:v>
                </c:pt>
                <c:pt idx="1">
                  <c:v>2019.08333333</c:v>
                </c:pt>
                <c:pt idx="2">
                  <c:v>2019.16666667</c:v>
                </c:pt>
                <c:pt idx="3">
                  <c:v>2019.25</c:v>
                </c:pt>
                <c:pt idx="4">
                  <c:v>2019.33333333</c:v>
                </c:pt>
                <c:pt idx="5">
                  <c:v>2019.41666667</c:v>
                </c:pt>
                <c:pt idx="6">
                  <c:v>2019.5</c:v>
                </c:pt>
                <c:pt idx="7">
                  <c:v>2019.58333333</c:v>
                </c:pt>
                <c:pt idx="8">
                  <c:v>2019.66666667</c:v>
                </c:pt>
                <c:pt idx="9">
                  <c:v>2019.75</c:v>
                </c:pt>
                <c:pt idx="10">
                  <c:v>2019.83333333</c:v>
                </c:pt>
                <c:pt idx="11">
                  <c:v>2019.91666667</c:v>
                </c:pt>
                <c:pt idx="12">
                  <c:v>2020</c:v>
                </c:pt>
                <c:pt idx="13">
                  <c:v>2020.08333333</c:v>
                </c:pt>
                <c:pt idx="14">
                  <c:v>2020.16666667</c:v>
                </c:pt>
                <c:pt idx="15">
                  <c:v>2020.25</c:v>
                </c:pt>
                <c:pt idx="16">
                  <c:v>2020.33333333</c:v>
                </c:pt>
                <c:pt idx="17">
                  <c:v>2020.41666667</c:v>
                </c:pt>
                <c:pt idx="18">
                  <c:v>2020.5</c:v>
                </c:pt>
                <c:pt idx="19">
                  <c:v>2020.58333333</c:v>
                </c:pt>
                <c:pt idx="20">
                  <c:v>2020.66666667</c:v>
                </c:pt>
                <c:pt idx="21">
                  <c:v>2020.75</c:v>
                </c:pt>
                <c:pt idx="22">
                  <c:v>2020.83333333</c:v>
                </c:pt>
                <c:pt idx="23">
                  <c:v>2020.91666667</c:v>
                </c:pt>
              </c:numCache>
            </c:numRef>
          </c:xVal>
          <c:yVal>
            <c:numRef>
              <c:f>'Chart Data'!$B$2:$B$25</c:f>
              <c:numCache>
                <c:formatCode>#,##0</c:formatCode>
                <c:ptCount val="24"/>
                <c:pt idx="0">
                  <c:v>1898.80266643</c:v>
                </c:pt>
                <c:pt idx="1">
                  <c:v>2028.70798939</c:v>
                </c:pt>
                <c:pt idx="2">
                  <c:v>2181.07032627</c:v>
                </c:pt>
                <c:pt idx="3">
                  <c:v>2437.21862498</c:v>
                </c:pt>
                <c:pt idx="4">
                  <c:v>2089.14039999</c:v>
                </c:pt>
                <c:pt idx="5">
                  <c:v>2374.88175179</c:v>
                </c:pt>
                <c:pt idx="6">
                  <c:v>2484.62583905</c:v>
                </c:pt>
                <c:pt idx="7">
                  <c:v>2311.16634634</c:v>
                </c:pt>
                <c:pt idx="8">
                  <c:v>2381.61817848</c:v>
                </c:pt>
                <c:pt idx="9">
                  <c:v>2587.1002779</c:v>
                </c:pt>
                <c:pt idx="10">
                  <c:v>2816.51927515</c:v>
                </c:pt>
                <c:pt idx="11">
                  <c:v>3046.22839879</c:v>
                </c:pt>
                <c:pt idx="12">
                  <c:v>3186.38986398</c:v>
                </c:pt>
                <c:pt idx="13">
                  <c:v>2848.63780197</c:v>
                </c:pt>
                <c:pt idx="14">
                  <c:v>2715.75859278</c:v>
                </c:pt>
                <c:pt idx="15">
                  <c:v>3458.99806179</c:v>
                </c:pt>
                <c:pt idx="16">
                  <c:v>3687.1140033</c:v>
                </c:pt>
                <c:pt idx="17">
                  <c:v>4066.0952217</c:v>
                </c:pt>
                <c:pt idx="18">
                  <c:v>4638.74161077</c:v>
                </c:pt>
                <c:pt idx="19">
                  <c:v>5616.15741912</c:v>
                </c:pt>
                <c:pt idx="20">
                  <c:v>5061.30294809</c:v>
                </c:pt>
                <c:pt idx="21">
                  <c:v>5079.90357977</c:v>
                </c:pt>
                <c:pt idx="22">
                  <c:v>5745.02617374</c:v>
                </c:pt>
                <c:pt idx="23">
                  <c:v>6288.36586734</c:v>
                </c:pt>
              </c:numCache>
            </c:numRef>
          </c:yVal>
        </c:ser>
        <c:ser>
          <c:idx val="1"/>
          <c:order val="1"/>
          <c:tx>
            <c:v>나스닥 1배</c:v>
          </c:tx>
          <c:spPr>
            <a:ln xmlns:a="http://schemas.openxmlformats.org/drawingml/2006/main" w="31433">
              <a:solidFill>
                <a:srgbClr val="286DB5"/>
              </a:solidFill>
              <a:prstDash val="dash"/>
            </a:ln>
          </c:spPr>
          <c:marker>
            <c:symbol val="none"/>
          </c:marker>
          <c:xVal>
            <c:numRef>
              <c:f>'Chart Data'!$C$2:$C$25</c:f>
              <c:numCache>
                <c:formatCode>General</c:formatCode>
                <c:ptCount val="24"/>
                <c:pt idx="0">
                  <c:v>2019</c:v>
                </c:pt>
                <c:pt idx="1">
                  <c:v>2019.08333333</c:v>
                </c:pt>
                <c:pt idx="2">
                  <c:v>2019.16666667</c:v>
                </c:pt>
                <c:pt idx="3">
                  <c:v>2019.25</c:v>
                </c:pt>
                <c:pt idx="4">
                  <c:v>2019.33333333</c:v>
                </c:pt>
                <c:pt idx="5">
                  <c:v>2019.41666667</c:v>
                </c:pt>
                <c:pt idx="6">
                  <c:v>2019.5</c:v>
                </c:pt>
                <c:pt idx="7">
                  <c:v>2019.58333333</c:v>
                </c:pt>
                <c:pt idx="8">
                  <c:v>2019.66666667</c:v>
                </c:pt>
                <c:pt idx="9">
                  <c:v>2019.75</c:v>
                </c:pt>
                <c:pt idx="10">
                  <c:v>2019.83333333</c:v>
                </c:pt>
                <c:pt idx="11">
                  <c:v>2019.91666667</c:v>
                </c:pt>
                <c:pt idx="12">
                  <c:v>2020</c:v>
                </c:pt>
                <c:pt idx="13">
                  <c:v>2020.08333333</c:v>
                </c:pt>
                <c:pt idx="14">
                  <c:v>2020.16666667</c:v>
                </c:pt>
                <c:pt idx="15">
                  <c:v>2020.25</c:v>
                </c:pt>
                <c:pt idx="16">
                  <c:v>2020.33333333</c:v>
                </c:pt>
                <c:pt idx="17">
                  <c:v>2020.41666667</c:v>
                </c:pt>
                <c:pt idx="18">
                  <c:v>2020.5</c:v>
                </c:pt>
                <c:pt idx="19">
                  <c:v>2020.58333333</c:v>
                </c:pt>
                <c:pt idx="20">
                  <c:v>2020.66666667</c:v>
                </c:pt>
                <c:pt idx="21">
                  <c:v>2020.75</c:v>
                </c:pt>
                <c:pt idx="22">
                  <c:v>2020.83333333</c:v>
                </c:pt>
                <c:pt idx="23">
                  <c:v>2020.91666667</c:v>
                </c:pt>
              </c:numCache>
            </c:numRef>
          </c:xVal>
          <c:yVal>
            <c:numRef>
              <c:f>'Chart Data'!$D$2:$D$25</c:f>
              <c:numCache>
                <c:formatCode>#,##0</c:formatCode>
                <c:ptCount val="24"/>
                <c:pt idx="0">
                  <c:v>1513.355585</c:v>
                </c:pt>
                <c:pt idx="1">
                  <c:v>1568.94972642</c:v>
                </c:pt>
                <c:pt idx="2">
                  <c:v>1640.83005379</c:v>
                </c:pt>
                <c:pt idx="3">
                  <c:v>1741.46024278</c:v>
                </c:pt>
                <c:pt idx="4">
                  <c:v>1607.41522921</c:v>
                </c:pt>
                <c:pt idx="5">
                  <c:v>1740.40362242</c:v>
                </c:pt>
                <c:pt idx="6">
                  <c:v>1791.12068645</c:v>
                </c:pt>
                <c:pt idx="7">
                  <c:v>1766.94153812</c:v>
                </c:pt>
                <c:pt idx="8">
                  <c:v>1793.33569138</c:v>
                </c:pt>
                <c:pt idx="9">
                  <c:v>1882.39344789</c:v>
                </c:pt>
                <c:pt idx="10">
                  <c:v>1969.2935461</c:v>
                </c:pt>
                <c:pt idx="11">
                  <c:v>2056.30785796</c:v>
                </c:pt>
                <c:pt idx="12">
                  <c:v>2128.90645456</c:v>
                </c:pt>
                <c:pt idx="13">
                  <c:v>2009.18996934</c:v>
                </c:pt>
                <c:pt idx="14">
                  <c:v>1871.60739077</c:v>
                </c:pt>
                <c:pt idx="15">
                  <c:v>2163.84646907</c:v>
                </c:pt>
                <c:pt idx="16">
                  <c:v>2317.63207974</c:v>
                </c:pt>
                <c:pt idx="17">
                  <c:v>2473.91474382</c:v>
                </c:pt>
                <c:pt idx="18">
                  <c:v>2666.25665955</c:v>
                </c:pt>
                <c:pt idx="19">
                  <c:v>2969.00151414</c:v>
                </c:pt>
                <c:pt idx="20">
                  <c:v>2806.68359579</c:v>
                </c:pt>
                <c:pt idx="21">
                  <c:v>2730.75247639</c:v>
                </c:pt>
                <c:pt idx="22">
                  <c:v>3048.38104102</c:v>
                </c:pt>
                <c:pt idx="23">
                  <c:v>3208.16909556</c:v>
                </c:pt>
              </c:numCache>
            </c:numRef>
          </c:yVal>
        </c:ser>
        <c:ser>
          <c:idx val="2"/>
          <c:order val="2"/>
          <c:tx>
            <c:v>나스닥 2배</c:v>
          </c:tx>
          <c:spPr>
            <a:ln xmlns:a="http://schemas.openxmlformats.org/drawingml/2006/main" w="31433">
              <a:solidFill>
                <a:srgbClr val="CC701F"/>
              </a:solidFill>
              <a:prstDash val="solid"/>
            </a:ln>
          </c:spPr>
          <c:marker>
            <c:symbol val="none"/>
          </c:marker>
          <c:xVal>
            <c:numRef>
              <c:f>'Chart Data'!$E$2:$E$25</c:f>
              <c:numCache>
                <c:formatCode>General</c:formatCode>
                <c:ptCount val="24"/>
                <c:pt idx="0">
                  <c:v>2019</c:v>
                </c:pt>
                <c:pt idx="1">
                  <c:v>2019.08333333</c:v>
                </c:pt>
                <c:pt idx="2">
                  <c:v>2019.16666667</c:v>
                </c:pt>
                <c:pt idx="3">
                  <c:v>2019.25</c:v>
                </c:pt>
                <c:pt idx="4">
                  <c:v>2019.33333333</c:v>
                </c:pt>
                <c:pt idx="5">
                  <c:v>2019.41666667</c:v>
                </c:pt>
                <c:pt idx="6">
                  <c:v>2019.5</c:v>
                </c:pt>
                <c:pt idx="7">
                  <c:v>2019.58333333</c:v>
                </c:pt>
                <c:pt idx="8">
                  <c:v>2019.66666667</c:v>
                </c:pt>
                <c:pt idx="9">
                  <c:v>2019.75</c:v>
                </c:pt>
                <c:pt idx="10">
                  <c:v>2019.83333333</c:v>
                </c:pt>
                <c:pt idx="11">
                  <c:v>2019.91666667</c:v>
                </c:pt>
                <c:pt idx="12">
                  <c:v>2020</c:v>
                </c:pt>
                <c:pt idx="13">
                  <c:v>2020.08333333</c:v>
                </c:pt>
                <c:pt idx="14">
                  <c:v>2020.16666667</c:v>
                </c:pt>
                <c:pt idx="15">
                  <c:v>2020.25</c:v>
                </c:pt>
                <c:pt idx="16">
                  <c:v>2020.33333333</c:v>
                </c:pt>
                <c:pt idx="17">
                  <c:v>2020.41666667</c:v>
                </c:pt>
                <c:pt idx="18">
                  <c:v>2020.5</c:v>
                </c:pt>
                <c:pt idx="19">
                  <c:v>2020.58333333</c:v>
                </c:pt>
                <c:pt idx="20">
                  <c:v>2020.66666667</c:v>
                </c:pt>
                <c:pt idx="21">
                  <c:v>2020.75</c:v>
                </c:pt>
                <c:pt idx="22">
                  <c:v>2020.83333333</c:v>
                </c:pt>
                <c:pt idx="23">
                  <c:v>2020.91666667</c:v>
                </c:pt>
              </c:numCache>
            </c:numRef>
          </c:xVal>
          <c:yVal>
            <c:numRef>
              <c:f>'Chart Data'!$F$2:$F$25</c:f>
              <c:numCache>
                <c:formatCode>#,##0</c:formatCode>
                <c:ptCount val="24"/>
                <c:pt idx="0">
                  <c:v>2408.1763329</c:v>
                </c:pt>
                <c:pt idx="1">
                  <c:v>2554.17988918</c:v>
                </c:pt>
                <c:pt idx="2">
                  <c:v>2759.44614725</c:v>
                </c:pt>
                <c:pt idx="3">
                  <c:v>3069.39788478</c:v>
                </c:pt>
                <c:pt idx="4">
                  <c:v>2572.49844</c:v>
                </c:pt>
                <c:pt idx="5">
                  <c:v>2979.35210734</c:v>
                </c:pt>
                <c:pt idx="6">
                  <c:v>3117.97538122</c:v>
                </c:pt>
                <c:pt idx="7">
                  <c:v>2980.64992767</c:v>
                </c:pt>
                <c:pt idx="8">
                  <c:v>3031.57939624</c:v>
                </c:pt>
                <c:pt idx="9">
                  <c:v>3298.32722894</c:v>
                </c:pt>
                <c:pt idx="10">
                  <c:v>3574.00357951</c:v>
                </c:pt>
                <c:pt idx="11">
                  <c:v>3856.86737929</c:v>
                </c:pt>
                <c:pt idx="12">
                  <c:v>4083.82821998</c:v>
                </c:pt>
                <c:pt idx="13">
                  <c:v>3611.48427646</c:v>
                </c:pt>
                <c:pt idx="14">
                  <c:v>2855.86362929</c:v>
                </c:pt>
                <c:pt idx="15">
                  <c:v>3743.61935372</c:v>
                </c:pt>
                <c:pt idx="16">
                  <c:v>4219.27435219</c:v>
                </c:pt>
                <c:pt idx="17">
                  <c:v>4750.92363473</c:v>
                </c:pt>
                <c:pt idx="18">
                  <c:v>5469.4893707</c:v>
                </c:pt>
                <c:pt idx="19">
                  <c:v>6726.95945239</c:v>
                </c:pt>
                <c:pt idx="20">
                  <c:v>5927.53072969</c:v>
                </c:pt>
                <c:pt idx="21">
                  <c:v>5538.81576545</c:v>
                </c:pt>
                <c:pt idx="22">
                  <c:v>6801.95113613</c:v>
                </c:pt>
                <c:pt idx="23">
                  <c:v>7481.06264592</c:v>
                </c:pt>
              </c:numCache>
            </c:numRef>
          </c:yVal>
        </c:ser>
        <c:ser>
          <c:idx val="3"/>
          <c:order val="3"/>
          <c:tx>
            <c:v>나스닥 3배</c:v>
          </c:tx>
          <c:spPr>
            <a:ln xmlns:a="http://schemas.openxmlformats.org/drawingml/2006/main" w="31433">
              <a:solidFill>
                <a:srgbClr val="814BA3"/>
              </a:solidFill>
              <a:prstDash val="solid"/>
            </a:ln>
          </c:spPr>
          <c:marker>
            <c:symbol val="none"/>
          </c:marker>
          <c:xVal>
            <c:numRef>
              <c:f>'Chart Data'!$G$2:$G$25</c:f>
              <c:numCache>
                <c:formatCode>General</c:formatCode>
                <c:ptCount val="24"/>
                <c:pt idx="0">
                  <c:v>2019</c:v>
                </c:pt>
                <c:pt idx="1">
                  <c:v>2019.08333333</c:v>
                </c:pt>
                <c:pt idx="2">
                  <c:v>2019.16666667</c:v>
                </c:pt>
                <c:pt idx="3">
                  <c:v>2019.25</c:v>
                </c:pt>
                <c:pt idx="4">
                  <c:v>2019.33333333</c:v>
                </c:pt>
                <c:pt idx="5">
                  <c:v>2019.41666667</c:v>
                </c:pt>
                <c:pt idx="6">
                  <c:v>2019.5</c:v>
                </c:pt>
                <c:pt idx="7">
                  <c:v>2019.58333333</c:v>
                </c:pt>
                <c:pt idx="8">
                  <c:v>2019.66666667</c:v>
                </c:pt>
                <c:pt idx="9">
                  <c:v>2019.75</c:v>
                </c:pt>
                <c:pt idx="10">
                  <c:v>2019.83333333</c:v>
                </c:pt>
                <c:pt idx="11">
                  <c:v>2019.91666667</c:v>
                </c:pt>
                <c:pt idx="12">
                  <c:v>2020</c:v>
                </c:pt>
                <c:pt idx="13">
                  <c:v>2020.08333333</c:v>
                </c:pt>
                <c:pt idx="14">
                  <c:v>2020.16666667</c:v>
                </c:pt>
                <c:pt idx="15">
                  <c:v>2020.25</c:v>
                </c:pt>
                <c:pt idx="16">
                  <c:v>2020.33333333</c:v>
                </c:pt>
                <c:pt idx="17">
                  <c:v>2020.41666667</c:v>
                </c:pt>
                <c:pt idx="18">
                  <c:v>2020.5</c:v>
                </c:pt>
                <c:pt idx="19">
                  <c:v>2020.58333333</c:v>
                </c:pt>
                <c:pt idx="20">
                  <c:v>2020.66666667</c:v>
                </c:pt>
                <c:pt idx="21">
                  <c:v>2020.75</c:v>
                </c:pt>
                <c:pt idx="22">
                  <c:v>2020.83333333</c:v>
                </c:pt>
                <c:pt idx="23">
                  <c:v>2020.91666667</c:v>
                </c:pt>
              </c:numCache>
            </c:numRef>
          </c:xVal>
          <c:yVal>
            <c:numRef>
              <c:f>'Chart Data'!$H$2:$H$25</c:f>
              <c:numCache>
                <c:formatCode>#,##0</c:formatCode>
                <c:ptCount val="24"/>
                <c:pt idx="0">
                  <c:v>3680.5607264</c:v>
                </c:pt>
                <c:pt idx="1">
                  <c:v>4007.06343005</c:v>
                </c:pt>
                <c:pt idx="2">
                  <c:v>4460.72963569</c:v>
                </c:pt>
                <c:pt idx="3">
                  <c:v>5214.34037337</c:v>
                </c:pt>
                <c:pt idx="4">
                  <c:v>3969.91158055</c:v>
                </c:pt>
                <c:pt idx="5">
                  <c:v>4896.06428494</c:v>
                </c:pt>
                <c:pt idx="6">
                  <c:v>5209.8385491</c:v>
                </c:pt>
                <c:pt idx="7">
                  <c:v>4813.35009345</c:v>
                </c:pt>
                <c:pt idx="8">
                  <c:v>4914.54010279</c:v>
                </c:pt>
                <c:pt idx="9">
                  <c:v>5536.87311657</c:v>
                </c:pt>
                <c:pt idx="10">
                  <c:v>6223.0081131</c:v>
                </c:pt>
                <c:pt idx="11">
                  <c:v>6942.23473294</c:v>
                </c:pt>
                <c:pt idx="12">
                  <c:v>7521.22147931</c:v>
                </c:pt>
                <c:pt idx="13">
                  <c:v>6192.53671468</c:v>
                </c:pt>
                <c:pt idx="14">
                  <c:v>3836.76674391</c:v>
                </c:pt>
                <c:pt idx="15">
                  <c:v>5635.73507991</c:v>
                </c:pt>
                <c:pt idx="16">
                  <c:v>6698.83707845</c:v>
                </c:pt>
                <c:pt idx="17">
                  <c:v>7914.75853785</c:v>
                </c:pt>
                <c:pt idx="18">
                  <c:v>9687.81275524</c:v>
                </c:pt>
                <c:pt idx="19">
                  <c:v>13107.5419606</c:v>
                </c:pt>
                <c:pt idx="20">
                  <c:v>10640.9278329</c:v>
                </c:pt>
                <c:pt idx="21">
                  <c:v>9556.12756958</c:v>
                </c:pt>
                <c:pt idx="22">
                  <c:v>12870.4684177</c:v>
                </c:pt>
                <c:pt idx="23">
                  <c:v>14818.3657443</c:v>
                </c:pt>
              </c:numCache>
            </c:numRef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Noto Sans KR"/>
                  <a:ea typeface="Noto Sans KR"/>
                  <a:cs typeface="Noto Sans KR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16000"/>
          <c:min val="0"/>
        </c:scaling>
        <c:delete val="0"/>
        <c:axPos val="l"/>
        <c:majorGridlines>
          <c:spPr>
            <a:ln xmlns:a="http://schemas.openxmlformats.org/drawingml/2006/main" w="7620">
              <a:solidFill>
                <a:srgbClr val="DDDFD7"/>
              </a:solidFill>
              <a:prstDash val="solid"/>
            </a:ln>
          </c:spPr>
        </c:majorGridlines>
        <c:numFmt formatCode="#,##0"/>
        <c:majorTickMark val="none"/>
        <c:minorTickMark val="none"/>
        <c:spPr>
          <a:ln xmlns:a="http://schemas.openxmlformats.org/drawingml/2006/main" w="0">
            <a:noFill/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77786F"/>
                </a:solidFill>
                <a:latin typeface="Noto Sans KR"/>
                <a:ea typeface="Noto Sans KR"/>
                <a:cs typeface="Noto Sans KR"/>
              </a:defRPr>
            </a:pPr>
          </a:p>
        </c:txPr>
        <c:crossAx val="48650112"/>
        <c:majorUnit val="4000"/>
      </c:valAx>
      <c:valAx>
        <c:axId val="48650112"/>
        <c:scaling>
          <c:orientation val="minMax"/>
          <c:max val="2021"/>
          <c:min val="2019"/>
        </c:scaling>
        <c:delete val="0"/>
        <c:axPos val="b"/>
        <c:numFmt formatCode="0"/>
        <c:majorTickMark val="none"/>
        <c:minorTickMark val="none"/>
        <c:spPr>
          <a:ln xmlns:a="http://schemas.openxmlformats.org/drawingml/2006/main" w="9525">
            <a:solidFill>
              <a:srgbClr val="B9BBB3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77786F"/>
                </a:solidFill>
                <a:latin typeface="Noto Sans KR"/>
                <a:ea typeface="Noto Sans KR"/>
                <a:cs typeface="Noto Sans KR"/>
              </a:defRPr>
            </a:pPr>
          </a:p>
        </c:txPr>
        <c:crossAx val="48672768"/>
        <c:majorUnit val="1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575">
              <a:solidFill>
                <a:srgbClr val="262824"/>
              </a:solidFill>
              <a:latin typeface="Noto Sans KR"/>
              <a:ea typeface="Noto Sans KR"/>
              <a:cs typeface="Noto Sans KR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  <a:prstDash val="solid"/>
    </a:ln>
  </c:spPr>
  <c:externalData r:id="rIdChartSnapshot1">
    <c:autoUpdate val="0"/>
  </c:externalData>
</c:chartSpace>
</file>

<file path=ppt/slides/charts/chart3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1"/>
        <c:ser>
          <c:idx val="0"/>
          <c:order val="0"/>
          <c:tx>
            <c:v>최종자산</c:v>
          </c:tx>
          <c:invertIfNegative val="0"/>
          <c:dPt>
            <c:idx val="0"/>
            <c:invertIfNegative val="0"/>
            <c:spPr>
              <a:solidFill xmlns:a="http://schemas.openxmlformats.org/drawingml/2006/main">
                <a:srgbClr val="18513D"/>
              </a:solidFill>
              <a:ln xmlns:a="http://schemas.openxmlformats.org/drawingml/2006/main" w="0">
                <a:noFill/>
                <a:prstDash val="solid"/>
              </a:ln>
            </c:spPr>
          </c:dPt>
          <c:dPt>
            <c:idx val="1"/>
            <c:invertIfNegative val="0"/>
            <c:spPr>
              <a:solidFill xmlns:a="http://schemas.openxmlformats.org/drawingml/2006/main">
                <a:srgbClr val="286DB5"/>
              </a:solidFill>
              <a:ln xmlns:a="http://schemas.openxmlformats.org/drawingml/2006/main" w="0">
                <a:noFill/>
                <a:prstDash val="solid"/>
              </a:ln>
            </c:spPr>
          </c:dPt>
          <c:dPt>
            <c:idx val="2"/>
            <c:invertIfNegative val="0"/>
            <c:spPr>
              <a:solidFill xmlns:a="http://schemas.openxmlformats.org/drawingml/2006/main">
                <a:srgbClr val="CC701F"/>
              </a:solidFill>
              <a:ln xmlns:a="http://schemas.openxmlformats.org/drawingml/2006/main" w="0">
                <a:noFill/>
                <a:prstDash val="solid"/>
              </a:ln>
            </c:spPr>
          </c:dPt>
          <c:dPt>
            <c:idx val="3"/>
            <c:invertIfNegative val="0"/>
            <c:spPr>
              <a:solidFill xmlns:a="http://schemas.openxmlformats.org/drawingml/2006/main">
                <a:srgbClr val="814BA3"/>
              </a:solidFill>
              <a:ln xmlns:a="http://schemas.openxmlformats.org/drawingml/2006/main" w="0">
                <a:noFill/>
                <a:prstDash val="solid"/>
              </a:ln>
            </c:spPr>
          </c:dPt>
          <c:dPt>
            <c:idx val="4"/>
            <c:invertIfNegative val="0"/>
            <c:spPr>
              <a:solidFill xmlns:a="http://schemas.openxmlformats.org/drawingml/2006/main">
                <a:srgbClr val="AE8417"/>
              </a:solidFill>
              <a:ln xmlns:a="http://schemas.openxmlformats.org/drawingml/2006/main" w="0">
                <a:noFill/>
                <a:prstDash val="solid"/>
              </a:ln>
            </c:spPr>
          </c:dPt>
          <c:dPt>
            <c:idx val="5"/>
            <c:invertIfNegative val="0"/>
            <c:spPr>
              <a:solidFill xmlns:a="http://schemas.openxmlformats.org/drawingml/2006/main">
                <a:srgbClr val="13878C"/>
              </a:solidFill>
              <a:ln xmlns:a="http://schemas.openxmlformats.org/drawingml/2006/main" w="0">
                <a:noFill/>
                <a:prstDash val="solid"/>
              </a:ln>
            </c:spPr>
          </c:dPt>
          <c:cat>
            <c:strRef>
              <c:f>'Chart Data'!$A$2:$A$7</c:f>
              <c:strCache>
                <c:ptCount val="6"/>
                <c:pt idx="0">
                  <c:v>Deneb</c:v>
                </c:pt>
                <c:pt idx="1">
                  <c:v>나스닥 1배</c:v>
                </c:pt>
                <c:pt idx="2">
                  <c:v>나스닥 2배</c:v>
                </c:pt>
                <c:pt idx="3">
                  <c:v>나스닥 3배</c:v>
                </c:pt>
                <c:pt idx="4">
                  <c:v>S&amp;P500</c:v>
                </c:pt>
                <c:pt idx="5">
                  <c:v>Polaris</c:v>
                </c:pt>
              </c:strCache>
            </c:strRef>
          </c:cat>
          <c:val>
            <c:numRef>
              <c:f>'Chart Data'!$B$2:$B$7</c:f>
              <c:numCache>
                <c:formatCode>#,##0</c:formatCode>
                <c:ptCount val="6"/>
                <c:pt idx="0">
                  <c:v>36111</c:v>
                </c:pt>
                <c:pt idx="1">
                  <c:v>8805</c:v>
                </c:pt>
                <c:pt idx="2">
                  <c:v>25432</c:v>
                </c:pt>
                <c:pt idx="3">
                  <c:v>51272</c:v>
                </c:pt>
                <c:pt idx="4">
                  <c:v>5810</c:v>
                </c:pt>
                <c:pt idx="5">
                  <c:v>5077</c:v>
                </c:pt>
              </c:numCache>
            </c:numRef>
          </c:val>
        </c:ser>
        <c:dLbls>
          <c:numFmt formatCode="#,##0&quot;만원&quot;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800" b="1">
                  <a:solidFill>
                    <a:srgbClr val="262824"/>
                  </a:solidFill>
                  <a:latin typeface="Noto Sans KR"/>
                  <a:ea typeface="Noto Sans KR"/>
                  <a:cs typeface="Noto Sans KR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3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9BBB3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262824"/>
                </a:solidFill>
                <a:latin typeface="Noto Sans KR"/>
                <a:ea typeface="Noto Sans KR"/>
                <a:cs typeface="Noto Sans KR"/>
              </a:defRPr>
            </a:pPr>
          </a:p>
        </c:txPr>
        <c:crossAx val="48672768"/>
      </c:catAx>
      <c:valAx>
        <c:axId val="48672768"/>
        <c:scaling>
          <c:orientation val="minMax"/>
          <c:max val="60000"/>
          <c:min val="0"/>
        </c:scaling>
        <c:delete val="0"/>
        <c:axPos val="l"/>
        <c:majorGridlines>
          <c:spPr>
            <a:ln xmlns:a="http://schemas.openxmlformats.org/drawingml/2006/main" w="7620">
              <a:solidFill>
                <a:srgbClr val="DDDFD7"/>
              </a:solidFill>
              <a:prstDash val="solid"/>
            </a:ln>
          </c:spPr>
        </c:majorGridlines>
        <c:numFmt formatCode="#,##0"/>
        <c:majorTickMark val="none"/>
        <c:minorTickMark val="none"/>
        <c:spPr>
          <a:ln xmlns:a="http://schemas.openxmlformats.org/drawingml/2006/main" w="0">
            <a:noFill/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77786F"/>
                </a:solidFill>
                <a:latin typeface="Noto Sans KR"/>
                <a:ea typeface="Noto Sans KR"/>
                <a:cs typeface="Noto Sans KR"/>
              </a:defRPr>
            </a:pPr>
          </a:p>
        </c:txPr>
        <c:crossAx val="48650112"/>
        <c:crossBetween val="between"/>
        <c:majorUnit val="15000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  <a:prstDash val="solid"/>
    </a:ln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FADDEF3-B17A-48DD-932C-CF524D884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181100"/>
            <a:ext cx="5076825" cy="9591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B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Deneb&#10;Polaris">
            <a:extLst xmlns:a="http://schemas.openxmlformats.org/drawingml/2006/main">
              <a:ext uri="{FF2B5EF4-FFF2-40B4-BE49-F238E27FC236}">
                <a16:creationId xmlns:a16="http://schemas.microsoft.com/office/drawing/2014/main" id="{90C6A174-87B3-4E1D-9399-77ABA1BF6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285750"/>
            <a:ext cx="3238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1575" b="0">
                <a:solidFill>
                  <a:srgbClr val="18513D"/>
                </a:solidFill>
                <a:latin typeface="Noto Sans KR"/>
                <a:ea typeface="Noto Sans KR"/>
                <a:cs typeface="Noto Sans KR"/>
              </a:defRPr>
            </a:defPPr>
            <a:lvl1pPr algn="l">
              <a:defRPr sz="1575" b="0">
                <a:solidFill>
                  <a:srgbClr val="18513D"/>
                </a:solidFill>
                <a:latin typeface="Noto Sans KR"/>
                <a:ea typeface="Noto Sans KR"/>
                <a:cs typeface="Noto Sans KR"/>
              </a:defRPr>
            </a:lvl1pPr>
            <a:lvl2pPr algn="l">
              <a:defRPr sz="1575" b="0">
                <a:solidFill>
                  <a:srgbClr val="18513D"/>
                </a:solidFill>
                <a:latin typeface="Noto Sans KR"/>
                <a:ea typeface="Noto Sans KR"/>
                <a:cs typeface="Noto Sans KR"/>
              </a:defRPr>
            </a:lvl2pPr>
            <a:lvl3pPr algn="l">
              <a:defRPr sz="1575" b="0">
                <a:solidFill>
                  <a:srgbClr val="18513D"/>
                </a:solidFill>
                <a:latin typeface="Noto Sans KR"/>
                <a:ea typeface="Noto Sans KR"/>
                <a:cs typeface="Noto Sans KR"/>
              </a:defRPr>
            </a:lvl3pPr>
            <a:lvl4pPr algn="l">
              <a:defRPr sz="1575" b="0">
                <a:solidFill>
                  <a:srgbClr val="18513D"/>
                </a:solidFill>
                <a:latin typeface="Noto Sans KR"/>
                <a:ea typeface="Noto Sans KR"/>
                <a:cs typeface="Noto Sans KR"/>
              </a:defRPr>
            </a:lvl4pPr>
            <a:lvl5pPr algn="l">
              <a:defRPr sz="1575" b="0">
                <a:solidFill>
                  <a:srgbClr val="18513D"/>
                </a:solidFill>
                <a:latin typeface="Noto Sans KR"/>
                <a:ea typeface="Noto Sans KR"/>
                <a:cs typeface="Noto Sans KR"/>
              </a:defRPr>
            </a:lvl5pPr>
            <a:lvl6pPr algn="l">
              <a:defRPr sz="1575" b="0">
                <a:solidFill>
                  <a:srgbClr val="18513D"/>
                </a:solidFill>
                <a:latin typeface="Noto Sans KR"/>
                <a:ea typeface="Noto Sans KR"/>
                <a:cs typeface="Noto Sans KR"/>
              </a:defRPr>
            </a:lvl6pPr>
            <a:lvl7pPr algn="l">
              <a:defRPr sz="1575" b="0">
                <a:solidFill>
                  <a:srgbClr val="18513D"/>
                </a:solidFill>
                <a:latin typeface="Noto Sans KR"/>
                <a:ea typeface="Noto Sans KR"/>
                <a:cs typeface="Noto Sans KR"/>
              </a:defRPr>
            </a:lvl7pPr>
            <a:lvl8pPr algn="l">
              <a:defRPr sz="1575" b="0">
                <a:solidFill>
                  <a:srgbClr val="18513D"/>
                </a:solidFill>
                <a:latin typeface="Noto Sans KR"/>
                <a:ea typeface="Noto Sans KR"/>
                <a:cs typeface="Noto Sans KR"/>
              </a:defRPr>
            </a:lvl8pPr>
            <a:lvl9pPr algn="l">
              <a:defRPr sz="1575" b="0">
                <a:solidFill>
                  <a:srgbClr val="18513D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8513D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0">
                <a:solidFill>
                  <a:srgbClr val="18513D"/>
                </a:solidFill>
                <a:latin typeface="Noto Sans KR"/>
                <a:ea typeface="Noto Sans KR"/>
                <a:cs typeface="Noto Sans KR"/>
              </a:rPr>
              <a:t>Deneb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8513D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0">
                <a:solidFill>
                  <a:srgbClr val="18513D"/>
                </a:solidFill>
                <a:latin typeface="Noto Sans KR"/>
                <a:ea typeface="Noto Sans KR"/>
                <a:cs typeface="Noto Sans KR"/>
              </a:rPr>
              <a:t>Polaris</a:t>
            </a:r>
          </a:p>
        </p:txBody>
      </p:sp>
      <p:sp>
        <p:nvSpPr>
          <p:cNvPr id="3" name="전략 구성">
            <a:extLst xmlns:a="http://schemas.openxmlformats.org/drawingml/2006/main">
              <a:ext uri="{FF2B5EF4-FFF2-40B4-BE49-F238E27FC236}">
                <a16:creationId xmlns:a16="http://schemas.microsoft.com/office/drawing/2014/main" id="{BC490596-4FD8-4D87-831B-7B4088272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466725"/>
            <a:ext cx="15716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1500" b="0">
                <a:solidFill>
                  <a:srgbClr val="262824"/>
                </a:solidFill>
                <a:latin typeface="Noto Sans KR"/>
                <a:ea typeface="Noto Sans KR"/>
                <a:cs typeface="Noto Sans KR"/>
              </a:defRPr>
            </a:defPPr>
            <a:lvl1pPr algn="l">
              <a:defRPr sz="1500" b="0">
                <a:solidFill>
                  <a:srgbClr val="262824"/>
                </a:solidFill>
                <a:latin typeface="Noto Sans KR"/>
                <a:ea typeface="Noto Sans KR"/>
                <a:cs typeface="Noto Sans KR"/>
              </a:defRPr>
            </a:lvl1pPr>
            <a:lvl2pPr algn="l">
              <a:defRPr sz="1500" b="0">
                <a:solidFill>
                  <a:srgbClr val="262824"/>
                </a:solidFill>
                <a:latin typeface="Noto Sans KR"/>
                <a:ea typeface="Noto Sans KR"/>
                <a:cs typeface="Noto Sans KR"/>
              </a:defRPr>
            </a:lvl2pPr>
            <a:lvl3pPr algn="l">
              <a:defRPr sz="1500" b="0">
                <a:solidFill>
                  <a:srgbClr val="262824"/>
                </a:solidFill>
                <a:latin typeface="Noto Sans KR"/>
                <a:ea typeface="Noto Sans KR"/>
                <a:cs typeface="Noto Sans KR"/>
              </a:defRPr>
            </a:lvl3pPr>
            <a:lvl4pPr algn="l">
              <a:defRPr sz="1500" b="0">
                <a:solidFill>
                  <a:srgbClr val="262824"/>
                </a:solidFill>
                <a:latin typeface="Noto Sans KR"/>
                <a:ea typeface="Noto Sans KR"/>
                <a:cs typeface="Noto Sans KR"/>
              </a:defRPr>
            </a:lvl4pPr>
            <a:lvl5pPr algn="l">
              <a:defRPr sz="1500" b="0">
                <a:solidFill>
                  <a:srgbClr val="262824"/>
                </a:solidFill>
                <a:latin typeface="Noto Sans KR"/>
                <a:ea typeface="Noto Sans KR"/>
                <a:cs typeface="Noto Sans KR"/>
              </a:defRPr>
            </a:lvl5pPr>
            <a:lvl6pPr algn="l">
              <a:defRPr sz="1500" b="0">
                <a:solidFill>
                  <a:srgbClr val="262824"/>
                </a:solidFill>
                <a:latin typeface="Noto Sans KR"/>
                <a:ea typeface="Noto Sans KR"/>
                <a:cs typeface="Noto Sans KR"/>
              </a:defRPr>
            </a:lvl6pPr>
            <a:lvl7pPr algn="l">
              <a:defRPr sz="1500" b="0">
                <a:solidFill>
                  <a:srgbClr val="262824"/>
                </a:solidFill>
                <a:latin typeface="Noto Sans KR"/>
                <a:ea typeface="Noto Sans KR"/>
                <a:cs typeface="Noto Sans KR"/>
              </a:defRPr>
            </a:lvl7pPr>
            <a:lvl8pPr algn="l">
              <a:defRPr sz="1500" b="0">
                <a:solidFill>
                  <a:srgbClr val="262824"/>
                </a:solidFill>
                <a:latin typeface="Noto Sans KR"/>
                <a:ea typeface="Noto Sans KR"/>
                <a:cs typeface="Noto Sans KR"/>
              </a:defRPr>
            </a:lvl8pPr>
            <a:lvl9pPr algn="l">
              <a:defRPr sz="1500" b="0">
                <a:solidFill>
                  <a:srgbClr val="262824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l">
              <a:lnSpc>
                <a:spcPct val="148000"/>
              </a:lnSpc>
              <a:buNone/>
              <a:defRPr sz="1500" b="0">
                <a:solidFill>
                  <a:srgbClr val="262824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>
                <a:solidFill>
                  <a:srgbClr val="262824"/>
                </a:solidFill>
                <a:latin typeface="Noto Sans KR"/>
                <a:ea typeface="Noto Sans KR"/>
                <a:cs typeface="Noto Sans KR"/>
              </a:rPr>
              <a:t>전략 구성</a:t>
            </a:r>
          </a:p>
        </p:txBody>
      </p:sp>
      <p:sp>
        <p:nvSpPr>
          <p:cNvPr id="4" name="비율 선택">
            <a:extLst xmlns:a="http://schemas.openxmlformats.org/drawingml/2006/main">
              <a:ext uri="{FF2B5EF4-FFF2-40B4-BE49-F238E27FC236}">
                <a16:creationId xmlns:a16="http://schemas.microsoft.com/office/drawing/2014/main" id="{F3D3B7BC-CE80-4D3C-9A75-44646DB62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66725"/>
            <a:ext cx="15716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1500" b="0">
                <a:solidFill>
                  <a:srgbClr val="77786F"/>
                </a:solidFill>
                <a:latin typeface="Noto Sans KR"/>
                <a:ea typeface="Noto Sans KR"/>
                <a:cs typeface="Noto Sans KR"/>
              </a:defRPr>
            </a:defPPr>
            <a:lvl1pPr algn="l">
              <a:defRPr sz="1500" b="0">
                <a:solidFill>
                  <a:srgbClr val="77786F"/>
                </a:solidFill>
                <a:latin typeface="Noto Sans KR"/>
                <a:ea typeface="Noto Sans KR"/>
                <a:cs typeface="Noto Sans KR"/>
              </a:defRPr>
            </a:lvl1pPr>
            <a:lvl2pPr algn="l">
              <a:defRPr sz="1500" b="0">
                <a:solidFill>
                  <a:srgbClr val="77786F"/>
                </a:solidFill>
                <a:latin typeface="Noto Sans KR"/>
                <a:ea typeface="Noto Sans KR"/>
                <a:cs typeface="Noto Sans KR"/>
              </a:defRPr>
            </a:lvl2pPr>
            <a:lvl3pPr algn="l">
              <a:defRPr sz="1500" b="0">
                <a:solidFill>
                  <a:srgbClr val="77786F"/>
                </a:solidFill>
                <a:latin typeface="Noto Sans KR"/>
                <a:ea typeface="Noto Sans KR"/>
                <a:cs typeface="Noto Sans KR"/>
              </a:defRPr>
            </a:lvl3pPr>
            <a:lvl4pPr algn="l">
              <a:defRPr sz="1500" b="0">
                <a:solidFill>
                  <a:srgbClr val="77786F"/>
                </a:solidFill>
                <a:latin typeface="Noto Sans KR"/>
                <a:ea typeface="Noto Sans KR"/>
                <a:cs typeface="Noto Sans KR"/>
              </a:defRPr>
            </a:lvl4pPr>
            <a:lvl5pPr algn="l">
              <a:defRPr sz="1500" b="0">
                <a:solidFill>
                  <a:srgbClr val="77786F"/>
                </a:solidFill>
                <a:latin typeface="Noto Sans KR"/>
                <a:ea typeface="Noto Sans KR"/>
                <a:cs typeface="Noto Sans KR"/>
              </a:defRPr>
            </a:lvl5pPr>
            <a:lvl6pPr algn="l">
              <a:defRPr sz="1500" b="0">
                <a:solidFill>
                  <a:srgbClr val="77786F"/>
                </a:solidFill>
                <a:latin typeface="Noto Sans KR"/>
                <a:ea typeface="Noto Sans KR"/>
                <a:cs typeface="Noto Sans KR"/>
              </a:defRPr>
            </a:lvl6pPr>
            <a:lvl7pPr algn="l">
              <a:defRPr sz="1500" b="0">
                <a:solidFill>
                  <a:srgbClr val="77786F"/>
                </a:solidFill>
                <a:latin typeface="Noto Sans KR"/>
                <a:ea typeface="Noto Sans KR"/>
                <a:cs typeface="Noto Sans KR"/>
              </a:defRPr>
            </a:lvl7pPr>
            <a:lvl8pPr algn="l">
              <a:defRPr sz="1500" b="0">
                <a:solidFill>
                  <a:srgbClr val="77786F"/>
                </a:solidFill>
                <a:latin typeface="Noto Sans KR"/>
                <a:ea typeface="Noto Sans KR"/>
                <a:cs typeface="Noto Sans KR"/>
              </a:defRPr>
            </a:lvl8pPr>
            <a:lvl9pPr algn="l">
              <a:defRPr sz="1500" b="0">
                <a:solidFill>
                  <a:srgbClr val="77786F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l">
              <a:lnSpc>
                <a:spcPct val="148000"/>
              </a:lnSpc>
              <a:buNone/>
              <a:defRPr sz="1500" b="0">
                <a:solidFill>
                  <a:srgbClr val="77786F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>
                <a:solidFill>
                  <a:srgbClr val="77786F"/>
                </a:solidFill>
                <a:latin typeface="Noto Sans KR"/>
                <a:ea typeface="Noto Sans KR"/>
                <a:cs typeface="Noto Sans KR"/>
              </a:rPr>
              <a:t>비율 선택</a:t>
            </a:r>
          </a:p>
        </p:txBody>
      </p:sp>
      <p:sp>
        <p:nvSpPr>
          <p:cNvPr id="5" name="자산 비교">
            <a:extLst xmlns:a="http://schemas.openxmlformats.org/drawingml/2006/main">
              <a:ext uri="{FF2B5EF4-FFF2-40B4-BE49-F238E27FC236}">
                <a16:creationId xmlns:a16="http://schemas.microsoft.com/office/drawing/2014/main" id="{FFBA5E46-56FB-4B2A-8014-15D1AA8D3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466725"/>
            <a:ext cx="15716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1500" b="0">
                <a:solidFill>
                  <a:srgbClr val="77786F"/>
                </a:solidFill>
                <a:latin typeface="Noto Sans KR"/>
                <a:ea typeface="Noto Sans KR"/>
                <a:cs typeface="Noto Sans KR"/>
              </a:defRPr>
            </a:defPPr>
            <a:lvl1pPr algn="l">
              <a:defRPr sz="1500" b="0">
                <a:solidFill>
                  <a:srgbClr val="77786F"/>
                </a:solidFill>
                <a:latin typeface="Noto Sans KR"/>
                <a:ea typeface="Noto Sans KR"/>
                <a:cs typeface="Noto Sans KR"/>
              </a:defRPr>
            </a:lvl1pPr>
            <a:lvl2pPr algn="l">
              <a:defRPr sz="1500" b="0">
                <a:solidFill>
                  <a:srgbClr val="77786F"/>
                </a:solidFill>
                <a:latin typeface="Noto Sans KR"/>
                <a:ea typeface="Noto Sans KR"/>
                <a:cs typeface="Noto Sans KR"/>
              </a:defRPr>
            </a:lvl2pPr>
            <a:lvl3pPr algn="l">
              <a:defRPr sz="1500" b="0">
                <a:solidFill>
                  <a:srgbClr val="77786F"/>
                </a:solidFill>
                <a:latin typeface="Noto Sans KR"/>
                <a:ea typeface="Noto Sans KR"/>
                <a:cs typeface="Noto Sans KR"/>
              </a:defRPr>
            </a:lvl3pPr>
            <a:lvl4pPr algn="l">
              <a:defRPr sz="1500" b="0">
                <a:solidFill>
                  <a:srgbClr val="77786F"/>
                </a:solidFill>
                <a:latin typeface="Noto Sans KR"/>
                <a:ea typeface="Noto Sans KR"/>
                <a:cs typeface="Noto Sans KR"/>
              </a:defRPr>
            </a:lvl4pPr>
            <a:lvl5pPr algn="l">
              <a:defRPr sz="1500" b="0">
                <a:solidFill>
                  <a:srgbClr val="77786F"/>
                </a:solidFill>
                <a:latin typeface="Noto Sans KR"/>
                <a:ea typeface="Noto Sans KR"/>
                <a:cs typeface="Noto Sans KR"/>
              </a:defRPr>
            </a:lvl5pPr>
            <a:lvl6pPr algn="l">
              <a:defRPr sz="1500" b="0">
                <a:solidFill>
                  <a:srgbClr val="77786F"/>
                </a:solidFill>
                <a:latin typeface="Noto Sans KR"/>
                <a:ea typeface="Noto Sans KR"/>
                <a:cs typeface="Noto Sans KR"/>
              </a:defRPr>
            </a:lvl6pPr>
            <a:lvl7pPr algn="l">
              <a:defRPr sz="1500" b="0">
                <a:solidFill>
                  <a:srgbClr val="77786F"/>
                </a:solidFill>
                <a:latin typeface="Noto Sans KR"/>
                <a:ea typeface="Noto Sans KR"/>
                <a:cs typeface="Noto Sans KR"/>
              </a:defRPr>
            </a:lvl7pPr>
            <a:lvl8pPr algn="l">
              <a:defRPr sz="1500" b="0">
                <a:solidFill>
                  <a:srgbClr val="77786F"/>
                </a:solidFill>
                <a:latin typeface="Noto Sans KR"/>
                <a:ea typeface="Noto Sans KR"/>
                <a:cs typeface="Noto Sans KR"/>
              </a:defRPr>
            </a:lvl8pPr>
            <a:lvl9pPr algn="l">
              <a:defRPr sz="1500" b="0">
                <a:solidFill>
                  <a:srgbClr val="77786F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l">
              <a:lnSpc>
                <a:spcPct val="148000"/>
              </a:lnSpc>
              <a:buNone/>
              <a:defRPr sz="1500" b="0">
                <a:solidFill>
                  <a:srgbClr val="77786F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>
                <a:solidFill>
                  <a:srgbClr val="77786F"/>
                </a:solidFill>
                <a:latin typeface="Noto Sans KR"/>
                <a:ea typeface="Noto Sans KR"/>
                <a:cs typeface="Noto Sans KR"/>
              </a:rPr>
              <a:t>자산 비교</a:t>
            </a:r>
          </a:p>
        </p:txBody>
      </p:sp>
      <p:sp>
        <p:nvSpPr>
          <p:cNvPr id="6" name="배당 관리">
            <a:extLst xmlns:a="http://schemas.openxmlformats.org/drawingml/2006/main">
              <a:ext uri="{FF2B5EF4-FFF2-40B4-BE49-F238E27FC236}">
                <a16:creationId xmlns:a16="http://schemas.microsoft.com/office/drawing/2014/main" id="{E79EE3BE-55EC-40EB-8226-D248B341F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66725"/>
            <a:ext cx="15716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1500" b="0">
                <a:solidFill>
                  <a:srgbClr val="77786F"/>
                </a:solidFill>
                <a:latin typeface="Noto Sans KR"/>
                <a:ea typeface="Noto Sans KR"/>
                <a:cs typeface="Noto Sans KR"/>
              </a:defRPr>
            </a:defPPr>
            <a:lvl1pPr algn="l">
              <a:defRPr sz="1500" b="0">
                <a:solidFill>
                  <a:srgbClr val="77786F"/>
                </a:solidFill>
                <a:latin typeface="Noto Sans KR"/>
                <a:ea typeface="Noto Sans KR"/>
                <a:cs typeface="Noto Sans KR"/>
              </a:defRPr>
            </a:lvl1pPr>
            <a:lvl2pPr algn="l">
              <a:defRPr sz="1500" b="0">
                <a:solidFill>
                  <a:srgbClr val="77786F"/>
                </a:solidFill>
                <a:latin typeface="Noto Sans KR"/>
                <a:ea typeface="Noto Sans KR"/>
                <a:cs typeface="Noto Sans KR"/>
              </a:defRPr>
            </a:lvl2pPr>
            <a:lvl3pPr algn="l">
              <a:defRPr sz="1500" b="0">
                <a:solidFill>
                  <a:srgbClr val="77786F"/>
                </a:solidFill>
                <a:latin typeface="Noto Sans KR"/>
                <a:ea typeface="Noto Sans KR"/>
                <a:cs typeface="Noto Sans KR"/>
              </a:defRPr>
            </a:lvl3pPr>
            <a:lvl4pPr algn="l">
              <a:defRPr sz="1500" b="0">
                <a:solidFill>
                  <a:srgbClr val="77786F"/>
                </a:solidFill>
                <a:latin typeface="Noto Sans KR"/>
                <a:ea typeface="Noto Sans KR"/>
                <a:cs typeface="Noto Sans KR"/>
              </a:defRPr>
            </a:lvl4pPr>
            <a:lvl5pPr algn="l">
              <a:defRPr sz="1500" b="0">
                <a:solidFill>
                  <a:srgbClr val="77786F"/>
                </a:solidFill>
                <a:latin typeface="Noto Sans KR"/>
                <a:ea typeface="Noto Sans KR"/>
                <a:cs typeface="Noto Sans KR"/>
              </a:defRPr>
            </a:lvl5pPr>
            <a:lvl6pPr algn="l">
              <a:defRPr sz="1500" b="0">
                <a:solidFill>
                  <a:srgbClr val="77786F"/>
                </a:solidFill>
                <a:latin typeface="Noto Sans KR"/>
                <a:ea typeface="Noto Sans KR"/>
                <a:cs typeface="Noto Sans KR"/>
              </a:defRPr>
            </a:lvl6pPr>
            <a:lvl7pPr algn="l">
              <a:defRPr sz="1500" b="0">
                <a:solidFill>
                  <a:srgbClr val="77786F"/>
                </a:solidFill>
                <a:latin typeface="Noto Sans KR"/>
                <a:ea typeface="Noto Sans KR"/>
                <a:cs typeface="Noto Sans KR"/>
              </a:defRPr>
            </a:lvl7pPr>
            <a:lvl8pPr algn="l">
              <a:defRPr sz="1500" b="0">
                <a:solidFill>
                  <a:srgbClr val="77786F"/>
                </a:solidFill>
                <a:latin typeface="Noto Sans KR"/>
                <a:ea typeface="Noto Sans KR"/>
                <a:cs typeface="Noto Sans KR"/>
              </a:defRPr>
            </a:lvl8pPr>
            <a:lvl9pPr algn="l">
              <a:defRPr sz="1500" b="0">
                <a:solidFill>
                  <a:srgbClr val="77786F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l">
              <a:lnSpc>
                <a:spcPct val="148000"/>
              </a:lnSpc>
              <a:buNone/>
              <a:defRPr sz="1500" b="0">
                <a:solidFill>
                  <a:srgbClr val="77786F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>
                <a:solidFill>
                  <a:srgbClr val="77786F"/>
                </a:solidFill>
                <a:latin typeface="Noto Sans KR"/>
                <a:ea typeface="Noto Sans KR"/>
                <a:cs typeface="Noto Sans KR"/>
              </a:rPr>
              <a:t>배당 관리</a:t>
            </a:r>
          </a:p>
        </p:txBody>
      </p:sp>
      <p:sp>
        <p:nvSpPr>
          <p:cNvPr id="7" name="분산 투자">
            <a:extLst xmlns:a="http://schemas.openxmlformats.org/drawingml/2006/main">
              <a:ext uri="{FF2B5EF4-FFF2-40B4-BE49-F238E27FC236}">
                <a16:creationId xmlns:a16="http://schemas.microsoft.com/office/drawing/2014/main" id="{17CBD115-FFF3-4A6D-9562-BEB20B18C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06375" y="466725"/>
            <a:ext cx="15716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1500" b="0">
                <a:solidFill>
                  <a:srgbClr val="77786F"/>
                </a:solidFill>
                <a:latin typeface="Noto Sans KR"/>
                <a:ea typeface="Noto Sans KR"/>
                <a:cs typeface="Noto Sans KR"/>
              </a:defRPr>
            </a:defPPr>
            <a:lvl1pPr algn="l">
              <a:defRPr sz="1500" b="0">
                <a:solidFill>
                  <a:srgbClr val="77786F"/>
                </a:solidFill>
                <a:latin typeface="Noto Sans KR"/>
                <a:ea typeface="Noto Sans KR"/>
                <a:cs typeface="Noto Sans KR"/>
              </a:defRPr>
            </a:lvl1pPr>
            <a:lvl2pPr algn="l">
              <a:defRPr sz="1500" b="0">
                <a:solidFill>
                  <a:srgbClr val="77786F"/>
                </a:solidFill>
                <a:latin typeface="Noto Sans KR"/>
                <a:ea typeface="Noto Sans KR"/>
                <a:cs typeface="Noto Sans KR"/>
              </a:defRPr>
            </a:lvl2pPr>
            <a:lvl3pPr algn="l">
              <a:defRPr sz="1500" b="0">
                <a:solidFill>
                  <a:srgbClr val="77786F"/>
                </a:solidFill>
                <a:latin typeface="Noto Sans KR"/>
                <a:ea typeface="Noto Sans KR"/>
                <a:cs typeface="Noto Sans KR"/>
              </a:defRPr>
            </a:lvl3pPr>
            <a:lvl4pPr algn="l">
              <a:defRPr sz="1500" b="0">
                <a:solidFill>
                  <a:srgbClr val="77786F"/>
                </a:solidFill>
                <a:latin typeface="Noto Sans KR"/>
                <a:ea typeface="Noto Sans KR"/>
                <a:cs typeface="Noto Sans KR"/>
              </a:defRPr>
            </a:lvl4pPr>
            <a:lvl5pPr algn="l">
              <a:defRPr sz="1500" b="0">
                <a:solidFill>
                  <a:srgbClr val="77786F"/>
                </a:solidFill>
                <a:latin typeface="Noto Sans KR"/>
                <a:ea typeface="Noto Sans KR"/>
                <a:cs typeface="Noto Sans KR"/>
              </a:defRPr>
            </a:lvl5pPr>
            <a:lvl6pPr algn="l">
              <a:defRPr sz="1500" b="0">
                <a:solidFill>
                  <a:srgbClr val="77786F"/>
                </a:solidFill>
                <a:latin typeface="Noto Sans KR"/>
                <a:ea typeface="Noto Sans KR"/>
                <a:cs typeface="Noto Sans KR"/>
              </a:defRPr>
            </a:lvl6pPr>
            <a:lvl7pPr algn="l">
              <a:defRPr sz="1500" b="0">
                <a:solidFill>
                  <a:srgbClr val="77786F"/>
                </a:solidFill>
                <a:latin typeface="Noto Sans KR"/>
                <a:ea typeface="Noto Sans KR"/>
                <a:cs typeface="Noto Sans KR"/>
              </a:defRPr>
            </a:lvl7pPr>
            <a:lvl8pPr algn="l">
              <a:defRPr sz="1500" b="0">
                <a:solidFill>
                  <a:srgbClr val="77786F"/>
                </a:solidFill>
                <a:latin typeface="Noto Sans KR"/>
                <a:ea typeface="Noto Sans KR"/>
                <a:cs typeface="Noto Sans KR"/>
              </a:defRPr>
            </a:lvl8pPr>
            <a:lvl9pPr algn="l">
              <a:defRPr sz="1500" b="0">
                <a:solidFill>
                  <a:srgbClr val="77786F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l">
              <a:lnSpc>
                <a:spcPct val="148000"/>
              </a:lnSpc>
              <a:buNone/>
              <a:defRPr sz="1500" b="0">
                <a:solidFill>
                  <a:srgbClr val="77786F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>
                <a:solidFill>
                  <a:srgbClr val="77786F"/>
                </a:solidFill>
                <a:latin typeface="Noto Sans KR"/>
                <a:ea typeface="Noto Sans KR"/>
                <a:cs typeface="Noto Sans KR"/>
              </a:rPr>
              <a:t>분산 투자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7C0A431-CC75-40ED-9D05-94D38419D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781050"/>
            <a:ext cx="8972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9BBB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E007805-3B5C-46D4-81BC-0E8C104D1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781050"/>
            <a:ext cx="1571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18513D"/>
            </a:solidFill>
            <a:prstDash val="solid"/>
          </a:ln>
        </p:spPr>
      </p:sp>
      <p:sp>
        <p:nvSpPr>
          <p:cNvPr id="10" name="01">
            <a:extLst xmlns:a="http://schemas.openxmlformats.org/drawingml/2006/main">
              <a:ext uri="{FF2B5EF4-FFF2-40B4-BE49-F238E27FC236}">
                <a16:creationId xmlns:a16="http://schemas.microsoft.com/office/drawing/2014/main" id="{3A0F1290-93E6-4782-A2C8-EC49C8B67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68425" y="10239375"/>
            <a:ext cx="4762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1350" b="0">
                <a:solidFill>
                  <a:srgbClr val="77786F"/>
                </a:solidFill>
                <a:latin typeface="Noto Sans KR"/>
                <a:ea typeface="Noto Sans KR"/>
                <a:cs typeface="Noto Sans KR"/>
              </a:defRPr>
            </a:defPPr>
            <a:lvl1pPr algn="l">
              <a:defRPr sz="1350" b="0">
                <a:solidFill>
                  <a:srgbClr val="77786F"/>
                </a:solidFill>
                <a:latin typeface="Noto Sans KR"/>
                <a:ea typeface="Noto Sans KR"/>
                <a:cs typeface="Noto Sans KR"/>
              </a:defRPr>
            </a:lvl1pPr>
            <a:lvl2pPr algn="l">
              <a:defRPr sz="1350" b="0">
                <a:solidFill>
                  <a:srgbClr val="77786F"/>
                </a:solidFill>
                <a:latin typeface="Noto Sans KR"/>
                <a:ea typeface="Noto Sans KR"/>
                <a:cs typeface="Noto Sans KR"/>
              </a:defRPr>
            </a:lvl2pPr>
            <a:lvl3pPr algn="l">
              <a:defRPr sz="1350" b="0">
                <a:solidFill>
                  <a:srgbClr val="77786F"/>
                </a:solidFill>
                <a:latin typeface="Noto Sans KR"/>
                <a:ea typeface="Noto Sans KR"/>
                <a:cs typeface="Noto Sans KR"/>
              </a:defRPr>
            </a:lvl3pPr>
            <a:lvl4pPr algn="l">
              <a:defRPr sz="1350" b="0">
                <a:solidFill>
                  <a:srgbClr val="77786F"/>
                </a:solidFill>
                <a:latin typeface="Noto Sans KR"/>
                <a:ea typeface="Noto Sans KR"/>
                <a:cs typeface="Noto Sans KR"/>
              </a:defRPr>
            </a:lvl4pPr>
            <a:lvl5pPr algn="l">
              <a:defRPr sz="1350" b="0">
                <a:solidFill>
                  <a:srgbClr val="77786F"/>
                </a:solidFill>
                <a:latin typeface="Noto Sans KR"/>
                <a:ea typeface="Noto Sans KR"/>
                <a:cs typeface="Noto Sans KR"/>
              </a:defRPr>
            </a:lvl5pPr>
            <a:lvl6pPr algn="l">
              <a:defRPr sz="1350" b="0">
                <a:solidFill>
                  <a:srgbClr val="77786F"/>
                </a:solidFill>
                <a:latin typeface="Noto Sans KR"/>
                <a:ea typeface="Noto Sans KR"/>
                <a:cs typeface="Noto Sans KR"/>
              </a:defRPr>
            </a:lvl6pPr>
            <a:lvl7pPr algn="l">
              <a:defRPr sz="1350" b="0">
                <a:solidFill>
                  <a:srgbClr val="77786F"/>
                </a:solidFill>
                <a:latin typeface="Noto Sans KR"/>
                <a:ea typeface="Noto Sans KR"/>
                <a:cs typeface="Noto Sans KR"/>
              </a:defRPr>
            </a:lvl7pPr>
            <a:lvl8pPr algn="l">
              <a:defRPr sz="1350" b="0">
                <a:solidFill>
                  <a:srgbClr val="77786F"/>
                </a:solidFill>
                <a:latin typeface="Noto Sans KR"/>
                <a:ea typeface="Noto Sans KR"/>
                <a:cs typeface="Noto Sans KR"/>
              </a:defRPr>
            </a:lvl8pPr>
            <a:lvl9pPr algn="l">
              <a:defRPr sz="1350" b="0">
                <a:solidFill>
                  <a:srgbClr val="77786F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l">
              <a:lnSpc>
                <a:spcPct val="148000"/>
              </a:lnSpc>
              <a:buNone/>
              <a:defRPr sz="1350" b="0">
                <a:solidFill>
                  <a:srgbClr val="77786F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77786F"/>
                </a:solidFill>
                <a:latin typeface="Noto Sans KR"/>
                <a:ea typeface="Noto Sans KR"/>
                <a:cs typeface="Noto Sans KR"/>
              </a:rPr>
              <a:t>01</a:t>
            </a:r>
          </a:p>
        </p:txBody>
      </p:sp>
      <p:sp>
        <p:nvSpPr>
          <p:cNvPr id="11" name="heading">
            <a:extLst xmlns:a="http://schemas.openxmlformats.org/drawingml/2006/main">
              <a:ext uri="{FF2B5EF4-FFF2-40B4-BE49-F238E27FC236}">
                <a16:creationId xmlns:a16="http://schemas.microsoft.com/office/drawing/2014/main" id="{36396BF7-54A4-4AC7-AE33-84A6C081D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1676400"/>
            <a:ext cx="4286250" cy="1019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3075" b="0">
                <a:solidFill>
                  <a:srgbClr val="262824"/>
                </a:solidFill>
                <a:latin typeface="Noto Sans KR"/>
                <a:ea typeface="Noto Sans KR"/>
                <a:cs typeface="Noto Sans KR"/>
              </a:defRPr>
            </a:defPPr>
            <a:lvl1pPr algn="l">
              <a:defRPr sz="3075" b="0">
                <a:solidFill>
                  <a:srgbClr val="262824"/>
                </a:solidFill>
                <a:latin typeface="Noto Sans KR"/>
                <a:ea typeface="Noto Sans KR"/>
                <a:cs typeface="Noto Sans KR"/>
              </a:defRPr>
            </a:lvl1pPr>
            <a:lvl2pPr algn="l">
              <a:defRPr sz="3075" b="0">
                <a:solidFill>
                  <a:srgbClr val="262824"/>
                </a:solidFill>
                <a:latin typeface="Noto Sans KR"/>
                <a:ea typeface="Noto Sans KR"/>
                <a:cs typeface="Noto Sans KR"/>
              </a:defRPr>
            </a:lvl2pPr>
            <a:lvl3pPr algn="l">
              <a:defRPr sz="3075" b="0">
                <a:solidFill>
                  <a:srgbClr val="262824"/>
                </a:solidFill>
                <a:latin typeface="Noto Sans KR"/>
                <a:ea typeface="Noto Sans KR"/>
                <a:cs typeface="Noto Sans KR"/>
              </a:defRPr>
            </a:lvl3pPr>
            <a:lvl4pPr algn="l">
              <a:defRPr sz="3075" b="0">
                <a:solidFill>
                  <a:srgbClr val="262824"/>
                </a:solidFill>
                <a:latin typeface="Noto Sans KR"/>
                <a:ea typeface="Noto Sans KR"/>
                <a:cs typeface="Noto Sans KR"/>
              </a:defRPr>
            </a:lvl4pPr>
            <a:lvl5pPr algn="l">
              <a:defRPr sz="3075" b="0">
                <a:solidFill>
                  <a:srgbClr val="262824"/>
                </a:solidFill>
                <a:latin typeface="Noto Sans KR"/>
                <a:ea typeface="Noto Sans KR"/>
                <a:cs typeface="Noto Sans KR"/>
              </a:defRPr>
            </a:lvl5pPr>
            <a:lvl6pPr algn="l">
              <a:defRPr sz="3075" b="0">
                <a:solidFill>
                  <a:srgbClr val="262824"/>
                </a:solidFill>
                <a:latin typeface="Noto Sans KR"/>
                <a:ea typeface="Noto Sans KR"/>
                <a:cs typeface="Noto Sans KR"/>
              </a:defRPr>
            </a:lvl6pPr>
            <a:lvl7pPr algn="l">
              <a:defRPr sz="3075" b="0">
                <a:solidFill>
                  <a:srgbClr val="262824"/>
                </a:solidFill>
                <a:latin typeface="Noto Sans KR"/>
                <a:ea typeface="Noto Sans KR"/>
                <a:cs typeface="Noto Sans KR"/>
              </a:defRPr>
            </a:lvl7pPr>
            <a:lvl8pPr algn="l">
              <a:defRPr sz="3075" b="0">
                <a:solidFill>
                  <a:srgbClr val="262824"/>
                </a:solidFill>
                <a:latin typeface="Noto Sans KR"/>
                <a:ea typeface="Noto Sans KR"/>
                <a:cs typeface="Noto Sans KR"/>
              </a:defRPr>
            </a:lvl8pPr>
            <a:lvl9pPr algn="l">
              <a:defRPr sz="3075" b="0">
                <a:solidFill>
                  <a:srgbClr val="262824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l">
              <a:lnSpc>
                <a:spcPct val="123000"/>
              </a:lnSpc>
              <a:buNone/>
              <a:defRPr sz="3075" b="0">
                <a:solidFill>
                  <a:srgbClr val="262824"/>
                </a:solidFill>
                <a:latin typeface="Noto Sans KR"/>
                <a:ea typeface="Noto Sans KR"/>
                <a:cs typeface="Noto Sans KR"/>
              </a:defRPr>
            </a:pPr>
            <a:r>
              <a:rPr sz="3075" b="0">
                <a:solidFill>
                  <a:srgbClr val="262824"/>
                </a:solidFill>
                <a:latin typeface="Noto Sans KR"/>
                <a:ea typeface="Noto Sans KR"/>
                <a:cs typeface="Noto Sans KR"/>
              </a:rPr>
              <a:t>Deneb의</a:t>
            </a:r>
          </a:p>
          <a:p xmlns:a="http://schemas.openxmlformats.org/drawingml/2006/main">
            <a:pPr algn="l">
              <a:lnSpc>
                <a:spcPct val="123000"/>
              </a:lnSpc>
              <a:buNone/>
              <a:defRPr sz="3075" b="0">
                <a:solidFill>
                  <a:srgbClr val="262824"/>
                </a:solidFill>
                <a:latin typeface="Noto Sans KR"/>
                <a:ea typeface="Noto Sans KR"/>
                <a:cs typeface="Noto Sans KR"/>
              </a:defRPr>
            </a:pPr>
            <a:r>
              <a:rPr sz="3075" b="0">
                <a:solidFill>
                  <a:srgbClr val="262824"/>
                </a:solidFill>
                <a:latin typeface="Noto Sans KR"/>
                <a:ea typeface="Noto Sans KR"/>
                <a:cs typeface="Noto Sans KR"/>
              </a:rPr>
              <a:t>비중 조절</a:t>
            </a:r>
          </a:p>
        </p:txBody>
      </p:sp>
      <p:sp>
        <p:nvSpPr>
          <p:cNvPr id="12" name="Deneb는 나스닥 성장주에 투자하는 TQQQ와 미국 배당">
            <a:extLst xmlns:a="http://schemas.openxmlformats.org/drawingml/2006/main">
              <a:ext uri="{FF2B5EF4-FFF2-40B4-BE49-F238E27FC236}">
                <a16:creationId xmlns:a16="http://schemas.microsoft.com/office/drawing/2014/main" id="{BF713239-27C4-4D6D-9575-87C12FA69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3000375"/>
            <a:ext cx="3905250" cy="1819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1875" b="0">
                <a:solidFill>
                  <a:srgbClr val="262824"/>
                </a:solidFill>
                <a:latin typeface="Noto Sans KR"/>
                <a:ea typeface="Noto Sans KR"/>
                <a:cs typeface="Noto Sans KR"/>
              </a:defRPr>
            </a:defPPr>
            <a:lvl1pPr algn="l">
              <a:defRPr sz="1875" b="0">
                <a:solidFill>
                  <a:srgbClr val="262824"/>
                </a:solidFill>
                <a:latin typeface="Noto Sans KR"/>
                <a:ea typeface="Noto Sans KR"/>
                <a:cs typeface="Noto Sans KR"/>
              </a:defRPr>
            </a:lvl1pPr>
            <a:lvl2pPr algn="l">
              <a:defRPr sz="1875" b="0">
                <a:solidFill>
                  <a:srgbClr val="262824"/>
                </a:solidFill>
                <a:latin typeface="Noto Sans KR"/>
                <a:ea typeface="Noto Sans KR"/>
                <a:cs typeface="Noto Sans KR"/>
              </a:defRPr>
            </a:lvl2pPr>
            <a:lvl3pPr algn="l">
              <a:defRPr sz="1875" b="0">
                <a:solidFill>
                  <a:srgbClr val="262824"/>
                </a:solidFill>
                <a:latin typeface="Noto Sans KR"/>
                <a:ea typeface="Noto Sans KR"/>
                <a:cs typeface="Noto Sans KR"/>
              </a:defRPr>
            </a:lvl3pPr>
            <a:lvl4pPr algn="l">
              <a:defRPr sz="1875" b="0">
                <a:solidFill>
                  <a:srgbClr val="262824"/>
                </a:solidFill>
                <a:latin typeface="Noto Sans KR"/>
                <a:ea typeface="Noto Sans KR"/>
                <a:cs typeface="Noto Sans KR"/>
              </a:defRPr>
            </a:lvl4pPr>
            <a:lvl5pPr algn="l">
              <a:defRPr sz="1875" b="0">
                <a:solidFill>
                  <a:srgbClr val="262824"/>
                </a:solidFill>
                <a:latin typeface="Noto Sans KR"/>
                <a:ea typeface="Noto Sans KR"/>
                <a:cs typeface="Noto Sans KR"/>
              </a:defRPr>
            </a:lvl5pPr>
            <a:lvl6pPr algn="l">
              <a:defRPr sz="1875" b="0">
                <a:solidFill>
                  <a:srgbClr val="262824"/>
                </a:solidFill>
                <a:latin typeface="Noto Sans KR"/>
                <a:ea typeface="Noto Sans KR"/>
                <a:cs typeface="Noto Sans KR"/>
              </a:defRPr>
            </a:lvl6pPr>
            <a:lvl7pPr algn="l">
              <a:defRPr sz="1875" b="0">
                <a:solidFill>
                  <a:srgbClr val="262824"/>
                </a:solidFill>
                <a:latin typeface="Noto Sans KR"/>
                <a:ea typeface="Noto Sans KR"/>
                <a:cs typeface="Noto Sans KR"/>
              </a:defRPr>
            </a:lvl7pPr>
            <a:lvl8pPr algn="l">
              <a:defRPr sz="1875" b="0">
                <a:solidFill>
                  <a:srgbClr val="262824"/>
                </a:solidFill>
                <a:latin typeface="Noto Sans KR"/>
                <a:ea typeface="Noto Sans KR"/>
                <a:cs typeface="Noto Sans KR"/>
              </a:defRPr>
            </a:lvl8pPr>
            <a:lvl9pPr algn="l">
              <a:defRPr sz="1875" b="0">
                <a:solidFill>
                  <a:srgbClr val="262824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l">
              <a:lnSpc>
                <a:spcPct val="148000"/>
              </a:lnSpc>
              <a:buNone/>
              <a:defRPr sz="1875" b="0">
                <a:solidFill>
                  <a:srgbClr val="262824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0">
                <a:solidFill>
                  <a:srgbClr val="262824"/>
                </a:solidFill>
                <a:latin typeface="Noto Sans KR"/>
                <a:ea typeface="Noto Sans KR"/>
                <a:cs typeface="Noto Sans KR"/>
              </a:rPr>
              <a:t>Deneb는 나스닥 성장주에 투자하는</a:t>
            </a:r>
          </a:p>
          <a:p xmlns:a="http://schemas.openxmlformats.org/drawingml/2006/main">
            <a:pPr algn="l">
              <a:lnSpc>
                <a:spcPct val="148000"/>
              </a:lnSpc>
              <a:buNone/>
              <a:defRPr sz="1875" b="0">
                <a:solidFill>
                  <a:srgbClr val="262824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0">
                <a:solidFill>
                  <a:srgbClr val="262824"/>
                </a:solidFill>
                <a:latin typeface="Noto Sans KR"/>
                <a:ea typeface="Noto Sans KR"/>
                <a:cs typeface="Noto Sans KR"/>
              </a:rPr>
              <a:t>TQQQ와 미국 배당주 ETF인 SCHD를</a:t>
            </a:r>
          </a:p>
          <a:p xmlns:a="http://schemas.openxmlformats.org/drawingml/2006/main">
            <a:pPr algn="l">
              <a:lnSpc>
                <a:spcPct val="148000"/>
              </a:lnSpc>
              <a:buNone/>
              <a:defRPr sz="1875" b="0">
                <a:solidFill>
                  <a:srgbClr val="262824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0">
                <a:solidFill>
                  <a:srgbClr val="262824"/>
                </a:solidFill>
                <a:latin typeface="Noto Sans KR"/>
                <a:ea typeface="Noto Sans KR"/>
                <a:cs typeface="Noto Sans KR"/>
              </a:rPr>
              <a:t>함께 보유합니다. 평소 TQQQ의 목표</a:t>
            </a:r>
          </a:p>
          <a:p xmlns:a="http://schemas.openxmlformats.org/drawingml/2006/main">
            <a:pPr algn="l">
              <a:lnSpc>
                <a:spcPct val="148000"/>
              </a:lnSpc>
              <a:buNone/>
              <a:defRPr sz="1875" b="0">
                <a:solidFill>
                  <a:srgbClr val="262824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0">
                <a:solidFill>
                  <a:srgbClr val="262824"/>
                </a:solidFill>
                <a:latin typeface="Noto Sans KR"/>
                <a:ea typeface="Noto Sans KR"/>
                <a:cs typeface="Noto Sans KR"/>
              </a:rPr>
              <a:t>비중은 최대 60%이고, 나머지는</a:t>
            </a:r>
          </a:p>
          <a:p xmlns:a="http://schemas.openxmlformats.org/drawingml/2006/main">
            <a:pPr algn="l">
              <a:lnSpc>
                <a:spcPct val="148000"/>
              </a:lnSpc>
              <a:buNone/>
              <a:defRPr sz="1875" b="0">
                <a:solidFill>
                  <a:srgbClr val="262824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0">
                <a:solidFill>
                  <a:srgbClr val="262824"/>
                </a:solidFill>
                <a:latin typeface="Noto Sans KR"/>
                <a:ea typeface="Noto Sans KR"/>
                <a:cs typeface="Noto Sans KR"/>
              </a:rPr>
              <a:t>SCHD에 배분합니다.</a:t>
            </a:r>
          </a:p>
        </p:txBody>
      </p:sp>
      <p:sp>
        <p:nvSpPr>
          <p:cNvPr id="13" name="나스닥의 하루 등락이 커지면 TQQQ 목표를 낮춥니다. 같">
            <a:extLst xmlns:a="http://schemas.openxmlformats.org/drawingml/2006/main">
              <a:ext uri="{FF2B5EF4-FFF2-40B4-BE49-F238E27FC236}">
                <a16:creationId xmlns:a16="http://schemas.microsoft.com/office/drawing/2014/main" id="{D52DE827-1A8E-4DE3-9F87-A2C510FBE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5286375"/>
            <a:ext cx="3905250" cy="1819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1875" b="0">
                <a:solidFill>
                  <a:srgbClr val="262824"/>
                </a:solidFill>
                <a:latin typeface="Noto Sans KR"/>
                <a:ea typeface="Noto Sans KR"/>
                <a:cs typeface="Noto Sans KR"/>
              </a:defRPr>
            </a:defPPr>
            <a:lvl1pPr algn="l">
              <a:defRPr sz="1875" b="0">
                <a:solidFill>
                  <a:srgbClr val="262824"/>
                </a:solidFill>
                <a:latin typeface="Noto Sans KR"/>
                <a:ea typeface="Noto Sans KR"/>
                <a:cs typeface="Noto Sans KR"/>
              </a:defRPr>
            </a:lvl1pPr>
            <a:lvl2pPr algn="l">
              <a:defRPr sz="1875" b="0">
                <a:solidFill>
                  <a:srgbClr val="262824"/>
                </a:solidFill>
                <a:latin typeface="Noto Sans KR"/>
                <a:ea typeface="Noto Sans KR"/>
                <a:cs typeface="Noto Sans KR"/>
              </a:defRPr>
            </a:lvl2pPr>
            <a:lvl3pPr algn="l">
              <a:defRPr sz="1875" b="0">
                <a:solidFill>
                  <a:srgbClr val="262824"/>
                </a:solidFill>
                <a:latin typeface="Noto Sans KR"/>
                <a:ea typeface="Noto Sans KR"/>
                <a:cs typeface="Noto Sans KR"/>
              </a:defRPr>
            </a:lvl3pPr>
            <a:lvl4pPr algn="l">
              <a:defRPr sz="1875" b="0">
                <a:solidFill>
                  <a:srgbClr val="262824"/>
                </a:solidFill>
                <a:latin typeface="Noto Sans KR"/>
                <a:ea typeface="Noto Sans KR"/>
                <a:cs typeface="Noto Sans KR"/>
              </a:defRPr>
            </a:lvl4pPr>
            <a:lvl5pPr algn="l">
              <a:defRPr sz="1875" b="0">
                <a:solidFill>
                  <a:srgbClr val="262824"/>
                </a:solidFill>
                <a:latin typeface="Noto Sans KR"/>
                <a:ea typeface="Noto Sans KR"/>
                <a:cs typeface="Noto Sans KR"/>
              </a:defRPr>
            </a:lvl5pPr>
            <a:lvl6pPr algn="l">
              <a:defRPr sz="1875" b="0">
                <a:solidFill>
                  <a:srgbClr val="262824"/>
                </a:solidFill>
                <a:latin typeface="Noto Sans KR"/>
                <a:ea typeface="Noto Sans KR"/>
                <a:cs typeface="Noto Sans KR"/>
              </a:defRPr>
            </a:lvl6pPr>
            <a:lvl7pPr algn="l">
              <a:defRPr sz="1875" b="0">
                <a:solidFill>
                  <a:srgbClr val="262824"/>
                </a:solidFill>
                <a:latin typeface="Noto Sans KR"/>
                <a:ea typeface="Noto Sans KR"/>
                <a:cs typeface="Noto Sans KR"/>
              </a:defRPr>
            </a:lvl7pPr>
            <a:lvl8pPr algn="l">
              <a:defRPr sz="1875" b="0">
                <a:solidFill>
                  <a:srgbClr val="262824"/>
                </a:solidFill>
                <a:latin typeface="Noto Sans KR"/>
                <a:ea typeface="Noto Sans KR"/>
                <a:cs typeface="Noto Sans KR"/>
              </a:defRPr>
            </a:lvl8pPr>
            <a:lvl9pPr algn="l">
              <a:defRPr sz="1875" b="0">
                <a:solidFill>
                  <a:srgbClr val="262824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l">
              <a:lnSpc>
                <a:spcPct val="148000"/>
              </a:lnSpc>
              <a:buNone/>
              <a:defRPr sz="1875" b="0">
                <a:solidFill>
                  <a:srgbClr val="262824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0">
                <a:solidFill>
                  <a:srgbClr val="262824"/>
                </a:solidFill>
                <a:latin typeface="Noto Sans KR"/>
                <a:ea typeface="Noto Sans KR"/>
                <a:cs typeface="Noto Sans KR"/>
              </a:rPr>
              <a:t>나스닥의 하루 등락이 커지면 TQQQ</a:t>
            </a:r>
          </a:p>
          <a:p xmlns:a="http://schemas.openxmlformats.org/drawingml/2006/main">
            <a:pPr algn="l">
              <a:lnSpc>
                <a:spcPct val="148000"/>
              </a:lnSpc>
              <a:buNone/>
              <a:defRPr sz="1875" b="0">
                <a:solidFill>
                  <a:srgbClr val="262824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0">
                <a:solidFill>
                  <a:srgbClr val="262824"/>
                </a:solidFill>
                <a:latin typeface="Noto Sans KR"/>
                <a:ea typeface="Noto Sans KR"/>
                <a:cs typeface="Noto Sans KR"/>
              </a:rPr>
              <a:t>목표를 낮춥니다. 같은 돈을 투자해도</a:t>
            </a:r>
          </a:p>
          <a:p xmlns:a="http://schemas.openxmlformats.org/drawingml/2006/main">
            <a:pPr algn="l">
              <a:lnSpc>
                <a:spcPct val="148000"/>
              </a:lnSpc>
              <a:buNone/>
              <a:defRPr sz="1875" b="0">
                <a:solidFill>
                  <a:srgbClr val="262824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0">
                <a:solidFill>
                  <a:srgbClr val="262824"/>
                </a:solidFill>
                <a:latin typeface="Noto Sans KR"/>
                <a:ea typeface="Noto Sans KR"/>
                <a:cs typeface="Noto Sans KR"/>
              </a:rPr>
              <a:t>레버리지 상품에 노출되는 몫을 줄여,</a:t>
            </a:r>
          </a:p>
          <a:p xmlns:a="http://schemas.openxmlformats.org/drawingml/2006/main">
            <a:pPr algn="l">
              <a:lnSpc>
                <a:spcPct val="148000"/>
              </a:lnSpc>
              <a:buNone/>
              <a:defRPr sz="1875" b="0">
                <a:solidFill>
                  <a:srgbClr val="262824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0">
                <a:solidFill>
                  <a:srgbClr val="262824"/>
                </a:solidFill>
                <a:latin typeface="Noto Sans KR"/>
                <a:ea typeface="Noto Sans KR"/>
                <a:cs typeface="Noto Sans KR"/>
              </a:rPr>
              <a:t>계좌가 크게 흔들리는 정도를 낮추려는</a:t>
            </a:r>
          </a:p>
          <a:p xmlns:a="http://schemas.openxmlformats.org/drawingml/2006/main">
            <a:pPr algn="l">
              <a:lnSpc>
                <a:spcPct val="148000"/>
              </a:lnSpc>
              <a:buNone/>
              <a:defRPr sz="1875" b="0">
                <a:solidFill>
                  <a:srgbClr val="262824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0">
                <a:solidFill>
                  <a:srgbClr val="262824"/>
                </a:solidFill>
                <a:latin typeface="Noto Sans KR"/>
                <a:ea typeface="Noto Sans KR"/>
                <a:cs typeface="Noto Sans KR"/>
              </a:rPr>
              <a:t>규칙입니다.</a:t>
            </a:r>
          </a:p>
        </p:txBody>
      </p:sp>
      <p:sp>
        <p:nvSpPr>
          <p:cNvPr id="14" name="60:40은 고정 비율이 아닙니다.&#10;시장 변동성에 따라&#10;T">
            <a:extLst xmlns:a="http://schemas.openxmlformats.org/drawingml/2006/main">
              <a:ext uri="{FF2B5EF4-FFF2-40B4-BE49-F238E27FC236}">
                <a16:creationId xmlns:a16="http://schemas.microsoft.com/office/drawing/2014/main" id="{299DF66A-FC6D-4BB5-AC57-D54F207FB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7858125"/>
            <a:ext cx="364807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2100" b="0">
                <a:solidFill>
                  <a:srgbClr val="18513D"/>
                </a:solidFill>
                <a:latin typeface="Noto Sans KR"/>
                <a:ea typeface="Noto Sans KR"/>
                <a:cs typeface="Noto Sans KR"/>
              </a:defRPr>
            </a:defPPr>
            <a:lvl1pPr algn="l">
              <a:defRPr sz="2100" b="0">
                <a:solidFill>
                  <a:srgbClr val="18513D"/>
                </a:solidFill>
                <a:latin typeface="Noto Sans KR"/>
                <a:ea typeface="Noto Sans KR"/>
                <a:cs typeface="Noto Sans KR"/>
              </a:defRPr>
            </a:lvl1pPr>
            <a:lvl2pPr algn="l">
              <a:defRPr sz="2100" b="0">
                <a:solidFill>
                  <a:srgbClr val="18513D"/>
                </a:solidFill>
                <a:latin typeface="Noto Sans KR"/>
                <a:ea typeface="Noto Sans KR"/>
                <a:cs typeface="Noto Sans KR"/>
              </a:defRPr>
            </a:lvl2pPr>
            <a:lvl3pPr algn="l">
              <a:defRPr sz="2100" b="0">
                <a:solidFill>
                  <a:srgbClr val="18513D"/>
                </a:solidFill>
                <a:latin typeface="Noto Sans KR"/>
                <a:ea typeface="Noto Sans KR"/>
                <a:cs typeface="Noto Sans KR"/>
              </a:defRPr>
            </a:lvl3pPr>
            <a:lvl4pPr algn="l">
              <a:defRPr sz="2100" b="0">
                <a:solidFill>
                  <a:srgbClr val="18513D"/>
                </a:solidFill>
                <a:latin typeface="Noto Sans KR"/>
                <a:ea typeface="Noto Sans KR"/>
                <a:cs typeface="Noto Sans KR"/>
              </a:defRPr>
            </a:lvl4pPr>
            <a:lvl5pPr algn="l">
              <a:defRPr sz="2100" b="0">
                <a:solidFill>
                  <a:srgbClr val="18513D"/>
                </a:solidFill>
                <a:latin typeface="Noto Sans KR"/>
                <a:ea typeface="Noto Sans KR"/>
                <a:cs typeface="Noto Sans KR"/>
              </a:defRPr>
            </a:lvl5pPr>
            <a:lvl6pPr algn="l">
              <a:defRPr sz="2100" b="0">
                <a:solidFill>
                  <a:srgbClr val="18513D"/>
                </a:solidFill>
                <a:latin typeface="Noto Sans KR"/>
                <a:ea typeface="Noto Sans KR"/>
                <a:cs typeface="Noto Sans KR"/>
              </a:defRPr>
            </a:lvl6pPr>
            <a:lvl7pPr algn="l">
              <a:defRPr sz="2100" b="0">
                <a:solidFill>
                  <a:srgbClr val="18513D"/>
                </a:solidFill>
                <a:latin typeface="Noto Sans KR"/>
                <a:ea typeface="Noto Sans KR"/>
                <a:cs typeface="Noto Sans KR"/>
              </a:defRPr>
            </a:lvl7pPr>
            <a:lvl8pPr algn="l">
              <a:defRPr sz="2100" b="0">
                <a:solidFill>
                  <a:srgbClr val="18513D"/>
                </a:solidFill>
                <a:latin typeface="Noto Sans KR"/>
                <a:ea typeface="Noto Sans KR"/>
                <a:cs typeface="Noto Sans KR"/>
              </a:defRPr>
            </a:lvl8pPr>
            <a:lvl9pPr algn="l">
              <a:defRPr sz="2100" b="0">
                <a:solidFill>
                  <a:srgbClr val="18513D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2100" b="0">
                <a:solidFill>
                  <a:srgbClr val="18513D"/>
                </a:solidFill>
                <a:latin typeface="Noto Sans KR"/>
                <a:ea typeface="Noto Sans KR"/>
                <a:cs typeface="Noto Sans KR"/>
              </a:defRPr>
            </a:pPr>
            <a:r>
              <a:rPr sz="2100" b="0">
                <a:solidFill>
                  <a:srgbClr val="18513D"/>
                </a:solidFill>
                <a:latin typeface="Noto Sans KR"/>
                <a:ea typeface="Noto Sans KR"/>
                <a:cs typeface="Noto Sans KR"/>
              </a:rPr>
              <a:t>60:40은 고정 비율이 아닙니다.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2100" b="0">
                <a:solidFill>
                  <a:srgbClr val="18513D"/>
                </a:solidFill>
                <a:latin typeface="Noto Sans KR"/>
                <a:ea typeface="Noto Sans KR"/>
                <a:cs typeface="Noto Sans KR"/>
              </a:defRPr>
            </a:pPr>
            <a:r>
              <a:rPr sz="2100" b="0">
                <a:solidFill>
                  <a:srgbClr val="18513D"/>
                </a:solidFill>
                <a:latin typeface="Noto Sans KR"/>
                <a:ea typeface="Noto Sans KR"/>
                <a:cs typeface="Noto Sans KR"/>
              </a:rPr>
              <a:t>시장 변동성에 따라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2100" b="0">
                <a:solidFill>
                  <a:srgbClr val="18513D"/>
                </a:solidFill>
                <a:latin typeface="Noto Sans KR"/>
                <a:ea typeface="Noto Sans KR"/>
                <a:cs typeface="Noto Sans KR"/>
              </a:defRPr>
            </a:pPr>
            <a:r>
              <a:rPr sz="2100" b="0">
                <a:solidFill>
                  <a:srgbClr val="18513D"/>
                </a:solidFill>
                <a:latin typeface="Noto Sans KR"/>
                <a:ea typeface="Noto Sans KR"/>
                <a:cs typeface="Noto Sans KR"/>
              </a:rPr>
              <a:t>TQQQ의 몫이 줄어듭니다.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2880568-4B1F-405C-883F-005E6EB5A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7896225"/>
            <a:ext cx="0" cy="10668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18513D"/>
            </a:solidFill>
            <a:prstDash val="solid"/>
          </a:ln>
        </p:spPr>
      </p:sp>
      <p:sp>
        <p:nvSpPr>
          <p:cNvPr id="16" name="heading">
            <a:extLst xmlns:a="http://schemas.openxmlformats.org/drawingml/2006/main">
              <a:ext uri="{FF2B5EF4-FFF2-40B4-BE49-F238E27FC236}">
                <a16:creationId xmlns:a16="http://schemas.microsoft.com/office/drawing/2014/main" id="{1BFA6795-DF0C-4C00-8A64-C55DD79D8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1714500"/>
            <a:ext cx="428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2175" b="0">
                <a:solidFill>
                  <a:srgbClr val="262824"/>
                </a:solidFill>
                <a:latin typeface="Noto Sans KR"/>
                <a:ea typeface="Noto Sans KR"/>
                <a:cs typeface="Noto Sans KR"/>
              </a:defRPr>
            </a:defPPr>
            <a:lvl1pPr algn="l">
              <a:defRPr sz="2175" b="0">
                <a:solidFill>
                  <a:srgbClr val="262824"/>
                </a:solidFill>
                <a:latin typeface="Noto Sans KR"/>
                <a:ea typeface="Noto Sans KR"/>
                <a:cs typeface="Noto Sans KR"/>
              </a:defRPr>
            </a:lvl1pPr>
            <a:lvl2pPr algn="l">
              <a:defRPr sz="2175" b="0">
                <a:solidFill>
                  <a:srgbClr val="262824"/>
                </a:solidFill>
                <a:latin typeface="Noto Sans KR"/>
                <a:ea typeface="Noto Sans KR"/>
                <a:cs typeface="Noto Sans KR"/>
              </a:defRPr>
            </a:lvl2pPr>
            <a:lvl3pPr algn="l">
              <a:defRPr sz="2175" b="0">
                <a:solidFill>
                  <a:srgbClr val="262824"/>
                </a:solidFill>
                <a:latin typeface="Noto Sans KR"/>
                <a:ea typeface="Noto Sans KR"/>
                <a:cs typeface="Noto Sans KR"/>
              </a:defRPr>
            </a:lvl3pPr>
            <a:lvl4pPr algn="l">
              <a:defRPr sz="2175" b="0">
                <a:solidFill>
                  <a:srgbClr val="262824"/>
                </a:solidFill>
                <a:latin typeface="Noto Sans KR"/>
                <a:ea typeface="Noto Sans KR"/>
                <a:cs typeface="Noto Sans KR"/>
              </a:defRPr>
            </a:lvl4pPr>
            <a:lvl5pPr algn="l">
              <a:defRPr sz="2175" b="0">
                <a:solidFill>
                  <a:srgbClr val="262824"/>
                </a:solidFill>
                <a:latin typeface="Noto Sans KR"/>
                <a:ea typeface="Noto Sans KR"/>
                <a:cs typeface="Noto Sans KR"/>
              </a:defRPr>
            </a:lvl5pPr>
            <a:lvl6pPr algn="l">
              <a:defRPr sz="2175" b="0">
                <a:solidFill>
                  <a:srgbClr val="262824"/>
                </a:solidFill>
                <a:latin typeface="Noto Sans KR"/>
                <a:ea typeface="Noto Sans KR"/>
                <a:cs typeface="Noto Sans KR"/>
              </a:defRPr>
            </a:lvl6pPr>
            <a:lvl7pPr algn="l">
              <a:defRPr sz="2175" b="0">
                <a:solidFill>
                  <a:srgbClr val="262824"/>
                </a:solidFill>
                <a:latin typeface="Noto Sans KR"/>
                <a:ea typeface="Noto Sans KR"/>
                <a:cs typeface="Noto Sans KR"/>
              </a:defRPr>
            </a:lvl7pPr>
            <a:lvl8pPr algn="l">
              <a:defRPr sz="2175" b="0">
                <a:solidFill>
                  <a:srgbClr val="262824"/>
                </a:solidFill>
                <a:latin typeface="Noto Sans KR"/>
                <a:ea typeface="Noto Sans KR"/>
                <a:cs typeface="Noto Sans KR"/>
              </a:defRPr>
            </a:lvl8pPr>
            <a:lvl9pPr algn="l">
              <a:defRPr sz="2175" b="0">
                <a:solidFill>
                  <a:srgbClr val="262824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l">
              <a:lnSpc>
                <a:spcPct val="123000"/>
              </a:lnSpc>
              <a:buNone/>
              <a:defRPr sz="2175" b="0">
                <a:solidFill>
                  <a:srgbClr val="262824"/>
                </a:solidFill>
                <a:latin typeface="Noto Sans KR"/>
                <a:ea typeface="Noto Sans KR"/>
                <a:cs typeface="Noto Sans KR"/>
              </a:defRPr>
            </a:pPr>
            <a:r>
              <a:rPr sz="2175" b="0">
                <a:solidFill>
                  <a:srgbClr val="262824"/>
                </a:solidFill>
                <a:latin typeface="Noto Sans KR"/>
                <a:ea typeface="Noto Sans KR"/>
                <a:cs typeface="Noto Sans KR"/>
              </a:rPr>
              <a:t>TQQQ의 ‘일간 3배’</a:t>
            </a:r>
          </a:p>
        </p:txBody>
      </p:sp>
      <p:sp>
        <p:nvSpPr>
          <p:cNvPr id="17" name="나스닥100이 하루 1% 움직이면 TQQQ는 그날 약 3%">
            <a:extLst xmlns:a="http://schemas.openxmlformats.org/drawingml/2006/main">
              <a:ext uri="{FF2B5EF4-FFF2-40B4-BE49-F238E27FC236}">
                <a16:creationId xmlns:a16="http://schemas.microsoft.com/office/drawing/2014/main" id="{1818A479-D3B8-4E9C-A3D9-58D81F510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2409825"/>
            <a:ext cx="4286250" cy="1819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1875" b="0">
                <a:solidFill>
                  <a:srgbClr val="262824"/>
                </a:solidFill>
                <a:latin typeface="Noto Sans KR"/>
                <a:ea typeface="Noto Sans KR"/>
                <a:cs typeface="Noto Sans KR"/>
              </a:defRPr>
            </a:defPPr>
            <a:lvl1pPr algn="l">
              <a:defRPr sz="1875" b="0">
                <a:solidFill>
                  <a:srgbClr val="262824"/>
                </a:solidFill>
                <a:latin typeface="Noto Sans KR"/>
                <a:ea typeface="Noto Sans KR"/>
                <a:cs typeface="Noto Sans KR"/>
              </a:defRPr>
            </a:lvl1pPr>
            <a:lvl2pPr algn="l">
              <a:defRPr sz="1875" b="0">
                <a:solidFill>
                  <a:srgbClr val="262824"/>
                </a:solidFill>
                <a:latin typeface="Noto Sans KR"/>
                <a:ea typeface="Noto Sans KR"/>
                <a:cs typeface="Noto Sans KR"/>
              </a:defRPr>
            </a:lvl2pPr>
            <a:lvl3pPr algn="l">
              <a:defRPr sz="1875" b="0">
                <a:solidFill>
                  <a:srgbClr val="262824"/>
                </a:solidFill>
                <a:latin typeface="Noto Sans KR"/>
                <a:ea typeface="Noto Sans KR"/>
                <a:cs typeface="Noto Sans KR"/>
              </a:defRPr>
            </a:lvl3pPr>
            <a:lvl4pPr algn="l">
              <a:defRPr sz="1875" b="0">
                <a:solidFill>
                  <a:srgbClr val="262824"/>
                </a:solidFill>
                <a:latin typeface="Noto Sans KR"/>
                <a:ea typeface="Noto Sans KR"/>
                <a:cs typeface="Noto Sans KR"/>
              </a:defRPr>
            </a:lvl4pPr>
            <a:lvl5pPr algn="l">
              <a:defRPr sz="1875" b="0">
                <a:solidFill>
                  <a:srgbClr val="262824"/>
                </a:solidFill>
                <a:latin typeface="Noto Sans KR"/>
                <a:ea typeface="Noto Sans KR"/>
                <a:cs typeface="Noto Sans KR"/>
              </a:defRPr>
            </a:lvl5pPr>
            <a:lvl6pPr algn="l">
              <a:defRPr sz="1875" b="0">
                <a:solidFill>
                  <a:srgbClr val="262824"/>
                </a:solidFill>
                <a:latin typeface="Noto Sans KR"/>
                <a:ea typeface="Noto Sans KR"/>
                <a:cs typeface="Noto Sans KR"/>
              </a:defRPr>
            </a:lvl6pPr>
            <a:lvl7pPr algn="l">
              <a:defRPr sz="1875" b="0">
                <a:solidFill>
                  <a:srgbClr val="262824"/>
                </a:solidFill>
                <a:latin typeface="Noto Sans KR"/>
                <a:ea typeface="Noto Sans KR"/>
                <a:cs typeface="Noto Sans KR"/>
              </a:defRPr>
            </a:lvl7pPr>
            <a:lvl8pPr algn="l">
              <a:defRPr sz="1875" b="0">
                <a:solidFill>
                  <a:srgbClr val="262824"/>
                </a:solidFill>
                <a:latin typeface="Noto Sans KR"/>
                <a:ea typeface="Noto Sans KR"/>
                <a:cs typeface="Noto Sans KR"/>
              </a:defRPr>
            </a:lvl8pPr>
            <a:lvl9pPr algn="l">
              <a:defRPr sz="1875" b="0">
                <a:solidFill>
                  <a:srgbClr val="262824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l">
              <a:lnSpc>
                <a:spcPct val="148000"/>
              </a:lnSpc>
              <a:buNone/>
              <a:defRPr sz="1875" b="0">
                <a:solidFill>
                  <a:srgbClr val="262824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0">
                <a:solidFill>
                  <a:srgbClr val="262824"/>
                </a:solidFill>
                <a:latin typeface="Noto Sans KR"/>
                <a:ea typeface="Noto Sans KR"/>
                <a:cs typeface="Noto Sans KR"/>
              </a:rPr>
              <a:t>나스닥100이 하루 1% 움직이면 TQQQ는</a:t>
            </a:r>
          </a:p>
          <a:p xmlns:a="http://schemas.openxmlformats.org/drawingml/2006/main">
            <a:pPr algn="l">
              <a:lnSpc>
                <a:spcPct val="148000"/>
              </a:lnSpc>
              <a:buNone/>
              <a:defRPr sz="1875" b="0">
                <a:solidFill>
                  <a:srgbClr val="262824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0">
                <a:solidFill>
                  <a:srgbClr val="262824"/>
                </a:solidFill>
                <a:latin typeface="Noto Sans KR"/>
                <a:ea typeface="Noto Sans KR"/>
                <a:cs typeface="Noto Sans KR"/>
              </a:rPr>
              <a:t>그날 약 3% 움직이는 것을 목표로 합니다.</a:t>
            </a:r>
          </a:p>
          <a:p xmlns:a="http://schemas.openxmlformats.org/drawingml/2006/main">
            <a:pPr algn="l">
              <a:lnSpc>
                <a:spcPct val="148000"/>
              </a:lnSpc>
              <a:buNone/>
              <a:defRPr sz="1875" b="0">
                <a:solidFill>
                  <a:srgbClr val="262824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0">
                <a:solidFill>
                  <a:srgbClr val="262824"/>
                </a:solidFill>
                <a:latin typeface="Noto Sans KR"/>
                <a:ea typeface="Noto Sans KR"/>
                <a:cs typeface="Noto Sans KR"/>
              </a:rPr>
              <a:t>여러 날의 수익률은 매일 쌓이므로, 장기</a:t>
            </a:r>
          </a:p>
          <a:p xmlns:a="http://schemas.openxmlformats.org/drawingml/2006/main">
            <a:pPr algn="l">
              <a:lnSpc>
                <a:spcPct val="148000"/>
              </a:lnSpc>
              <a:buNone/>
              <a:defRPr sz="1875" b="0">
                <a:solidFill>
                  <a:srgbClr val="262824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0">
                <a:solidFill>
                  <a:srgbClr val="262824"/>
                </a:solidFill>
                <a:latin typeface="Noto Sans KR"/>
                <a:ea typeface="Noto Sans KR"/>
                <a:cs typeface="Noto Sans KR"/>
              </a:rPr>
              <a:t>수익이 지수의 정확히 3배가 되지는</a:t>
            </a:r>
          </a:p>
          <a:p xmlns:a="http://schemas.openxmlformats.org/drawingml/2006/main">
            <a:pPr algn="l">
              <a:lnSpc>
                <a:spcPct val="148000"/>
              </a:lnSpc>
              <a:buNone/>
              <a:defRPr sz="1875" b="0">
                <a:solidFill>
                  <a:srgbClr val="262824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0">
                <a:solidFill>
                  <a:srgbClr val="262824"/>
                </a:solidFill>
                <a:latin typeface="Noto Sans KR"/>
                <a:ea typeface="Noto Sans KR"/>
                <a:cs typeface="Noto Sans KR"/>
              </a:rPr>
              <a:t>않습니다.</a:t>
            </a:r>
          </a:p>
        </p:txBody>
      </p:sp>
      <p:sp>
        <p:nvSpPr>
          <p:cNvPr id="18" name="지수가 하루 10% 오른 뒤 10% 내리는 경우를 보면 차">
            <a:extLst xmlns:a="http://schemas.openxmlformats.org/drawingml/2006/main">
              <a:ext uri="{FF2B5EF4-FFF2-40B4-BE49-F238E27FC236}">
                <a16:creationId xmlns:a16="http://schemas.microsoft.com/office/drawing/2014/main" id="{B06C02A7-2DBF-454B-87D4-238BF467D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4743450"/>
            <a:ext cx="4286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1875" b="0">
                <a:solidFill>
                  <a:srgbClr val="262824"/>
                </a:solidFill>
                <a:latin typeface="Noto Sans KR"/>
                <a:ea typeface="Noto Sans KR"/>
                <a:cs typeface="Noto Sans KR"/>
              </a:defRPr>
            </a:defPPr>
            <a:lvl1pPr algn="l">
              <a:defRPr sz="1875" b="0">
                <a:solidFill>
                  <a:srgbClr val="262824"/>
                </a:solidFill>
                <a:latin typeface="Noto Sans KR"/>
                <a:ea typeface="Noto Sans KR"/>
                <a:cs typeface="Noto Sans KR"/>
              </a:defRPr>
            </a:lvl1pPr>
            <a:lvl2pPr algn="l">
              <a:defRPr sz="1875" b="0">
                <a:solidFill>
                  <a:srgbClr val="262824"/>
                </a:solidFill>
                <a:latin typeface="Noto Sans KR"/>
                <a:ea typeface="Noto Sans KR"/>
                <a:cs typeface="Noto Sans KR"/>
              </a:defRPr>
            </a:lvl2pPr>
            <a:lvl3pPr algn="l">
              <a:defRPr sz="1875" b="0">
                <a:solidFill>
                  <a:srgbClr val="262824"/>
                </a:solidFill>
                <a:latin typeface="Noto Sans KR"/>
                <a:ea typeface="Noto Sans KR"/>
                <a:cs typeface="Noto Sans KR"/>
              </a:defRPr>
            </a:lvl3pPr>
            <a:lvl4pPr algn="l">
              <a:defRPr sz="1875" b="0">
                <a:solidFill>
                  <a:srgbClr val="262824"/>
                </a:solidFill>
                <a:latin typeface="Noto Sans KR"/>
                <a:ea typeface="Noto Sans KR"/>
                <a:cs typeface="Noto Sans KR"/>
              </a:defRPr>
            </a:lvl4pPr>
            <a:lvl5pPr algn="l">
              <a:defRPr sz="1875" b="0">
                <a:solidFill>
                  <a:srgbClr val="262824"/>
                </a:solidFill>
                <a:latin typeface="Noto Sans KR"/>
                <a:ea typeface="Noto Sans KR"/>
                <a:cs typeface="Noto Sans KR"/>
              </a:defRPr>
            </a:lvl5pPr>
            <a:lvl6pPr algn="l">
              <a:defRPr sz="1875" b="0">
                <a:solidFill>
                  <a:srgbClr val="262824"/>
                </a:solidFill>
                <a:latin typeface="Noto Sans KR"/>
                <a:ea typeface="Noto Sans KR"/>
                <a:cs typeface="Noto Sans KR"/>
              </a:defRPr>
            </a:lvl6pPr>
            <a:lvl7pPr algn="l">
              <a:defRPr sz="1875" b="0">
                <a:solidFill>
                  <a:srgbClr val="262824"/>
                </a:solidFill>
                <a:latin typeface="Noto Sans KR"/>
                <a:ea typeface="Noto Sans KR"/>
                <a:cs typeface="Noto Sans KR"/>
              </a:defRPr>
            </a:lvl7pPr>
            <a:lvl8pPr algn="l">
              <a:defRPr sz="1875" b="0">
                <a:solidFill>
                  <a:srgbClr val="262824"/>
                </a:solidFill>
                <a:latin typeface="Noto Sans KR"/>
                <a:ea typeface="Noto Sans KR"/>
                <a:cs typeface="Noto Sans KR"/>
              </a:defRPr>
            </a:lvl8pPr>
            <a:lvl9pPr algn="l">
              <a:defRPr sz="1875" b="0">
                <a:solidFill>
                  <a:srgbClr val="262824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l">
              <a:lnSpc>
                <a:spcPct val="148000"/>
              </a:lnSpc>
              <a:buNone/>
              <a:defRPr sz="1875" b="0">
                <a:solidFill>
                  <a:srgbClr val="262824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0">
                <a:solidFill>
                  <a:srgbClr val="262824"/>
                </a:solidFill>
                <a:latin typeface="Noto Sans KR"/>
                <a:ea typeface="Noto Sans KR"/>
                <a:cs typeface="Noto Sans KR"/>
              </a:rPr>
              <a:t>지수가 하루 10% 오른 뒤 10% 내리는</a:t>
            </a:r>
          </a:p>
          <a:p xmlns:a="http://schemas.openxmlformats.org/drawingml/2006/main">
            <a:pPr algn="l">
              <a:lnSpc>
                <a:spcPct val="148000"/>
              </a:lnSpc>
              <a:buNone/>
              <a:defRPr sz="1875" b="0">
                <a:solidFill>
                  <a:srgbClr val="262824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0">
                <a:solidFill>
                  <a:srgbClr val="262824"/>
                </a:solidFill>
                <a:latin typeface="Noto Sans KR"/>
                <a:ea typeface="Noto Sans KR"/>
                <a:cs typeface="Noto Sans KR"/>
              </a:rPr>
              <a:t>경우를 보면 차이를 이해할 수 있습니다.</a:t>
            </a:r>
          </a:p>
        </p:txBody>
      </p:sp>
      <p:graphicFrame>
        <p:nvGraphicFrame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2FAA507-96DB-4705-96BC-885D29F254F7}"/>
              </a:ext>
            </a:extLst>
          </p:cNvPr>
          <p:cNvGraphicFramePr/>
          <p:nvPr/>
        </p:nvGraphicFramePr>
        <p:xfrm>
          <a:off xmlns:a="http://schemas.openxmlformats.org/drawingml/2006/main" x="5476875" y="5972175"/>
          <a:ext xmlns:a="http://schemas.openxmlformats.org/drawingml/2006/main" cx="4286250" cy="25050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00250"/>
                <a:gridCol w="1143000"/>
                <a:gridCol w="1143000"/>
              </a:tblGrid>
              <a:tr h="619125">
                <a:tc>
                  <a:txBody>
                    <a:bodyPr wrap="none"/>
                    <a:lstStyle/>
                    <a:p>
                      <a:pPr algn="l">
                        <a:lnSpc>
                          <a:spcPct val="118000"/>
                        </a:lnSpc>
                        <a:buNone/>
                      </a:pPr>
                      <a:r>
                        <a:rPr sz="1725" b="1">
                          <a:solidFill>
                            <a:srgbClr val="18513D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비용 전 예시</a:t>
                      </a:r>
                    </a:p>
                  </a:txBody>
                  <a:tcPr marL="85725" marR="85725" marT="47625" marB="47625" anchor="ctr">
                    <a:lnL w="0">
                      <a:solidFill>
                        <a:srgbClr val="FFFFFF"/>
                      </a:solidFill>
                      <a:prstDash val="solid"/>
                    </a:lnL>
                    <a:lnR w="0">
                      <a:solidFill>
                        <a:srgbClr val="FFFFFF"/>
                      </a:solidFill>
                      <a:prstDash val="solid"/>
                    </a:lnR>
                    <a:lnT w="0">
                      <a:solidFill>
                        <a:srgbClr val="FFFFFF"/>
                      </a:solidFill>
                      <a:prstDash val="solid"/>
                    </a:lnT>
                    <a:lnB w="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>
                        <a:lnSpc>
                          <a:spcPct val="118000"/>
                        </a:lnSpc>
                        <a:buNone/>
                      </a:pPr>
                      <a:r>
                        <a:rPr sz="1725" b="1">
                          <a:solidFill>
                            <a:srgbClr val="18513D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1배</a:t>
                      </a:r>
                    </a:p>
                  </a:txBody>
                  <a:tcPr marL="85725" marR="85725" marT="47625" marB="47625" anchor="ctr">
                    <a:lnR w="0">
                      <a:solidFill>
                        <a:srgbClr val="FFFFFF"/>
                      </a:solidFill>
                      <a:prstDash val="solid"/>
                    </a:lnR>
                    <a:lnT w="0">
                      <a:solidFill>
                        <a:srgbClr val="FFFFFF"/>
                      </a:solidFill>
                      <a:prstDash val="solid"/>
                    </a:lnT>
                    <a:lnB w="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>
                        <a:lnSpc>
                          <a:spcPct val="118000"/>
                        </a:lnSpc>
                        <a:buNone/>
                      </a:pPr>
                      <a:r>
                        <a:rPr sz="1725" b="1">
                          <a:solidFill>
                            <a:srgbClr val="18513D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3배</a:t>
                      </a:r>
                    </a:p>
                  </a:txBody>
                  <a:tcPr marL="85725" marR="85725" marT="47625" marB="47625" anchor="ctr">
                    <a:lnR w="0">
                      <a:solidFill>
                        <a:srgbClr val="FFFFFF"/>
                      </a:solidFill>
                      <a:prstDash val="solid"/>
                    </a:lnR>
                    <a:lnT w="0">
                      <a:solidFill>
                        <a:srgbClr val="FFFFFF"/>
                      </a:solidFill>
                      <a:prstDash val="solid"/>
                    </a:lnT>
                    <a:lnB w="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 wrap="none"/>
                    <a:lstStyle/>
                    <a:p>
                      <a:pPr algn="l">
                        <a:lnSpc>
                          <a:spcPct val="118000"/>
                        </a:lnSpc>
                        <a:buNone/>
                      </a:pPr>
                      <a:r>
                        <a:rPr sz="1725" b="0">
                          <a:solidFill>
                            <a:srgbClr val="26282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시작 금액</a:t>
                      </a:r>
                    </a:p>
                  </a:txBody>
                  <a:tcPr marL="85725" marR="85725" marT="47625" marB="47625" anchor="ctr">
                    <a:lnL w="0">
                      <a:solidFill>
                        <a:srgbClr val="FFFFFF"/>
                      </a:solidFill>
                      <a:prstDash val="solid"/>
                    </a:lnL>
                    <a:lnR w="0">
                      <a:solidFill>
                        <a:srgbClr val="FFFFFF"/>
                      </a:solidFill>
                      <a:prstDash val="solid"/>
                    </a:lnR>
                    <a:lnB w="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>
                        <a:lnSpc>
                          <a:spcPct val="118000"/>
                        </a:lnSpc>
                        <a:buNone/>
                      </a:pPr>
                      <a:r>
                        <a:rPr sz="1725" b="0">
                          <a:solidFill>
                            <a:srgbClr val="26282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100</a:t>
                      </a:r>
                    </a:p>
                  </a:txBody>
                  <a:tcPr marL="85725" marR="85725" marT="47625" marB="47625" anchor="ctr">
                    <a:lnR w="0">
                      <a:solidFill>
                        <a:srgbClr val="FFFFFF"/>
                      </a:solidFill>
                      <a:prstDash val="solid"/>
                    </a:lnR>
                    <a:lnB w="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>
                        <a:lnSpc>
                          <a:spcPct val="118000"/>
                        </a:lnSpc>
                        <a:buNone/>
                      </a:pPr>
                      <a:r>
                        <a:rPr sz="1725" b="0">
                          <a:solidFill>
                            <a:srgbClr val="26282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100</a:t>
                      </a:r>
                    </a:p>
                  </a:txBody>
                  <a:tcPr marL="85725" marR="85725" marT="47625" marB="47625" anchor="ctr">
                    <a:lnR w="0">
                      <a:solidFill>
                        <a:srgbClr val="FFFFFF"/>
                      </a:solidFill>
                      <a:prstDash val="solid"/>
                    </a:lnR>
                    <a:lnB w="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 wrap="none"/>
                    <a:lstStyle/>
                    <a:p>
                      <a:pPr algn="l">
                        <a:lnSpc>
                          <a:spcPct val="118000"/>
                        </a:lnSpc>
                        <a:buNone/>
                      </a:pPr>
                      <a:r>
                        <a:rPr sz="1725" b="0">
                          <a:solidFill>
                            <a:srgbClr val="26282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첫날 이후</a:t>
                      </a:r>
                    </a:p>
                  </a:txBody>
                  <a:tcPr marL="85725" marR="85725" marT="47625" marB="47625" anchor="ctr">
                    <a:lnL w="0">
                      <a:solidFill>
                        <a:srgbClr val="FFFFFF"/>
                      </a:solidFill>
                      <a:prstDash val="solid"/>
                    </a:lnL>
                    <a:lnR w="0">
                      <a:solidFill>
                        <a:srgbClr val="FFFFFF"/>
                      </a:solidFill>
                      <a:prstDash val="solid"/>
                    </a:lnR>
                    <a:lnB w="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>
                        <a:lnSpc>
                          <a:spcPct val="118000"/>
                        </a:lnSpc>
                        <a:buNone/>
                      </a:pPr>
                      <a:r>
                        <a:rPr sz="1725" b="0">
                          <a:solidFill>
                            <a:srgbClr val="26282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110</a:t>
                      </a:r>
                    </a:p>
                  </a:txBody>
                  <a:tcPr marL="85725" marR="85725" marT="47625" marB="47625" anchor="ctr">
                    <a:lnR w="0">
                      <a:solidFill>
                        <a:srgbClr val="FFFFFF"/>
                      </a:solidFill>
                      <a:prstDash val="solid"/>
                    </a:lnR>
                    <a:lnB w="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>
                        <a:lnSpc>
                          <a:spcPct val="118000"/>
                        </a:lnSpc>
                        <a:buNone/>
                      </a:pPr>
                      <a:r>
                        <a:rPr sz="1725" b="0">
                          <a:solidFill>
                            <a:srgbClr val="26282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130</a:t>
                      </a:r>
                    </a:p>
                  </a:txBody>
                  <a:tcPr marL="85725" marR="85725" marT="47625" marB="47625" anchor="ctr">
                    <a:lnR w="0">
                      <a:solidFill>
                        <a:srgbClr val="FFFFFF"/>
                      </a:solidFill>
                      <a:prstDash val="solid"/>
                    </a:lnR>
                    <a:lnB w="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 wrap="none"/>
                    <a:lstStyle/>
                    <a:p>
                      <a:pPr algn="l">
                        <a:lnSpc>
                          <a:spcPct val="118000"/>
                        </a:lnSpc>
                        <a:buNone/>
                      </a:pPr>
                      <a:r>
                        <a:rPr sz="1725" b="0">
                          <a:solidFill>
                            <a:srgbClr val="26282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둘째 날 이후</a:t>
                      </a:r>
                    </a:p>
                  </a:txBody>
                  <a:tcPr marL="85725" marR="85725" marT="47625" marB="47625" anchor="ctr">
                    <a:lnL w="0">
                      <a:solidFill>
                        <a:srgbClr val="FFFFFF"/>
                      </a:solidFill>
                      <a:prstDash val="solid"/>
                    </a:lnL>
                    <a:lnR w="0">
                      <a:solidFill>
                        <a:srgbClr val="FFFFFF"/>
                      </a:solidFill>
                      <a:prstDash val="solid"/>
                    </a:lnR>
                    <a:lnB w="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>
                        <a:lnSpc>
                          <a:spcPct val="118000"/>
                        </a:lnSpc>
                        <a:buNone/>
                      </a:pPr>
                      <a:r>
                        <a:rPr sz="1725" b="0">
                          <a:solidFill>
                            <a:srgbClr val="26282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99</a:t>
                      </a:r>
                    </a:p>
                  </a:txBody>
                  <a:tcPr marL="85725" marR="85725" marT="47625" marB="47625" anchor="ctr">
                    <a:lnR w="0">
                      <a:solidFill>
                        <a:srgbClr val="FFFFFF"/>
                      </a:solidFill>
                      <a:prstDash val="solid"/>
                    </a:lnR>
                    <a:lnB w="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>
                        <a:lnSpc>
                          <a:spcPct val="118000"/>
                        </a:lnSpc>
                        <a:buNone/>
                      </a:pPr>
                      <a:r>
                        <a:rPr sz="1725" b="0">
                          <a:solidFill>
                            <a:srgbClr val="26282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91</a:t>
                      </a:r>
                    </a:p>
                  </a:txBody>
                  <a:tcPr marL="85725" marR="85725" marT="47625" marB="47625" anchor="ctr">
                    <a:lnR w="0">
                      <a:solidFill>
                        <a:srgbClr val="FFFFFF"/>
                      </a:solidFill>
                      <a:prstDash val="solid"/>
                    </a:lnR>
                    <a:lnB w="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FA73711-B644-4854-B65E-C6651589D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5972175"/>
            <a:ext cx="4286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26282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1C11F6C-2EFF-4A97-940F-95C0FC2BD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6591300"/>
            <a:ext cx="4286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DDDFD7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2EF2CB5-E5C7-4562-A595-91F04A436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7219950"/>
            <a:ext cx="4286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DDDFD7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DA6DEEB-C227-43C0-B52B-A72B08A71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7848600"/>
            <a:ext cx="4286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DDDFD7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B96B6B8-9BB6-4A9A-BFE6-698DA44B3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8477250"/>
            <a:ext cx="4286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9BBB3"/>
            </a:solidFill>
            <a:prstDash val="solid"/>
          </a:ln>
        </p:spPr>
      </p:sp>
      <p:sp>
        <p:nvSpPr>
          <p:cNvPr id="25" name="따라서 TQQQ를 계좌의 60% 보유해도, 계좌 전체가 일">
            <a:extLst xmlns:a="http://schemas.openxmlformats.org/drawingml/2006/main">
              <a:ext uri="{FF2B5EF4-FFF2-40B4-BE49-F238E27FC236}">
                <a16:creationId xmlns:a16="http://schemas.microsoft.com/office/drawing/2014/main" id="{2D9E60D3-008C-42B5-8BD6-230B9C7E2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8915400"/>
            <a:ext cx="4286250" cy="1038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1725" b="0">
                <a:solidFill>
                  <a:srgbClr val="262824"/>
                </a:solidFill>
                <a:latin typeface="Noto Sans KR"/>
                <a:ea typeface="Noto Sans KR"/>
                <a:cs typeface="Noto Sans KR"/>
              </a:defRPr>
            </a:defPPr>
            <a:lvl1pPr algn="l">
              <a:defRPr sz="1725" b="0">
                <a:solidFill>
                  <a:srgbClr val="262824"/>
                </a:solidFill>
                <a:latin typeface="Noto Sans KR"/>
                <a:ea typeface="Noto Sans KR"/>
                <a:cs typeface="Noto Sans KR"/>
              </a:defRPr>
            </a:lvl1pPr>
            <a:lvl2pPr algn="l">
              <a:defRPr sz="1725" b="0">
                <a:solidFill>
                  <a:srgbClr val="262824"/>
                </a:solidFill>
                <a:latin typeface="Noto Sans KR"/>
                <a:ea typeface="Noto Sans KR"/>
                <a:cs typeface="Noto Sans KR"/>
              </a:defRPr>
            </a:lvl2pPr>
            <a:lvl3pPr algn="l">
              <a:defRPr sz="1725" b="0">
                <a:solidFill>
                  <a:srgbClr val="262824"/>
                </a:solidFill>
                <a:latin typeface="Noto Sans KR"/>
                <a:ea typeface="Noto Sans KR"/>
                <a:cs typeface="Noto Sans KR"/>
              </a:defRPr>
            </a:lvl3pPr>
            <a:lvl4pPr algn="l">
              <a:defRPr sz="1725" b="0">
                <a:solidFill>
                  <a:srgbClr val="262824"/>
                </a:solidFill>
                <a:latin typeface="Noto Sans KR"/>
                <a:ea typeface="Noto Sans KR"/>
                <a:cs typeface="Noto Sans KR"/>
              </a:defRPr>
            </a:lvl4pPr>
            <a:lvl5pPr algn="l">
              <a:defRPr sz="1725" b="0">
                <a:solidFill>
                  <a:srgbClr val="262824"/>
                </a:solidFill>
                <a:latin typeface="Noto Sans KR"/>
                <a:ea typeface="Noto Sans KR"/>
                <a:cs typeface="Noto Sans KR"/>
              </a:defRPr>
            </a:lvl5pPr>
            <a:lvl6pPr algn="l">
              <a:defRPr sz="1725" b="0">
                <a:solidFill>
                  <a:srgbClr val="262824"/>
                </a:solidFill>
                <a:latin typeface="Noto Sans KR"/>
                <a:ea typeface="Noto Sans KR"/>
                <a:cs typeface="Noto Sans KR"/>
              </a:defRPr>
            </a:lvl6pPr>
            <a:lvl7pPr algn="l">
              <a:defRPr sz="1725" b="0">
                <a:solidFill>
                  <a:srgbClr val="262824"/>
                </a:solidFill>
                <a:latin typeface="Noto Sans KR"/>
                <a:ea typeface="Noto Sans KR"/>
                <a:cs typeface="Noto Sans KR"/>
              </a:defRPr>
            </a:lvl7pPr>
            <a:lvl8pPr algn="l">
              <a:defRPr sz="1725" b="0">
                <a:solidFill>
                  <a:srgbClr val="262824"/>
                </a:solidFill>
                <a:latin typeface="Noto Sans KR"/>
                <a:ea typeface="Noto Sans KR"/>
                <a:cs typeface="Noto Sans KR"/>
              </a:defRPr>
            </a:lvl8pPr>
            <a:lvl9pPr algn="l">
              <a:defRPr sz="1725" b="0">
                <a:solidFill>
                  <a:srgbClr val="262824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l">
              <a:lnSpc>
                <a:spcPct val="148000"/>
              </a:lnSpc>
              <a:buNone/>
              <a:defRPr sz="1725" b="0">
                <a:solidFill>
                  <a:srgbClr val="262824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0">
                <a:solidFill>
                  <a:srgbClr val="262824"/>
                </a:solidFill>
                <a:latin typeface="Noto Sans KR"/>
                <a:ea typeface="Noto Sans KR"/>
                <a:cs typeface="Noto Sans KR"/>
              </a:rPr>
              <a:t>따라서 TQQQ를 계좌의 60% 보유해도, 계좌</a:t>
            </a:r>
          </a:p>
          <a:p xmlns:a="http://schemas.openxmlformats.org/drawingml/2006/main">
            <a:pPr algn="l">
              <a:lnSpc>
                <a:spcPct val="148000"/>
              </a:lnSpc>
              <a:buNone/>
              <a:defRPr sz="1725" b="0">
                <a:solidFill>
                  <a:srgbClr val="262824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0">
                <a:solidFill>
                  <a:srgbClr val="262824"/>
                </a:solidFill>
                <a:latin typeface="Noto Sans KR"/>
                <a:ea typeface="Noto Sans KR"/>
                <a:cs typeface="Noto Sans KR"/>
              </a:rPr>
              <a:t>전체가 일반 주식 60%와 같은 위험을 갖는 것은</a:t>
            </a:r>
          </a:p>
          <a:p xmlns:a="http://schemas.openxmlformats.org/drawingml/2006/main">
            <a:pPr algn="l">
              <a:lnSpc>
                <a:spcPct val="148000"/>
              </a:lnSpc>
              <a:buNone/>
              <a:defRPr sz="1725" b="0">
                <a:solidFill>
                  <a:srgbClr val="262824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0">
                <a:solidFill>
                  <a:srgbClr val="262824"/>
                </a:solidFill>
                <a:latin typeface="Noto Sans KR"/>
                <a:ea typeface="Noto Sans KR"/>
                <a:cs typeface="Noto Sans KR"/>
              </a:rPr>
              <a:t>아닙니다.</a:t>
            </a:r>
          </a:p>
        </p:txBody>
      </p:sp>
      <p:sp>
        <p:nvSpPr>
          <p:cNvPr id="26" name="heading">
            <a:extLst xmlns:a="http://schemas.openxmlformats.org/drawingml/2006/main">
              <a:ext uri="{FF2B5EF4-FFF2-40B4-BE49-F238E27FC236}">
                <a16:creationId xmlns:a16="http://schemas.microsoft.com/office/drawing/2014/main" id="{DC2BE3FB-0D06-4B3E-8EC2-8D749D832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3175" y="1714500"/>
            <a:ext cx="428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2175" b="0">
                <a:solidFill>
                  <a:srgbClr val="262824"/>
                </a:solidFill>
                <a:latin typeface="Noto Sans KR"/>
                <a:ea typeface="Noto Sans KR"/>
                <a:cs typeface="Noto Sans KR"/>
              </a:defRPr>
            </a:defPPr>
            <a:lvl1pPr algn="l">
              <a:defRPr sz="2175" b="0">
                <a:solidFill>
                  <a:srgbClr val="262824"/>
                </a:solidFill>
                <a:latin typeface="Noto Sans KR"/>
                <a:ea typeface="Noto Sans KR"/>
                <a:cs typeface="Noto Sans KR"/>
              </a:defRPr>
            </a:lvl1pPr>
            <a:lvl2pPr algn="l">
              <a:defRPr sz="2175" b="0">
                <a:solidFill>
                  <a:srgbClr val="262824"/>
                </a:solidFill>
                <a:latin typeface="Noto Sans KR"/>
                <a:ea typeface="Noto Sans KR"/>
                <a:cs typeface="Noto Sans KR"/>
              </a:defRPr>
            </a:lvl2pPr>
            <a:lvl3pPr algn="l">
              <a:defRPr sz="2175" b="0">
                <a:solidFill>
                  <a:srgbClr val="262824"/>
                </a:solidFill>
                <a:latin typeface="Noto Sans KR"/>
                <a:ea typeface="Noto Sans KR"/>
                <a:cs typeface="Noto Sans KR"/>
              </a:defRPr>
            </a:lvl3pPr>
            <a:lvl4pPr algn="l">
              <a:defRPr sz="2175" b="0">
                <a:solidFill>
                  <a:srgbClr val="262824"/>
                </a:solidFill>
                <a:latin typeface="Noto Sans KR"/>
                <a:ea typeface="Noto Sans KR"/>
                <a:cs typeface="Noto Sans KR"/>
              </a:defRPr>
            </a:lvl4pPr>
            <a:lvl5pPr algn="l">
              <a:defRPr sz="2175" b="0">
                <a:solidFill>
                  <a:srgbClr val="262824"/>
                </a:solidFill>
                <a:latin typeface="Noto Sans KR"/>
                <a:ea typeface="Noto Sans KR"/>
                <a:cs typeface="Noto Sans KR"/>
              </a:defRPr>
            </a:lvl5pPr>
            <a:lvl6pPr algn="l">
              <a:defRPr sz="2175" b="0">
                <a:solidFill>
                  <a:srgbClr val="262824"/>
                </a:solidFill>
                <a:latin typeface="Noto Sans KR"/>
                <a:ea typeface="Noto Sans KR"/>
                <a:cs typeface="Noto Sans KR"/>
              </a:defRPr>
            </a:lvl6pPr>
            <a:lvl7pPr algn="l">
              <a:defRPr sz="2175" b="0">
                <a:solidFill>
                  <a:srgbClr val="262824"/>
                </a:solidFill>
                <a:latin typeface="Noto Sans KR"/>
                <a:ea typeface="Noto Sans KR"/>
                <a:cs typeface="Noto Sans KR"/>
              </a:defRPr>
            </a:lvl7pPr>
            <a:lvl8pPr algn="l">
              <a:defRPr sz="2175" b="0">
                <a:solidFill>
                  <a:srgbClr val="262824"/>
                </a:solidFill>
                <a:latin typeface="Noto Sans KR"/>
                <a:ea typeface="Noto Sans KR"/>
                <a:cs typeface="Noto Sans KR"/>
              </a:defRPr>
            </a:lvl8pPr>
            <a:lvl9pPr algn="l">
              <a:defRPr sz="2175" b="0">
                <a:solidFill>
                  <a:srgbClr val="262824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l">
              <a:lnSpc>
                <a:spcPct val="123000"/>
              </a:lnSpc>
              <a:buNone/>
              <a:defRPr sz="2175" b="0">
                <a:solidFill>
                  <a:srgbClr val="262824"/>
                </a:solidFill>
                <a:latin typeface="Noto Sans KR"/>
                <a:ea typeface="Noto Sans KR"/>
                <a:cs typeface="Noto Sans KR"/>
              </a:defRPr>
            </a:pPr>
            <a:r>
              <a:rPr sz="2175" b="0">
                <a:solidFill>
                  <a:srgbClr val="262824"/>
                </a:solidFill>
                <a:latin typeface="Noto Sans KR"/>
                <a:ea typeface="Noto Sans KR"/>
                <a:cs typeface="Noto Sans KR"/>
              </a:rPr>
              <a:t>월 10만원 배분 예시</a:t>
            </a:r>
          </a:p>
        </p:txBody>
      </p:sp>
      <p:sp>
        <p:nvSpPr>
          <p:cNvPr id="27" name="최근 20거래일의 QQQ 변동성을 연간 기준으로 바꿔 목표">
            <a:extLst xmlns:a="http://schemas.openxmlformats.org/drawingml/2006/main">
              <a:ext uri="{FF2B5EF4-FFF2-40B4-BE49-F238E27FC236}">
                <a16:creationId xmlns:a16="http://schemas.microsoft.com/office/drawing/2014/main" id="{BB75BA7A-D9B5-467B-9981-9F6B42D4B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3175" y="2409825"/>
            <a:ext cx="428625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1875" b="0">
                <a:solidFill>
                  <a:srgbClr val="262824"/>
                </a:solidFill>
                <a:latin typeface="Noto Sans KR"/>
                <a:ea typeface="Noto Sans KR"/>
                <a:cs typeface="Noto Sans KR"/>
              </a:defRPr>
            </a:defPPr>
            <a:lvl1pPr algn="l">
              <a:defRPr sz="1875" b="0">
                <a:solidFill>
                  <a:srgbClr val="262824"/>
                </a:solidFill>
                <a:latin typeface="Noto Sans KR"/>
                <a:ea typeface="Noto Sans KR"/>
                <a:cs typeface="Noto Sans KR"/>
              </a:defRPr>
            </a:lvl1pPr>
            <a:lvl2pPr algn="l">
              <a:defRPr sz="1875" b="0">
                <a:solidFill>
                  <a:srgbClr val="262824"/>
                </a:solidFill>
                <a:latin typeface="Noto Sans KR"/>
                <a:ea typeface="Noto Sans KR"/>
                <a:cs typeface="Noto Sans KR"/>
              </a:defRPr>
            </a:lvl2pPr>
            <a:lvl3pPr algn="l">
              <a:defRPr sz="1875" b="0">
                <a:solidFill>
                  <a:srgbClr val="262824"/>
                </a:solidFill>
                <a:latin typeface="Noto Sans KR"/>
                <a:ea typeface="Noto Sans KR"/>
                <a:cs typeface="Noto Sans KR"/>
              </a:defRPr>
            </a:lvl3pPr>
            <a:lvl4pPr algn="l">
              <a:defRPr sz="1875" b="0">
                <a:solidFill>
                  <a:srgbClr val="262824"/>
                </a:solidFill>
                <a:latin typeface="Noto Sans KR"/>
                <a:ea typeface="Noto Sans KR"/>
                <a:cs typeface="Noto Sans KR"/>
              </a:defRPr>
            </a:lvl4pPr>
            <a:lvl5pPr algn="l">
              <a:defRPr sz="1875" b="0">
                <a:solidFill>
                  <a:srgbClr val="262824"/>
                </a:solidFill>
                <a:latin typeface="Noto Sans KR"/>
                <a:ea typeface="Noto Sans KR"/>
                <a:cs typeface="Noto Sans KR"/>
              </a:defRPr>
            </a:lvl5pPr>
            <a:lvl6pPr algn="l">
              <a:defRPr sz="1875" b="0">
                <a:solidFill>
                  <a:srgbClr val="262824"/>
                </a:solidFill>
                <a:latin typeface="Noto Sans KR"/>
                <a:ea typeface="Noto Sans KR"/>
                <a:cs typeface="Noto Sans KR"/>
              </a:defRPr>
            </a:lvl6pPr>
            <a:lvl7pPr algn="l">
              <a:defRPr sz="1875" b="0">
                <a:solidFill>
                  <a:srgbClr val="262824"/>
                </a:solidFill>
                <a:latin typeface="Noto Sans KR"/>
                <a:ea typeface="Noto Sans KR"/>
                <a:cs typeface="Noto Sans KR"/>
              </a:defRPr>
            </a:lvl7pPr>
            <a:lvl8pPr algn="l">
              <a:defRPr sz="1875" b="0">
                <a:solidFill>
                  <a:srgbClr val="262824"/>
                </a:solidFill>
                <a:latin typeface="Noto Sans KR"/>
                <a:ea typeface="Noto Sans KR"/>
                <a:cs typeface="Noto Sans KR"/>
              </a:defRPr>
            </a:lvl8pPr>
            <a:lvl9pPr algn="l">
              <a:defRPr sz="1875" b="0">
                <a:solidFill>
                  <a:srgbClr val="262824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l">
              <a:lnSpc>
                <a:spcPct val="148000"/>
              </a:lnSpc>
              <a:buNone/>
              <a:defRPr sz="1875" b="0">
                <a:solidFill>
                  <a:srgbClr val="262824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0">
                <a:solidFill>
                  <a:srgbClr val="262824"/>
                </a:solidFill>
                <a:latin typeface="Noto Sans KR"/>
                <a:ea typeface="Noto Sans KR"/>
                <a:cs typeface="Noto Sans KR"/>
              </a:rPr>
              <a:t>최근 20거래일의 QQQ 변동성을 연간</a:t>
            </a:r>
          </a:p>
          <a:p xmlns:a="http://schemas.openxmlformats.org/drawingml/2006/main">
            <a:pPr algn="l">
              <a:lnSpc>
                <a:spcPct val="148000"/>
              </a:lnSpc>
              <a:buNone/>
              <a:defRPr sz="1875" b="0">
                <a:solidFill>
                  <a:srgbClr val="262824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0">
                <a:solidFill>
                  <a:srgbClr val="262824"/>
                </a:solidFill>
                <a:latin typeface="Noto Sans KR"/>
                <a:ea typeface="Noto Sans KR"/>
                <a:cs typeface="Noto Sans KR"/>
              </a:rPr>
              <a:t>기준으로 바꿔 목표 비중을 정합니다. 아래</a:t>
            </a:r>
          </a:p>
          <a:p xmlns:a="http://schemas.openxmlformats.org/drawingml/2006/main">
            <a:pPr algn="l">
              <a:lnSpc>
                <a:spcPct val="148000"/>
              </a:lnSpc>
              <a:buNone/>
              <a:defRPr sz="1875" b="0">
                <a:solidFill>
                  <a:srgbClr val="262824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0">
                <a:solidFill>
                  <a:srgbClr val="262824"/>
                </a:solidFill>
                <a:latin typeface="Noto Sans KR"/>
                <a:ea typeface="Noto Sans KR"/>
                <a:cs typeface="Noto Sans KR"/>
              </a:rPr>
              <a:t>금액은 방어 매도가 없는 상태에서의 비중</a:t>
            </a:r>
          </a:p>
          <a:p xmlns:a="http://schemas.openxmlformats.org/drawingml/2006/main">
            <a:pPr algn="l">
              <a:lnSpc>
                <a:spcPct val="148000"/>
              </a:lnSpc>
              <a:buNone/>
              <a:defRPr sz="1875" b="0">
                <a:solidFill>
                  <a:srgbClr val="262824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0">
                <a:solidFill>
                  <a:srgbClr val="262824"/>
                </a:solidFill>
                <a:latin typeface="Noto Sans KR"/>
                <a:ea typeface="Noto Sans KR"/>
                <a:cs typeface="Noto Sans KR"/>
              </a:rPr>
              <a:t>예시입니다.</a:t>
            </a:r>
          </a:p>
        </p:txBody>
      </p:sp>
      <p:graphicFrame>
        <p:nvGraphicFrame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7802982-02C5-4F07-97E1-31074EF4B9E3}"/>
              </a:ext>
            </a:extLst>
          </p:cNvPr>
          <p:cNvGraphicFramePr/>
          <p:nvPr/>
        </p:nvGraphicFramePr>
        <p:xfrm>
          <a:off xmlns:a="http://schemas.openxmlformats.org/drawingml/2006/main" x="10163175" y="4791075"/>
          <a:ext xmlns:a="http://schemas.openxmlformats.org/drawingml/2006/main" cx="4286250" cy="36385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428750"/>
                <a:gridCol w="1428750"/>
                <a:gridCol w="1428750"/>
              </a:tblGrid>
              <a:tr h="666750">
                <a:tc>
                  <a:txBody>
                    <a:bodyPr wrap="none"/>
                    <a:lstStyle/>
                    <a:p>
                      <a:pPr algn="l">
                        <a:lnSpc>
                          <a:spcPct val="118000"/>
                        </a:lnSpc>
                        <a:buNone/>
                      </a:pPr>
                      <a:r>
                        <a:rPr sz="1800" b="1">
                          <a:solidFill>
                            <a:srgbClr val="18513D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변동성</a:t>
                      </a:r>
                    </a:p>
                  </a:txBody>
                  <a:tcPr marL="85725" marR="85725" marT="47625" marB="47625" anchor="ctr">
                    <a:lnL w="0">
                      <a:solidFill>
                        <a:srgbClr val="FFFFFF"/>
                      </a:solidFill>
                      <a:prstDash val="solid"/>
                    </a:lnL>
                    <a:lnR w="0">
                      <a:solidFill>
                        <a:srgbClr val="FFFFFF"/>
                      </a:solidFill>
                      <a:prstDash val="solid"/>
                    </a:lnR>
                    <a:lnT w="0">
                      <a:solidFill>
                        <a:srgbClr val="FFFFFF"/>
                      </a:solidFill>
                      <a:prstDash val="solid"/>
                    </a:lnT>
                    <a:lnB w="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>
                        <a:lnSpc>
                          <a:spcPct val="118000"/>
                        </a:lnSpc>
                        <a:buNone/>
                      </a:pPr>
                      <a:r>
                        <a:rPr sz="1800" b="1">
                          <a:solidFill>
                            <a:srgbClr val="18513D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TQQQ</a:t>
                      </a:r>
                    </a:p>
                  </a:txBody>
                  <a:tcPr marL="85725" marR="85725" marT="47625" marB="47625" anchor="ctr">
                    <a:lnR w="0">
                      <a:solidFill>
                        <a:srgbClr val="FFFFFF"/>
                      </a:solidFill>
                      <a:prstDash val="solid"/>
                    </a:lnR>
                    <a:lnT w="0">
                      <a:solidFill>
                        <a:srgbClr val="FFFFFF"/>
                      </a:solidFill>
                      <a:prstDash val="solid"/>
                    </a:lnT>
                    <a:lnB w="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>
                        <a:lnSpc>
                          <a:spcPct val="118000"/>
                        </a:lnSpc>
                        <a:buNone/>
                      </a:pPr>
                      <a:r>
                        <a:rPr sz="1800" b="1">
                          <a:solidFill>
                            <a:srgbClr val="18513D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SCHD</a:t>
                      </a:r>
                    </a:p>
                  </a:txBody>
                  <a:tcPr marL="85725" marR="85725" marT="47625" marB="47625" anchor="ctr">
                    <a:lnR w="0">
                      <a:solidFill>
                        <a:srgbClr val="FFFFFF"/>
                      </a:solidFill>
                      <a:prstDash val="solid"/>
                    </a:lnR>
                    <a:lnT w="0">
                      <a:solidFill>
                        <a:srgbClr val="FFFFFF"/>
                      </a:solidFill>
                      <a:prstDash val="solid"/>
                    </a:lnT>
                    <a:lnB w="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42950">
                <a:tc>
                  <a:txBody>
                    <a:bodyPr wrap="none"/>
                    <a:lstStyle/>
                    <a:p>
                      <a:pPr algn="l">
                        <a:lnSpc>
                          <a:spcPct val="118000"/>
                        </a:lnSpc>
                        <a:buNone/>
                      </a:pPr>
                      <a:r>
                        <a:rPr sz="1800" b="0">
                          <a:solidFill>
                            <a:srgbClr val="26282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15%</a:t>
                      </a:r>
                    </a:p>
                  </a:txBody>
                  <a:tcPr marL="85725" marR="85725" marT="47625" marB="47625" anchor="ctr">
                    <a:lnL w="0">
                      <a:solidFill>
                        <a:srgbClr val="FFFFFF"/>
                      </a:solidFill>
                      <a:prstDash val="solid"/>
                    </a:lnL>
                    <a:lnR w="0">
                      <a:solidFill>
                        <a:srgbClr val="FFFFFF"/>
                      </a:solidFill>
                      <a:prstDash val="solid"/>
                    </a:lnR>
                    <a:lnB w="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>
                        <a:lnSpc>
                          <a:spcPct val="118000"/>
                        </a:lnSpc>
                        <a:buNone/>
                      </a:pPr>
                      <a:r>
                        <a:rPr sz="1800" b="0">
                          <a:solidFill>
                            <a:srgbClr val="26282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6만원</a:t>
                      </a:r>
                    </a:p>
                  </a:txBody>
                  <a:tcPr marL="85725" marR="85725" marT="47625" marB="47625" anchor="ctr">
                    <a:lnR w="0">
                      <a:solidFill>
                        <a:srgbClr val="FFFFFF"/>
                      </a:solidFill>
                      <a:prstDash val="solid"/>
                    </a:lnR>
                    <a:lnB w="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>
                        <a:lnSpc>
                          <a:spcPct val="118000"/>
                        </a:lnSpc>
                        <a:buNone/>
                      </a:pPr>
                      <a:r>
                        <a:rPr sz="1800" b="0">
                          <a:solidFill>
                            <a:srgbClr val="26282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4만원</a:t>
                      </a:r>
                    </a:p>
                  </a:txBody>
                  <a:tcPr marL="85725" marR="85725" marT="47625" marB="47625" anchor="ctr">
                    <a:lnR w="0">
                      <a:solidFill>
                        <a:srgbClr val="FFFFFF"/>
                      </a:solidFill>
                      <a:prstDash val="solid"/>
                    </a:lnR>
                    <a:lnB w="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42950">
                <a:tc>
                  <a:txBody>
                    <a:bodyPr wrap="none"/>
                    <a:lstStyle/>
                    <a:p>
                      <a:pPr algn="l">
                        <a:lnSpc>
                          <a:spcPct val="118000"/>
                        </a:lnSpc>
                        <a:buNone/>
                      </a:pPr>
                      <a:r>
                        <a:rPr sz="1800" b="0">
                          <a:solidFill>
                            <a:srgbClr val="26282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20%</a:t>
                      </a:r>
                    </a:p>
                  </a:txBody>
                  <a:tcPr marL="85725" marR="85725" marT="47625" marB="47625" anchor="ctr">
                    <a:lnL w="0">
                      <a:solidFill>
                        <a:srgbClr val="FFFFFF"/>
                      </a:solidFill>
                      <a:prstDash val="solid"/>
                    </a:lnL>
                    <a:lnR w="0">
                      <a:solidFill>
                        <a:srgbClr val="FFFFFF"/>
                      </a:solidFill>
                      <a:prstDash val="solid"/>
                    </a:lnR>
                    <a:lnB w="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>
                        <a:lnSpc>
                          <a:spcPct val="118000"/>
                        </a:lnSpc>
                        <a:buNone/>
                      </a:pPr>
                      <a:r>
                        <a:rPr sz="1800" b="0">
                          <a:solidFill>
                            <a:srgbClr val="26282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6만원</a:t>
                      </a:r>
                    </a:p>
                  </a:txBody>
                  <a:tcPr marL="85725" marR="85725" marT="47625" marB="47625" anchor="ctr">
                    <a:lnR w="0">
                      <a:solidFill>
                        <a:srgbClr val="FFFFFF"/>
                      </a:solidFill>
                      <a:prstDash val="solid"/>
                    </a:lnR>
                    <a:lnB w="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>
                        <a:lnSpc>
                          <a:spcPct val="118000"/>
                        </a:lnSpc>
                        <a:buNone/>
                      </a:pPr>
                      <a:r>
                        <a:rPr sz="1800" b="0">
                          <a:solidFill>
                            <a:srgbClr val="26282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4만원</a:t>
                      </a:r>
                    </a:p>
                  </a:txBody>
                  <a:tcPr marL="85725" marR="85725" marT="47625" marB="47625" anchor="ctr">
                    <a:lnR w="0">
                      <a:solidFill>
                        <a:srgbClr val="FFFFFF"/>
                      </a:solidFill>
                      <a:prstDash val="solid"/>
                    </a:lnR>
                    <a:lnB w="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42950">
                <a:tc>
                  <a:txBody>
                    <a:bodyPr wrap="none"/>
                    <a:lstStyle/>
                    <a:p>
                      <a:pPr algn="l">
                        <a:lnSpc>
                          <a:spcPct val="118000"/>
                        </a:lnSpc>
                        <a:buNone/>
                      </a:pPr>
                      <a:r>
                        <a:rPr sz="1800" b="0">
                          <a:solidFill>
                            <a:srgbClr val="26282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30%</a:t>
                      </a:r>
                    </a:p>
                  </a:txBody>
                  <a:tcPr marL="85725" marR="85725" marT="47625" marB="47625" anchor="ctr">
                    <a:lnL w="0">
                      <a:solidFill>
                        <a:srgbClr val="FFFFFF"/>
                      </a:solidFill>
                      <a:prstDash val="solid"/>
                    </a:lnL>
                    <a:lnR w="0">
                      <a:solidFill>
                        <a:srgbClr val="FFFFFF"/>
                      </a:solidFill>
                      <a:prstDash val="solid"/>
                    </a:lnR>
                    <a:lnB w="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>
                        <a:lnSpc>
                          <a:spcPct val="118000"/>
                        </a:lnSpc>
                        <a:buNone/>
                      </a:pPr>
                      <a:r>
                        <a:rPr sz="1800" b="0">
                          <a:solidFill>
                            <a:srgbClr val="26282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4만원</a:t>
                      </a:r>
                    </a:p>
                  </a:txBody>
                  <a:tcPr marL="85725" marR="85725" marT="47625" marB="47625" anchor="ctr">
                    <a:lnR w="0">
                      <a:solidFill>
                        <a:srgbClr val="FFFFFF"/>
                      </a:solidFill>
                      <a:prstDash val="solid"/>
                    </a:lnR>
                    <a:lnB w="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>
                        <a:lnSpc>
                          <a:spcPct val="118000"/>
                        </a:lnSpc>
                        <a:buNone/>
                      </a:pPr>
                      <a:r>
                        <a:rPr sz="1800" b="0">
                          <a:solidFill>
                            <a:srgbClr val="26282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6만원</a:t>
                      </a:r>
                    </a:p>
                  </a:txBody>
                  <a:tcPr marL="85725" marR="85725" marT="47625" marB="47625" anchor="ctr">
                    <a:lnR w="0">
                      <a:solidFill>
                        <a:srgbClr val="FFFFFF"/>
                      </a:solidFill>
                      <a:prstDash val="solid"/>
                    </a:lnR>
                    <a:lnB w="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42950">
                <a:tc>
                  <a:txBody>
                    <a:bodyPr wrap="none"/>
                    <a:lstStyle/>
                    <a:p>
                      <a:pPr algn="l">
                        <a:lnSpc>
                          <a:spcPct val="118000"/>
                        </a:lnSpc>
                        <a:buNone/>
                      </a:pPr>
                      <a:r>
                        <a:rPr sz="1800" b="0">
                          <a:solidFill>
                            <a:srgbClr val="26282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40%</a:t>
                      </a:r>
                    </a:p>
                  </a:txBody>
                  <a:tcPr marL="85725" marR="85725" marT="47625" marB="47625" anchor="ctr">
                    <a:lnL w="0">
                      <a:solidFill>
                        <a:srgbClr val="FFFFFF"/>
                      </a:solidFill>
                      <a:prstDash val="solid"/>
                    </a:lnL>
                    <a:lnR w="0">
                      <a:solidFill>
                        <a:srgbClr val="FFFFFF"/>
                      </a:solidFill>
                      <a:prstDash val="solid"/>
                    </a:lnR>
                    <a:lnB w="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>
                        <a:lnSpc>
                          <a:spcPct val="118000"/>
                        </a:lnSpc>
                        <a:buNone/>
                      </a:pPr>
                      <a:r>
                        <a:rPr sz="1800" b="0">
                          <a:solidFill>
                            <a:srgbClr val="26282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3만원</a:t>
                      </a:r>
                    </a:p>
                  </a:txBody>
                  <a:tcPr marL="85725" marR="85725" marT="47625" marB="47625" anchor="ctr">
                    <a:lnR w="0">
                      <a:solidFill>
                        <a:srgbClr val="FFFFFF"/>
                      </a:solidFill>
                      <a:prstDash val="solid"/>
                    </a:lnR>
                    <a:lnB w="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>
                        <a:lnSpc>
                          <a:spcPct val="118000"/>
                        </a:lnSpc>
                        <a:buNone/>
                      </a:pPr>
                      <a:r>
                        <a:rPr sz="1800" b="0">
                          <a:solidFill>
                            <a:srgbClr val="26282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7만원</a:t>
                      </a:r>
                    </a:p>
                  </a:txBody>
                  <a:tcPr marL="85725" marR="85725" marT="47625" marB="47625" anchor="ctr">
                    <a:lnR w="0">
                      <a:solidFill>
                        <a:srgbClr val="FFFFFF"/>
                      </a:solidFill>
                      <a:prstDash val="solid"/>
                    </a:lnR>
                    <a:lnB w="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E94E0D0-8892-4DA9-8F57-7D021F414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3175" y="4791075"/>
            <a:ext cx="4286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262824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D4ED740-B3D0-43C8-B4F4-1BD88FE45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3175" y="5457825"/>
            <a:ext cx="4286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DDDFD7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A303497-EFC8-433C-81A8-301AE026B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3175" y="6200775"/>
            <a:ext cx="4286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DDDFD7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3401282-0F9D-4425-97DA-71330DDB5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3175" y="6943725"/>
            <a:ext cx="4286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DDDFD7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8E68FA3-FA57-4AE8-A425-04BC4DA40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3175" y="7686675"/>
            <a:ext cx="4286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DDDFD7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40FEFF5-D679-4378-BB82-BDE7219CF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3175" y="8429625"/>
            <a:ext cx="4286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9BBB3"/>
            </a:solidFill>
            <a:prstDash val="solid"/>
          </a:ln>
        </p:spPr>
      </p:sp>
      <p:sp>
        <p:nvSpPr>
          <p:cNvPr id="35" name="실제 매수액은 이미 가진 자산과 현금에 따라 달라집니다. ">
            <a:extLst xmlns:a="http://schemas.openxmlformats.org/drawingml/2006/main">
              <a:ext uri="{FF2B5EF4-FFF2-40B4-BE49-F238E27FC236}">
                <a16:creationId xmlns:a16="http://schemas.microsoft.com/office/drawing/2014/main" id="{A85E0730-8088-4253-9C1A-7B458D740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3175" y="8810625"/>
            <a:ext cx="4286250" cy="1038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1725" b="0">
                <a:solidFill>
                  <a:srgbClr val="262824"/>
                </a:solidFill>
                <a:latin typeface="Noto Sans KR"/>
                <a:ea typeface="Noto Sans KR"/>
                <a:cs typeface="Noto Sans KR"/>
              </a:defRPr>
            </a:defPPr>
            <a:lvl1pPr algn="l">
              <a:defRPr sz="1725" b="0">
                <a:solidFill>
                  <a:srgbClr val="262824"/>
                </a:solidFill>
                <a:latin typeface="Noto Sans KR"/>
                <a:ea typeface="Noto Sans KR"/>
                <a:cs typeface="Noto Sans KR"/>
              </a:defRPr>
            </a:lvl1pPr>
            <a:lvl2pPr algn="l">
              <a:defRPr sz="1725" b="0">
                <a:solidFill>
                  <a:srgbClr val="262824"/>
                </a:solidFill>
                <a:latin typeface="Noto Sans KR"/>
                <a:ea typeface="Noto Sans KR"/>
                <a:cs typeface="Noto Sans KR"/>
              </a:defRPr>
            </a:lvl2pPr>
            <a:lvl3pPr algn="l">
              <a:defRPr sz="1725" b="0">
                <a:solidFill>
                  <a:srgbClr val="262824"/>
                </a:solidFill>
                <a:latin typeface="Noto Sans KR"/>
                <a:ea typeface="Noto Sans KR"/>
                <a:cs typeface="Noto Sans KR"/>
              </a:defRPr>
            </a:lvl3pPr>
            <a:lvl4pPr algn="l">
              <a:defRPr sz="1725" b="0">
                <a:solidFill>
                  <a:srgbClr val="262824"/>
                </a:solidFill>
                <a:latin typeface="Noto Sans KR"/>
                <a:ea typeface="Noto Sans KR"/>
                <a:cs typeface="Noto Sans KR"/>
              </a:defRPr>
            </a:lvl4pPr>
            <a:lvl5pPr algn="l">
              <a:defRPr sz="1725" b="0">
                <a:solidFill>
                  <a:srgbClr val="262824"/>
                </a:solidFill>
                <a:latin typeface="Noto Sans KR"/>
                <a:ea typeface="Noto Sans KR"/>
                <a:cs typeface="Noto Sans KR"/>
              </a:defRPr>
            </a:lvl5pPr>
            <a:lvl6pPr algn="l">
              <a:defRPr sz="1725" b="0">
                <a:solidFill>
                  <a:srgbClr val="262824"/>
                </a:solidFill>
                <a:latin typeface="Noto Sans KR"/>
                <a:ea typeface="Noto Sans KR"/>
                <a:cs typeface="Noto Sans KR"/>
              </a:defRPr>
            </a:lvl6pPr>
            <a:lvl7pPr algn="l">
              <a:defRPr sz="1725" b="0">
                <a:solidFill>
                  <a:srgbClr val="262824"/>
                </a:solidFill>
                <a:latin typeface="Noto Sans KR"/>
                <a:ea typeface="Noto Sans KR"/>
                <a:cs typeface="Noto Sans KR"/>
              </a:defRPr>
            </a:lvl7pPr>
            <a:lvl8pPr algn="l">
              <a:defRPr sz="1725" b="0">
                <a:solidFill>
                  <a:srgbClr val="262824"/>
                </a:solidFill>
                <a:latin typeface="Noto Sans KR"/>
                <a:ea typeface="Noto Sans KR"/>
                <a:cs typeface="Noto Sans KR"/>
              </a:defRPr>
            </a:lvl8pPr>
            <a:lvl9pPr algn="l">
              <a:defRPr sz="1725" b="0">
                <a:solidFill>
                  <a:srgbClr val="262824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l">
              <a:lnSpc>
                <a:spcPct val="148000"/>
              </a:lnSpc>
              <a:buNone/>
              <a:defRPr sz="1725" b="0">
                <a:solidFill>
                  <a:srgbClr val="262824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0">
                <a:solidFill>
                  <a:srgbClr val="262824"/>
                </a:solidFill>
                <a:latin typeface="Noto Sans KR"/>
                <a:ea typeface="Noto Sans KR"/>
                <a:cs typeface="Noto Sans KR"/>
              </a:rPr>
              <a:t>실제 매수액은 이미 가진 자산과 현금에 따라</a:t>
            </a:r>
          </a:p>
          <a:p xmlns:a="http://schemas.openxmlformats.org/drawingml/2006/main">
            <a:pPr algn="l">
              <a:lnSpc>
                <a:spcPct val="148000"/>
              </a:lnSpc>
              <a:buNone/>
              <a:defRPr sz="1725" b="0">
                <a:solidFill>
                  <a:srgbClr val="262824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0">
                <a:solidFill>
                  <a:srgbClr val="262824"/>
                </a:solidFill>
                <a:latin typeface="Noto Sans KR"/>
                <a:ea typeface="Noto Sans KR"/>
                <a:cs typeface="Noto Sans KR"/>
              </a:rPr>
              <a:t>달라집니다. 하락 방어가 작동하면 TQQQ</a:t>
            </a:r>
          </a:p>
          <a:p xmlns:a="http://schemas.openxmlformats.org/drawingml/2006/main">
            <a:pPr algn="l">
              <a:lnSpc>
                <a:spcPct val="148000"/>
              </a:lnSpc>
              <a:buNone/>
              <a:defRPr sz="1725" b="0">
                <a:solidFill>
                  <a:srgbClr val="262824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0">
                <a:solidFill>
                  <a:srgbClr val="262824"/>
                </a:solidFill>
                <a:latin typeface="Noto Sans KR"/>
                <a:ea typeface="Noto Sans KR"/>
                <a:cs typeface="Noto Sans KR"/>
              </a:rPr>
              <a:t>목표는 여기에서 더 낮아질 수 있습니다.</a:t>
            </a:r>
          </a:p>
        </p:txBody>
      </p:sp>
    </p:spTree>
    <p:extLst>
      <p:ext uri="{BB962C8B-B14F-4D97-AF65-F5344CB8AC3E}">
        <p14:creationId xmlns:p14="http://schemas.microsoft.com/office/powerpoint/2010/main" val="147963366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Deneb&#10;Polaris">
            <a:extLst xmlns:a="http://schemas.openxmlformats.org/drawingml/2006/main">
              <a:ext uri="{FF2B5EF4-FFF2-40B4-BE49-F238E27FC236}">
                <a16:creationId xmlns:a16="http://schemas.microsoft.com/office/drawing/2014/main" id="{F1D0823F-E950-480A-AB0E-3480511B7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285750"/>
            <a:ext cx="3238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1575" b="0">
                <a:solidFill>
                  <a:srgbClr val="18513D"/>
                </a:solidFill>
                <a:latin typeface="Noto Sans KR"/>
                <a:ea typeface="Noto Sans KR"/>
                <a:cs typeface="Noto Sans KR"/>
              </a:defRPr>
            </a:defPPr>
            <a:lvl1pPr algn="l">
              <a:defRPr sz="1575" b="0">
                <a:solidFill>
                  <a:srgbClr val="18513D"/>
                </a:solidFill>
                <a:latin typeface="Noto Sans KR"/>
                <a:ea typeface="Noto Sans KR"/>
                <a:cs typeface="Noto Sans KR"/>
              </a:defRPr>
            </a:lvl1pPr>
            <a:lvl2pPr algn="l">
              <a:defRPr sz="1575" b="0">
                <a:solidFill>
                  <a:srgbClr val="18513D"/>
                </a:solidFill>
                <a:latin typeface="Noto Sans KR"/>
                <a:ea typeface="Noto Sans KR"/>
                <a:cs typeface="Noto Sans KR"/>
              </a:defRPr>
            </a:lvl2pPr>
            <a:lvl3pPr algn="l">
              <a:defRPr sz="1575" b="0">
                <a:solidFill>
                  <a:srgbClr val="18513D"/>
                </a:solidFill>
                <a:latin typeface="Noto Sans KR"/>
                <a:ea typeface="Noto Sans KR"/>
                <a:cs typeface="Noto Sans KR"/>
              </a:defRPr>
            </a:lvl3pPr>
            <a:lvl4pPr algn="l">
              <a:defRPr sz="1575" b="0">
                <a:solidFill>
                  <a:srgbClr val="18513D"/>
                </a:solidFill>
                <a:latin typeface="Noto Sans KR"/>
                <a:ea typeface="Noto Sans KR"/>
                <a:cs typeface="Noto Sans KR"/>
              </a:defRPr>
            </a:lvl4pPr>
            <a:lvl5pPr algn="l">
              <a:defRPr sz="1575" b="0">
                <a:solidFill>
                  <a:srgbClr val="18513D"/>
                </a:solidFill>
                <a:latin typeface="Noto Sans KR"/>
                <a:ea typeface="Noto Sans KR"/>
                <a:cs typeface="Noto Sans KR"/>
              </a:defRPr>
            </a:lvl5pPr>
            <a:lvl6pPr algn="l">
              <a:defRPr sz="1575" b="0">
                <a:solidFill>
                  <a:srgbClr val="18513D"/>
                </a:solidFill>
                <a:latin typeface="Noto Sans KR"/>
                <a:ea typeface="Noto Sans KR"/>
                <a:cs typeface="Noto Sans KR"/>
              </a:defRPr>
            </a:lvl6pPr>
            <a:lvl7pPr algn="l">
              <a:defRPr sz="1575" b="0">
                <a:solidFill>
                  <a:srgbClr val="18513D"/>
                </a:solidFill>
                <a:latin typeface="Noto Sans KR"/>
                <a:ea typeface="Noto Sans KR"/>
                <a:cs typeface="Noto Sans KR"/>
              </a:defRPr>
            </a:lvl7pPr>
            <a:lvl8pPr algn="l">
              <a:defRPr sz="1575" b="0">
                <a:solidFill>
                  <a:srgbClr val="18513D"/>
                </a:solidFill>
                <a:latin typeface="Noto Sans KR"/>
                <a:ea typeface="Noto Sans KR"/>
                <a:cs typeface="Noto Sans KR"/>
              </a:defRPr>
            </a:lvl8pPr>
            <a:lvl9pPr algn="l">
              <a:defRPr sz="1575" b="0">
                <a:solidFill>
                  <a:srgbClr val="18513D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8513D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0">
                <a:solidFill>
                  <a:srgbClr val="18513D"/>
                </a:solidFill>
                <a:latin typeface="Noto Sans KR"/>
                <a:ea typeface="Noto Sans KR"/>
                <a:cs typeface="Noto Sans KR"/>
              </a:rPr>
              <a:t>Deneb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8513D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0">
                <a:solidFill>
                  <a:srgbClr val="18513D"/>
                </a:solidFill>
                <a:latin typeface="Noto Sans KR"/>
                <a:ea typeface="Noto Sans KR"/>
                <a:cs typeface="Noto Sans KR"/>
              </a:rPr>
              <a:t>Polaris</a:t>
            </a:r>
          </a:p>
        </p:txBody>
      </p:sp>
      <p:sp>
        <p:nvSpPr>
          <p:cNvPr id="2" name="전략 구성">
            <a:extLst xmlns:a="http://schemas.openxmlformats.org/drawingml/2006/main">
              <a:ext uri="{FF2B5EF4-FFF2-40B4-BE49-F238E27FC236}">
                <a16:creationId xmlns:a16="http://schemas.microsoft.com/office/drawing/2014/main" id="{342AD100-3AC6-4530-A18E-B66138493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466725"/>
            <a:ext cx="15716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1500" b="0">
                <a:solidFill>
                  <a:srgbClr val="77786F"/>
                </a:solidFill>
                <a:latin typeface="Noto Sans KR"/>
                <a:ea typeface="Noto Sans KR"/>
                <a:cs typeface="Noto Sans KR"/>
              </a:defRPr>
            </a:defPPr>
            <a:lvl1pPr algn="l">
              <a:defRPr sz="1500" b="0">
                <a:solidFill>
                  <a:srgbClr val="77786F"/>
                </a:solidFill>
                <a:latin typeface="Noto Sans KR"/>
                <a:ea typeface="Noto Sans KR"/>
                <a:cs typeface="Noto Sans KR"/>
              </a:defRPr>
            </a:lvl1pPr>
            <a:lvl2pPr algn="l">
              <a:defRPr sz="1500" b="0">
                <a:solidFill>
                  <a:srgbClr val="77786F"/>
                </a:solidFill>
                <a:latin typeface="Noto Sans KR"/>
                <a:ea typeface="Noto Sans KR"/>
                <a:cs typeface="Noto Sans KR"/>
              </a:defRPr>
            </a:lvl2pPr>
            <a:lvl3pPr algn="l">
              <a:defRPr sz="1500" b="0">
                <a:solidFill>
                  <a:srgbClr val="77786F"/>
                </a:solidFill>
                <a:latin typeface="Noto Sans KR"/>
                <a:ea typeface="Noto Sans KR"/>
                <a:cs typeface="Noto Sans KR"/>
              </a:defRPr>
            </a:lvl3pPr>
            <a:lvl4pPr algn="l">
              <a:defRPr sz="1500" b="0">
                <a:solidFill>
                  <a:srgbClr val="77786F"/>
                </a:solidFill>
                <a:latin typeface="Noto Sans KR"/>
                <a:ea typeface="Noto Sans KR"/>
                <a:cs typeface="Noto Sans KR"/>
              </a:defRPr>
            </a:lvl4pPr>
            <a:lvl5pPr algn="l">
              <a:defRPr sz="1500" b="0">
                <a:solidFill>
                  <a:srgbClr val="77786F"/>
                </a:solidFill>
                <a:latin typeface="Noto Sans KR"/>
                <a:ea typeface="Noto Sans KR"/>
                <a:cs typeface="Noto Sans KR"/>
              </a:defRPr>
            </a:lvl5pPr>
            <a:lvl6pPr algn="l">
              <a:defRPr sz="1500" b="0">
                <a:solidFill>
                  <a:srgbClr val="77786F"/>
                </a:solidFill>
                <a:latin typeface="Noto Sans KR"/>
                <a:ea typeface="Noto Sans KR"/>
                <a:cs typeface="Noto Sans KR"/>
              </a:defRPr>
            </a:lvl6pPr>
            <a:lvl7pPr algn="l">
              <a:defRPr sz="1500" b="0">
                <a:solidFill>
                  <a:srgbClr val="77786F"/>
                </a:solidFill>
                <a:latin typeface="Noto Sans KR"/>
                <a:ea typeface="Noto Sans KR"/>
                <a:cs typeface="Noto Sans KR"/>
              </a:defRPr>
            </a:lvl7pPr>
            <a:lvl8pPr algn="l">
              <a:defRPr sz="1500" b="0">
                <a:solidFill>
                  <a:srgbClr val="77786F"/>
                </a:solidFill>
                <a:latin typeface="Noto Sans KR"/>
                <a:ea typeface="Noto Sans KR"/>
                <a:cs typeface="Noto Sans KR"/>
              </a:defRPr>
            </a:lvl8pPr>
            <a:lvl9pPr algn="l">
              <a:defRPr sz="1500" b="0">
                <a:solidFill>
                  <a:srgbClr val="77786F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l">
              <a:lnSpc>
                <a:spcPct val="148000"/>
              </a:lnSpc>
              <a:buNone/>
              <a:defRPr sz="1500" b="0">
                <a:solidFill>
                  <a:srgbClr val="77786F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>
                <a:solidFill>
                  <a:srgbClr val="77786F"/>
                </a:solidFill>
                <a:latin typeface="Noto Sans KR"/>
                <a:ea typeface="Noto Sans KR"/>
                <a:cs typeface="Noto Sans KR"/>
              </a:rPr>
              <a:t>전략 구성</a:t>
            </a:r>
          </a:p>
        </p:txBody>
      </p:sp>
      <p:sp>
        <p:nvSpPr>
          <p:cNvPr id="3" name="비율 선택">
            <a:extLst xmlns:a="http://schemas.openxmlformats.org/drawingml/2006/main">
              <a:ext uri="{FF2B5EF4-FFF2-40B4-BE49-F238E27FC236}">
                <a16:creationId xmlns:a16="http://schemas.microsoft.com/office/drawing/2014/main" id="{8E7823C0-CF27-498A-A93E-E3E2ADAE9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66725"/>
            <a:ext cx="15716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1500" b="0">
                <a:solidFill>
                  <a:srgbClr val="262824"/>
                </a:solidFill>
                <a:latin typeface="Noto Sans KR"/>
                <a:ea typeface="Noto Sans KR"/>
                <a:cs typeface="Noto Sans KR"/>
              </a:defRPr>
            </a:defPPr>
            <a:lvl1pPr algn="l">
              <a:defRPr sz="1500" b="0">
                <a:solidFill>
                  <a:srgbClr val="262824"/>
                </a:solidFill>
                <a:latin typeface="Noto Sans KR"/>
                <a:ea typeface="Noto Sans KR"/>
                <a:cs typeface="Noto Sans KR"/>
              </a:defRPr>
            </a:lvl1pPr>
            <a:lvl2pPr algn="l">
              <a:defRPr sz="1500" b="0">
                <a:solidFill>
                  <a:srgbClr val="262824"/>
                </a:solidFill>
                <a:latin typeface="Noto Sans KR"/>
                <a:ea typeface="Noto Sans KR"/>
                <a:cs typeface="Noto Sans KR"/>
              </a:defRPr>
            </a:lvl2pPr>
            <a:lvl3pPr algn="l">
              <a:defRPr sz="1500" b="0">
                <a:solidFill>
                  <a:srgbClr val="262824"/>
                </a:solidFill>
                <a:latin typeface="Noto Sans KR"/>
                <a:ea typeface="Noto Sans KR"/>
                <a:cs typeface="Noto Sans KR"/>
              </a:defRPr>
            </a:lvl3pPr>
            <a:lvl4pPr algn="l">
              <a:defRPr sz="1500" b="0">
                <a:solidFill>
                  <a:srgbClr val="262824"/>
                </a:solidFill>
                <a:latin typeface="Noto Sans KR"/>
                <a:ea typeface="Noto Sans KR"/>
                <a:cs typeface="Noto Sans KR"/>
              </a:defRPr>
            </a:lvl4pPr>
            <a:lvl5pPr algn="l">
              <a:defRPr sz="1500" b="0">
                <a:solidFill>
                  <a:srgbClr val="262824"/>
                </a:solidFill>
                <a:latin typeface="Noto Sans KR"/>
                <a:ea typeface="Noto Sans KR"/>
                <a:cs typeface="Noto Sans KR"/>
              </a:defRPr>
            </a:lvl5pPr>
            <a:lvl6pPr algn="l">
              <a:defRPr sz="1500" b="0">
                <a:solidFill>
                  <a:srgbClr val="262824"/>
                </a:solidFill>
                <a:latin typeface="Noto Sans KR"/>
                <a:ea typeface="Noto Sans KR"/>
                <a:cs typeface="Noto Sans KR"/>
              </a:defRPr>
            </a:lvl6pPr>
            <a:lvl7pPr algn="l">
              <a:defRPr sz="1500" b="0">
                <a:solidFill>
                  <a:srgbClr val="262824"/>
                </a:solidFill>
                <a:latin typeface="Noto Sans KR"/>
                <a:ea typeface="Noto Sans KR"/>
                <a:cs typeface="Noto Sans KR"/>
              </a:defRPr>
            </a:lvl7pPr>
            <a:lvl8pPr algn="l">
              <a:defRPr sz="1500" b="0">
                <a:solidFill>
                  <a:srgbClr val="262824"/>
                </a:solidFill>
                <a:latin typeface="Noto Sans KR"/>
                <a:ea typeface="Noto Sans KR"/>
                <a:cs typeface="Noto Sans KR"/>
              </a:defRPr>
            </a:lvl8pPr>
            <a:lvl9pPr algn="l">
              <a:defRPr sz="1500" b="0">
                <a:solidFill>
                  <a:srgbClr val="262824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l">
              <a:lnSpc>
                <a:spcPct val="148000"/>
              </a:lnSpc>
              <a:buNone/>
              <a:defRPr sz="1500" b="0">
                <a:solidFill>
                  <a:srgbClr val="262824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>
                <a:solidFill>
                  <a:srgbClr val="262824"/>
                </a:solidFill>
                <a:latin typeface="Noto Sans KR"/>
                <a:ea typeface="Noto Sans KR"/>
                <a:cs typeface="Noto Sans KR"/>
              </a:rPr>
              <a:t>비율 선택</a:t>
            </a:r>
          </a:p>
        </p:txBody>
      </p:sp>
      <p:sp>
        <p:nvSpPr>
          <p:cNvPr id="4" name="자산 비교">
            <a:extLst xmlns:a="http://schemas.openxmlformats.org/drawingml/2006/main">
              <a:ext uri="{FF2B5EF4-FFF2-40B4-BE49-F238E27FC236}">
                <a16:creationId xmlns:a16="http://schemas.microsoft.com/office/drawing/2014/main" id="{EB38C047-AEE4-483F-936C-21D5E5154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466725"/>
            <a:ext cx="15716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1500" b="0">
                <a:solidFill>
                  <a:srgbClr val="77786F"/>
                </a:solidFill>
                <a:latin typeface="Noto Sans KR"/>
                <a:ea typeface="Noto Sans KR"/>
                <a:cs typeface="Noto Sans KR"/>
              </a:defRPr>
            </a:defPPr>
            <a:lvl1pPr algn="l">
              <a:defRPr sz="1500" b="0">
                <a:solidFill>
                  <a:srgbClr val="77786F"/>
                </a:solidFill>
                <a:latin typeface="Noto Sans KR"/>
                <a:ea typeface="Noto Sans KR"/>
                <a:cs typeface="Noto Sans KR"/>
              </a:defRPr>
            </a:lvl1pPr>
            <a:lvl2pPr algn="l">
              <a:defRPr sz="1500" b="0">
                <a:solidFill>
                  <a:srgbClr val="77786F"/>
                </a:solidFill>
                <a:latin typeface="Noto Sans KR"/>
                <a:ea typeface="Noto Sans KR"/>
                <a:cs typeface="Noto Sans KR"/>
              </a:defRPr>
            </a:lvl2pPr>
            <a:lvl3pPr algn="l">
              <a:defRPr sz="1500" b="0">
                <a:solidFill>
                  <a:srgbClr val="77786F"/>
                </a:solidFill>
                <a:latin typeface="Noto Sans KR"/>
                <a:ea typeface="Noto Sans KR"/>
                <a:cs typeface="Noto Sans KR"/>
              </a:defRPr>
            </a:lvl3pPr>
            <a:lvl4pPr algn="l">
              <a:defRPr sz="1500" b="0">
                <a:solidFill>
                  <a:srgbClr val="77786F"/>
                </a:solidFill>
                <a:latin typeface="Noto Sans KR"/>
                <a:ea typeface="Noto Sans KR"/>
                <a:cs typeface="Noto Sans KR"/>
              </a:defRPr>
            </a:lvl4pPr>
            <a:lvl5pPr algn="l">
              <a:defRPr sz="1500" b="0">
                <a:solidFill>
                  <a:srgbClr val="77786F"/>
                </a:solidFill>
                <a:latin typeface="Noto Sans KR"/>
                <a:ea typeface="Noto Sans KR"/>
                <a:cs typeface="Noto Sans KR"/>
              </a:defRPr>
            </a:lvl5pPr>
            <a:lvl6pPr algn="l">
              <a:defRPr sz="1500" b="0">
                <a:solidFill>
                  <a:srgbClr val="77786F"/>
                </a:solidFill>
                <a:latin typeface="Noto Sans KR"/>
                <a:ea typeface="Noto Sans KR"/>
                <a:cs typeface="Noto Sans KR"/>
              </a:defRPr>
            </a:lvl6pPr>
            <a:lvl7pPr algn="l">
              <a:defRPr sz="1500" b="0">
                <a:solidFill>
                  <a:srgbClr val="77786F"/>
                </a:solidFill>
                <a:latin typeface="Noto Sans KR"/>
                <a:ea typeface="Noto Sans KR"/>
                <a:cs typeface="Noto Sans KR"/>
              </a:defRPr>
            </a:lvl7pPr>
            <a:lvl8pPr algn="l">
              <a:defRPr sz="1500" b="0">
                <a:solidFill>
                  <a:srgbClr val="77786F"/>
                </a:solidFill>
                <a:latin typeface="Noto Sans KR"/>
                <a:ea typeface="Noto Sans KR"/>
                <a:cs typeface="Noto Sans KR"/>
              </a:defRPr>
            </a:lvl8pPr>
            <a:lvl9pPr algn="l">
              <a:defRPr sz="1500" b="0">
                <a:solidFill>
                  <a:srgbClr val="77786F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l">
              <a:lnSpc>
                <a:spcPct val="148000"/>
              </a:lnSpc>
              <a:buNone/>
              <a:defRPr sz="1500" b="0">
                <a:solidFill>
                  <a:srgbClr val="77786F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>
                <a:solidFill>
                  <a:srgbClr val="77786F"/>
                </a:solidFill>
                <a:latin typeface="Noto Sans KR"/>
                <a:ea typeface="Noto Sans KR"/>
                <a:cs typeface="Noto Sans KR"/>
              </a:rPr>
              <a:t>자산 비교</a:t>
            </a:r>
          </a:p>
        </p:txBody>
      </p:sp>
      <p:sp>
        <p:nvSpPr>
          <p:cNvPr id="5" name="배당 관리">
            <a:extLst xmlns:a="http://schemas.openxmlformats.org/drawingml/2006/main">
              <a:ext uri="{FF2B5EF4-FFF2-40B4-BE49-F238E27FC236}">
                <a16:creationId xmlns:a16="http://schemas.microsoft.com/office/drawing/2014/main" id="{33701C4A-FCC5-440C-BA02-DF7245AEB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66725"/>
            <a:ext cx="15716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1500" b="0">
                <a:solidFill>
                  <a:srgbClr val="77786F"/>
                </a:solidFill>
                <a:latin typeface="Noto Sans KR"/>
                <a:ea typeface="Noto Sans KR"/>
                <a:cs typeface="Noto Sans KR"/>
              </a:defRPr>
            </a:defPPr>
            <a:lvl1pPr algn="l">
              <a:defRPr sz="1500" b="0">
                <a:solidFill>
                  <a:srgbClr val="77786F"/>
                </a:solidFill>
                <a:latin typeface="Noto Sans KR"/>
                <a:ea typeface="Noto Sans KR"/>
                <a:cs typeface="Noto Sans KR"/>
              </a:defRPr>
            </a:lvl1pPr>
            <a:lvl2pPr algn="l">
              <a:defRPr sz="1500" b="0">
                <a:solidFill>
                  <a:srgbClr val="77786F"/>
                </a:solidFill>
                <a:latin typeface="Noto Sans KR"/>
                <a:ea typeface="Noto Sans KR"/>
                <a:cs typeface="Noto Sans KR"/>
              </a:defRPr>
            </a:lvl2pPr>
            <a:lvl3pPr algn="l">
              <a:defRPr sz="1500" b="0">
                <a:solidFill>
                  <a:srgbClr val="77786F"/>
                </a:solidFill>
                <a:latin typeface="Noto Sans KR"/>
                <a:ea typeface="Noto Sans KR"/>
                <a:cs typeface="Noto Sans KR"/>
              </a:defRPr>
            </a:lvl3pPr>
            <a:lvl4pPr algn="l">
              <a:defRPr sz="1500" b="0">
                <a:solidFill>
                  <a:srgbClr val="77786F"/>
                </a:solidFill>
                <a:latin typeface="Noto Sans KR"/>
                <a:ea typeface="Noto Sans KR"/>
                <a:cs typeface="Noto Sans KR"/>
              </a:defRPr>
            </a:lvl4pPr>
            <a:lvl5pPr algn="l">
              <a:defRPr sz="1500" b="0">
                <a:solidFill>
                  <a:srgbClr val="77786F"/>
                </a:solidFill>
                <a:latin typeface="Noto Sans KR"/>
                <a:ea typeface="Noto Sans KR"/>
                <a:cs typeface="Noto Sans KR"/>
              </a:defRPr>
            </a:lvl5pPr>
            <a:lvl6pPr algn="l">
              <a:defRPr sz="1500" b="0">
                <a:solidFill>
                  <a:srgbClr val="77786F"/>
                </a:solidFill>
                <a:latin typeface="Noto Sans KR"/>
                <a:ea typeface="Noto Sans KR"/>
                <a:cs typeface="Noto Sans KR"/>
              </a:defRPr>
            </a:lvl6pPr>
            <a:lvl7pPr algn="l">
              <a:defRPr sz="1500" b="0">
                <a:solidFill>
                  <a:srgbClr val="77786F"/>
                </a:solidFill>
                <a:latin typeface="Noto Sans KR"/>
                <a:ea typeface="Noto Sans KR"/>
                <a:cs typeface="Noto Sans KR"/>
              </a:defRPr>
            </a:lvl7pPr>
            <a:lvl8pPr algn="l">
              <a:defRPr sz="1500" b="0">
                <a:solidFill>
                  <a:srgbClr val="77786F"/>
                </a:solidFill>
                <a:latin typeface="Noto Sans KR"/>
                <a:ea typeface="Noto Sans KR"/>
                <a:cs typeface="Noto Sans KR"/>
              </a:defRPr>
            </a:lvl8pPr>
            <a:lvl9pPr algn="l">
              <a:defRPr sz="1500" b="0">
                <a:solidFill>
                  <a:srgbClr val="77786F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l">
              <a:lnSpc>
                <a:spcPct val="148000"/>
              </a:lnSpc>
              <a:buNone/>
              <a:defRPr sz="1500" b="0">
                <a:solidFill>
                  <a:srgbClr val="77786F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>
                <a:solidFill>
                  <a:srgbClr val="77786F"/>
                </a:solidFill>
                <a:latin typeface="Noto Sans KR"/>
                <a:ea typeface="Noto Sans KR"/>
                <a:cs typeface="Noto Sans KR"/>
              </a:rPr>
              <a:t>배당 관리</a:t>
            </a:r>
          </a:p>
        </p:txBody>
      </p:sp>
      <p:sp>
        <p:nvSpPr>
          <p:cNvPr id="6" name="분산 투자">
            <a:extLst xmlns:a="http://schemas.openxmlformats.org/drawingml/2006/main">
              <a:ext uri="{FF2B5EF4-FFF2-40B4-BE49-F238E27FC236}">
                <a16:creationId xmlns:a16="http://schemas.microsoft.com/office/drawing/2014/main" id="{56DD21C6-A8AC-4DA0-B7CE-3211C8B2D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06375" y="466725"/>
            <a:ext cx="15716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1500" b="0">
                <a:solidFill>
                  <a:srgbClr val="77786F"/>
                </a:solidFill>
                <a:latin typeface="Noto Sans KR"/>
                <a:ea typeface="Noto Sans KR"/>
                <a:cs typeface="Noto Sans KR"/>
              </a:defRPr>
            </a:defPPr>
            <a:lvl1pPr algn="l">
              <a:defRPr sz="1500" b="0">
                <a:solidFill>
                  <a:srgbClr val="77786F"/>
                </a:solidFill>
                <a:latin typeface="Noto Sans KR"/>
                <a:ea typeface="Noto Sans KR"/>
                <a:cs typeface="Noto Sans KR"/>
              </a:defRPr>
            </a:lvl1pPr>
            <a:lvl2pPr algn="l">
              <a:defRPr sz="1500" b="0">
                <a:solidFill>
                  <a:srgbClr val="77786F"/>
                </a:solidFill>
                <a:latin typeface="Noto Sans KR"/>
                <a:ea typeface="Noto Sans KR"/>
                <a:cs typeface="Noto Sans KR"/>
              </a:defRPr>
            </a:lvl2pPr>
            <a:lvl3pPr algn="l">
              <a:defRPr sz="1500" b="0">
                <a:solidFill>
                  <a:srgbClr val="77786F"/>
                </a:solidFill>
                <a:latin typeface="Noto Sans KR"/>
                <a:ea typeface="Noto Sans KR"/>
                <a:cs typeface="Noto Sans KR"/>
              </a:defRPr>
            </a:lvl3pPr>
            <a:lvl4pPr algn="l">
              <a:defRPr sz="1500" b="0">
                <a:solidFill>
                  <a:srgbClr val="77786F"/>
                </a:solidFill>
                <a:latin typeface="Noto Sans KR"/>
                <a:ea typeface="Noto Sans KR"/>
                <a:cs typeface="Noto Sans KR"/>
              </a:defRPr>
            </a:lvl4pPr>
            <a:lvl5pPr algn="l">
              <a:defRPr sz="1500" b="0">
                <a:solidFill>
                  <a:srgbClr val="77786F"/>
                </a:solidFill>
                <a:latin typeface="Noto Sans KR"/>
                <a:ea typeface="Noto Sans KR"/>
                <a:cs typeface="Noto Sans KR"/>
              </a:defRPr>
            </a:lvl5pPr>
            <a:lvl6pPr algn="l">
              <a:defRPr sz="1500" b="0">
                <a:solidFill>
                  <a:srgbClr val="77786F"/>
                </a:solidFill>
                <a:latin typeface="Noto Sans KR"/>
                <a:ea typeface="Noto Sans KR"/>
                <a:cs typeface="Noto Sans KR"/>
              </a:defRPr>
            </a:lvl6pPr>
            <a:lvl7pPr algn="l">
              <a:defRPr sz="1500" b="0">
                <a:solidFill>
                  <a:srgbClr val="77786F"/>
                </a:solidFill>
                <a:latin typeface="Noto Sans KR"/>
                <a:ea typeface="Noto Sans KR"/>
                <a:cs typeface="Noto Sans KR"/>
              </a:defRPr>
            </a:lvl7pPr>
            <a:lvl8pPr algn="l">
              <a:defRPr sz="1500" b="0">
                <a:solidFill>
                  <a:srgbClr val="77786F"/>
                </a:solidFill>
                <a:latin typeface="Noto Sans KR"/>
                <a:ea typeface="Noto Sans KR"/>
                <a:cs typeface="Noto Sans KR"/>
              </a:defRPr>
            </a:lvl8pPr>
            <a:lvl9pPr algn="l">
              <a:defRPr sz="1500" b="0">
                <a:solidFill>
                  <a:srgbClr val="77786F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l">
              <a:lnSpc>
                <a:spcPct val="148000"/>
              </a:lnSpc>
              <a:buNone/>
              <a:defRPr sz="1500" b="0">
                <a:solidFill>
                  <a:srgbClr val="77786F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>
                <a:solidFill>
                  <a:srgbClr val="77786F"/>
                </a:solidFill>
                <a:latin typeface="Noto Sans KR"/>
                <a:ea typeface="Noto Sans KR"/>
                <a:cs typeface="Noto Sans KR"/>
              </a:rPr>
              <a:t>분산 투자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862944A-0391-4ABB-9998-DD11C9B30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781050"/>
            <a:ext cx="8972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9BBB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F4B3F19-2A5E-4414-87EB-28E900D5D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781050"/>
            <a:ext cx="1571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18513D"/>
            </a:solidFill>
            <a:prstDash val="solid"/>
          </a:ln>
        </p:spPr>
      </p:sp>
      <p:sp>
        <p:nvSpPr>
          <p:cNvPr id="9" name="02">
            <a:extLst xmlns:a="http://schemas.openxmlformats.org/drawingml/2006/main">
              <a:ext uri="{FF2B5EF4-FFF2-40B4-BE49-F238E27FC236}">
                <a16:creationId xmlns:a16="http://schemas.microsoft.com/office/drawing/2014/main" id="{C00CDE12-0515-4D2C-995F-6CAA19F87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68425" y="10239375"/>
            <a:ext cx="4762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1350" b="0">
                <a:solidFill>
                  <a:srgbClr val="77786F"/>
                </a:solidFill>
                <a:latin typeface="Noto Sans KR"/>
                <a:ea typeface="Noto Sans KR"/>
                <a:cs typeface="Noto Sans KR"/>
              </a:defRPr>
            </a:defPPr>
            <a:lvl1pPr algn="l">
              <a:defRPr sz="1350" b="0">
                <a:solidFill>
                  <a:srgbClr val="77786F"/>
                </a:solidFill>
                <a:latin typeface="Noto Sans KR"/>
                <a:ea typeface="Noto Sans KR"/>
                <a:cs typeface="Noto Sans KR"/>
              </a:defRPr>
            </a:lvl1pPr>
            <a:lvl2pPr algn="l">
              <a:defRPr sz="1350" b="0">
                <a:solidFill>
                  <a:srgbClr val="77786F"/>
                </a:solidFill>
                <a:latin typeface="Noto Sans KR"/>
                <a:ea typeface="Noto Sans KR"/>
                <a:cs typeface="Noto Sans KR"/>
              </a:defRPr>
            </a:lvl2pPr>
            <a:lvl3pPr algn="l">
              <a:defRPr sz="1350" b="0">
                <a:solidFill>
                  <a:srgbClr val="77786F"/>
                </a:solidFill>
                <a:latin typeface="Noto Sans KR"/>
                <a:ea typeface="Noto Sans KR"/>
                <a:cs typeface="Noto Sans KR"/>
              </a:defRPr>
            </a:lvl3pPr>
            <a:lvl4pPr algn="l">
              <a:defRPr sz="1350" b="0">
                <a:solidFill>
                  <a:srgbClr val="77786F"/>
                </a:solidFill>
                <a:latin typeface="Noto Sans KR"/>
                <a:ea typeface="Noto Sans KR"/>
                <a:cs typeface="Noto Sans KR"/>
              </a:defRPr>
            </a:lvl4pPr>
            <a:lvl5pPr algn="l">
              <a:defRPr sz="1350" b="0">
                <a:solidFill>
                  <a:srgbClr val="77786F"/>
                </a:solidFill>
                <a:latin typeface="Noto Sans KR"/>
                <a:ea typeface="Noto Sans KR"/>
                <a:cs typeface="Noto Sans KR"/>
              </a:defRPr>
            </a:lvl5pPr>
            <a:lvl6pPr algn="l">
              <a:defRPr sz="1350" b="0">
                <a:solidFill>
                  <a:srgbClr val="77786F"/>
                </a:solidFill>
                <a:latin typeface="Noto Sans KR"/>
                <a:ea typeface="Noto Sans KR"/>
                <a:cs typeface="Noto Sans KR"/>
              </a:defRPr>
            </a:lvl6pPr>
            <a:lvl7pPr algn="l">
              <a:defRPr sz="1350" b="0">
                <a:solidFill>
                  <a:srgbClr val="77786F"/>
                </a:solidFill>
                <a:latin typeface="Noto Sans KR"/>
                <a:ea typeface="Noto Sans KR"/>
                <a:cs typeface="Noto Sans KR"/>
              </a:defRPr>
            </a:lvl7pPr>
            <a:lvl8pPr algn="l">
              <a:defRPr sz="1350" b="0">
                <a:solidFill>
                  <a:srgbClr val="77786F"/>
                </a:solidFill>
                <a:latin typeface="Noto Sans KR"/>
                <a:ea typeface="Noto Sans KR"/>
                <a:cs typeface="Noto Sans KR"/>
              </a:defRPr>
            </a:lvl8pPr>
            <a:lvl9pPr algn="l">
              <a:defRPr sz="1350" b="0">
                <a:solidFill>
                  <a:srgbClr val="77786F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l">
              <a:lnSpc>
                <a:spcPct val="148000"/>
              </a:lnSpc>
              <a:buNone/>
              <a:defRPr sz="1350" b="0">
                <a:solidFill>
                  <a:srgbClr val="77786F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77786F"/>
                </a:solidFill>
                <a:latin typeface="Noto Sans KR"/>
                <a:ea typeface="Noto Sans KR"/>
                <a:cs typeface="Noto Sans KR"/>
              </a:rPr>
              <a:t>02</a:t>
            </a:r>
          </a:p>
        </p:txBody>
      </p:sp>
      <p:sp>
        <p:nvSpPr>
          <p:cNvPr id="10" name="heading">
            <a:extLst xmlns:a="http://schemas.openxmlformats.org/drawingml/2006/main">
              <a:ext uri="{FF2B5EF4-FFF2-40B4-BE49-F238E27FC236}">
                <a16:creationId xmlns:a16="http://schemas.microsoft.com/office/drawing/2014/main" id="{A089917F-3F8D-495A-9D40-9EB5D0C86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1676400"/>
            <a:ext cx="42862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3075" b="0">
                <a:solidFill>
                  <a:srgbClr val="262824"/>
                </a:solidFill>
                <a:latin typeface="Noto Sans KR"/>
                <a:ea typeface="Noto Sans KR"/>
                <a:cs typeface="Noto Sans KR"/>
              </a:defRPr>
            </a:defPPr>
            <a:lvl1pPr algn="l">
              <a:defRPr sz="3075" b="0">
                <a:solidFill>
                  <a:srgbClr val="262824"/>
                </a:solidFill>
                <a:latin typeface="Noto Sans KR"/>
                <a:ea typeface="Noto Sans KR"/>
                <a:cs typeface="Noto Sans KR"/>
              </a:defRPr>
            </a:lvl1pPr>
            <a:lvl2pPr algn="l">
              <a:defRPr sz="3075" b="0">
                <a:solidFill>
                  <a:srgbClr val="262824"/>
                </a:solidFill>
                <a:latin typeface="Noto Sans KR"/>
                <a:ea typeface="Noto Sans KR"/>
                <a:cs typeface="Noto Sans KR"/>
              </a:defRPr>
            </a:lvl2pPr>
            <a:lvl3pPr algn="l">
              <a:defRPr sz="3075" b="0">
                <a:solidFill>
                  <a:srgbClr val="262824"/>
                </a:solidFill>
                <a:latin typeface="Noto Sans KR"/>
                <a:ea typeface="Noto Sans KR"/>
                <a:cs typeface="Noto Sans KR"/>
              </a:defRPr>
            </a:lvl3pPr>
            <a:lvl4pPr algn="l">
              <a:defRPr sz="3075" b="0">
                <a:solidFill>
                  <a:srgbClr val="262824"/>
                </a:solidFill>
                <a:latin typeface="Noto Sans KR"/>
                <a:ea typeface="Noto Sans KR"/>
                <a:cs typeface="Noto Sans KR"/>
              </a:defRPr>
            </a:lvl4pPr>
            <a:lvl5pPr algn="l">
              <a:defRPr sz="3075" b="0">
                <a:solidFill>
                  <a:srgbClr val="262824"/>
                </a:solidFill>
                <a:latin typeface="Noto Sans KR"/>
                <a:ea typeface="Noto Sans KR"/>
                <a:cs typeface="Noto Sans KR"/>
              </a:defRPr>
            </a:lvl5pPr>
            <a:lvl6pPr algn="l">
              <a:defRPr sz="3075" b="0">
                <a:solidFill>
                  <a:srgbClr val="262824"/>
                </a:solidFill>
                <a:latin typeface="Noto Sans KR"/>
                <a:ea typeface="Noto Sans KR"/>
                <a:cs typeface="Noto Sans KR"/>
              </a:defRPr>
            </a:lvl6pPr>
            <a:lvl7pPr algn="l">
              <a:defRPr sz="3075" b="0">
                <a:solidFill>
                  <a:srgbClr val="262824"/>
                </a:solidFill>
                <a:latin typeface="Noto Sans KR"/>
                <a:ea typeface="Noto Sans KR"/>
                <a:cs typeface="Noto Sans KR"/>
              </a:defRPr>
            </a:lvl7pPr>
            <a:lvl8pPr algn="l">
              <a:defRPr sz="3075" b="0">
                <a:solidFill>
                  <a:srgbClr val="262824"/>
                </a:solidFill>
                <a:latin typeface="Noto Sans KR"/>
                <a:ea typeface="Noto Sans KR"/>
                <a:cs typeface="Noto Sans KR"/>
              </a:defRPr>
            </a:lvl8pPr>
            <a:lvl9pPr algn="l">
              <a:defRPr sz="3075" b="0">
                <a:solidFill>
                  <a:srgbClr val="262824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l">
              <a:lnSpc>
                <a:spcPct val="123000"/>
              </a:lnSpc>
              <a:buNone/>
              <a:defRPr sz="3075" b="0">
                <a:solidFill>
                  <a:srgbClr val="262824"/>
                </a:solidFill>
                <a:latin typeface="Noto Sans KR"/>
                <a:ea typeface="Noto Sans KR"/>
                <a:cs typeface="Noto Sans KR"/>
              </a:defRPr>
            </a:pPr>
            <a:r>
              <a:rPr sz="3075" b="0">
                <a:solidFill>
                  <a:srgbClr val="262824"/>
                </a:solidFill>
                <a:latin typeface="Noto Sans KR"/>
                <a:ea typeface="Noto Sans KR"/>
                <a:cs typeface="Noto Sans KR"/>
              </a:rPr>
              <a:t>비율 선택의 근거</a:t>
            </a:r>
          </a:p>
        </p:txBody>
      </p:sp>
      <p:sp>
        <p:nvSpPr>
          <p:cNvPr id="11" name="레버리지 배율이 높을수록 언제나 더 많이 버는 것은 아닙니">
            <a:extLst xmlns:a="http://schemas.openxmlformats.org/drawingml/2006/main">
              <a:ext uri="{FF2B5EF4-FFF2-40B4-BE49-F238E27FC236}">
                <a16:creationId xmlns:a16="http://schemas.microsoft.com/office/drawing/2014/main" id="{D289BFDE-13A7-45CF-8C59-A590FBA6E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2781300"/>
            <a:ext cx="428625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1875" b="0">
                <a:solidFill>
                  <a:srgbClr val="262824"/>
                </a:solidFill>
                <a:latin typeface="Noto Sans KR"/>
                <a:ea typeface="Noto Sans KR"/>
                <a:cs typeface="Noto Sans KR"/>
              </a:defRPr>
            </a:defPPr>
            <a:lvl1pPr algn="l">
              <a:defRPr sz="1875" b="0">
                <a:solidFill>
                  <a:srgbClr val="262824"/>
                </a:solidFill>
                <a:latin typeface="Noto Sans KR"/>
                <a:ea typeface="Noto Sans KR"/>
                <a:cs typeface="Noto Sans KR"/>
              </a:defRPr>
            </a:lvl1pPr>
            <a:lvl2pPr algn="l">
              <a:defRPr sz="1875" b="0">
                <a:solidFill>
                  <a:srgbClr val="262824"/>
                </a:solidFill>
                <a:latin typeface="Noto Sans KR"/>
                <a:ea typeface="Noto Sans KR"/>
                <a:cs typeface="Noto Sans KR"/>
              </a:defRPr>
            </a:lvl2pPr>
            <a:lvl3pPr algn="l">
              <a:defRPr sz="1875" b="0">
                <a:solidFill>
                  <a:srgbClr val="262824"/>
                </a:solidFill>
                <a:latin typeface="Noto Sans KR"/>
                <a:ea typeface="Noto Sans KR"/>
                <a:cs typeface="Noto Sans KR"/>
              </a:defRPr>
            </a:lvl3pPr>
            <a:lvl4pPr algn="l">
              <a:defRPr sz="1875" b="0">
                <a:solidFill>
                  <a:srgbClr val="262824"/>
                </a:solidFill>
                <a:latin typeface="Noto Sans KR"/>
                <a:ea typeface="Noto Sans KR"/>
                <a:cs typeface="Noto Sans KR"/>
              </a:defRPr>
            </a:lvl4pPr>
            <a:lvl5pPr algn="l">
              <a:defRPr sz="1875" b="0">
                <a:solidFill>
                  <a:srgbClr val="262824"/>
                </a:solidFill>
                <a:latin typeface="Noto Sans KR"/>
                <a:ea typeface="Noto Sans KR"/>
                <a:cs typeface="Noto Sans KR"/>
              </a:defRPr>
            </a:lvl5pPr>
            <a:lvl6pPr algn="l">
              <a:defRPr sz="1875" b="0">
                <a:solidFill>
                  <a:srgbClr val="262824"/>
                </a:solidFill>
                <a:latin typeface="Noto Sans KR"/>
                <a:ea typeface="Noto Sans KR"/>
                <a:cs typeface="Noto Sans KR"/>
              </a:defRPr>
            </a:lvl6pPr>
            <a:lvl7pPr algn="l">
              <a:defRPr sz="1875" b="0">
                <a:solidFill>
                  <a:srgbClr val="262824"/>
                </a:solidFill>
                <a:latin typeface="Noto Sans KR"/>
                <a:ea typeface="Noto Sans KR"/>
                <a:cs typeface="Noto Sans KR"/>
              </a:defRPr>
            </a:lvl7pPr>
            <a:lvl8pPr algn="l">
              <a:defRPr sz="1875" b="0">
                <a:solidFill>
                  <a:srgbClr val="262824"/>
                </a:solidFill>
                <a:latin typeface="Noto Sans KR"/>
                <a:ea typeface="Noto Sans KR"/>
                <a:cs typeface="Noto Sans KR"/>
              </a:defRPr>
            </a:lvl8pPr>
            <a:lvl9pPr algn="l">
              <a:defRPr sz="1875" b="0">
                <a:solidFill>
                  <a:srgbClr val="262824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l">
              <a:lnSpc>
                <a:spcPct val="148000"/>
              </a:lnSpc>
              <a:buNone/>
              <a:defRPr sz="1875" b="0">
                <a:solidFill>
                  <a:srgbClr val="262824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0">
                <a:solidFill>
                  <a:srgbClr val="262824"/>
                </a:solidFill>
                <a:latin typeface="Noto Sans KR"/>
                <a:ea typeface="Noto Sans KR"/>
                <a:cs typeface="Noto Sans KR"/>
              </a:rPr>
              <a:t>레버리지 배율이 높을수록 언제나 더 많이</a:t>
            </a:r>
          </a:p>
          <a:p xmlns:a="http://schemas.openxmlformats.org/drawingml/2006/main">
            <a:pPr algn="l">
              <a:lnSpc>
                <a:spcPct val="148000"/>
              </a:lnSpc>
              <a:buNone/>
              <a:defRPr sz="1875" b="0">
                <a:solidFill>
                  <a:srgbClr val="262824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0">
                <a:solidFill>
                  <a:srgbClr val="262824"/>
                </a:solidFill>
                <a:latin typeface="Noto Sans KR"/>
                <a:ea typeface="Noto Sans KR"/>
                <a:cs typeface="Noto Sans KR"/>
              </a:rPr>
              <a:t>버는 것은 아닙니다. 긴 하락장을 포함한</a:t>
            </a:r>
          </a:p>
          <a:p xmlns:a="http://schemas.openxmlformats.org/drawingml/2006/main">
            <a:pPr algn="l">
              <a:lnSpc>
                <a:spcPct val="148000"/>
              </a:lnSpc>
              <a:buNone/>
              <a:defRPr sz="1875" b="0">
                <a:solidFill>
                  <a:srgbClr val="262824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0">
                <a:solidFill>
                  <a:srgbClr val="262824"/>
                </a:solidFill>
                <a:latin typeface="Noto Sans KR"/>
                <a:ea typeface="Noto Sans KR"/>
                <a:cs typeface="Noto Sans KR"/>
              </a:rPr>
              <a:t>기존 연구에서는 나스닥 2배 단독의</a:t>
            </a:r>
          </a:p>
          <a:p xmlns:a="http://schemas.openxmlformats.org/drawingml/2006/main">
            <a:pPr algn="l">
              <a:lnSpc>
                <a:spcPct val="148000"/>
              </a:lnSpc>
              <a:buNone/>
              <a:defRPr sz="1875" b="0">
                <a:solidFill>
                  <a:srgbClr val="262824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0">
                <a:solidFill>
                  <a:srgbClr val="262824"/>
                </a:solidFill>
                <a:latin typeface="Noto Sans KR"/>
                <a:ea typeface="Noto Sans KR"/>
                <a:cs typeface="Noto Sans KR"/>
              </a:rPr>
              <a:t>연복리가 3배 단독보다 높았습니다.</a:t>
            </a:r>
          </a:p>
        </p:txBody>
      </p:sp>
      <p:sp>
        <p:nvSpPr>
          <p:cNvPr id="12" name="배당주를 40% 섞은 조합도 따로 비교했습니다. 수익이 늘">
            <a:extLst xmlns:a="http://schemas.openxmlformats.org/drawingml/2006/main">
              <a:ext uri="{FF2B5EF4-FFF2-40B4-BE49-F238E27FC236}">
                <a16:creationId xmlns:a16="http://schemas.microsoft.com/office/drawing/2014/main" id="{5374A6E0-B40B-426B-ADE6-5F61573E9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4972050"/>
            <a:ext cx="4286250" cy="1819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1875" b="0">
                <a:solidFill>
                  <a:srgbClr val="262824"/>
                </a:solidFill>
                <a:latin typeface="Noto Sans KR"/>
                <a:ea typeface="Noto Sans KR"/>
                <a:cs typeface="Noto Sans KR"/>
              </a:defRPr>
            </a:defPPr>
            <a:lvl1pPr algn="l">
              <a:defRPr sz="1875" b="0">
                <a:solidFill>
                  <a:srgbClr val="262824"/>
                </a:solidFill>
                <a:latin typeface="Noto Sans KR"/>
                <a:ea typeface="Noto Sans KR"/>
                <a:cs typeface="Noto Sans KR"/>
              </a:defRPr>
            </a:lvl1pPr>
            <a:lvl2pPr algn="l">
              <a:defRPr sz="1875" b="0">
                <a:solidFill>
                  <a:srgbClr val="262824"/>
                </a:solidFill>
                <a:latin typeface="Noto Sans KR"/>
                <a:ea typeface="Noto Sans KR"/>
                <a:cs typeface="Noto Sans KR"/>
              </a:defRPr>
            </a:lvl2pPr>
            <a:lvl3pPr algn="l">
              <a:defRPr sz="1875" b="0">
                <a:solidFill>
                  <a:srgbClr val="262824"/>
                </a:solidFill>
                <a:latin typeface="Noto Sans KR"/>
                <a:ea typeface="Noto Sans KR"/>
                <a:cs typeface="Noto Sans KR"/>
              </a:defRPr>
            </a:lvl3pPr>
            <a:lvl4pPr algn="l">
              <a:defRPr sz="1875" b="0">
                <a:solidFill>
                  <a:srgbClr val="262824"/>
                </a:solidFill>
                <a:latin typeface="Noto Sans KR"/>
                <a:ea typeface="Noto Sans KR"/>
                <a:cs typeface="Noto Sans KR"/>
              </a:defRPr>
            </a:lvl4pPr>
            <a:lvl5pPr algn="l">
              <a:defRPr sz="1875" b="0">
                <a:solidFill>
                  <a:srgbClr val="262824"/>
                </a:solidFill>
                <a:latin typeface="Noto Sans KR"/>
                <a:ea typeface="Noto Sans KR"/>
                <a:cs typeface="Noto Sans KR"/>
              </a:defRPr>
            </a:lvl5pPr>
            <a:lvl6pPr algn="l">
              <a:defRPr sz="1875" b="0">
                <a:solidFill>
                  <a:srgbClr val="262824"/>
                </a:solidFill>
                <a:latin typeface="Noto Sans KR"/>
                <a:ea typeface="Noto Sans KR"/>
                <a:cs typeface="Noto Sans KR"/>
              </a:defRPr>
            </a:lvl6pPr>
            <a:lvl7pPr algn="l">
              <a:defRPr sz="1875" b="0">
                <a:solidFill>
                  <a:srgbClr val="262824"/>
                </a:solidFill>
                <a:latin typeface="Noto Sans KR"/>
                <a:ea typeface="Noto Sans KR"/>
                <a:cs typeface="Noto Sans KR"/>
              </a:defRPr>
            </a:lvl7pPr>
            <a:lvl8pPr algn="l">
              <a:defRPr sz="1875" b="0">
                <a:solidFill>
                  <a:srgbClr val="262824"/>
                </a:solidFill>
                <a:latin typeface="Noto Sans KR"/>
                <a:ea typeface="Noto Sans KR"/>
                <a:cs typeface="Noto Sans KR"/>
              </a:defRPr>
            </a:lvl8pPr>
            <a:lvl9pPr algn="l">
              <a:defRPr sz="1875" b="0">
                <a:solidFill>
                  <a:srgbClr val="262824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l">
              <a:lnSpc>
                <a:spcPct val="148000"/>
              </a:lnSpc>
              <a:buNone/>
              <a:defRPr sz="1875" b="0">
                <a:solidFill>
                  <a:srgbClr val="262824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0">
                <a:solidFill>
                  <a:srgbClr val="262824"/>
                </a:solidFill>
                <a:latin typeface="Noto Sans KR"/>
                <a:ea typeface="Noto Sans KR"/>
                <a:cs typeface="Noto Sans KR"/>
              </a:rPr>
              <a:t>배당주를 40% 섞은 조합도 따로</a:t>
            </a:r>
          </a:p>
          <a:p xmlns:a="http://schemas.openxmlformats.org/drawingml/2006/main">
            <a:pPr algn="l">
              <a:lnSpc>
                <a:spcPct val="148000"/>
              </a:lnSpc>
              <a:buNone/>
              <a:defRPr sz="1875" b="0">
                <a:solidFill>
                  <a:srgbClr val="262824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0">
                <a:solidFill>
                  <a:srgbClr val="262824"/>
                </a:solidFill>
                <a:latin typeface="Noto Sans KR"/>
                <a:ea typeface="Noto Sans KR"/>
                <a:cs typeface="Noto Sans KR"/>
              </a:rPr>
              <a:t>비교했습니다. 수익이 늘어난 경우가</a:t>
            </a:r>
          </a:p>
          <a:p xmlns:a="http://schemas.openxmlformats.org/drawingml/2006/main">
            <a:pPr algn="l">
              <a:lnSpc>
                <a:spcPct val="148000"/>
              </a:lnSpc>
              <a:buNone/>
              <a:defRPr sz="1875" b="0">
                <a:solidFill>
                  <a:srgbClr val="262824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0">
                <a:solidFill>
                  <a:srgbClr val="262824"/>
                </a:solidFill>
                <a:latin typeface="Noto Sans KR"/>
                <a:ea typeface="Noto Sans KR"/>
                <a:cs typeface="Noto Sans KR"/>
              </a:rPr>
              <a:t>있었지만, 3배 60% 조합은 가장 깊은</a:t>
            </a:r>
          </a:p>
          <a:p xmlns:a="http://schemas.openxmlformats.org/drawingml/2006/main">
            <a:pPr algn="l">
              <a:lnSpc>
                <a:spcPct val="148000"/>
              </a:lnSpc>
              <a:buNone/>
              <a:defRPr sz="1875" b="0">
                <a:solidFill>
                  <a:srgbClr val="262824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0">
                <a:solidFill>
                  <a:srgbClr val="262824"/>
                </a:solidFill>
                <a:latin typeface="Noto Sans KR"/>
                <a:ea typeface="Noto Sans KR"/>
                <a:cs typeface="Noto Sans KR"/>
              </a:rPr>
              <a:t>하락에서 약 98%를 잃었습니다. 고정</a:t>
            </a:r>
          </a:p>
          <a:p xmlns:a="http://schemas.openxmlformats.org/drawingml/2006/main">
            <a:pPr algn="l">
              <a:lnSpc>
                <a:spcPct val="148000"/>
              </a:lnSpc>
              <a:buNone/>
              <a:defRPr sz="1875" b="0">
                <a:solidFill>
                  <a:srgbClr val="262824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0">
                <a:solidFill>
                  <a:srgbClr val="262824"/>
                </a:solidFill>
                <a:latin typeface="Noto Sans KR"/>
                <a:ea typeface="Noto Sans KR"/>
                <a:cs typeface="Noto Sans KR"/>
              </a:rPr>
              <a:t>비율만으로는 방어가 부족했습니다.</a:t>
            </a:r>
          </a:p>
        </p:txBody>
      </p:sp>
      <p:sp>
        <p:nvSpPr>
          <p:cNvPr id="13" name="60%는 채택한 상한입니다.&#10;모든 시기에 가장 좋은&#10;비율이">
            <a:extLst xmlns:a="http://schemas.openxmlformats.org/drawingml/2006/main">
              <a:ext uri="{FF2B5EF4-FFF2-40B4-BE49-F238E27FC236}">
                <a16:creationId xmlns:a16="http://schemas.microsoft.com/office/drawing/2014/main" id="{3627B067-6203-4337-977E-A516778C1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7791450"/>
            <a:ext cx="4029075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2175" b="0">
                <a:solidFill>
                  <a:srgbClr val="18513D"/>
                </a:solidFill>
                <a:latin typeface="Noto Sans KR"/>
                <a:ea typeface="Noto Sans KR"/>
                <a:cs typeface="Noto Sans KR"/>
              </a:defRPr>
            </a:defPPr>
            <a:lvl1pPr algn="l">
              <a:defRPr sz="2175" b="0">
                <a:solidFill>
                  <a:srgbClr val="18513D"/>
                </a:solidFill>
                <a:latin typeface="Noto Sans KR"/>
                <a:ea typeface="Noto Sans KR"/>
                <a:cs typeface="Noto Sans KR"/>
              </a:defRPr>
            </a:lvl1pPr>
            <a:lvl2pPr algn="l">
              <a:defRPr sz="2175" b="0">
                <a:solidFill>
                  <a:srgbClr val="18513D"/>
                </a:solidFill>
                <a:latin typeface="Noto Sans KR"/>
                <a:ea typeface="Noto Sans KR"/>
                <a:cs typeface="Noto Sans KR"/>
              </a:defRPr>
            </a:lvl2pPr>
            <a:lvl3pPr algn="l">
              <a:defRPr sz="2175" b="0">
                <a:solidFill>
                  <a:srgbClr val="18513D"/>
                </a:solidFill>
                <a:latin typeface="Noto Sans KR"/>
                <a:ea typeface="Noto Sans KR"/>
                <a:cs typeface="Noto Sans KR"/>
              </a:defRPr>
            </a:lvl3pPr>
            <a:lvl4pPr algn="l">
              <a:defRPr sz="2175" b="0">
                <a:solidFill>
                  <a:srgbClr val="18513D"/>
                </a:solidFill>
                <a:latin typeface="Noto Sans KR"/>
                <a:ea typeface="Noto Sans KR"/>
                <a:cs typeface="Noto Sans KR"/>
              </a:defRPr>
            </a:lvl4pPr>
            <a:lvl5pPr algn="l">
              <a:defRPr sz="2175" b="0">
                <a:solidFill>
                  <a:srgbClr val="18513D"/>
                </a:solidFill>
                <a:latin typeface="Noto Sans KR"/>
                <a:ea typeface="Noto Sans KR"/>
                <a:cs typeface="Noto Sans KR"/>
              </a:defRPr>
            </a:lvl5pPr>
            <a:lvl6pPr algn="l">
              <a:defRPr sz="2175" b="0">
                <a:solidFill>
                  <a:srgbClr val="18513D"/>
                </a:solidFill>
                <a:latin typeface="Noto Sans KR"/>
                <a:ea typeface="Noto Sans KR"/>
                <a:cs typeface="Noto Sans KR"/>
              </a:defRPr>
            </a:lvl6pPr>
            <a:lvl7pPr algn="l">
              <a:defRPr sz="2175" b="0">
                <a:solidFill>
                  <a:srgbClr val="18513D"/>
                </a:solidFill>
                <a:latin typeface="Noto Sans KR"/>
                <a:ea typeface="Noto Sans KR"/>
                <a:cs typeface="Noto Sans KR"/>
              </a:defRPr>
            </a:lvl7pPr>
            <a:lvl8pPr algn="l">
              <a:defRPr sz="2175" b="0">
                <a:solidFill>
                  <a:srgbClr val="18513D"/>
                </a:solidFill>
                <a:latin typeface="Noto Sans KR"/>
                <a:ea typeface="Noto Sans KR"/>
                <a:cs typeface="Noto Sans KR"/>
              </a:defRPr>
            </a:lvl8pPr>
            <a:lvl9pPr algn="l">
              <a:defRPr sz="2175" b="0">
                <a:solidFill>
                  <a:srgbClr val="18513D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2175" b="0">
                <a:solidFill>
                  <a:srgbClr val="18513D"/>
                </a:solidFill>
                <a:latin typeface="Noto Sans KR"/>
                <a:ea typeface="Noto Sans KR"/>
                <a:cs typeface="Noto Sans KR"/>
              </a:defRPr>
            </a:pPr>
            <a:r>
              <a:rPr sz="2175" b="0">
                <a:solidFill>
                  <a:srgbClr val="18513D"/>
                </a:solidFill>
                <a:latin typeface="Noto Sans KR"/>
                <a:ea typeface="Noto Sans KR"/>
                <a:cs typeface="Noto Sans KR"/>
              </a:rPr>
              <a:t>60%는 채택한 상한입니다.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2175" b="0">
                <a:solidFill>
                  <a:srgbClr val="18513D"/>
                </a:solidFill>
                <a:latin typeface="Noto Sans KR"/>
                <a:ea typeface="Noto Sans KR"/>
                <a:cs typeface="Noto Sans KR"/>
              </a:defRPr>
            </a:pPr>
            <a:r>
              <a:rPr sz="2175" b="0">
                <a:solidFill>
                  <a:srgbClr val="18513D"/>
                </a:solidFill>
                <a:latin typeface="Noto Sans KR"/>
                <a:ea typeface="Noto Sans KR"/>
                <a:cs typeface="Noto Sans KR"/>
              </a:rPr>
              <a:t>모든 시기에 가장 좋은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2175" b="0">
                <a:solidFill>
                  <a:srgbClr val="18513D"/>
                </a:solidFill>
                <a:latin typeface="Noto Sans KR"/>
                <a:ea typeface="Noto Sans KR"/>
                <a:cs typeface="Noto Sans KR"/>
              </a:defRPr>
            </a:pPr>
            <a:r>
              <a:rPr sz="2175" b="0">
                <a:solidFill>
                  <a:srgbClr val="18513D"/>
                </a:solidFill>
                <a:latin typeface="Noto Sans KR"/>
                <a:ea typeface="Noto Sans KR"/>
                <a:cs typeface="Noto Sans KR"/>
              </a:rPr>
              <a:t>비율이라는 뜻은 아닙니다.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0814BA0-57B4-4953-883C-A6F3D28E1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7829550"/>
            <a:ext cx="0" cy="11049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18513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6E75BD7-87B6-4A29-A676-AD1B43344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1657350"/>
            <a:ext cx="8972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62824"/>
            </a:solidFill>
            <a:prstDash val="solid"/>
          </a:ln>
        </p:spPr>
      </p:sp>
      <p:sp>
        <p:nvSpPr>
          <p:cNvPr id="16" name="기존 장기 연구의 배율·배당주 조합">
            <a:extLst xmlns:a="http://schemas.openxmlformats.org/drawingml/2006/main">
              <a:ext uri="{FF2B5EF4-FFF2-40B4-BE49-F238E27FC236}">
                <a16:creationId xmlns:a16="http://schemas.microsoft.com/office/drawing/2014/main" id="{504B5071-A2B1-4D2A-85AA-5F2AE9C2D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1800225"/>
            <a:ext cx="8972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2100" b="1">
                <a:solidFill>
                  <a:srgbClr val="262824"/>
                </a:solidFill>
                <a:latin typeface="Noto Sans KR"/>
                <a:ea typeface="Noto Sans KR"/>
                <a:cs typeface="Noto Sans KR"/>
              </a:defRPr>
            </a:defPPr>
            <a:lvl1pPr algn="l">
              <a:defRPr sz="2100" b="1">
                <a:solidFill>
                  <a:srgbClr val="262824"/>
                </a:solidFill>
                <a:latin typeface="Noto Sans KR"/>
                <a:ea typeface="Noto Sans KR"/>
                <a:cs typeface="Noto Sans KR"/>
              </a:defRPr>
            </a:lvl1pPr>
            <a:lvl2pPr algn="l">
              <a:defRPr sz="2100" b="1">
                <a:solidFill>
                  <a:srgbClr val="262824"/>
                </a:solidFill>
                <a:latin typeface="Noto Sans KR"/>
                <a:ea typeface="Noto Sans KR"/>
                <a:cs typeface="Noto Sans KR"/>
              </a:defRPr>
            </a:lvl2pPr>
            <a:lvl3pPr algn="l">
              <a:defRPr sz="2100" b="1">
                <a:solidFill>
                  <a:srgbClr val="262824"/>
                </a:solidFill>
                <a:latin typeface="Noto Sans KR"/>
                <a:ea typeface="Noto Sans KR"/>
                <a:cs typeface="Noto Sans KR"/>
              </a:defRPr>
            </a:lvl3pPr>
            <a:lvl4pPr algn="l">
              <a:defRPr sz="2100" b="1">
                <a:solidFill>
                  <a:srgbClr val="262824"/>
                </a:solidFill>
                <a:latin typeface="Noto Sans KR"/>
                <a:ea typeface="Noto Sans KR"/>
                <a:cs typeface="Noto Sans KR"/>
              </a:defRPr>
            </a:lvl4pPr>
            <a:lvl5pPr algn="l">
              <a:defRPr sz="2100" b="1">
                <a:solidFill>
                  <a:srgbClr val="262824"/>
                </a:solidFill>
                <a:latin typeface="Noto Sans KR"/>
                <a:ea typeface="Noto Sans KR"/>
                <a:cs typeface="Noto Sans KR"/>
              </a:defRPr>
            </a:lvl5pPr>
            <a:lvl6pPr algn="l">
              <a:defRPr sz="2100" b="1">
                <a:solidFill>
                  <a:srgbClr val="262824"/>
                </a:solidFill>
                <a:latin typeface="Noto Sans KR"/>
                <a:ea typeface="Noto Sans KR"/>
                <a:cs typeface="Noto Sans KR"/>
              </a:defRPr>
            </a:lvl6pPr>
            <a:lvl7pPr algn="l">
              <a:defRPr sz="2100" b="1">
                <a:solidFill>
                  <a:srgbClr val="262824"/>
                </a:solidFill>
                <a:latin typeface="Noto Sans KR"/>
                <a:ea typeface="Noto Sans KR"/>
                <a:cs typeface="Noto Sans KR"/>
              </a:defRPr>
            </a:lvl7pPr>
            <a:lvl8pPr algn="l">
              <a:defRPr sz="2100" b="1">
                <a:solidFill>
                  <a:srgbClr val="262824"/>
                </a:solidFill>
                <a:latin typeface="Noto Sans KR"/>
                <a:ea typeface="Noto Sans KR"/>
                <a:cs typeface="Noto Sans KR"/>
              </a:defRPr>
            </a:lvl8pPr>
            <a:lvl9pPr algn="l">
              <a:defRPr sz="2100" b="1">
                <a:solidFill>
                  <a:srgbClr val="262824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l">
              <a:lnSpc>
                <a:spcPct val="148000"/>
              </a:lnSpc>
              <a:buNone/>
              <a:defRPr sz="2100" b="1">
                <a:solidFill>
                  <a:srgbClr val="262824"/>
                </a:solidFill>
                <a:latin typeface="Noto Sans KR"/>
                <a:ea typeface="Noto Sans KR"/>
                <a:cs typeface="Noto Sans KR"/>
              </a:defRPr>
            </a:pPr>
            <a:r>
              <a:rPr sz="2100" b="1">
                <a:solidFill>
                  <a:srgbClr val="262824"/>
                </a:solidFill>
                <a:latin typeface="Noto Sans KR"/>
                <a:ea typeface="Noto Sans KR"/>
                <a:cs typeface="Noto Sans KR"/>
              </a:rPr>
              <a:t>기존 장기 연구의 배율·배당주 조합</a:t>
            </a:r>
          </a:p>
        </p:txBody>
      </p:sp>
      <p:sp>
        <p:nvSpPr>
          <p:cNvPr id="17" name="1986년 2월~2026년 8월, 합성 레버리지와 고배당 ">
            <a:extLst xmlns:a="http://schemas.openxmlformats.org/drawingml/2006/main">
              <a:ext uri="{FF2B5EF4-FFF2-40B4-BE49-F238E27FC236}">
                <a16:creationId xmlns:a16="http://schemas.microsoft.com/office/drawing/2014/main" id="{7D7A1FCE-2F73-4674-B2C4-00459A791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2295525"/>
            <a:ext cx="8972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1575" b="0">
                <a:solidFill>
                  <a:srgbClr val="77786F"/>
                </a:solidFill>
                <a:latin typeface="Noto Sans KR"/>
                <a:ea typeface="Noto Sans KR"/>
                <a:cs typeface="Noto Sans KR"/>
              </a:defRPr>
            </a:defPPr>
            <a:lvl1pPr algn="l">
              <a:defRPr sz="1575" b="0">
                <a:solidFill>
                  <a:srgbClr val="77786F"/>
                </a:solidFill>
                <a:latin typeface="Noto Sans KR"/>
                <a:ea typeface="Noto Sans KR"/>
                <a:cs typeface="Noto Sans KR"/>
              </a:defRPr>
            </a:lvl1pPr>
            <a:lvl2pPr algn="l">
              <a:defRPr sz="1575" b="0">
                <a:solidFill>
                  <a:srgbClr val="77786F"/>
                </a:solidFill>
                <a:latin typeface="Noto Sans KR"/>
                <a:ea typeface="Noto Sans KR"/>
                <a:cs typeface="Noto Sans KR"/>
              </a:defRPr>
            </a:lvl2pPr>
            <a:lvl3pPr algn="l">
              <a:defRPr sz="1575" b="0">
                <a:solidFill>
                  <a:srgbClr val="77786F"/>
                </a:solidFill>
                <a:latin typeface="Noto Sans KR"/>
                <a:ea typeface="Noto Sans KR"/>
                <a:cs typeface="Noto Sans KR"/>
              </a:defRPr>
            </a:lvl3pPr>
            <a:lvl4pPr algn="l">
              <a:defRPr sz="1575" b="0">
                <a:solidFill>
                  <a:srgbClr val="77786F"/>
                </a:solidFill>
                <a:latin typeface="Noto Sans KR"/>
                <a:ea typeface="Noto Sans KR"/>
                <a:cs typeface="Noto Sans KR"/>
              </a:defRPr>
            </a:lvl4pPr>
            <a:lvl5pPr algn="l">
              <a:defRPr sz="1575" b="0">
                <a:solidFill>
                  <a:srgbClr val="77786F"/>
                </a:solidFill>
                <a:latin typeface="Noto Sans KR"/>
                <a:ea typeface="Noto Sans KR"/>
                <a:cs typeface="Noto Sans KR"/>
              </a:defRPr>
            </a:lvl5pPr>
            <a:lvl6pPr algn="l">
              <a:defRPr sz="1575" b="0">
                <a:solidFill>
                  <a:srgbClr val="77786F"/>
                </a:solidFill>
                <a:latin typeface="Noto Sans KR"/>
                <a:ea typeface="Noto Sans KR"/>
                <a:cs typeface="Noto Sans KR"/>
              </a:defRPr>
            </a:lvl6pPr>
            <a:lvl7pPr algn="l">
              <a:defRPr sz="1575" b="0">
                <a:solidFill>
                  <a:srgbClr val="77786F"/>
                </a:solidFill>
                <a:latin typeface="Noto Sans KR"/>
                <a:ea typeface="Noto Sans KR"/>
                <a:cs typeface="Noto Sans KR"/>
              </a:defRPr>
            </a:lvl7pPr>
            <a:lvl8pPr algn="l">
              <a:defRPr sz="1575" b="0">
                <a:solidFill>
                  <a:srgbClr val="77786F"/>
                </a:solidFill>
                <a:latin typeface="Noto Sans KR"/>
                <a:ea typeface="Noto Sans KR"/>
                <a:cs typeface="Noto Sans KR"/>
              </a:defRPr>
            </a:lvl8pPr>
            <a:lvl9pPr algn="l">
              <a:defRPr sz="1575" b="0">
                <a:solidFill>
                  <a:srgbClr val="77786F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l">
              <a:lnSpc>
                <a:spcPct val="148000"/>
              </a:lnSpc>
              <a:buNone/>
              <a:defRPr sz="1575" b="0">
                <a:solidFill>
                  <a:srgbClr val="77786F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0">
                <a:solidFill>
                  <a:srgbClr val="77786F"/>
                </a:solidFill>
                <a:latin typeface="Noto Sans KR"/>
                <a:ea typeface="Noto Sans KR"/>
                <a:cs typeface="Noto Sans KR"/>
              </a:rPr>
              <a:t>1986년 2월~2026년 8월, 합성 레버리지와 고배당 대리자료</a:t>
            </a:r>
          </a:p>
        </p:txBody>
      </p:sp>
      <p:graphicFrame>
        <p:nvGraphicFrame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2116CEB-6AC8-47BF-9D73-530AE29FAF8E}"/>
              </a:ext>
            </a:extLst>
          </p:cNvPr>
          <p:cNvGraphicFramePr/>
          <p:nvPr/>
        </p:nvGraphicFramePr>
        <p:xfrm>
          <a:off xmlns:a="http://schemas.openxmlformats.org/drawingml/2006/main" x="5476875" y="2914650"/>
          <a:ext xmlns:a="http://schemas.openxmlformats.org/drawingml/2006/main" cx="8972550" cy="46577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400550"/>
                <a:gridCol w="2286000"/>
                <a:gridCol w="2286000"/>
              </a:tblGrid>
              <a:tr h="752475">
                <a:tc>
                  <a:txBody>
                    <a:bodyPr wrap="none"/>
                    <a:lstStyle/>
                    <a:p>
                      <a:pPr algn="l">
                        <a:lnSpc>
                          <a:spcPct val="118000"/>
                        </a:lnSpc>
                        <a:buNone/>
                      </a:pPr>
                      <a:r>
                        <a:rPr sz="1875" b="1">
                          <a:solidFill>
                            <a:srgbClr val="18513D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비교 대상</a:t>
                      </a:r>
                    </a:p>
                  </a:txBody>
                  <a:tcPr marL="85725" marR="85725" marT="47625" marB="47625" anchor="ctr">
                    <a:lnL w="0">
                      <a:solidFill>
                        <a:srgbClr val="FFFFFF"/>
                      </a:solidFill>
                      <a:prstDash val="solid"/>
                    </a:lnL>
                    <a:lnR w="0">
                      <a:solidFill>
                        <a:srgbClr val="FFFFFF"/>
                      </a:solidFill>
                      <a:prstDash val="solid"/>
                    </a:lnR>
                    <a:lnT w="0">
                      <a:solidFill>
                        <a:srgbClr val="FFFFFF"/>
                      </a:solidFill>
                      <a:prstDash val="solid"/>
                    </a:lnT>
                    <a:lnB w="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>
                        <a:lnSpc>
                          <a:spcPct val="118000"/>
                        </a:lnSpc>
                        <a:buNone/>
                      </a:pPr>
                      <a:r>
                        <a:rPr sz="1875" b="1">
                          <a:solidFill>
                            <a:srgbClr val="18513D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연복리 수익률</a:t>
                      </a:r>
                    </a:p>
                  </a:txBody>
                  <a:tcPr marL="85725" marR="85725" marT="47625" marB="47625" anchor="ctr">
                    <a:lnR w="0">
                      <a:solidFill>
                        <a:srgbClr val="FFFFFF"/>
                      </a:solidFill>
                      <a:prstDash val="solid"/>
                    </a:lnR>
                    <a:lnT w="0">
                      <a:solidFill>
                        <a:srgbClr val="FFFFFF"/>
                      </a:solidFill>
                      <a:prstDash val="solid"/>
                    </a:lnT>
                    <a:lnB w="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>
                        <a:lnSpc>
                          <a:spcPct val="118000"/>
                        </a:lnSpc>
                        <a:buNone/>
                      </a:pPr>
                      <a:r>
                        <a:rPr sz="1875" b="1">
                          <a:solidFill>
                            <a:srgbClr val="18513D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최대 낙폭</a:t>
                      </a:r>
                    </a:p>
                  </a:txBody>
                  <a:tcPr marL="85725" marR="85725" marT="47625" marB="47625" anchor="ctr">
                    <a:lnR w="0">
                      <a:solidFill>
                        <a:srgbClr val="FFFFFF"/>
                      </a:solidFill>
                      <a:prstDash val="solid"/>
                    </a:lnR>
                    <a:lnT w="0">
                      <a:solidFill>
                        <a:srgbClr val="FFFFFF"/>
                      </a:solidFill>
                      <a:prstDash val="solid"/>
                    </a:lnT>
                    <a:lnB w="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81050">
                <a:tc>
                  <a:txBody>
                    <a:bodyPr wrap="none"/>
                    <a:lstStyle/>
                    <a:p>
                      <a:pPr algn="l">
                        <a:lnSpc>
                          <a:spcPct val="118000"/>
                        </a:lnSpc>
                        <a:buNone/>
                      </a:pPr>
                      <a:r>
                        <a:rPr sz="1875" b="0">
                          <a:solidFill>
                            <a:srgbClr val="26282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나스닥 1배 단독</a:t>
                      </a:r>
                    </a:p>
                  </a:txBody>
                  <a:tcPr marL="85725" marR="85725" marT="47625" marB="47625" anchor="ctr">
                    <a:lnL w="0">
                      <a:solidFill>
                        <a:srgbClr val="FFFFFF"/>
                      </a:solidFill>
                      <a:prstDash val="solid"/>
                    </a:lnL>
                    <a:lnR w="0">
                      <a:solidFill>
                        <a:srgbClr val="FFFFFF"/>
                      </a:solidFill>
                      <a:prstDash val="solid"/>
                    </a:lnR>
                    <a:lnB w="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>
                        <a:lnSpc>
                          <a:spcPct val="118000"/>
                        </a:lnSpc>
                        <a:buNone/>
                      </a:pPr>
                      <a:r>
                        <a:rPr sz="1875" b="0">
                          <a:solidFill>
                            <a:srgbClr val="26282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15.2%</a:t>
                      </a:r>
                    </a:p>
                  </a:txBody>
                  <a:tcPr marL="85725" marR="85725" marT="47625" marB="47625" anchor="ctr">
                    <a:lnR w="0">
                      <a:solidFill>
                        <a:srgbClr val="FFFFFF"/>
                      </a:solidFill>
                      <a:prstDash val="solid"/>
                    </a:lnR>
                    <a:lnB w="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>
                        <a:lnSpc>
                          <a:spcPct val="118000"/>
                        </a:lnSpc>
                        <a:buNone/>
                      </a:pPr>
                      <a:r>
                        <a:rPr sz="1875" b="0">
                          <a:solidFill>
                            <a:srgbClr val="26282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−81%</a:t>
                      </a:r>
                    </a:p>
                  </a:txBody>
                  <a:tcPr marL="85725" marR="85725" marT="47625" marB="47625" anchor="ctr">
                    <a:lnR w="0">
                      <a:solidFill>
                        <a:srgbClr val="FFFFFF"/>
                      </a:solidFill>
                      <a:prstDash val="solid"/>
                    </a:lnR>
                    <a:lnB w="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81050">
                <a:tc>
                  <a:txBody>
                    <a:bodyPr wrap="none"/>
                    <a:lstStyle/>
                    <a:p>
                      <a:pPr algn="l">
                        <a:lnSpc>
                          <a:spcPct val="118000"/>
                        </a:lnSpc>
                        <a:buNone/>
                      </a:pPr>
                      <a:r>
                        <a:rPr sz="1875" b="0">
                          <a:solidFill>
                            <a:srgbClr val="26282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나스닥 2배 단독</a:t>
                      </a:r>
                    </a:p>
                  </a:txBody>
                  <a:tcPr marL="85725" marR="85725" marT="47625" marB="47625" anchor="ctr">
                    <a:lnL w="0">
                      <a:solidFill>
                        <a:srgbClr val="FFFFFF"/>
                      </a:solidFill>
                      <a:prstDash val="solid"/>
                    </a:lnL>
                    <a:lnR w="0">
                      <a:solidFill>
                        <a:srgbClr val="FFFFFF"/>
                      </a:solidFill>
                      <a:prstDash val="solid"/>
                    </a:lnR>
                    <a:lnB w="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>
                        <a:lnSpc>
                          <a:spcPct val="118000"/>
                        </a:lnSpc>
                        <a:buNone/>
                      </a:pPr>
                      <a:r>
                        <a:rPr sz="1875" b="0">
                          <a:solidFill>
                            <a:srgbClr val="26282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18.9%</a:t>
                      </a:r>
                    </a:p>
                  </a:txBody>
                  <a:tcPr marL="85725" marR="85725" marT="47625" marB="47625" anchor="ctr">
                    <a:lnR w="0">
                      <a:solidFill>
                        <a:srgbClr val="FFFFFF"/>
                      </a:solidFill>
                      <a:prstDash val="solid"/>
                    </a:lnR>
                    <a:lnB w="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>
                        <a:lnSpc>
                          <a:spcPct val="118000"/>
                        </a:lnSpc>
                        <a:buNone/>
                      </a:pPr>
                      <a:r>
                        <a:rPr sz="1875" b="0">
                          <a:solidFill>
                            <a:srgbClr val="26282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−98%</a:t>
                      </a:r>
                    </a:p>
                  </a:txBody>
                  <a:tcPr marL="85725" marR="85725" marT="47625" marB="47625" anchor="ctr">
                    <a:lnR w="0">
                      <a:solidFill>
                        <a:srgbClr val="FFFFFF"/>
                      </a:solidFill>
                      <a:prstDash val="solid"/>
                    </a:lnR>
                    <a:lnB w="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81050">
                <a:tc>
                  <a:txBody>
                    <a:bodyPr wrap="none"/>
                    <a:lstStyle/>
                    <a:p>
                      <a:pPr algn="l">
                        <a:lnSpc>
                          <a:spcPct val="118000"/>
                        </a:lnSpc>
                        <a:buNone/>
                      </a:pPr>
                      <a:r>
                        <a:rPr sz="1875" b="0">
                          <a:solidFill>
                            <a:srgbClr val="26282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나스닥 3배 단독</a:t>
                      </a:r>
                    </a:p>
                  </a:txBody>
                  <a:tcPr marL="85725" marR="85725" marT="47625" marB="47625" anchor="ctr">
                    <a:lnL w="0">
                      <a:solidFill>
                        <a:srgbClr val="FFFFFF"/>
                      </a:solidFill>
                      <a:prstDash val="solid"/>
                    </a:lnL>
                    <a:lnR w="0">
                      <a:solidFill>
                        <a:srgbClr val="FFFFFF"/>
                      </a:solidFill>
                      <a:prstDash val="solid"/>
                    </a:lnR>
                    <a:lnB w="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>
                        <a:lnSpc>
                          <a:spcPct val="118000"/>
                        </a:lnSpc>
                        <a:buNone/>
                      </a:pPr>
                      <a:r>
                        <a:rPr sz="1875" b="0">
                          <a:solidFill>
                            <a:srgbClr val="26282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15.7%</a:t>
                      </a:r>
                    </a:p>
                  </a:txBody>
                  <a:tcPr marL="85725" marR="85725" marT="47625" marB="47625" anchor="ctr">
                    <a:lnR w="0">
                      <a:solidFill>
                        <a:srgbClr val="FFFFFF"/>
                      </a:solidFill>
                      <a:prstDash val="solid"/>
                    </a:lnR>
                    <a:lnB w="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>
                        <a:lnSpc>
                          <a:spcPct val="118000"/>
                        </a:lnSpc>
                        <a:buNone/>
                      </a:pPr>
                      <a:r>
                        <a:rPr sz="1875" b="0">
                          <a:solidFill>
                            <a:srgbClr val="26282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약 −100%</a:t>
                      </a:r>
                    </a:p>
                  </a:txBody>
                  <a:tcPr marL="85725" marR="85725" marT="47625" marB="47625" anchor="ctr">
                    <a:lnR w="0">
                      <a:solidFill>
                        <a:srgbClr val="FFFFFF"/>
                      </a:solidFill>
                      <a:prstDash val="solid"/>
                    </a:lnR>
                    <a:lnB w="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81050">
                <a:tc>
                  <a:txBody>
                    <a:bodyPr wrap="none"/>
                    <a:lstStyle/>
                    <a:p>
                      <a:pPr algn="l">
                        <a:lnSpc>
                          <a:spcPct val="118000"/>
                        </a:lnSpc>
                        <a:buNone/>
                      </a:pPr>
                      <a:r>
                        <a:rPr sz="1875" b="0">
                          <a:solidFill>
                            <a:srgbClr val="26282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3배 60% + 배당주 40%</a:t>
                      </a:r>
                    </a:p>
                  </a:txBody>
                  <a:tcPr marL="85725" marR="85725" marT="47625" marB="47625" anchor="ctr">
                    <a:lnL w="0">
                      <a:solidFill>
                        <a:srgbClr val="FFFFFF"/>
                      </a:solidFill>
                      <a:prstDash val="solid"/>
                    </a:lnL>
                    <a:lnR w="0">
                      <a:solidFill>
                        <a:srgbClr val="FFFFFF"/>
                      </a:solidFill>
                      <a:prstDash val="solid"/>
                    </a:lnR>
                    <a:lnB w="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>
                        <a:lnSpc>
                          <a:spcPct val="118000"/>
                        </a:lnSpc>
                        <a:buNone/>
                      </a:pPr>
                      <a:r>
                        <a:rPr sz="1875" b="0">
                          <a:solidFill>
                            <a:srgbClr val="26282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20.7%</a:t>
                      </a:r>
                    </a:p>
                  </a:txBody>
                  <a:tcPr marL="85725" marR="85725" marT="47625" marB="47625" anchor="ctr">
                    <a:lnR w="0">
                      <a:solidFill>
                        <a:srgbClr val="FFFFFF"/>
                      </a:solidFill>
                      <a:prstDash val="solid"/>
                    </a:lnR>
                    <a:lnB w="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>
                        <a:lnSpc>
                          <a:spcPct val="118000"/>
                        </a:lnSpc>
                        <a:buNone/>
                      </a:pPr>
                      <a:r>
                        <a:rPr sz="1875" b="0">
                          <a:solidFill>
                            <a:srgbClr val="26282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−98%</a:t>
                      </a:r>
                    </a:p>
                  </a:txBody>
                  <a:tcPr marL="85725" marR="85725" marT="47625" marB="47625" anchor="ctr">
                    <a:lnR w="0">
                      <a:solidFill>
                        <a:srgbClr val="FFFFFF"/>
                      </a:solidFill>
                      <a:prstDash val="solid"/>
                    </a:lnR>
                    <a:lnB w="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81050">
                <a:tc>
                  <a:txBody>
                    <a:bodyPr wrap="none"/>
                    <a:lstStyle/>
                    <a:p>
                      <a:pPr algn="l">
                        <a:lnSpc>
                          <a:spcPct val="118000"/>
                        </a:lnSpc>
                        <a:buNone/>
                      </a:pPr>
                      <a:r>
                        <a:rPr sz="1875" b="0">
                          <a:solidFill>
                            <a:srgbClr val="26282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2배 60% + 배당주 40%</a:t>
                      </a:r>
                    </a:p>
                  </a:txBody>
                  <a:tcPr marL="85725" marR="85725" marT="47625" marB="47625" anchor="ctr">
                    <a:lnL w="0">
                      <a:solidFill>
                        <a:srgbClr val="FFFFFF"/>
                      </a:solidFill>
                      <a:prstDash val="solid"/>
                    </a:lnL>
                    <a:lnR w="0">
                      <a:solidFill>
                        <a:srgbClr val="FFFFFF"/>
                      </a:solidFill>
                      <a:prstDash val="solid"/>
                    </a:lnR>
                    <a:lnB w="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>
                        <a:lnSpc>
                          <a:spcPct val="118000"/>
                        </a:lnSpc>
                        <a:buNone/>
                      </a:pPr>
                      <a:r>
                        <a:rPr sz="1875" b="0">
                          <a:solidFill>
                            <a:srgbClr val="26282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18.6%</a:t>
                      </a:r>
                    </a:p>
                  </a:txBody>
                  <a:tcPr marL="85725" marR="85725" marT="47625" marB="47625" anchor="ctr">
                    <a:lnR w="0">
                      <a:solidFill>
                        <a:srgbClr val="FFFFFF"/>
                      </a:solidFill>
                      <a:prstDash val="solid"/>
                    </a:lnR>
                    <a:lnB w="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>
                        <a:lnSpc>
                          <a:spcPct val="118000"/>
                        </a:lnSpc>
                        <a:buNone/>
                      </a:pPr>
                      <a:r>
                        <a:rPr sz="1875" b="0">
                          <a:solidFill>
                            <a:srgbClr val="26282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−88%</a:t>
                      </a:r>
                    </a:p>
                  </a:txBody>
                  <a:tcPr marL="85725" marR="85725" marT="47625" marB="47625" anchor="ctr">
                    <a:lnR w="0">
                      <a:solidFill>
                        <a:srgbClr val="FFFFFF"/>
                      </a:solidFill>
                      <a:prstDash val="solid"/>
                    </a:lnR>
                    <a:lnB w="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45E220B-14FF-4767-8460-1D68B2C81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2914650"/>
            <a:ext cx="8972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26282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8611A20-AF6C-4CD0-8065-BFF26DD89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3667125"/>
            <a:ext cx="8972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DDDFD7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A26C450-089A-4724-9DFC-BAA7EE27B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4448175"/>
            <a:ext cx="8972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DDDFD7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0F2A8C5-4BF3-4825-BD7F-D4149AB42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5229225"/>
            <a:ext cx="8972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DDDFD7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F2B8F8D-5BC8-49BE-A31B-3F1D7D600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6010275"/>
            <a:ext cx="8972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DDDFD7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7CBDE6E-D883-46AA-9D60-12388D94F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6791325"/>
            <a:ext cx="8972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DDDFD7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EB7C45C-1B19-41F1-9D2B-1A9CF05FE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7572375"/>
            <a:ext cx="8972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9BBB3"/>
            </a:solidFill>
            <a:prstDash val="solid"/>
          </a:ln>
        </p:spPr>
      </p:sp>
      <p:sp>
        <p:nvSpPr>
          <p:cNvPr id="26" name="heading">
            <a:extLst xmlns:a="http://schemas.openxmlformats.org/drawingml/2006/main">
              <a:ext uri="{FF2B5EF4-FFF2-40B4-BE49-F238E27FC236}">
                <a16:creationId xmlns:a16="http://schemas.microsoft.com/office/drawing/2014/main" id="{272B921E-2C58-4C4F-A659-A45074952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8305800"/>
            <a:ext cx="428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2025" b="0">
                <a:solidFill>
                  <a:srgbClr val="262824"/>
                </a:solidFill>
                <a:latin typeface="Noto Sans KR"/>
                <a:ea typeface="Noto Sans KR"/>
                <a:cs typeface="Noto Sans KR"/>
              </a:defRPr>
            </a:defPPr>
            <a:lvl1pPr algn="l">
              <a:defRPr sz="2025" b="0">
                <a:solidFill>
                  <a:srgbClr val="262824"/>
                </a:solidFill>
                <a:latin typeface="Noto Sans KR"/>
                <a:ea typeface="Noto Sans KR"/>
                <a:cs typeface="Noto Sans KR"/>
              </a:defRPr>
            </a:lvl1pPr>
            <a:lvl2pPr algn="l">
              <a:defRPr sz="2025" b="0">
                <a:solidFill>
                  <a:srgbClr val="262824"/>
                </a:solidFill>
                <a:latin typeface="Noto Sans KR"/>
                <a:ea typeface="Noto Sans KR"/>
                <a:cs typeface="Noto Sans KR"/>
              </a:defRPr>
            </a:lvl2pPr>
            <a:lvl3pPr algn="l">
              <a:defRPr sz="2025" b="0">
                <a:solidFill>
                  <a:srgbClr val="262824"/>
                </a:solidFill>
                <a:latin typeface="Noto Sans KR"/>
                <a:ea typeface="Noto Sans KR"/>
                <a:cs typeface="Noto Sans KR"/>
              </a:defRPr>
            </a:lvl3pPr>
            <a:lvl4pPr algn="l">
              <a:defRPr sz="2025" b="0">
                <a:solidFill>
                  <a:srgbClr val="262824"/>
                </a:solidFill>
                <a:latin typeface="Noto Sans KR"/>
                <a:ea typeface="Noto Sans KR"/>
                <a:cs typeface="Noto Sans KR"/>
              </a:defRPr>
            </a:lvl4pPr>
            <a:lvl5pPr algn="l">
              <a:defRPr sz="2025" b="0">
                <a:solidFill>
                  <a:srgbClr val="262824"/>
                </a:solidFill>
                <a:latin typeface="Noto Sans KR"/>
                <a:ea typeface="Noto Sans KR"/>
                <a:cs typeface="Noto Sans KR"/>
              </a:defRPr>
            </a:lvl5pPr>
            <a:lvl6pPr algn="l">
              <a:defRPr sz="2025" b="0">
                <a:solidFill>
                  <a:srgbClr val="262824"/>
                </a:solidFill>
                <a:latin typeface="Noto Sans KR"/>
                <a:ea typeface="Noto Sans KR"/>
                <a:cs typeface="Noto Sans KR"/>
              </a:defRPr>
            </a:lvl6pPr>
            <a:lvl7pPr algn="l">
              <a:defRPr sz="2025" b="0">
                <a:solidFill>
                  <a:srgbClr val="262824"/>
                </a:solidFill>
                <a:latin typeface="Noto Sans KR"/>
                <a:ea typeface="Noto Sans KR"/>
                <a:cs typeface="Noto Sans KR"/>
              </a:defRPr>
            </a:lvl7pPr>
            <a:lvl8pPr algn="l">
              <a:defRPr sz="2025" b="0">
                <a:solidFill>
                  <a:srgbClr val="262824"/>
                </a:solidFill>
                <a:latin typeface="Noto Sans KR"/>
                <a:ea typeface="Noto Sans KR"/>
                <a:cs typeface="Noto Sans KR"/>
              </a:defRPr>
            </a:lvl8pPr>
            <a:lvl9pPr algn="l">
              <a:defRPr sz="2025" b="0">
                <a:solidFill>
                  <a:srgbClr val="262824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l">
              <a:lnSpc>
                <a:spcPct val="123000"/>
              </a:lnSpc>
              <a:buNone/>
              <a:defRPr sz="2025" b="0">
                <a:solidFill>
                  <a:srgbClr val="262824"/>
                </a:solidFill>
                <a:latin typeface="Noto Sans KR"/>
                <a:ea typeface="Noto Sans KR"/>
                <a:cs typeface="Noto Sans KR"/>
              </a:defRPr>
            </a:pPr>
            <a:r>
              <a:rPr sz="2025" b="0">
                <a:solidFill>
                  <a:srgbClr val="262824"/>
                </a:solidFill>
                <a:latin typeface="Noto Sans KR"/>
                <a:ea typeface="Noto Sans KR"/>
                <a:cs typeface="Noto Sans KR"/>
              </a:rPr>
              <a:t>연복리의 뜻</a:t>
            </a:r>
          </a:p>
        </p:txBody>
      </p:sp>
      <p:sp>
        <p:nvSpPr>
          <p:cNvPr id="27" name="납입 효과와 구분해 투자 자산이 매년 얼마나 성장했는지 환">
            <a:extLst xmlns:a="http://schemas.openxmlformats.org/drawingml/2006/main">
              <a:ext uri="{FF2B5EF4-FFF2-40B4-BE49-F238E27FC236}">
                <a16:creationId xmlns:a16="http://schemas.microsoft.com/office/drawing/2014/main" id="{18769119-11F3-41D6-9D7D-0C3034C88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8810625"/>
            <a:ext cx="4286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1725" b="0">
                <a:solidFill>
                  <a:srgbClr val="262824"/>
                </a:solidFill>
                <a:latin typeface="Noto Sans KR"/>
                <a:ea typeface="Noto Sans KR"/>
                <a:cs typeface="Noto Sans KR"/>
              </a:defRPr>
            </a:defPPr>
            <a:lvl1pPr algn="l">
              <a:defRPr sz="1725" b="0">
                <a:solidFill>
                  <a:srgbClr val="262824"/>
                </a:solidFill>
                <a:latin typeface="Noto Sans KR"/>
                <a:ea typeface="Noto Sans KR"/>
                <a:cs typeface="Noto Sans KR"/>
              </a:defRPr>
            </a:lvl1pPr>
            <a:lvl2pPr algn="l">
              <a:defRPr sz="1725" b="0">
                <a:solidFill>
                  <a:srgbClr val="262824"/>
                </a:solidFill>
                <a:latin typeface="Noto Sans KR"/>
                <a:ea typeface="Noto Sans KR"/>
                <a:cs typeface="Noto Sans KR"/>
              </a:defRPr>
            </a:lvl2pPr>
            <a:lvl3pPr algn="l">
              <a:defRPr sz="1725" b="0">
                <a:solidFill>
                  <a:srgbClr val="262824"/>
                </a:solidFill>
                <a:latin typeface="Noto Sans KR"/>
                <a:ea typeface="Noto Sans KR"/>
                <a:cs typeface="Noto Sans KR"/>
              </a:defRPr>
            </a:lvl3pPr>
            <a:lvl4pPr algn="l">
              <a:defRPr sz="1725" b="0">
                <a:solidFill>
                  <a:srgbClr val="262824"/>
                </a:solidFill>
                <a:latin typeface="Noto Sans KR"/>
                <a:ea typeface="Noto Sans KR"/>
                <a:cs typeface="Noto Sans KR"/>
              </a:defRPr>
            </a:lvl4pPr>
            <a:lvl5pPr algn="l">
              <a:defRPr sz="1725" b="0">
                <a:solidFill>
                  <a:srgbClr val="262824"/>
                </a:solidFill>
                <a:latin typeface="Noto Sans KR"/>
                <a:ea typeface="Noto Sans KR"/>
                <a:cs typeface="Noto Sans KR"/>
              </a:defRPr>
            </a:lvl5pPr>
            <a:lvl6pPr algn="l">
              <a:defRPr sz="1725" b="0">
                <a:solidFill>
                  <a:srgbClr val="262824"/>
                </a:solidFill>
                <a:latin typeface="Noto Sans KR"/>
                <a:ea typeface="Noto Sans KR"/>
                <a:cs typeface="Noto Sans KR"/>
              </a:defRPr>
            </a:lvl6pPr>
            <a:lvl7pPr algn="l">
              <a:defRPr sz="1725" b="0">
                <a:solidFill>
                  <a:srgbClr val="262824"/>
                </a:solidFill>
                <a:latin typeface="Noto Sans KR"/>
                <a:ea typeface="Noto Sans KR"/>
                <a:cs typeface="Noto Sans KR"/>
              </a:defRPr>
            </a:lvl7pPr>
            <a:lvl8pPr algn="l">
              <a:defRPr sz="1725" b="0">
                <a:solidFill>
                  <a:srgbClr val="262824"/>
                </a:solidFill>
                <a:latin typeface="Noto Sans KR"/>
                <a:ea typeface="Noto Sans KR"/>
                <a:cs typeface="Noto Sans KR"/>
              </a:defRPr>
            </a:lvl8pPr>
            <a:lvl9pPr algn="l">
              <a:defRPr sz="1725" b="0">
                <a:solidFill>
                  <a:srgbClr val="262824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l">
              <a:lnSpc>
                <a:spcPct val="148000"/>
              </a:lnSpc>
              <a:buNone/>
              <a:defRPr sz="1725" b="0">
                <a:solidFill>
                  <a:srgbClr val="262824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0">
                <a:solidFill>
                  <a:srgbClr val="262824"/>
                </a:solidFill>
                <a:latin typeface="Noto Sans KR"/>
                <a:ea typeface="Noto Sans KR"/>
                <a:cs typeface="Noto Sans KR"/>
              </a:rPr>
              <a:t>납입 효과와 구분해 투자 자산이 매년 얼마나</a:t>
            </a:r>
          </a:p>
          <a:p xmlns:a="http://schemas.openxmlformats.org/drawingml/2006/main">
            <a:pPr algn="l">
              <a:lnSpc>
                <a:spcPct val="148000"/>
              </a:lnSpc>
              <a:buNone/>
              <a:defRPr sz="1725" b="0">
                <a:solidFill>
                  <a:srgbClr val="262824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0">
                <a:solidFill>
                  <a:srgbClr val="262824"/>
                </a:solidFill>
                <a:latin typeface="Noto Sans KR"/>
                <a:ea typeface="Noto Sans KR"/>
                <a:cs typeface="Noto Sans KR"/>
              </a:rPr>
              <a:t>성장했는지 환산한 값입니다.</a:t>
            </a:r>
          </a:p>
        </p:txBody>
      </p:sp>
      <p:sp>
        <p:nvSpPr>
          <p:cNvPr id="28" name="heading">
            <a:extLst xmlns:a="http://schemas.openxmlformats.org/drawingml/2006/main">
              <a:ext uri="{FF2B5EF4-FFF2-40B4-BE49-F238E27FC236}">
                <a16:creationId xmlns:a16="http://schemas.microsoft.com/office/drawing/2014/main" id="{5268F394-5FF7-48E0-A009-C76D709BD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3175" y="8305800"/>
            <a:ext cx="428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2025" b="0">
                <a:solidFill>
                  <a:srgbClr val="262824"/>
                </a:solidFill>
                <a:latin typeface="Noto Sans KR"/>
                <a:ea typeface="Noto Sans KR"/>
                <a:cs typeface="Noto Sans KR"/>
              </a:defRPr>
            </a:defPPr>
            <a:lvl1pPr algn="l">
              <a:defRPr sz="2025" b="0">
                <a:solidFill>
                  <a:srgbClr val="262824"/>
                </a:solidFill>
                <a:latin typeface="Noto Sans KR"/>
                <a:ea typeface="Noto Sans KR"/>
                <a:cs typeface="Noto Sans KR"/>
              </a:defRPr>
            </a:lvl1pPr>
            <a:lvl2pPr algn="l">
              <a:defRPr sz="2025" b="0">
                <a:solidFill>
                  <a:srgbClr val="262824"/>
                </a:solidFill>
                <a:latin typeface="Noto Sans KR"/>
                <a:ea typeface="Noto Sans KR"/>
                <a:cs typeface="Noto Sans KR"/>
              </a:defRPr>
            </a:lvl2pPr>
            <a:lvl3pPr algn="l">
              <a:defRPr sz="2025" b="0">
                <a:solidFill>
                  <a:srgbClr val="262824"/>
                </a:solidFill>
                <a:latin typeface="Noto Sans KR"/>
                <a:ea typeface="Noto Sans KR"/>
                <a:cs typeface="Noto Sans KR"/>
              </a:defRPr>
            </a:lvl3pPr>
            <a:lvl4pPr algn="l">
              <a:defRPr sz="2025" b="0">
                <a:solidFill>
                  <a:srgbClr val="262824"/>
                </a:solidFill>
                <a:latin typeface="Noto Sans KR"/>
                <a:ea typeface="Noto Sans KR"/>
                <a:cs typeface="Noto Sans KR"/>
              </a:defRPr>
            </a:lvl4pPr>
            <a:lvl5pPr algn="l">
              <a:defRPr sz="2025" b="0">
                <a:solidFill>
                  <a:srgbClr val="262824"/>
                </a:solidFill>
                <a:latin typeface="Noto Sans KR"/>
                <a:ea typeface="Noto Sans KR"/>
                <a:cs typeface="Noto Sans KR"/>
              </a:defRPr>
            </a:lvl5pPr>
            <a:lvl6pPr algn="l">
              <a:defRPr sz="2025" b="0">
                <a:solidFill>
                  <a:srgbClr val="262824"/>
                </a:solidFill>
                <a:latin typeface="Noto Sans KR"/>
                <a:ea typeface="Noto Sans KR"/>
                <a:cs typeface="Noto Sans KR"/>
              </a:defRPr>
            </a:lvl6pPr>
            <a:lvl7pPr algn="l">
              <a:defRPr sz="2025" b="0">
                <a:solidFill>
                  <a:srgbClr val="262824"/>
                </a:solidFill>
                <a:latin typeface="Noto Sans KR"/>
                <a:ea typeface="Noto Sans KR"/>
                <a:cs typeface="Noto Sans KR"/>
              </a:defRPr>
            </a:lvl7pPr>
            <a:lvl8pPr algn="l">
              <a:defRPr sz="2025" b="0">
                <a:solidFill>
                  <a:srgbClr val="262824"/>
                </a:solidFill>
                <a:latin typeface="Noto Sans KR"/>
                <a:ea typeface="Noto Sans KR"/>
                <a:cs typeface="Noto Sans KR"/>
              </a:defRPr>
            </a:lvl8pPr>
            <a:lvl9pPr algn="l">
              <a:defRPr sz="2025" b="0">
                <a:solidFill>
                  <a:srgbClr val="262824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l">
              <a:lnSpc>
                <a:spcPct val="123000"/>
              </a:lnSpc>
              <a:buNone/>
              <a:defRPr sz="2025" b="0">
                <a:solidFill>
                  <a:srgbClr val="262824"/>
                </a:solidFill>
                <a:latin typeface="Noto Sans KR"/>
                <a:ea typeface="Noto Sans KR"/>
                <a:cs typeface="Noto Sans KR"/>
              </a:defRPr>
            </a:pPr>
            <a:r>
              <a:rPr sz="2025" b="0">
                <a:solidFill>
                  <a:srgbClr val="262824"/>
                </a:solidFill>
                <a:latin typeface="Noto Sans KR"/>
                <a:ea typeface="Noto Sans KR"/>
                <a:cs typeface="Noto Sans KR"/>
              </a:rPr>
              <a:t>최대 낙폭의 뜻</a:t>
            </a:r>
          </a:p>
        </p:txBody>
      </p:sp>
      <p:sp>
        <p:nvSpPr>
          <p:cNvPr id="29" name="이전 최고점에서 가장 깊이 떨어진 비율입니다. −98%면 ">
            <a:extLst xmlns:a="http://schemas.openxmlformats.org/drawingml/2006/main">
              <a:ext uri="{FF2B5EF4-FFF2-40B4-BE49-F238E27FC236}">
                <a16:creationId xmlns:a16="http://schemas.microsoft.com/office/drawing/2014/main" id="{4C3AE9C0-FDBA-4C06-98CB-05BE98E85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3175" y="8810625"/>
            <a:ext cx="4286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1725" b="0">
                <a:solidFill>
                  <a:srgbClr val="262824"/>
                </a:solidFill>
                <a:latin typeface="Noto Sans KR"/>
                <a:ea typeface="Noto Sans KR"/>
                <a:cs typeface="Noto Sans KR"/>
              </a:defRPr>
            </a:defPPr>
            <a:lvl1pPr algn="l">
              <a:defRPr sz="1725" b="0">
                <a:solidFill>
                  <a:srgbClr val="262824"/>
                </a:solidFill>
                <a:latin typeface="Noto Sans KR"/>
                <a:ea typeface="Noto Sans KR"/>
                <a:cs typeface="Noto Sans KR"/>
              </a:defRPr>
            </a:lvl1pPr>
            <a:lvl2pPr algn="l">
              <a:defRPr sz="1725" b="0">
                <a:solidFill>
                  <a:srgbClr val="262824"/>
                </a:solidFill>
                <a:latin typeface="Noto Sans KR"/>
                <a:ea typeface="Noto Sans KR"/>
                <a:cs typeface="Noto Sans KR"/>
              </a:defRPr>
            </a:lvl2pPr>
            <a:lvl3pPr algn="l">
              <a:defRPr sz="1725" b="0">
                <a:solidFill>
                  <a:srgbClr val="262824"/>
                </a:solidFill>
                <a:latin typeface="Noto Sans KR"/>
                <a:ea typeface="Noto Sans KR"/>
                <a:cs typeface="Noto Sans KR"/>
              </a:defRPr>
            </a:lvl3pPr>
            <a:lvl4pPr algn="l">
              <a:defRPr sz="1725" b="0">
                <a:solidFill>
                  <a:srgbClr val="262824"/>
                </a:solidFill>
                <a:latin typeface="Noto Sans KR"/>
                <a:ea typeface="Noto Sans KR"/>
                <a:cs typeface="Noto Sans KR"/>
              </a:defRPr>
            </a:lvl4pPr>
            <a:lvl5pPr algn="l">
              <a:defRPr sz="1725" b="0">
                <a:solidFill>
                  <a:srgbClr val="262824"/>
                </a:solidFill>
                <a:latin typeface="Noto Sans KR"/>
                <a:ea typeface="Noto Sans KR"/>
                <a:cs typeface="Noto Sans KR"/>
              </a:defRPr>
            </a:lvl5pPr>
            <a:lvl6pPr algn="l">
              <a:defRPr sz="1725" b="0">
                <a:solidFill>
                  <a:srgbClr val="262824"/>
                </a:solidFill>
                <a:latin typeface="Noto Sans KR"/>
                <a:ea typeface="Noto Sans KR"/>
                <a:cs typeface="Noto Sans KR"/>
              </a:defRPr>
            </a:lvl6pPr>
            <a:lvl7pPr algn="l">
              <a:defRPr sz="1725" b="0">
                <a:solidFill>
                  <a:srgbClr val="262824"/>
                </a:solidFill>
                <a:latin typeface="Noto Sans KR"/>
                <a:ea typeface="Noto Sans KR"/>
                <a:cs typeface="Noto Sans KR"/>
              </a:defRPr>
            </a:lvl7pPr>
            <a:lvl8pPr algn="l">
              <a:defRPr sz="1725" b="0">
                <a:solidFill>
                  <a:srgbClr val="262824"/>
                </a:solidFill>
                <a:latin typeface="Noto Sans KR"/>
                <a:ea typeface="Noto Sans KR"/>
                <a:cs typeface="Noto Sans KR"/>
              </a:defRPr>
            </a:lvl8pPr>
            <a:lvl9pPr algn="l">
              <a:defRPr sz="1725" b="0">
                <a:solidFill>
                  <a:srgbClr val="262824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l">
              <a:lnSpc>
                <a:spcPct val="148000"/>
              </a:lnSpc>
              <a:buNone/>
              <a:defRPr sz="1725" b="0">
                <a:solidFill>
                  <a:srgbClr val="262824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0">
                <a:solidFill>
                  <a:srgbClr val="262824"/>
                </a:solidFill>
                <a:latin typeface="Noto Sans KR"/>
                <a:ea typeface="Noto Sans KR"/>
                <a:cs typeface="Noto Sans KR"/>
              </a:rPr>
              <a:t>이전 최고점에서 가장 깊이 떨어진 비율입니다.</a:t>
            </a:r>
          </a:p>
          <a:p xmlns:a="http://schemas.openxmlformats.org/drawingml/2006/main">
            <a:pPr algn="l">
              <a:lnSpc>
                <a:spcPct val="148000"/>
              </a:lnSpc>
              <a:buNone/>
              <a:defRPr sz="1725" b="0">
                <a:solidFill>
                  <a:srgbClr val="262824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0">
                <a:solidFill>
                  <a:srgbClr val="262824"/>
                </a:solidFill>
                <a:latin typeface="Noto Sans KR"/>
                <a:ea typeface="Noto Sans KR"/>
                <a:cs typeface="Noto Sans KR"/>
              </a:rPr>
              <a:t>−98%면 100이 2까지 줄었다는 뜻입니다.</a:t>
            </a:r>
          </a:p>
        </p:txBody>
      </p:sp>
    </p:spTree>
    <p:extLst>
      <p:ext uri="{BB962C8B-B14F-4D97-AF65-F5344CB8AC3E}">
        <p14:creationId xmlns:p14="http://schemas.microsoft.com/office/powerpoint/2010/main" val="166711844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Deneb&#10;Polaris">
            <a:extLst xmlns:a="http://schemas.openxmlformats.org/drawingml/2006/main">
              <a:ext uri="{FF2B5EF4-FFF2-40B4-BE49-F238E27FC236}">
                <a16:creationId xmlns:a16="http://schemas.microsoft.com/office/drawing/2014/main" id="{AFE90A52-63AB-425B-85A2-834B2B93B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285750"/>
            <a:ext cx="3238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1575" b="0">
                <a:solidFill>
                  <a:srgbClr val="18513D"/>
                </a:solidFill>
                <a:latin typeface="Noto Sans KR"/>
                <a:ea typeface="Noto Sans KR"/>
                <a:cs typeface="Noto Sans KR"/>
              </a:defRPr>
            </a:defPPr>
            <a:lvl1pPr algn="l">
              <a:defRPr sz="1575" b="0">
                <a:solidFill>
                  <a:srgbClr val="18513D"/>
                </a:solidFill>
                <a:latin typeface="Noto Sans KR"/>
                <a:ea typeface="Noto Sans KR"/>
                <a:cs typeface="Noto Sans KR"/>
              </a:defRPr>
            </a:lvl1pPr>
            <a:lvl2pPr algn="l">
              <a:defRPr sz="1575" b="0">
                <a:solidFill>
                  <a:srgbClr val="18513D"/>
                </a:solidFill>
                <a:latin typeface="Noto Sans KR"/>
                <a:ea typeface="Noto Sans KR"/>
                <a:cs typeface="Noto Sans KR"/>
              </a:defRPr>
            </a:lvl2pPr>
            <a:lvl3pPr algn="l">
              <a:defRPr sz="1575" b="0">
                <a:solidFill>
                  <a:srgbClr val="18513D"/>
                </a:solidFill>
                <a:latin typeface="Noto Sans KR"/>
                <a:ea typeface="Noto Sans KR"/>
                <a:cs typeface="Noto Sans KR"/>
              </a:defRPr>
            </a:lvl3pPr>
            <a:lvl4pPr algn="l">
              <a:defRPr sz="1575" b="0">
                <a:solidFill>
                  <a:srgbClr val="18513D"/>
                </a:solidFill>
                <a:latin typeface="Noto Sans KR"/>
                <a:ea typeface="Noto Sans KR"/>
                <a:cs typeface="Noto Sans KR"/>
              </a:defRPr>
            </a:lvl4pPr>
            <a:lvl5pPr algn="l">
              <a:defRPr sz="1575" b="0">
                <a:solidFill>
                  <a:srgbClr val="18513D"/>
                </a:solidFill>
                <a:latin typeface="Noto Sans KR"/>
                <a:ea typeface="Noto Sans KR"/>
                <a:cs typeface="Noto Sans KR"/>
              </a:defRPr>
            </a:lvl5pPr>
            <a:lvl6pPr algn="l">
              <a:defRPr sz="1575" b="0">
                <a:solidFill>
                  <a:srgbClr val="18513D"/>
                </a:solidFill>
                <a:latin typeface="Noto Sans KR"/>
                <a:ea typeface="Noto Sans KR"/>
                <a:cs typeface="Noto Sans KR"/>
              </a:defRPr>
            </a:lvl6pPr>
            <a:lvl7pPr algn="l">
              <a:defRPr sz="1575" b="0">
                <a:solidFill>
                  <a:srgbClr val="18513D"/>
                </a:solidFill>
                <a:latin typeface="Noto Sans KR"/>
                <a:ea typeface="Noto Sans KR"/>
                <a:cs typeface="Noto Sans KR"/>
              </a:defRPr>
            </a:lvl7pPr>
            <a:lvl8pPr algn="l">
              <a:defRPr sz="1575" b="0">
                <a:solidFill>
                  <a:srgbClr val="18513D"/>
                </a:solidFill>
                <a:latin typeface="Noto Sans KR"/>
                <a:ea typeface="Noto Sans KR"/>
                <a:cs typeface="Noto Sans KR"/>
              </a:defRPr>
            </a:lvl8pPr>
            <a:lvl9pPr algn="l">
              <a:defRPr sz="1575" b="0">
                <a:solidFill>
                  <a:srgbClr val="18513D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8513D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0">
                <a:solidFill>
                  <a:srgbClr val="18513D"/>
                </a:solidFill>
                <a:latin typeface="Noto Sans KR"/>
                <a:ea typeface="Noto Sans KR"/>
                <a:cs typeface="Noto Sans KR"/>
              </a:rPr>
              <a:t>Deneb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8513D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0">
                <a:solidFill>
                  <a:srgbClr val="18513D"/>
                </a:solidFill>
                <a:latin typeface="Noto Sans KR"/>
                <a:ea typeface="Noto Sans KR"/>
                <a:cs typeface="Noto Sans KR"/>
              </a:rPr>
              <a:t>Polaris</a:t>
            </a:r>
          </a:p>
        </p:txBody>
      </p:sp>
      <p:sp>
        <p:nvSpPr>
          <p:cNvPr id="2" name="전략 구성">
            <a:extLst xmlns:a="http://schemas.openxmlformats.org/drawingml/2006/main">
              <a:ext uri="{FF2B5EF4-FFF2-40B4-BE49-F238E27FC236}">
                <a16:creationId xmlns:a16="http://schemas.microsoft.com/office/drawing/2014/main" id="{45923321-0EA6-40D3-B8C0-F64AFA128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466725"/>
            <a:ext cx="15716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1500" b="0">
                <a:solidFill>
                  <a:srgbClr val="77786F"/>
                </a:solidFill>
                <a:latin typeface="Noto Sans KR"/>
                <a:ea typeface="Noto Sans KR"/>
                <a:cs typeface="Noto Sans KR"/>
              </a:defRPr>
            </a:defPPr>
            <a:lvl1pPr algn="l">
              <a:defRPr sz="1500" b="0">
                <a:solidFill>
                  <a:srgbClr val="77786F"/>
                </a:solidFill>
                <a:latin typeface="Noto Sans KR"/>
                <a:ea typeface="Noto Sans KR"/>
                <a:cs typeface="Noto Sans KR"/>
              </a:defRPr>
            </a:lvl1pPr>
            <a:lvl2pPr algn="l">
              <a:defRPr sz="1500" b="0">
                <a:solidFill>
                  <a:srgbClr val="77786F"/>
                </a:solidFill>
                <a:latin typeface="Noto Sans KR"/>
                <a:ea typeface="Noto Sans KR"/>
                <a:cs typeface="Noto Sans KR"/>
              </a:defRPr>
            </a:lvl2pPr>
            <a:lvl3pPr algn="l">
              <a:defRPr sz="1500" b="0">
                <a:solidFill>
                  <a:srgbClr val="77786F"/>
                </a:solidFill>
                <a:latin typeface="Noto Sans KR"/>
                <a:ea typeface="Noto Sans KR"/>
                <a:cs typeface="Noto Sans KR"/>
              </a:defRPr>
            </a:lvl3pPr>
            <a:lvl4pPr algn="l">
              <a:defRPr sz="1500" b="0">
                <a:solidFill>
                  <a:srgbClr val="77786F"/>
                </a:solidFill>
                <a:latin typeface="Noto Sans KR"/>
                <a:ea typeface="Noto Sans KR"/>
                <a:cs typeface="Noto Sans KR"/>
              </a:defRPr>
            </a:lvl4pPr>
            <a:lvl5pPr algn="l">
              <a:defRPr sz="1500" b="0">
                <a:solidFill>
                  <a:srgbClr val="77786F"/>
                </a:solidFill>
                <a:latin typeface="Noto Sans KR"/>
                <a:ea typeface="Noto Sans KR"/>
                <a:cs typeface="Noto Sans KR"/>
              </a:defRPr>
            </a:lvl5pPr>
            <a:lvl6pPr algn="l">
              <a:defRPr sz="1500" b="0">
                <a:solidFill>
                  <a:srgbClr val="77786F"/>
                </a:solidFill>
                <a:latin typeface="Noto Sans KR"/>
                <a:ea typeface="Noto Sans KR"/>
                <a:cs typeface="Noto Sans KR"/>
              </a:defRPr>
            </a:lvl6pPr>
            <a:lvl7pPr algn="l">
              <a:defRPr sz="1500" b="0">
                <a:solidFill>
                  <a:srgbClr val="77786F"/>
                </a:solidFill>
                <a:latin typeface="Noto Sans KR"/>
                <a:ea typeface="Noto Sans KR"/>
                <a:cs typeface="Noto Sans KR"/>
              </a:defRPr>
            </a:lvl7pPr>
            <a:lvl8pPr algn="l">
              <a:defRPr sz="1500" b="0">
                <a:solidFill>
                  <a:srgbClr val="77786F"/>
                </a:solidFill>
                <a:latin typeface="Noto Sans KR"/>
                <a:ea typeface="Noto Sans KR"/>
                <a:cs typeface="Noto Sans KR"/>
              </a:defRPr>
            </a:lvl8pPr>
            <a:lvl9pPr algn="l">
              <a:defRPr sz="1500" b="0">
                <a:solidFill>
                  <a:srgbClr val="77786F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l">
              <a:lnSpc>
                <a:spcPct val="148000"/>
              </a:lnSpc>
              <a:buNone/>
              <a:defRPr sz="1500" b="0">
                <a:solidFill>
                  <a:srgbClr val="77786F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>
                <a:solidFill>
                  <a:srgbClr val="77786F"/>
                </a:solidFill>
                <a:latin typeface="Noto Sans KR"/>
                <a:ea typeface="Noto Sans KR"/>
                <a:cs typeface="Noto Sans KR"/>
              </a:rPr>
              <a:t>전략 구성</a:t>
            </a:r>
          </a:p>
        </p:txBody>
      </p:sp>
      <p:sp>
        <p:nvSpPr>
          <p:cNvPr id="3" name="비율 선택">
            <a:extLst xmlns:a="http://schemas.openxmlformats.org/drawingml/2006/main">
              <a:ext uri="{FF2B5EF4-FFF2-40B4-BE49-F238E27FC236}">
                <a16:creationId xmlns:a16="http://schemas.microsoft.com/office/drawing/2014/main" id="{8E946198-0845-44F1-AA89-5346EB6A8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66725"/>
            <a:ext cx="15716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1500" b="0">
                <a:solidFill>
                  <a:srgbClr val="77786F"/>
                </a:solidFill>
                <a:latin typeface="Noto Sans KR"/>
                <a:ea typeface="Noto Sans KR"/>
                <a:cs typeface="Noto Sans KR"/>
              </a:defRPr>
            </a:defPPr>
            <a:lvl1pPr algn="l">
              <a:defRPr sz="1500" b="0">
                <a:solidFill>
                  <a:srgbClr val="77786F"/>
                </a:solidFill>
                <a:latin typeface="Noto Sans KR"/>
                <a:ea typeface="Noto Sans KR"/>
                <a:cs typeface="Noto Sans KR"/>
              </a:defRPr>
            </a:lvl1pPr>
            <a:lvl2pPr algn="l">
              <a:defRPr sz="1500" b="0">
                <a:solidFill>
                  <a:srgbClr val="77786F"/>
                </a:solidFill>
                <a:latin typeface="Noto Sans KR"/>
                <a:ea typeface="Noto Sans KR"/>
                <a:cs typeface="Noto Sans KR"/>
              </a:defRPr>
            </a:lvl2pPr>
            <a:lvl3pPr algn="l">
              <a:defRPr sz="1500" b="0">
                <a:solidFill>
                  <a:srgbClr val="77786F"/>
                </a:solidFill>
                <a:latin typeface="Noto Sans KR"/>
                <a:ea typeface="Noto Sans KR"/>
                <a:cs typeface="Noto Sans KR"/>
              </a:defRPr>
            </a:lvl3pPr>
            <a:lvl4pPr algn="l">
              <a:defRPr sz="1500" b="0">
                <a:solidFill>
                  <a:srgbClr val="77786F"/>
                </a:solidFill>
                <a:latin typeface="Noto Sans KR"/>
                <a:ea typeface="Noto Sans KR"/>
                <a:cs typeface="Noto Sans KR"/>
              </a:defRPr>
            </a:lvl4pPr>
            <a:lvl5pPr algn="l">
              <a:defRPr sz="1500" b="0">
                <a:solidFill>
                  <a:srgbClr val="77786F"/>
                </a:solidFill>
                <a:latin typeface="Noto Sans KR"/>
                <a:ea typeface="Noto Sans KR"/>
                <a:cs typeface="Noto Sans KR"/>
              </a:defRPr>
            </a:lvl5pPr>
            <a:lvl6pPr algn="l">
              <a:defRPr sz="1500" b="0">
                <a:solidFill>
                  <a:srgbClr val="77786F"/>
                </a:solidFill>
                <a:latin typeface="Noto Sans KR"/>
                <a:ea typeface="Noto Sans KR"/>
                <a:cs typeface="Noto Sans KR"/>
              </a:defRPr>
            </a:lvl6pPr>
            <a:lvl7pPr algn="l">
              <a:defRPr sz="1500" b="0">
                <a:solidFill>
                  <a:srgbClr val="77786F"/>
                </a:solidFill>
                <a:latin typeface="Noto Sans KR"/>
                <a:ea typeface="Noto Sans KR"/>
                <a:cs typeface="Noto Sans KR"/>
              </a:defRPr>
            </a:lvl7pPr>
            <a:lvl8pPr algn="l">
              <a:defRPr sz="1500" b="0">
                <a:solidFill>
                  <a:srgbClr val="77786F"/>
                </a:solidFill>
                <a:latin typeface="Noto Sans KR"/>
                <a:ea typeface="Noto Sans KR"/>
                <a:cs typeface="Noto Sans KR"/>
              </a:defRPr>
            </a:lvl8pPr>
            <a:lvl9pPr algn="l">
              <a:defRPr sz="1500" b="0">
                <a:solidFill>
                  <a:srgbClr val="77786F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l">
              <a:lnSpc>
                <a:spcPct val="148000"/>
              </a:lnSpc>
              <a:buNone/>
              <a:defRPr sz="1500" b="0">
                <a:solidFill>
                  <a:srgbClr val="77786F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>
                <a:solidFill>
                  <a:srgbClr val="77786F"/>
                </a:solidFill>
                <a:latin typeface="Noto Sans KR"/>
                <a:ea typeface="Noto Sans KR"/>
                <a:cs typeface="Noto Sans KR"/>
              </a:rPr>
              <a:t>비율 선택</a:t>
            </a:r>
          </a:p>
        </p:txBody>
      </p:sp>
      <p:sp>
        <p:nvSpPr>
          <p:cNvPr id="4" name="자산 비교">
            <a:extLst xmlns:a="http://schemas.openxmlformats.org/drawingml/2006/main">
              <a:ext uri="{FF2B5EF4-FFF2-40B4-BE49-F238E27FC236}">
                <a16:creationId xmlns:a16="http://schemas.microsoft.com/office/drawing/2014/main" id="{CB07657D-8519-4ADA-A676-7FF97730B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466725"/>
            <a:ext cx="15716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1500" b="0">
                <a:solidFill>
                  <a:srgbClr val="262824"/>
                </a:solidFill>
                <a:latin typeface="Noto Sans KR"/>
                <a:ea typeface="Noto Sans KR"/>
                <a:cs typeface="Noto Sans KR"/>
              </a:defRPr>
            </a:defPPr>
            <a:lvl1pPr algn="l">
              <a:defRPr sz="1500" b="0">
                <a:solidFill>
                  <a:srgbClr val="262824"/>
                </a:solidFill>
                <a:latin typeface="Noto Sans KR"/>
                <a:ea typeface="Noto Sans KR"/>
                <a:cs typeface="Noto Sans KR"/>
              </a:defRPr>
            </a:lvl1pPr>
            <a:lvl2pPr algn="l">
              <a:defRPr sz="1500" b="0">
                <a:solidFill>
                  <a:srgbClr val="262824"/>
                </a:solidFill>
                <a:latin typeface="Noto Sans KR"/>
                <a:ea typeface="Noto Sans KR"/>
                <a:cs typeface="Noto Sans KR"/>
              </a:defRPr>
            </a:lvl2pPr>
            <a:lvl3pPr algn="l">
              <a:defRPr sz="1500" b="0">
                <a:solidFill>
                  <a:srgbClr val="262824"/>
                </a:solidFill>
                <a:latin typeface="Noto Sans KR"/>
                <a:ea typeface="Noto Sans KR"/>
                <a:cs typeface="Noto Sans KR"/>
              </a:defRPr>
            </a:lvl3pPr>
            <a:lvl4pPr algn="l">
              <a:defRPr sz="1500" b="0">
                <a:solidFill>
                  <a:srgbClr val="262824"/>
                </a:solidFill>
                <a:latin typeface="Noto Sans KR"/>
                <a:ea typeface="Noto Sans KR"/>
                <a:cs typeface="Noto Sans KR"/>
              </a:defRPr>
            </a:lvl4pPr>
            <a:lvl5pPr algn="l">
              <a:defRPr sz="1500" b="0">
                <a:solidFill>
                  <a:srgbClr val="262824"/>
                </a:solidFill>
                <a:latin typeface="Noto Sans KR"/>
                <a:ea typeface="Noto Sans KR"/>
                <a:cs typeface="Noto Sans KR"/>
              </a:defRPr>
            </a:lvl5pPr>
            <a:lvl6pPr algn="l">
              <a:defRPr sz="1500" b="0">
                <a:solidFill>
                  <a:srgbClr val="262824"/>
                </a:solidFill>
                <a:latin typeface="Noto Sans KR"/>
                <a:ea typeface="Noto Sans KR"/>
                <a:cs typeface="Noto Sans KR"/>
              </a:defRPr>
            </a:lvl6pPr>
            <a:lvl7pPr algn="l">
              <a:defRPr sz="1500" b="0">
                <a:solidFill>
                  <a:srgbClr val="262824"/>
                </a:solidFill>
                <a:latin typeface="Noto Sans KR"/>
                <a:ea typeface="Noto Sans KR"/>
                <a:cs typeface="Noto Sans KR"/>
              </a:defRPr>
            </a:lvl7pPr>
            <a:lvl8pPr algn="l">
              <a:defRPr sz="1500" b="0">
                <a:solidFill>
                  <a:srgbClr val="262824"/>
                </a:solidFill>
                <a:latin typeface="Noto Sans KR"/>
                <a:ea typeface="Noto Sans KR"/>
                <a:cs typeface="Noto Sans KR"/>
              </a:defRPr>
            </a:lvl8pPr>
            <a:lvl9pPr algn="l">
              <a:defRPr sz="1500" b="0">
                <a:solidFill>
                  <a:srgbClr val="262824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l">
              <a:lnSpc>
                <a:spcPct val="148000"/>
              </a:lnSpc>
              <a:buNone/>
              <a:defRPr sz="1500" b="0">
                <a:solidFill>
                  <a:srgbClr val="262824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>
                <a:solidFill>
                  <a:srgbClr val="262824"/>
                </a:solidFill>
                <a:latin typeface="Noto Sans KR"/>
                <a:ea typeface="Noto Sans KR"/>
                <a:cs typeface="Noto Sans KR"/>
              </a:rPr>
              <a:t>자산 비교</a:t>
            </a:r>
          </a:p>
        </p:txBody>
      </p:sp>
      <p:sp>
        <p:nvSpPr>
          <p:cNvPr id="5" name="배당 관리">
            <a:extLst xmlns:a="http://schemas.openxmlformats.org/drawingml/2006/main">
              <a:ext uri="{FF2B5EF4-FFF2-40B4-BE49-F238E27FC236}">
                <a16:creationId xmlns:a16="http://schemas.microsoft.com/office/drawing/2014/main" id="{4F46B309-61C2-4EF3-BA53-B2C17F100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66725"/>
            <a:ext cx="15716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1500" b="0">
                <a:solidFill>
                  <a:srgbClr val="77786F"/>
                </a:solidFill>
                <a:latin typeface="Noto Sans KR"/>
                <a:ea typeface="Noto Sans KR"/>
                <a:cs typeface="Noto Sans KR"/>
              </a:defRPr>
            </a:defPPr>
            <a:lvl1pPr algn="l">
              <a:defRPr sz="1500" b="0">
                <a:solidFill>
                  <a:srgbClr val="77786F"/>
                </a:solidFill>
                <a:latin typeface="Noto Sans KR"/>
                <a:ea typeface="Noto Sans KR"/>
                <a:cs typeface="Noto Sans KR"/>
              </a:defRPr>
            </a:lvl1pPr>
            <a:lvl2pPr algn="l">
              <a:defRPr sz="1500" b="0">
                <a:solidFill>
                  <a:srgbClr val="77786F"/>
                </a:solidFill>
                <a:latin typeface="Noto Sans KR"/>
                <a:ea typeface="Noto Sans KR"/>
                <a:cs typeface="Noto Sans KR"/>
              </a:defRPr>
            </a:lvl2pPr>
            <a:lvl3pPr algn="l">
              <a:defRPr sz="1500" b="0">
                <a:solidFill>
                  <a:srgbClr val="77786F"/>
                </a:solidFill>
                <a:latin typeface="Noto Sans KR"/>
                <a:ea typeface="Noto Sans KR"/>
                <a:cs typeface="Noto Sans KR"/>
              </a:defRPr>
            </a:lvl3pPr>
            <a:lvl4pPr algn="l">
              <a:defRPr sz="1500" b="0">
                <a:solidFill>
                  <a:srgbClr val="77786F"/>
                </a:solidFill>
                <a:latin typeface="Noto Sans KR"/>
                <a:ea typeface="Noto Sans KR"/>
                <a:cs typeface="Noto Sans KR"/>
              </a:defRPr>
            </a:lvl4pPr>
            <a:lvl5pPr algn="l">
              <a:defRPr sz="1500" b="0">
                <a:solidFill>
                  <a:srgbClr val="77786F"/>
                </a:solidFill>
                <a:latin typeface="Noto Sans KR"/>
                <a:ea typeface="Noto Sans KR"/>
                <a:cs typeface="Noto Sans KR"/>
              </a:defRPr>
            </a:lvl5pPr>
            <a:lvl6pPr algn="l">
              <a:defRPr sz="1500" b="0">
                <a:solidFill>
                  <a:srgbClr val="77786F"/>
                </a:solidFill>
                <a:latin typeface="Noto Sans KR"/>
                <a:ea typeface="Noto Sans KR"/>
                <a:cs typeface="Noto Sans KR"/>
              </a:defRPr>
            </a:lvl6pPr>
            <a:lvl7pPr algn="l">
              <a:defRPr sz="1500" b="0">
                <a:solidFill>
                  <a:srgbClr val="77786F"/>
                </a:solidFill>
                <a:latin typeface="Noto Sans KR"/>
                <a:ea typeface="Noto Sans KR"/>
                <a:cs typeface="Noto Sans KR"/>
              </a:defRPr>
            </a:lvl7pPr>
            <a:lvl8pPr algn="l">
              <a:defRPr sz="1500" b="0">
                <a:solidFill>
                  <a:srgbClr val="77786F"/>
                </a:solidFill>
                <a:latin typeface="Noto Sans KR"/>
                <a:ea typeface="Noto Sans KR"/>
                <a:cs typeface="Noto Sans KR"/>
              </a:defRPr>
            </a:lvl8pPr>
            <a:lvl9pPr algn="l">
              <a:defRPr sz="1500" b="0">
                <a:solidFill>
                  <a:srgbClr val="77786F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l">
              <a:lnSpc>
                <a:spcPct val="148000"/>
              </a:lnSpc>
              <a:buNone/>
              <a:defRPr sz="1500" b="0">
                <a:solidFill>
                  <a:srgbClr val="77786F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>
                <a:solidFill>
                  <a:srgbClr val="77786F"/>
                </a:solidFill>
                <a:latin typeface="Noto Sans KR"/>
                <a:ea typeface="Noto Sans KR"/>
                <a:cs typeface="Noto Sans KR"/>
              </a:rPr>
              <a:t>배당 관리</a:t>
            </a:r>
          </a:p>
        </p:txBody>
      </p:sp>
      <p:sp>
        <p:nvSpPr>
          <p:cNvPr id="6" name="분산 투자">
            <a:extLst xmlns:a="http://schemas.openxmlformats.org/drawingml/2006/main">
              <a:ext uri="{FF2B5EF4-FFF2-40B4-BE49-F238E27FC236}">
                <a16:creationId xmlns:a16="http://schemas.microsoft.com/office/drawing/2014/main" id="{64A4DE22-721B-4040-A9DA-478E13CF8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06375" y="466725"/>
            <a:ext cx="15716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1500" b="0">
                <a:solidFill>
                  <a:srgbClr val="77786F"/>
                </a:solidFill>
                <a:latin typeface="Noto Sans KR"/>
                <a:ea typeface="Noto Sans KR"/>
                <a:cs typeface="Noto Sans KR"/>
              </a:defRPr>
            </a:defPPr>
            <a:lvl1pPr algn="l">
              <a:defRPr sz="1500" b="0">
                <a:solidFill>
                  <a:srgbClr val="77786F"/>
                </a:solidFill>
                <a:latin typeface="Noto Sans KR"/>
                <a:ea typeface="Noto Sans KR"/>
                <a:cs typeface="Noto Sans KR"/>
              </a:defRPr>
            </a:lvl1pPr>
            <a:lvl2pPr algn="l">
              <a:defRPr sz="1500" b="0">
                <a:solidFill>
                  <a:srgbClr val="77786F"/>
                </a:solidFill>
                <a:latin typeface="Noto Sans KR"/>
                <a:ea typeface="Noto Sans KR"/>
                <a:cs typeface="Noto Sans KR"/>
              </a:defRPr>
            </a:lvl2pPr>
            <a:lvl3pPr algn="l">
              <a:defRPr sz="1500" b="0">
                <a:solidFill>
                  <a:srgbClr val="77786F"/>
                </a:solidFill>
                <a:latin typeface="Noto Sans KR"/>
                <a:ea typeface="Noto Sans KR"/>
                <a:cs typeface="Noto Sans KR"/>
              </a:defRPr>
            </a:lvl3pPr>
            <a:lvl4pPr algn="l">
              <a:defRPr sz="1500" b="0">
                <a:solidFill>
                  <a:srgbClr val="77786F"/>
                </a:solidFill>
                <a:latin typeface="Noto Sans KR"/>
                <a:ea typeface="Noto Sans KR"/>
                <a:cs typeface="Noto Sans KR"/>
              </a:defRPr>
            </a:lvl4pPr>
            <a:lvl5pPr algn="l">
              <a:defRPr sz="1500" b="0">
                <a:solidFill>
                  <a:srgbClr val="77786F"/>
                </a:solidFill>
                <a:latin typeface="Noto Sans KR"/>
                <a:ea typeface="Noto Sans KR"/>
                <a:cs typeface="Noto Sans KR"/>
              </a:defRPr>
            </a:lvl5pPr>
            <a:lvl6pPr algn="l">
              <a:defRPr sz="1500" b="0">
                <a:solidFill>
                  <a:srgbClr val="77786F"/>
                </a:solidFill>
                <a:latin typeface="Noto Sans KR"/>
                <a:ea typeface="Noto Sans KR"/>
                <a:cs typeface="Noto Sans KR"/>
              </a:defRPr>
            </a:lvl6pPr>
            <a:lvl7pPr algn="l">
              <a:defRPr sz="1500" b="0">
                <a:solidFill>
                  <a:srgbClr val="77786F"/>
                </a:solidFill>
                <a:latin typeface="Noto Sans KR"/>
                <a:ea typeface="Noto Sans KR"/>
                <a:cs typeface="Noto Sans KR"/>
              </a:defRPr>
            </a:lvl7pPr>
            <a:lvl8pPr algn="l">
              <a:defRPr sz="1500" b="0">
                <a:solidFill>
                  <a:srgbClr val="77786F"/>
                </a:solidFill>
                <a:latin typeface="Noto Sans KR"/>
                <a:ea typeface="Noto Sans KR"/>
                <a:cs typeface="Noto Sans KR"/>
              </a:defRPr>
            </a:lvl8pPr>
            <a:lvl9pPr algn="l">
              <a:defRPr sz="1500" b="0">
                <a:solidFill>
                  <a:srgbClr val="77786F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l">
              <a:lnSpc>
                <a:spcPct val="148000"/>
              </a:lnSpc>
              <a:buNone/>
              <a:defRPr sz="1500" b="0">
                <a:solidFill>
                  <a:srgbClr val="77786F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>
                <a:solidFill>
                  <a:srgbClr val="77786F"/>
                </a:solidFill>
                <a:latin typeface="Noto Sans KR"/>
                <a:ea typeface="Noto Sans KR"/>
                <a:cs typeface="Noto Sans KR"/>
              </a:rPr>
              <a:t>분산 투자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4D35A05-E6B7-49D7-AE1B-8B9B05862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781050"/>
            <a:ext cx="8972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9BBB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EDF2067-67BA-49C1-968B-C715CCC3D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781050"/>
            <a:ext cx="1571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18513D"/>
            </a:solidFill>
            <a:prstDash val="solid"/>
          </a:ln>
        </p:spPr>
      </p:sp>
      <p:sp>
        <p:nvSpPr>
          <p:cNvPr id="9" name="03">
            <a:extLst xmlns:a="http://schemas.openxmlformats.org/drawingml/2006/main">
              <a:ext uri="{FF2B5EF4-FFF2-40B4-BE49-F238E27FC236}">
                <a16:creationId xmlns:a16="http://schemas.microsoft.com/office/drawing/2014/main" id="{5EC664A0-1A76-47CB-9641-3CA2F1C6D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68425" y="10239375"/>
            <a:ext cx="4762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1350" b="0">
                <a:solidFill>
                  <a:srgbClr val="77786F"/>
                </a:solidFill>
                <a:latin typeface="Noto Sans KR"/>
                <a:ea typeface="Noto Sans KR"/>
                <a:cs typeface="Noto Sans KR"/>
              </a:defRPr>
            </a:defPPr>
            <a:lvl1pPr algn="l">
              <a:defRPr sz="1350" b="0">
                <a:solidFill>
                  <a:srgbClr val="77786F"/>
                </a:solidFill>
                <a:latin typeface="Noto Sans KR"/>
                <a:ea typeface="Noto Sans KR"/>
                <a:cs typeface="Noto Sans KR"/>
              </a:defRPr>
            </a:lvl1pPr>
            <a:lvl2pPr algn="l">
              <a:defRPr sz="1350" b="0">
                <a:solidFill>
                  <a:srgbClr val="77786F"/>
                </a:solidFill>
                <a:latin typeface="Noto Sans KR"/>
                <a:ea typeface="Noto Sans KR"/>
                <a:cs typeface="Noto Sans KR"/>
              </a:defRPr>
            </a:lvl2pPr>
            <a:lvl3pPr algn="l">
              <a:defRPr sz="1350" b="0">
                <a:solidFill>
                  <a:srgbClr val="77786F"/>
                </a:solidFill>
                <a:latin typeface="Noto Sans KR"/>
                <a:ea typeface="Noto Sans KR"/>
                <a:cs typeface="Noto Sans KR"/>
              </a:defRPr>
            </a:lvl3pPr>
            <a:lvl4pPr algn="l">
              <a:defRPr sz="1350" b="0">
                <a:solidFill>
                  <a:srgbClr val="77786F"/>
                </a:solidFill>
                <a:latin typeface="Noto Sans KR"/>
                <a:ea typeface="Noto Sans KR"/>
                <a:cs typeface="Noto Sans KR"/>
              </a:defRPr>
            </a:lvl4pPr>
            <a:lvl5pPr algn="l">
              <a:defRPr sz="1350" b="0">
                <a:solidFill>
                  <a:srgbClr val="77786F"/>
                </a:solidFill>
                <a:latin typeface="Noto Sans KR"/>
                <a:ea typeface="Noto Sans KR"/>
                <a:cs typeface="Noto Sans KR"/>
              </a:defRPr>
            </a:lvl5pPr>
            <a:lvl6pPr algn="l">
              <a:defRPr sz="1350" b="0">
                <a:solidFill>
                  <a:srgbClr val="77786F"/>
                </a:solidFill>
                <a:latin typeface="Noto Sans KR"/>
                <a:ea typeface="Noto Sans KR"/>
                <a:cs typeface="Noto Sans KR"/>
              </a:defRPr>
            </a:lvl6pPr>
            <a:lvl7pPr algn="l">
              <a:defRPr sz="1350" b="0">
                <a:solidFill>
                  <a:srgbClr val="77786F"/>
                </a:solidFill>
                <a:latin typeface="Noto Sans KR"/>
                <a:ea typeface="Noto Sans KR"/>
                <a:cs typeface="Noto Sans KR"/>
              </a:defRPr>
            </a:lvl7pPr>
            <a:lvl8pPr algn="l">
              <a:defRPr sz="1350" b="0">
                <a:solidFill>
                  <a:srgbClr val="77786F"/>
                </a:solidFill>
                <a:latin typeface="Noto Sans KR"/>
                <a:ea typeface="Noto Sans KR"/>
                <a:cs typeface="Noto Sans KR"/>
              </a:defRPr>
            </a:lvl8pPr>
            <a:lvl9pPr algn="l">
              <a:defRPr sz="1350" b="0">
                <a:solidFill>
                  <a:srgbClr val="77786F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l">
              <a:lnSpc>
                <a:spcPct val="148000"/>
              </a:lnSpc>
              <a:buNone/>
              <a:defRPr sz="1350" b="0">
                <a:solidFill>
                  <a:srgbClr val="77786F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77786F"/>
                </a:solidFill>
                <a:latin typeface="Noto Sans KR"/>
                <a:ea typeface="Noto Sans KR"/>
                <a:cs typeface="Noto Sans KR"/>
              </a:rPr>
              <a:t>03</a:t>
            </a:r>
          </a:p>
        </p:txBody>
      </p:sp>
      <p:sp>
        <p:nvSpPr>
          <p:cNvPr id="10" name="heading">
            <a:extLst xmlns:a="http://schemas.openxmlformats.org/drawingml/2006/main">
              <a:ext uri="{FF2B5EF4-FFF2-40B4-BE49-F238E27FC236}">
                <a16:creationId xmlns:a16="http://schemas.microsoft.com/office/drawing/2014/main" id="{60C4BC44-7BB1-4D56-A510-6F53A5834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1676400"/>
            <a:ext cx="4286250" cy="1019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3075" b="0">
                <a:solidFill>
                  <a:srgbClr val="262824"/>
                </a:solidFill>
                <a:latin typeface="Noto Sans KR"/>
                <a:ea typeface="Noto Sans KR"/>
                <a:cs typeface="Noto Sans KR"/>
              </a:defRPr>
            </a:defPPr>
            <a:lvl1pPr algn="l">
              <a:defRPr sz="3075" b="0">
                <a:solidFill>
                  <a:srgbClr val="262824"/>
                </a:solidFill>
                <a:latin typeface="Noto Sans KR"/>
                <a:ea typeface="Noto Sans KR"/>
                <a:cs typeface="Noto Sans KR"/>
              </a:defRPr>
            </a:lvl1pPr>
            <a:lvl2pPr algn="l">
              <a:defRPr sz="3075" b="0">
                <a:solidFill>
                  <a:srgbClr val="262824"/>
                </a:solidFill>
                <a:latin typeface="Noto Sans KR"/>
                <a:ea typeface="Noto Sans KR"/>
                <a:cs typeface="Noto Sans KR"/>
              </a:defRPr>
            </a:lvl2pPr>
            <a:lvl3pPr algn="l">
              <a:defRPr sz="3075" b="0">
                <a:solidFill>
                  <a:srgbClr val="262824"/>
                </a:solidFill>
                <a:latin typeface="Noto Sans KR"/>
                <a:ea typeface="Noto Sans KR"/>
                <a:cs typeface="Noto Sans KR"/>
              </a:defRPr>
            </a:lvl3pPr>
            <a:lvl4pPr algn="l">
              <a:defRPr sz="3075" b="0">
                <a:solidFill>
                  <a:srgbClr val="262824"/>
                </a:solidFill>
                <a:latin typeface="Noto Sans KR"/>
                <a:ea typeface="Noto Sans KR"/>
                <a:cs typeface="Noto Sans KR"/>
              </a:defRPr>
            </a:lvl4pPr>
            <a:lvl5pPr algn="l">
              <a:defRPr sz="3075" b="0">
                <a:solidFill>
                  <a:srgbClr val="262824"/>
                </a:solidFill>
                <a:latin typeface="Noto Sans KR"/>
                <a:ea typeface="Noto Sans KR"/>
                <a:cs typeface="Noto Sans KR"/>
              </a:defRPr>
            </a:lvl5pPr>
            <a:lvl6pPr algn="l">
              <a:defRPr sz="3075" b="0">
                <a:solidFill>
                  <a:srgbClr val="262824"/>
                </a:solidFill>
                <a:latin typeface="Noto Sans KR"/>
                <a:ea typeface="Noto Sans KR"/>
                <a:cs typeface="Noto Sans KR"/>
              </a:defRPr>
            </a:lvl6pPr>
            <a:lvl7pPr algn="l">
              <a:defRPr sz="3075" b="0">
                <a:solidFill>
                  <a:srgbClr val="262824"/>
                </a:solidFill>
                <a:latin typeface="Noto Sans KR"/>
                <a:ea typeface="Noto Sans KR"/>
                <a:cs typeface="Noto Sans KR"/>
              </a:defRPr>
            </a:lvl7pPr>
            <a:lvl8pPr algn="l">
              <a:defRPr sz="3075" b="0">
                <a:solidFill>
                  <a:srgbClr val="262824"/>
                </a:solidFill>
                <a:latin typeface="Noto Sans KR"/>
                <a:ea typeface="Noto Sans KR"/>
                <a:cs typeface="Noto Sans KR"/>
              </a:defRPr>
            </a:lvl8pPr>
            <a:lvl9pPr algn="l">
              <a:defRPr sz="3075" b="0">
                <a:solidFill>
                  <a:srgbClr val="262824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l">
              <a:lnSpc>
                <a:spcPct val="123000"/>
              </a:lnSpc>
              <a:buNone/>
              <a:defRPr sz="3075" b="0">
                <a:solidFill>
                  <a:srgbClr val="262824"/>
                </a:solidFill>
                <a:latin typeface="Noto Sans KR"/>
                <a:ea typeface="Noto Sans KR"/>
                <a:cs typeface="Noto Sans KR"/>
              </a:defRPr>
            </a:pPr>
            <a:r>
              <a:rPr sz="3075" b="0">
                <a:solidFill>
                  <a:srgbClr val="262824"/>
                </a:solidFill>
                <a:latin typeface="Noto Sans KR"/>
                <a:ea typeface="Noto Sans KR"/>
                <a:cs typeface="Noto Sans KR"/>
              </a:rPr>
              <a:t>초기 구간의</a:t>
            </a:r>
          </a:p>
          <a:p xmlns:a="http://schemas.openxmlformats.org/drawingml/2006/main">
            <a:pPr algn="l">
              <a:lnSpc>
                <a:spcPct val="123000"/>
              </a:lnSpc>
              <a:buNone/>
              <a:defRPr sz="3075" b="0">
                <a:solidFill>
                  <a:srgbClr val="262824"/>
                </a:solidFill>
                <a:latin typeface="Noto Sans KR"/>
                <a:ea typeface="Noto Sans KR"/>
                <a:cs typeface="Noto Sans KR"/>
              </a:defRPr>
            </a:pPr>
            <a:r>
              <a:rPr sz="3075" b="0">
                <a:solidFill>
                  <a:srgbClr val="262824"/>
                </a:solidFill>
                <a:latin typeface="Noto Sans KR"/>
                <a:ea typeface="Noto Sans KR"/>
                <a:cs typeface="Noto Sans KR"/>
              </a:rPr>
              <a:t>자산 변화</a:t>
            </a:r>
          </a:p>
        </p:txBody>
      </p:sp>
      <p:sp>
        <p:nvSpPr>
          <p:cNvPr id="11" name="월 10만원을 2012년부터 계속 적립한 계좌입니다. 위 ">
            <a:extLst xmlns:a="http://schemas.openxmlformats.org/drawingml/2006/main">
              <a:ext uri="{FF2B5EF4-FFF2-40B4-BE49-F238E27FC236}">
                <a16:creationId xmlns:a16="http://schemas.microsoft.com/office/drawing/2014/main" id="{93A8DB4C-95C3-4C6B-9470-DC6EBF557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3000375"/>
            <a:ext cx="4286250" cy="1819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1875" b="0">
                <a:solidFill>
                  <a:srgbClr val="262824"/>
                </a:solidFill>
                <a:latin typeface="Noto Sans KR"/>
                <a:ea typeface="Noto Sans KR"/>
                <a:cs typeface="Noto Sans KR"/>
              </a:defRPr>
            </a:defPPr>
            <a:lvl1pPr algn="l">
              <a:defRPr sz="1875" b="0">
                <a:solidFill>
                  <a:srgbClr val="262824"/>
                </a:solidFill>
                <a:latin typeface="Noto Sans KR"/>
                <a:ea typeface="Noto Sans KR"/>
                <a:cs typeface="Noto Sans KR"/>
              </a:defRPr>
            </a:lvl1pPr>
            <a:lvl2pPr algn="l">
              <a:defRPr sz="1875" b="0">
                <a:solidFill>
                  <a:srgbClr val="262824"/>
                </a:solidFill>
                <a:latin typeface="Noto Sans KR"/>
                <a:ea typeface="Noto Sans KR"/>
                <a:cs typeface="Noto Sans KR"/>
              </a:defRPr>
            </a:lvl2pPr>
            <a:lvl3pPr algn="l">
              <a:defRPr sz="1875" b="0">
                <a:solidFill>
                  <a:srgbClr val="262824"/>
                </a:solidFill>
                <a:latin typeface="Noto Sans KR"/>
                <a:ea typeface="Noto Sans KR"/>
                <a:cs typeface="Noto Sans KR"/>
              </a:defRPr>
            </a:lvl3pPr>
            <a:lvl4pPr algn="l">
              <a:defRPr sz="1875" b="0">
                <a:solidFill>
                  <a:srgbClr val="262824"/>
                </a:solidFill>
                <a:latin typeface="Noto Sans KR"/>
                <a:ea typeface="Noto Sans KR"/>
                <a:cs typeface="Noto Sans KR"/>
              </a:defRPr>
            </a:lvl4pPr>
            <a:lvl5pPr algn="l">
              <a:defRPr sz="1875" b="0">
                <a:solidFill>
                  <a:srgbClr val="262824"/>
                </a:solidFill>
                <a:latin typeface="Noto Sans KR"/>
                <a:ea typeface="Noto Sans KR"/>
                <a:cs typeface="Noto Sans KR"/>
              </a:defRPr>
            </a:lvl5pPr>
            <a:lvl6pPr algn="l">
              <a:defRPr sz="1875" b="0">
                <a:solidFill>
                  <a:srgbClr val="262824"/>
                </a:solidFill>
                <a:latin typeface="Noto Sans KR"/>
                <a:ea typeface="Noto Sans KR"/>
                <a:cs typeface="Noto Sans KR"/>
              </a:defRPr>
            </a:lvl6pPr>
            <a:lvl7pPr algn="l">
              <a:defRPr sz="1875" b="0">
                <a:solidFill>
                  <a:srgbClr val="262824"/>
                </a:solidFill>
                <a:latin typeface="Noto Sans KR"/>
                <a:ea typeface="Noto Sans KR"/>
                <a:cs typeface="Noto Sans KR"/>
              </a:defRPr>
            </a:lvl7pPr>
            <a:lvl8pPr algn="l">
              <a:defRPr sz="1875" b="0">
                <a:solidFill>
                  <a:srgbClr val="262824"/>
                </a:solidFill>
                <a:latin typeface="Noto Sans KR"/>
                <a:ea typeface="Noto Sans KR"/>
                <a:cs typeface="Noto Sans KR"/>
              </a:defRPr>
            </a:lvl8pPr>
            <a:lvl9pPr algn="l">
              <a:defRPr sz="1875" b="0">
                <a:solidFill>
                  <a:srgbClr val="262824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l">
              <a:lnSpc>
                <a:spcPct val="148000"/>
              </a:lnSpc>
              <a:buNone/>
              <a:defRPr sz="1875" b="0">
                <a:solidFill>
                  <a:srgbClr val="262824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0">
                <a:solidFill>
                  <a:srgbClr val="262824"/>
                </a:solidFill>
                <a:latin typeface="Noto Sans KR"/>
                <a:ea typeface="Noto Sans KR"/>
                <a:cs typeface="Noto Sans KR"/>
              </a:rPr>
              <a:t>월 10만원을 2012년부터 계속 적립한</a:t>
            </a:r>
          </a:p>
          <a:p xmlns:a="http://schemas.openxmlformats.org/drawingml/2006/main">
            <a:pPr algn="l">
              <a:lnSpc>
                <a:spcPct val="148000"/>
              </a:lnSpc>
              <a:buNone/>
              <a:defRPr sz="1875" b="0">
                <a:solidFill>
                  <a:srgbClr val="262824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0">
                <a:solidFill>
                  <a:srgbClr val="262824"/>
                </a:solidFill>
                <a:latin typeface="Noto Sans KR"/>
                <a:ea typeface="Noto Sans KR"/>
                <a:cs typeface="Noto Sans KR"/>
              </a:rPr>
              <a:t>계좌입니다. 위 그래프는 시작 후 3년,</a:t>
            </a:r>
          </a:p>
          <a:p xmlns:a="http://schemas.openxmlformats.org/drawingml/2006/main">
            <a:pPr algn="l">
              <a:lnSpc>
                <a:spcPct val="148000"/>
              </a:lnSpc>
              <a:buNone/>
              <a:defRPr sz="1875" b="0">
                <a:solidFill>
                  <a:srgbClr val="262824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0">
                <a:solidFill>
                  <a:srgbClr val="262824"/>
                </a:solidFill>
                <a:latin typeface="Noto Sans KR"/>
                <a:ea typeface="Noto Sans KR"/>
                <a:cs typeface="Noto Sans KR"/>
              </a:rPr>
              <a:t>아래는 2019~2020년만 따로 보여줍니다.</a:t>
            </a:r>
          </a:p>
          <a:p xmlns:a="http://schemas.openxmlformats.org/drawingml/2006/main">
            <a:pPr algn="l">
              <a:lnSpc>
                <a:spcPct val="148000"/>
              </a:lnSpc>
              <a:buNone/>
              <a:defRPr sz="1875" b="0">
                <a:solidFill>
                  <a:srgbClr val="262824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0">
                <a:solidFill>
                  <a:srgbClr val="262824"/>
                </a:solidFill>
                <a:latin typeface="Noto Sans KR"/>
                <a:ea typeface="Noto Sans KR"/>
                <a:cs typeface="Noto Sans KR"/>
              </a:rPr>
              <a:t>아래 구간에서 납입을 새로 시작한 것은</a:t>
            </a:r>
          </a:p>
          <a:p xmlns:a="http://schemas.openxmlformats.org/drawingml/2006/main">
            <a:pPr algn="l">
              <a:lnSpc>
                <a:spcPct val="148000"/>
              </a:lnSpc>
              <a:buNone/>
              <a:defRPr sz="1875" b="0">
                <a:solidFill>
                  <a:srgbClr val="262824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0">
                <a:solidFill>
                  <a:srgbClr val="262824"/>
                </a:solidFill>
                <a:latin typeface="Noto Sans KR"/>
                <a:ea typeface="Noto Sans KR"/>
                <a:cs typeface="Noto Sans KR"/>
              </a:rPr>
              <a:t>아닙니다.</a:t>
            </a:r>
          </a:p>
        </p:txBody>
      </p:sp>
      <p:sp>
        <p:nvSpPr>
          <p:cNvPr id="12" name="두 구간은 자산 크기가 달라 세로축을 각각 잡았습니다. 선">
            <a:extLst xmlns:a="http://schemas.openxmlformats.org/drawingml/2006/main">
              <a:ext uri="{FF2B5EF4-FFF2-40B4-BE49-F238E27FC236}">
                <a16:creationId xmlns:a16="http://schemas.microsoft.com/office/drawing/2014/main" id="{604B0529-6886-405E-94E4-C3502B238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5334000"/>
            <a:ext cx="4286250" cy="1819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1875" b="0">
                <a:solidFill>
                  <a:srgbClr val="262824"/>
                </a:solidFill>
                <a:latin typeface="Noto Sans KR"/>
                <a:ea typeface="Noto Sans KR"/>
                <a:cs typeface="Noto Sans KR"/>
              </a:defRPr>
            </a:defPPr>
            <a:lvl1pPr algn="l">
              <a:defRPr sz="1875" b="0">
                <a:solidFill>
                  <a:srgbClr val="262824"/>
                </a:solidFill>
                <a:latin typeface="Noto Sans KR"/>
                <a:ea typeface="Noto Sans KR"/>
                <a:cs typeface="Noto Sans KR"/>
              </a:defRPr>
            </a:lvl1pPr>
            <a:lvl2pPr algn="l">
              <a:defRPr sz="1875" b="0">
                <a:solidFill>
                  <a:srgbClr val="262824"/>
                </a:solidFill>
                <a:latin typeface="Noto Sans KR"/>
                <a:ea typeface="Noto Sans KR"/>
                <a:cs typeface="Noto Sans KR"/>
              </a:defRPr>
            </a:lvl2pPr>
            <a:lvl3pPr algn="l">
              <a:defRPr sz="1875" b="0">
                <a:solidFill>
                  <a:srgbClr val="262824"/>
                </a:solidFill>
                <a:latin typeface="Noto Sans KR"/>
                <a:ea typeface="Noto Sans KR"/>
                <a:cs typeface="Noto Sans KR"/>
              </a:defRPr>
            </a:lvl3pPr>
            <a:lvl4pPr algn="l">
              <a:defRPr sz="1875" b="0">
                <a:solidFill>
                  <a:srgbClr val="262824"/>
                </a:solidFill>
                <a:latin typeface="Noto Sans KR"/>
                <a:ea typeface="Noto Sans KR"/>
                <a:cs typeface="Noto Sans KR"/>
              </a:defRPr>
            </a:lvl4pPr>
            <a:lvl5pPr algn="l">
              <a:defRPr sz="1875" b="0">
                <a:solidFill>
                  <a:srgbClr val="262824"/>
                </a:solidFill>
                <a:latin typeface="Noto Sans KR"/>
                <a:ea typeface="Noto Sans KR"/>
                <a:cs typeface="Noto Sans KR"/>
              </a:defRPr>
            </a:lvl5pPr>
            <a:lvl6pPr algn="l">
              <a:defRPr sz="1875" b="0">
                <a:solidFill>
                  <a:srgbClr val="262824"/>
                </a:solidFill>
                <a:latin typeface="Noto Sans KR"/>
                <a:ea typeface="Noto Sans KR"/>
                <a:cs typeface="Noto Sans KR"/>
              </a:defRPr>
            </a:lvl6pPr>
            <a:lvl7pPr algn="l">
              <a:defRPr sz="1875" b="0">
                <a:solidFill>
                  <a:srgbClr val="262824"/>
                </a:solidFill>
                <a:latin typeface="Noto Sans KR"/>
                <a:ea typeface="Noto Sans KR"/>
                <a:cs typeface="Noto Sans KR"/>
              </a:defRPr>
            </a:lvl7pPr>
            <a:lvl8pPr algn="l">
              <a:defRPr sz="1875" b="0">
                <a:solidFill>
                  <a:srgbClr val="262824"/>
                </a:solidFill>
                <a:latin typeface="Noto Sans KR"/>
                <a:ea typeface="Noto Sans KR"/>
                <a:cs typeface="Noto Sans KR"/>
              </a:defRPr>
            </a:lvl8pPr>
            <a:lvl9pPr algn="l">
              <a:defRPr sz="1875" b="0">
                <a:solidFill>
                  <a:srgbClr val="262824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l">
              <a:lnSpc>
                <a:spcPct val="148000"/>
              </a:lnSpc>
              <a:buNone/>
              <a:defRPr sz="1875" b="0">
                <a:solidFill>
                  <a:srgbClr val="262824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0">
                <a:solidFill>
                  <a:srgbClr val="262824"/>
                </a:solidFill>
                <a:latin typeface="Noto Sans KR"/>
                <a:ea typeface="Noto Sans KR"/>
                <a:cs typeface="Noto Sans KR"/>
              </a:rPr>
              <a:t>두 구간은 자산 크기가 달라 세로축을 각각</a:t>
            </a:r>
          </a:p>
          <a:p xmlns:a="http://schemas.openxmlformats.org/drawingml/2006/main">
            <a:pPr algn="l">
              <a:lnSpc>
                <a:spcPct val="148000"/>
              </a:lnSpc>
              <a:buNone/>
              <a:defRPr sz="1875" b="0">
                <a:solidFill>
                  <a:srgbClr val="262824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0">
                <a:solidFill>
                  <a:srgbClr val="262824"/>
                </a:solidFill>
                <a:latin typeface="Noto Sans KR"/>
                <a:ea typeface="Noto Sans KR"/>
                <a:cs typeface="Noto Sans KR"/>
              </a:rPr>
              <a:t>잡았습니다. 선은 월말 평가액이고, 색은 두</a:t>
            </a:r>
          </a:p>
          <a:p xmlns:a="http://schemas.openxmlformats.org/drawingml/2006/main">
            <a:pPr algn="l">
              <a:lnSpc>
                <a:spcPct val="148000"/>
              </a:lnSpc>
              <a:buNone/>
              <a:defRPr sz="1875" b="0">
                <a:solidFill>
                  <a:srgbClr val="262824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0">
                <a:solidFill>
                  <a:srgbClr val="262824"/>
                </a:solidFill>
                <a:latin typeface="Noto Sans KR"/>
                <a:ea typeface="Noto Sans KR"/>
                <a:cs typeface="Noto Sans KR"/>
              </a:rPr>
              <a:t>그래프에서 같습니다. 각 구간의 마지막</a:t>
            </a:r>
          </a:p>
          <a:p xmlns:a="http://schemas.openxmlformats.org/drawingml/2006/main">
            <a:pPr algn="l">
              <a:lnSpc>
                <a:spcPct val="148000"/>
              </a:lnSpc>
              <a:buNone/>
              <a:defRPr sz="1875" b="0">
                <a:solidFill>
                  <a:srgbClr val="262824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0">
                <a:solidFill>
                  <a:srgbClr val="262824"/>
                </a:solidFill>
                <a:latin typeface="Noto Sans KR"/>
                <a:ea typeface="Noto Sans KR"/>
                <a:cs typeface="Noto Sans KR"/>
              </a:rPr>
              <a:t>금액은 아래 표에서 바로 확인할 수</a:t>
            </a:r>
          </a:p>
          <a:p xmlns:a="http://schemas.openxmlformats.org/drawingml/2006/main">
            <a:pPr algn="l">
              <a:lnSpc>
                <a:spcPct val="148000"/>
              </a:lnSpc>
              <a:buNone/>
              <a:defRPr sz="1875" b="0">
                <a:solidFill>
                  <a:srgbClr val="262824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0">
                <a:solidFill>
                  <a:srgbClr val="262824"/>
                </a:solidFill>
                <a:latin typeface="Noto Sans KR"/>
                <a:ea typeface="Noto Sans KR"/>
                <a:cs typeface="Noto Sans KR"/>
              </a:rPr>
              <a:t>있습니다.</a:t>
            </a:r>
          </a:p>
        </p:txBody>
      </p:sp>
      <p:graphicFrame>
        <p:nvGraphicFrame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7C98460-A474-42B6-8DFB-F97F049365D3}"/>
              </a:ext>
            </a:extLst>
          </p:cNvPr>
          <p:cNvGraphicFramePr/>
          <p:nvPr/>
        </p:nvGraphicFramePr>
        <p:xfrm>
          <a:off xmlns:a="http://schemas.openxmlformats.org/drawingml/2006/main" x="790575" y="7620000"/>
          <a:ext xmlns:a="http://schemas.openxmlformats.org/drawingml/2006/main" cx="4286250" cy="22288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809750"/>
                <a:gridCol w="1238250"/>
                <a:gridCol w="1238250"/>
              </a:tblGrid>
              <a:tr h="514350">
                <a:tc>
                  <a:txBody>
                    <a:bodyPr wrap="none"/>
                    <a:lstStyle/>
                    <a:p>
                      <a:pPr algn="l">
                        <a:lnSpc>
                          <a:spcPct val="118000"/>
                        </a:lnSpc>
                        <a:buNone/>
                      </a:pPr>
                      <a:r>
                        <a:rPr sz="1575" b="1">
                          <a:solidFill>
                            <a:srgbClr val="18513D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평가액 · 만원</a:t>
                      </a:r>
                    </a:p>
                  </a:txBody>
                  <a:tcPr marL="85725" marR="85725" marT="47625" marB="47625" anchor="ctr">
                    <a:lnL w="0">
                      <a:solidFill>
                        <a:srgbClr val="FFFFFF"/>
                      </a:solidFill>
                      <a:prstDash val="solid"/>
                    </a:lnL>
                    <a:lnR w="0">
                      <a:solidFill>
                        <a:srgbClr val="FFFFFF"/>
                      </a:solidFill>
                      <a:prstDash val="solid"/>
                    </a:lnR>
                    <a:lnT w="0">
                      <a:solidFill>
                        <a:srgbClr val="FFFFFF"/>
                      </a:solidFill>
                      <a:prstDash val="solid"/>
                    </a:lnT>
                    <a:lnB w="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>
                        <a:lnSpc>
                          <a:spcPct val="118000"/>
                        </a:lnSpc>
                        <a:buNone/>
                      </a:pPr>
                      <a:r>
                        <a:rPr sz="1575" b="1">
                          <a:solidFill>
                            <a:srgbClr val="18513D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2014년 말</a:t>
                      </a:r>
                    </a:p>
                  </a:txBody>
                  <a:tcPr marL="85725" marR="85725" marT="47625" marB="47625" anchor="ctr">
                    <a:lnR w="0">
                      <a:solidFill>
                        <a:srgbClr val="FFFFFF"/>
                      </a:solidFill>
                      <a:prstDash val="solid"/>
                    </a:lnR>
                    <a:lnT w="0">
                      <a:solidFill>
                        <a:srgbClr val="FFFFFF"/>
                      </a:solidFill>
                      <a:prstDash val="solid"/>
                    </a:lnT>
                    <a:lnB w="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>
                        <a:lnSpc>
                          <a:spcPct val="118000"/>
                        </a:lnSpc>
                        <a:buNone/>
                      </a:pPr>
                      <a:r>
                        <a:rPr sz="1575" b="1">
                          <a:solidFill>
                            <a:srgbClr val="18513D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2020년 말</a:t>
                      </a:r>
                    </a:p>
                  </a:txBody>
                  <a:tcPr marL="85725" marR="85725" marT="47625" marB="47625" anchor="ctr">
                    <a:lnR w="0">
                      <a:solidFill>
                        <a:srgbClr val="FFFFFF"/>
                      </a:solidFill>
                      <a:prstDash val="solid"/>
                    </a:lnR>
                    <a:lnT w="0">
                      <a:solidFill>
                        <a:srgbClr val="FFFFFF"/>
                      </a:solidFill>
                      <a:prstDash val="solid"/>
                    </a:lnT>
                    <a:lnB w="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8625">
                <a:tc>
                  <a:txBody>
                    <a:bodyPr wrap="none"/>
                    <a:lstStyle/>
                    <a:p>
                      <a:pPr algn="l">
                        <a:lnSpc>
                          <a:spcPct val="118000"/>
                        </a:lnSpc>
                        <a:buNone/>
                      </a:pPr>
                      <a:r>
                        <a:rPr sz="1575" b="0">
                          <a:solidFill>
                            <a:srgbClr val="26282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Deneb</a:t>
                      </a:r>
                    </a:p>
                  </a:txBody>
                  <a:tcPr marL="85725" marR="85725" marT="47625" marB="47625" anchor="ctr">
                    <a:lnL w="0">
                      <a:solidFill>
                        <a:srgbClr val="FFFFFF"/>
                      </a:solidFill>
                      <a:prstDash val="solid"/>
                    </a:lnL>
                    <a:lnR w="0">
                      <a:solidFill>
                        <a:srgbClr val="FFFFFF"/>
                      </a:solidFill>
                      <a:prstDash val="solid"/>
                    </a:lnR>
                    <a:lnB w="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>
                        <a:lnSpc>
                          <a:spcPct val="118000"/>
                        </a:lnSpc>
                        <a:buNone/>
                      </a:pPr>
                      <a:r>
                        <a:rPr sz="1575" b="0">
                          <a:solidFill>
                            <a:srgbClr val="26282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566</a:t>
                      </a:r>
                    </a:p>
                  </a:txBody>
                  <a:tcPr marL="85725" marR="85725" marT="47625" marB="47625" anchor="ctr">
                    <a:lnR w="0">
                      <a:solidFill>
                        <a:srgbClr val="FFFFFF"/>
                      </a:solidFill>
                      <a:prstDash val="solid"/>
                    </a:lnR>
                    <a:lnB w="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>
                        <a:lnSpc>
                          <a:spcPct val="118000"/>
                        </a:lnSpc>
                        <a:buNone/>
                      </a:pPr>
                      <a:r>
                        <a:rPr sz="1575" b="0">
                          <a:solidFill>
                            <a:srgbClr val="26282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6,288</a:t>
                      </a:r>
                    </a:p>
                  </a:txBody>
                  <a:tcPr marL="85725" marR="85725" marT="47625" marB="47625" anchor="ctr">
                    <a:lnR w="0">
                      <a:solidFill>
                        <a:srgbClr val="FFFFFF"/>
                      </a:solidFill>
                      <a:prstDash val="solid"/>
                    </a:lnR>
                    <a:lnB w="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8625">
                <a:tc>
                  <a:txBody>
                    <a:bodyPr wrap="none"/>
                    <a:lstStyle/>
                    <a:p>
                      <a:pPr algn="l">
                        <a:lnSpc>
                          <a:spcPct val="118000"/>
                        </a:lnSpc>
                        <a:buNone/>
                      </a:pPr>
                      <a:r>
                        <a:rPr sz="1575" b="0">
                          <a:solidFill>
                            <a:srgbClr val="26282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나스닥 1배</a:t>
                      </a:r>
                    </a:p>
                  </a:txBody>
                  <a:tcPr marL="85725" marR="85725" marT="47625" marB="47625" anchor="ctr">
                    <a:lnL w="0">
                      <a:solidFill>
                        <a:srgbClr val="FFFFFF"/>
                      </a:solidFill>
                      <a:prstDash val="solid"/>
                    </a:lnL>
                    <a:lnR w="0">
                      <a:solidFill>
                        <a:srgbClr val="FFFFFF"/>
                      </a:solidFill>
                      <a:prstDash val="solid"/>
                    </a:lnR>
                    <a:lnB w="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>
                        <a:lnSpc>
                          <a:spcPct val="118000"/>
                        </a:lnSpc>
                        <a:buNone/>
                      </a:pPr>
                      <a:r>
                        <a:rPr sz="1575" b="0">
                          <a:solidFill>
                            <a:srgbClr val="26282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505</a:t>
                      </a:r>
                    </a:p>
                  </a:txBody>
                  <a:tcPr marL="85725" marR="85725" marT="47625" marB="47625" anchor="ctr">
                    <a:lnR w="0">
                      <a:solidFill>
                        <a:srgbClr val="FFFFFF"/>
                      </a:solidFill>
                      <a:prstDash val="solid"/>
                    </a:lnR>
                    <a:lnB w="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>
                        <a:lnSpc>
                          <a:spcPct val="118000"/>
                        </a:lnSpc>
                        <a:buNone/>
                      </a:pPr>
                      <a:r>
                        <a:rPr sz="1575" b="0">
                          <a:solidFill>
                            <a:srgbClr val="26282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3,208</a:t>
                      </a:r>
                    </a:p>
                  </a:txBody>
                  <a:tcPr marL="85725" marR="85725" marT="47625" marB="47625" anchor="ctr">
                    <a:lnR w="0">
                      <a:solidFill>
                        <a:srgbClr val="FFFFFF"/>
                      </a:solidFill>
                      <a:prstDash val="solid"/>
                    </a:lnR>
                    <a:lnB w="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8625">
                <a:tc>
                  <a:txBody>
                    <a:bodyPr wrap="none"/>
                    <a:lstStyle/>
                    <a:p>
                      <a:pPr algn="l">
                        <a:lnSpc>
                          <a:spcPct val="118000"/>
                        </a:lnSpc>
                        <a:buNone/>
                      </a:pPr>
                      <a:r>
                        <a:rPr sz="1575" b="0">
                          <a:solidFill>
                            <a:srgbClr val="26282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나스닥 2배</a:t>
                      </a:r>
                    </a:p>
                  </a:txBody>
                  <a:tcPr marL="85725" marR="85725" marT="47625" marB="47625" anchor="ctr">
                    <a:lnL w="0">
                      <a:solidFill>
                        <a:srgbClr val="FFFFFF"/>
                      </a:solidFill>
                      <a:prstDash val="solid"/>
                    </a:lnL>
                    <a:lnR w="0">
                      <a:solidFill>
                        <a:srgbClr val="FFFFFF"/>
                      </a:solidFill>
                      <a:prstDash val="solid"/>
                    </a:lnR>
                    <a:lnB w="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>
                        <a:lnSpc>
                          <a:spcPct val="118000"/>
                        </a:lnSpc>
                        <a:buNone/>
                      </a:pPr>
                      <a:r>
                        <a:rPr sz="1575" b="0">
                          <a:solidFill>
                            <a:srgbClr val="26282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693</a:t>
                      </a:r>
                    </a:p>
                  </a:txBody>
                  <a:tcPr marL="85725" marR="85725" marT="47625" marB="47625" anchor="ctr">
                    <a:lnR w="0">
                      <a:solidFill>
                        <a:srgbClr val="FFFFFF"/>
                      </a:solidFill>
                      <a:prstDash val="solid"/>
                    </a:lnR>
                    <a:lnB w="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>
                        <a:lnSpc>
                          <a:spcPct val="118000"/>
                        </a:lnSpc>
                        <a:buNone/>
                      </a:pPr>
                      <a:r>
                        <a:rPr sz="1575" b="0">
                          <a:solidFill>
                            <a:srgbClr val="26282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7,481</a:t>
                      </a:r>
                    </a:p>
                  </a:txBody>
                  <a:tcPr marL="85725" marR="85725" marT="47625" marB="47625" anchor="ctr">
                    <a:lnR w="0">
                      <a:solidFill>
                        <a:srgbClr val="FFFFFF"/>
                      </a:solidFill>
                      <a:prstDash val="solid"/>
                    </a:lnR>
                    <a:lnB w="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8625">
                <a:tc>
                  <a:txBody>
                    <a:bodyPr wrap="none"/>
                    <a:lstStyle/>
                    <a:p>
                      <a:pPr algn="l">
                        <a:lnSpc>
                          <a:spcPct val="118000"/>
                        </a:lnSpc>
                        <a:buNone/>
                      </a:pPr>
                      <a:r>
                        <a:rPr sz="1575" b="0">
                          <a:solidFill>
                            <a:srgbClr val="26282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나스닥 3배</a:t>
                      </a:r>
                    </a:p>
                  </a:txBody>
                  <a:tcPr marL="85725" marR="85725" marT="47625" marB="47625" anchor="ctr">
                    <a:lnL w="0">
                      <a:solidFill>
                        <a:srgbClr val="FFFFFF"/>
                      </a:solidFill>
                      <a:prstDash val="solid"/>
                    </a:lnL>
                    <a:lnR w="0">
                      <a:solidFill>
                        <a:srgbClr val="FFFFFF"/>
                      </a:solidFill>
                      <a:prstDash val="solid"/>
                    </a:lnR>
                    <a:lnB w="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>
                        <a:lnSpc>
                          <a:spcPct val="118000"/>
                        </a:lnSpc>
                        <a:buNone/>
                      </a:pPr>
                      <a:r>
                        <a:rPr sz="1575" b="0">
                          <a:solidFill>
                            <a:srgbClr val="26282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951</a:t>
                      </a:r>
                    </a:p>
                  </a:txBody>
                  <a:tcPr marL="85725" marR="85725" marT="47625" marB="47625" anchor="ctr">
                    <a:lnR w="0">
                      <a:solidFill>
                        <a:srgbClr val="FFFFFF"/>
                      </a:solidFill>
                      <a:prstDash val="solid"/>
                    </a:lnR>
                    <a:lnB w="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>
                        <a:lnSpc>
                          <a:spcPct val="118000"/>
                        </a:lnSpc>
                        <a:buNone/>
                      </a:pPr>
                      <a:r>
                        <a:rPr sz="1575" b="0">
                          <a:solidFill>
                            <a:srgbClr val="26282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14,818</a:t>
                      </a:r>
                    </a:p>
                  </a:txBody>
                  <a:tcPr marL="85725" marR="85725" marT="47625" marB="47625" anchor="ctr">
                    <a:lnR w="0">
                      <a:solidFill>
                        <a:srgbClr val="FFFFFF"/>
                      </a:solidFill>
                      <a:prstDash val="solid"/>
                    </a:lnR>
                    <a:lnB w="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86AF57E-D4BD-486A-9C20-801A2F9D4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7620000"/>
            <a:ext cx="4286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26282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E49B76C-467C-43D3-AB37-C5C2C596F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8134350"/>
            <a:ext cx="4286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DDDFD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DF22978-B66E-4A72-B568-AD1F85967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8562975"/>
            <a:ext cx="4286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DDDFD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4342FC2-4376-4B45-8F55-11D332A5F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8991600"/>
            <a:ext cx="4286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DDDFD7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95ED383-C2D7-446A-B5CA-3DA363FEC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9420225"/>
            <a:ext cx="4286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DDDFD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DE20FEA-15F0-4DB2-907B-6A5E13AE1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9848850"/>
            <a:ext cx="4286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9BBB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96434CA-FA71-46A2-85AB-27A02EA3A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1657350"/>
            <a:ext cx="8972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62824"/>
            </a:solidFill>
            <a:prstDash val="solid"/>
          </a:ln>
        </p:spPr>
      </p:sp>
      <p:sp>
        <p:nvSpPr>
          <p:cNvPr id="21" name="2012~2014년">
            <a:extLst xmlns:a="http://schemas.openxmlformats.org/drawingml/2006/main">
              <a:ext uri="{FF2B5EF4-FFF2-40B4-BE49-F238E27FC236}">
                <a16:creationId xmlns:a16="http://schemas.microsoft.com/office/drawing/2014/main" id="{D7DA66CC-2D45-463C-BFF0-012D70448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1762125"/>
            <a:ext cx="619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2100" b="1">
                <a:solidFill>
                  <a:srgbClr val="262824"/>
                </a:solidFill>
                <a:latin typeface="Noto Sans KR"/>
                <a:ea typeface="Noto Sans KR"/>
                <a:cs typeface="Noto Sans KR"/>
              </a:defRPr>
            </a:defPPr>
            <a:lvl1pPr algn="l">
              <a:defRPr sz="2100" b="1">
                <a:solidFill>
                  <a:srgbClr val="262824"/>
                </a:solidFill>
                <a:latin typeface="Noto Sans KR"/>
                <a:ea typeface="Noto Sans KR"/>
                <a:cs typeface="Noto Sans KR"/>
              </a:defRPr>
            </a:lvl1pPr>
            <a:lvl2pPr algn="l">
              <a:defRPr sz="2100" b="1">
                <a:solidFill>
                  <a:srgbClr val="262824"/>
                </a:solidFill>
                <a:latin typeface="Noto Sans KR"/>
                <a:ea typeface="Noto Sans KR"/>
                <a:cs typeface="Noto Sans KR"/>
              </a:defRPr>
            </a:lvl2pPr>
            <a:lvl3pPr algn="l">
              <a:defRPr sz="2100" b="1">
                <a:solidFill>
                  <a:srgbClr val="262824"/>
                </a:solidFill>
                <a:latin typeface="Noto Sans KR"/>
                <a:ea typeface="Noto Sans KR"/>
                <a:cs typeface="Noto Sans KR"/>
              </a:defRPr>
            </a:lvl3pPr>
            <a:lvl4pPr algn="l">
              <a:defRPr sz="2100" b="1">
                <a:solidFill>
                  <a:srgbClr val="262824"/>
                </a:solidFill>
                <a:latin typeface="Noto Sans KR"/>
                <a:ea typeface="Noto Sans KR"/>
                <a:cs typeface="Noto Sans KR"/>
              </a:defRPr>
            </a:lvl4pPr>
            <a:lvl5pPr algn="l">
              <a:defRPr sz="2100" b="1">
                <a:solidFill>
                  <a:srgbClr val="262824"/>
                </a:solidFill>
                <a:latin typeface="Noto Sans KR"/>
                <a:ea typeface="Noto Sans KR"/>
                <a:cs typeface="Noto Sans KR"/>
              </a:defRPr>
            </a:lvl5pPr>
            <a:lvl6pPr algn="l">
              <a:defRPr sz="2100" b="1">
                <a:solidFill>
                  <a:srgbClr val="262824"/>
                </a:solidFill>
                <a:latin typeface="Noto Sans KR"/>
                <a:ea typeface="Noto Sans KR"/>
                <a:cs typeface="Noto Sans KR"/>
              </a:defRPr>
            </a:lvl6pPr>
            <a:lvl7pPr algn="l">
              <a:defRPr sz="2100" b="1">
                <a:solidFill>
                  <a:srgbClr val="262824"/>
                </a:solidFill>
                <a:latin typeface="Noto Sans KR"/>
                <a:ea typeface="Noto Sans KR"/>
                <a:cs typeface="Noto Sans KR"/>
              </a:defRPr>
            </a:lvl7pPr>
            <a:lvl8pPr algn="l">
              <a:defRPr sz="2100" b="1">
                <a:solidFill>
                  <a:srgbClr val="262824"/>
                </a:solidFill>
                <a:latin typeface="Noto Sans KR"/>
                <a:ea typeface="Noto Sans KR"/>
                <a:cs typeface="Noto Sans KR"/>
              </a:defRPr>
            </a:lvl8pPr>
            <a:lvl9pPr algn="l">
              <a:defRPr sz="2100" b="1">
                <a:solidFill>
                  <a:srgbClr val="262824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l">
              <a:lnSpc>
                <a:spcPct val="148000"/>
              </a:lnSpc>
              <a:buNone/>
              <a:defRPr sz="2100" b="1">
                <a:solidFill>
                  <a:srgbClr val="262824"/>
                </a:solidFill>
                <a:latin typeface="Noto Sans KR"/>
                <a:ea typeface="Noto Sans KR"/>
                <a:cs typeface="Noto Sans KR"/>
              </a:defRPr>
            </a:pPr>
            <a:r>
              <a:rPr sz="2100" b="1">
                <a:solidFill>
                  <a:srgbClr val="262824"/>
                </a:solidFill>
                <a:latin typeface="Noto Sans KR"/>
                <a:ea typeface="Noto Sans KR"/>
                <a:cs typeface="Noto Sans KR"/>
              </a:rPr>
              <a:t>2012~2014년</a:t>
            </a:r>
          </a:p>
        </p:txBody>
      </p:sp>
      <p:sp>
        <p:nvSpPr>
          <p:cNvPr id="22" name="평가액 · 만원">
            <a:extLst xmlns:a="http://schemas.openxmlformats.org/drawingml/2006/main">
              <a:ext uri="{FF2B5EF4-FFF2-40B4-BE49-F238E27FC236}">
                <a16:creationId xmlns:a16="http://schemas.microsoft.com/office/drawing/2014/main" id="{4BF57E26-D300-42F5-81B0-6CC60BA2F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0" y="1838325"/>
            <a:ext cx="18764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1575" b="0">
                <a:solidFill>
                  <a:srgbClr val="77786F"/>
                </a:solidFill>
                <a:latin typeface="Noto Sans KR"/>
                <a:ea typeface="Noto Sans KR"/>
                <a:cs typeface="Noto Sans KR"/>
              </a:defRPr>
            </a:defPPr>
            <a:lvl1pPr algn="l">
              <a:defRPr sz="1575" b="0">
                <a:solidFill>
                  <a:srgbClr val="77786F"/>
                </a:solidFill>
                <a:latin typeface="Noto Sans KR"/>
                <a:ea typeface="Noto Sans KR"/>
                <a:cs typeface="Noto Sans KR"/>
              </a:defRPr>
            </a:lvl1pPr>
            <a:lvl2pPr algn="l">
              <a:defRPr sz="1575" b="0">
                <a:solidFill>
                  <a:srgbClr val="77786F"/>
                </a:solidFill>
                <a:latin typeface="Noto Sans KR"/>
                <a:ea typeface="Noto Sans KR"/>
                <a:cs typeface="Noto Sans KR"/>
              </a:defRPr>
            </a:lvl2pPr>
            <a:lvl3pPr algn="l">
              <a:defRPr sz="1575" b="0">
                <a:solidFill>
                  <a:srgbClr val="77786F"/>
                </a:solidFill>
                <a:latin typeface="Noto Sans KR"/>
                <a:ea typeface="Noto Sans KR"/>
                <a:cs typeface="Noto Sans KR"/>
              </a:defRPr>
            </a:lvl3pPr>
            <a:lvl4pPr algn="l">
              <a:defRPr sz="1575" b="0">
                <a:solidFill>
                  <a:srgbClr val="77786F"/>
                </a:solidFill>
                <a:latin typeface="Noto Sans KR"/>
                <a:ea typeface="Noto Sans KR"/>
                <a:cs typeface="Noto Sans KR"/>
              </a:defRPr>
            </a:lvl4pPr>
            <a:lvl5pPr algn="l">
              <a:defRPr sz="1575" b="0">
                <a:solidFill>
                  <a:srgbClr val="77786F"/>
                </a:solidFill>
                <a:latin typeface="Noto Sans KR"/>
                <a:ea typeface="Noto Sans KR"/>
                <a:cs typeface="Noto Sans KR"/>
              </a:defRPr>
            </a:lvl5pPr>
            <a:lvl6pPr algn="l">
              <a:defRPr sz="1575" b="0">
                <a:solidFill>
                  <a:srgbClr val="77786F"/>
                </a:solidFill>
                <a:latin typeface="Noto Sans KR"/>
                <a:ea typeface="Noto Sans KR"/>
                <a:cs typeface="Noto Sans KR"/>
              </a:defRPr>
            </a:lvl6pPr>
            <a:lvl7pPr algn="l">
              <a:defRPr sz="1575" b="0">
                <a:solidFill>
                  <a:srgbClr val="77786F"/>
                </a:solidFill>
                <a:latin typeface="Noto Sans KR"/>
                <a:ea typeface="Noto Sans KR"/>
                <a:cs typeface="Noto Sans KR"/>
              </a:defRPr>
            </a:lvl7pPr>
            <a:lvl8pPr algn="l">
              <a:defRPr sz="1575" b="0">
                <a:solidFill>
                  <a:srgbClr val="77786F"/>
                </a:solidFill>
                <a:latin typeface="Noto Sans KR"/>
                <a:ea typeface="Noto Sans KR"/>
                <a:cs typeface="Noto Sans KR"/>
              </a:defRPr>
            </a:lvl8pPr>
            <a:lvl9pPr algn="l">
              <a:defRPr sz="1575" b="0">
                <a:solidFill>
                  <a:srgbClr val="77786F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l">
              <a:lnSpc>
                <a:spcPct val="148000"/>
              </a:lnSpc>
              <a:buNone/>
              <a:defRPr sz="1575" b="0">
                <a:solidFill>
                  <a:srgbClr val="77786F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0">
                <a:solidFill>
                  <a:srgbClr val="77786F"/>
                </a:solidFill>
                <a:latin typeface="Noto Sans KR"/>
                <a:ea typeface="Noto Sans KR"/>
                <a:cs typeface="Noto Sans KR"/>
              </a:rPr>
              <a:t>평가액 · 만원</a:t>
            </a:r>
          </a:p>
        </p:txBody>
      </p:sp>
      <p:graphicFrame>
        <p:nvGraphicFramePr>
          <p:cNvPr id="23" name="Chart">
            <a:extLst xmlns:a="http://schemas.openxmlformats.org/drawingml/2006/main">
              <a:ext uri="{FF2B5EF4-FFF2-40B4-BE49-F238E27FC236}">
                <a16:creationId xmlns:a16="http://schemas.microsoft.com/office/drawing/2014/main" id="{C581799D-1F03-469E-B40A-99333787027E}"/>
              </a:ext>
            </a:extLst>
          </p:cNvPr>
          <p:cNvGraphicFramePr/>
          <p:nvPr/>
        </p:nvGraphicFramePr>
        <p:xfrm>
          <a:off xmlns:a="http://schemas.openxmlformats.org/drawingml/2006/main" x="5314950" y="2362200"/>
          <a:ext xmlns:a="http://schemas.openxmlformats.org/drawingml/2006/main" cx="9134475" cy="30861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823b60e27a1741d2"/>
          </a:graphicData>
        </a:graphic>
      </p:graphicFrame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D73FE20-1E38-464F-B7A2-5D3E785D8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6000750"/>
            <a:ext cx="8972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62824"/>
            </a:solidFill>
            <a:prstDash val="solid"/>
          </a:ln>
        </p:spPr>
      </p:sp>
      <p:sp>
        <p:nvSpPr>
          <p:cNvPr id="25" name="2019~2020년">
            <a:extLst xmlns:a="http://schemas.openxmlformats.org/drawingml/2006/main">
              <a:ext uri="{FF2B5EF4-FFF2-40B4-BE49-F238E27FC236}">
                <a16:creationId xmlns:a16="http://schemas.microsoft.com/office/drawing/2014/main" id="{4137D488-3E22-4A2F-ACDB-344534A25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6105525"/>
            <a:ext cx="619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2100" b="1">
                <a:solidFill>
                  <a:srgbClr val="262824"/>
                </a:solidFill>
                <a:latin typeface="Noto Sans KR"/>
                <a:ea typeface="Noto Sans KR"/>
                <a:cs typeface="Noto Sans KR"/>
              </a:defRPr>
            </a:defPPr>
            <a:lvl1pPr algn="l">
              <a:defRPr sz="2100" b="1">
                <a:solidFill>
                  <a:srgbClr val="262824"/>
                </a:solidFill>
                <a:latin typeface="Noto Sans KR"/>
                <a:ea typeface="Noto Sans KR"/>
                <a:cs typeface="Noto Sans KR"/>
              </a:defRPr>
            </a:lvl1pPr>
            <a:lvl2pPr algn="l">
              <a:defRPr sz="2100" b="1">
                <a:solidFill>
                  <a:srgbClr val="262824"/>
                </a:solidFill>
                <a:latin typeface="Noto Sans KR"/>
                <a:ea typeface="Noto Sans KR"/>
                <a:cs typeface="Noto Sans KR"/>
              </a:defRPr>
            </a:lvl2pPr>
            <a:lvl3pPr algn="l">
              <a:defRPr sz="2100" b="1">
                <a:solidFill>
                  <a:srgbClr val="262824"/>
                </a:solidFill>
                <a:latin typeface="Noto Sans KR"/>
                <a:ea typeface="Noto Sans KR"/>
                <a:cs typeface="Noto Sans KR"/>
              </a:defRPr>
            </a:lvl3pPr>
            <a:lvl4pPr algn="l">
              <a:defRPr sz="2100" b="1">
                <a:solidFill>
                  <a:srgbClr val="262824"/>
                </a:solidFill>
                <a:latin typeface="Noto Sans KR"/>
                <a:ea typeface="Noto Sans KR"/>
                <a:cs typeface="Noto Sans KR"/>
              </a:defRPr>
            </a:lvl4pPr>
            <a:lvl5pPr algn="l">
              <a:defRPr sz="2100" b="1">
                <a:solidFill>
                  <a:srgbClr val="262824"/>
                </a:solidFill>
                <a:latin typeface="Noto Sans KR"/>
                <a:ea typeface="Noto Sans KR"/>
                <a:cs typeface="Noto Sans KR"/>
              </a:defRPr>
            </a:lvl5pPr>
            <a:lvl6pPr algn="l">
              <a:defRPr sz="2100" b="1">
                <a:solidFill>
                  <a:srgbClr val="262824"/>
                </a:solidFill>
                <a:latin typeface="Noto Sans KR"/>
                <a:ea typeface="Noto Sans KR"/>
                <a:cs typeface="Noto Sans KR"/>
              </a:defRPr>
            </a:lvl6pPr>
            <a:lvl7pPr algn="l">
              <a:defRPr sz="2100" b="1">
                <a:solidFill>
                  <a:srgbClr val="262824"/>
                </a:solidFill>
                <a:latin typeface="Noto Sans KR"/>
                <a:ea typeface="Noto Sans KR"/>
                <a:cs typeface="Noto Sans KR"/>
              </a:defRPr>
            </a:lvl7pPr>
            <a:lvl8pPr algn="l">
              <a:defRPr sz="2100" b="1">
                <a:solidFill>
                  <a:srgbClr val="262824"/>
                </a:solidFill>
                <a:latin typeface="Noto Sans KR"/>
                <a:ea typeface="Noto Sans KR"/>
                <a:cs typeface="Noto Sans KR"/>
              </a:defRPr>
            </a:lvl8pPr>
            <a:lvl9pPr algn="l">
              <a:defRPr sz="2100" b="1">
                <a:solidFill>
                  <a:srgbClr val="262824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l">
              <a:lnSpc>
                <a:spcPct val="148000"/>
              </a:lnSpc>
              <a:buNone/>
              <a:defRPr sz="2100" b="1">
                <a:solidFill>
                  <a:srgbClr val="262824"/>
                </a:solidFill>
                <a:latin typeface="Noto Sans KR"/>
                <a:ea typeface="Noto Sans KR"/>
                <a:cs typeface="Noto Sans KR"/>
              </a:defRPr>
            </a:pPr>
            <a:r>
              <a:rPr sz="2100" b="1">
                <a:solidFill>
                  <a:srgbClr val="262824"/>
                </a:solidFill>
                <a:latin typeface="Noto Sans KR"/>
                <a:ea typeface="Noto Sans KR"/>
                <a:cs typeface="Noto Sans KR"/>
              </a:rPr>
              <a:t>2019~2020년</a:t>
            </a:r>
          </a:p>
        </p:txBody>
      </p:sp>
      <p:sp>
        <p:nvSpPr>
          <p:cNvPr id="26" name="평가액 · 만원">
            <a:extLst xmlns:a="http://schemas.openxmlformats.org/drawingml/2006/main">
              <a:ext uri="{FF2B5EF4-FFF2-40B4-BE49-F238E27FC236}">
                <a16:creationId xmlns:a16="http://schemas.microsoft.com/office/drawing/2014/main" id="{437721ED-88F1-4A15-922C-67808DCFA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0" y="6181725"/>
            <a:ext cx="18764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1575" b="0">
                <a:solidFill>
                  <a:srgbClr val="77786F"/>
                </a:solidFill>
                <a:latin typeface="Noto Sans KR"/>
                <a:ea typeface="Noto Sans KR"/>
                <a:cs typeface="Noto Sans KR"/>
              </a:defRPr>
            </a:defPPr>
            <a:lvl1pPr algn="l">
              <a:defRPr sz="1575" b="0">
                <a:solidFill>
                  <a:srgbClr val="77786F"/>
                </a:solidFill>
                <a:latin typeface="Noto Sans KR"/>
                <a:ea typeface="Noto Sans KR"/>
                <a:cs typeface="Noto Sans KR"/>
              </a:defRPr>
            </a:lvl1pPr>
            <a:lvl2pPr algn="l">
              <a:defRPr sz="1575" b="0">
                <a:solidFill>
                  <a:srgbClr val="77786F"/>
                </a:solidFill>
                <a:latin typeface="Noto Sans KR"/>
                <a:ea typeface="Noto Sans KR"/>
                <a:cs typeface="Noto Sans KR"/>
              </a:defRPr>
            </a:lvl2pPr>
            <a:lvl3pPr algn="l">
              <a:defRPr sz="1575" b="0">
                <a:solidFill>
                  <a:srgbClr val="77786F"/>
                </a:solidFill>
                <a:latin typeface="Noto Sans KR"/>
                <a:ea typeface="Noto Sans KR"/>
                <a:cs typeface="Noto Sans KR"/>
              </a:defRPr>
            </a:lvl3pPr>
            <a:lvl4pPr algn="l">
              <a:defRPr sz="1575" b="0">
                <a:solidFill>
                  <a:srgbClr val="77786F"/>
                </a:solidFill>
                <a:latin typeface="Noto Sans KR"/>
                <a:ea typeface="Noto Sans KR"/>
                <a:cs typeface="Noto Sans KR"/>
              </a:defRPr>
            </a:lvl4pPr>
            <a:lvl5pPr algn="l">
              <a:defRPr sz="1575" b="0">
                <a:solidFill>
                  <a:srgbClr val="77786F"/>
                </a:solidFill>
                <a:latin typeface="Noto Sans KR"/>
                <a:ea typeface="Noto Sans KR"/>
                <a:cs typeface="Noto Sans KR"/>
              </a:defRPr>
            </a:lvl5pPr>
            <a:lvl6pPr algn="l">
              <a:defRPr sz="1575" b="0">
                <a:solidFill>
                  <a:srgbClr val="77786F"/>
                </a:solidFill>
                <a:latin typeface="Noto Sans KR"/>
                <a:ea typeface="Noto Sans KR"/>
                <a:cs typeface="Noto Sans KR"/>
              </a:defRPr>
            </a:lvl6pPr>
            <a:lvl7pPr algn="l">
              <a:defRPr sz="1575" b="0">
                <a:solidFill>
                  <a:srgbClr val="77786F"/>
                </a:solidFill>
                <a:latin typeface="Noto Sans KR"/>
                <a:ea typeface="Noto Sans KR"/>
                <a:cs typeface="Noto Sans KR"/>
              </a:defRPr>
            </a:lvl7pPr>
            <a:lvl8pPr algn="l">
              <a:defRPr sz="1575" b="0">
                <a:solidFill>
                  <a:srgbClr val="77786F"/>
                </a:solidFill>
                <a:latin typeface="Noto Sans KR"/>
                <a:ea typeface="Noto Sans KR"/>
                <a:cs typeface="Noto Sans KR"/>
              </a:defRPr>
            </a:lvl8pPr>
            <a:lvl9pPr algn="l">
              <a:defRPr sz="1575" b="0">
                <a:solidFill>
                  <a:srgbClr val="77786F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l">
              <a:lnSpc>
                <a:spcPct val="148000"/>
              </a:lnSpc>
              <a:buNone/>
              <a:defRPr sz="1575" b="0">
                <a:solidFill>
                  <a:srgbClr val="77786F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0">
                <a:solidFill>
                  <a:srgbClr val="77786F"/>
                </a:solidFill>
                <a:latin typeface="Noto Sans KR"/>
                <a:ea typeface="Noto Sans KR"/>
                <a:cs typeface="Noto Sans KR"/>
              </a:rPr>
              <a:t>평가액 · 만원</a:t>
            </a:r>
          </a:p>
        </p:txBody>
      </p:sp>
      <p:graphicFrame>
        <p:nvGraphicFramePr>
          <p:cNvPr id="27" name="Chart">
            <a:extLst xmlns:a="http://schemas.openxmlformats.org/drawingml/2006/main">
              <a:ext uri="{FF2B5EF4-FFF2-40B4-BE49-F238E27FC236}">
                <a16:creationId xmlns:a16="http://schemas.microsoft.com/office/drawing/2014/main" id="{EEAF009D-4E59-4544-9183-D88587C14349}"/>
              </a:ext>
            </a:extLst>
          </p:cNvPr>
          <p:cNvGraphicFramePr/>
          <p:nvPr/>
        </p:nvGraphicFramePr>
        <p:xfrm>
          <a:off xmlns:a="http://schemas.openxmlformats.org/drawingml/2006/main" x="5314950" y="6705600"/>
          <a:ext xmlns:a="http://schemas.openxmlformats.org/drawingml/2006/main" cx="9134475" cy="30861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3e1bbfdc03b343f5"/>
          </a:graphicData>
        </a:graphic>
      </p:graphicFrame>
    </p:spTree>
    <p:extLst>
      <p:ext uri="{BB962C8B-B14F-4D97-AF65-F5344CB8AC3E}">
        <p14:creationId xmlns:p14="http://schemas.microsoft.com/office/powerpoint/2010/main" val="127791562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Deneb&#10;Polaris">
            <a:extLst xmlns:a="http://schemas.openxmlformats.org/drawingml/2006/main">
              <a:ext uri="{FF2B5EF4-FFF2-40B4-BE49-F238E27FC236}">
                <a16:creationId xmlns:a16="http://schemas.microsoft.com/office/drawing/2014/main" id="{38F7E5AC-DC3A-4A7E-AC97-CA81469B2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285750"/>
            <a:ext cx="3238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1575" b="0">
                <a:solidFill>
                  <a:srgbClr val="18513D"/>
                </a:solidFill>
                <a:latin typeface="Noto Sans KR"/>
                <a:ea typeface="Noto Sans KR"/>
                <a:cs typeface="Noto Sans KR"/>
              </a:defRPr>
            </a:defPPr>
            <a:lvl1pPr algn="l">
              <a:defRPr sz="1575" b="0">
                <a:solidFill>
                  <a:srgbClr val="18513D"/>
                </a:solidFill>
                <a:latin typeface="Noto Sans KR"/>
                <a:ea typeface="Noto Sans KR"/>
                <a:cs typeface="Noto Sans KR"/>
              </a:defRPr>
            </a:lvl1pPr>
            <a:lvl2pPr algn="l">
              <a:defRPr sz="1575" b="0">
                <a:solidFill>
                  <a:srgbClr val="18513D"/>
                </a:solidFill>
                <a:latin typeface="Noto Sans KR"/>
                <a:ea typeface="Noto Sans KR"/>
                <a:cs typeface="Noto Sans KR"/>
              </a:defRPr>
            </a:lvl2pPr>
            <a:lvl3pPr algn="l">
              <a:defRPr sz="1575" b="0">
                <a:solidFill>
                  <a:srgbClr val="18513D"/>
                </a:solidFill>
                <a:latin typeface="Noto Sans KR"/>
                <a:ea typeface="Noto Sans KR"/>
                <a:cs typeface="Noto Sans KR"/>
              </a:defRPr>
            </a:lvl3pPr>
            <a:lvl4pPr algn="l">
              <a:defRPr sz="1575" b="0">
                <a:solidFill>
                  <a:srgbClr val="18513D"/>
                </a:solidFill>
                <a:latin typeface="Noto Sans KR"/>
                <a:ea typeface="Noto Sans KR"/>
                <a:cs typeface="Noto Sans KR"/>
              </a:defRPr>
            </a:lvl4pPr>
            <a:lvl5pPr algn="l">
              <a:defRPr sz="1575" b="0">
                <a:solidFill>
                  <a:srgbClr val="18513D"/>
                </a:solidFill>
                <a:latin typeface="Noto Sans KR"/>
                <a:ea typeface="Noto Sans KR"/>
                <a:cs typeface="Noto Sans KR"/>
              </a:defRPr>
            </a:lvl5pPr>
            <a:lvl6pPr algn="l">
              <a:defRPr sz="1575" b="0">
                <a:solidFill>
                  <a:srgbClr val="18513D"/>
                </a:solidFill>
                <a:latin typeface="Noto Sans KR"/>
                <a:ea typeface="Noto Sans KR"/>
                <a:cs typeface="Noto Sans KR"/>
              </a:defRPr>
            </a:lvl6pPr>
            <a:lvl7pPr algn="l">
              <a:defRPr sz="1575" b="0">
                <a:solidFill>
                  <a:srgbClr val="18513D"/>
                </a:solidFill>
                <a:latin typeface="Noto Sans KR"/>
                <a:ea typeface="Noto Sans KR"/>
                <a:cs typeface="Noto Sans KR"/>
              </a:defRPr>
            </a:lvl7pPr>
            <a:lvl8pPr algn="l">
              <a:defRPr sz="1575" b="0">
                <a:solidFill>
                  <a:srgbClr val="18513D"/>
                </a:solidFill>
                <a:latin typeface="Noto Sans KR"/>
                <a:ea typeface="Noto Sans KR"/>
                <a:cs typeface="Noto Sans KR"/>
              </a:defRPr>
            </a:lvl8pPr>
            <a:lvl9pPr algn="l">
              <a:defRPr sz="1575" b="0">
                <a:solidFill>
                  <a:srgbClr val="18513D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8513D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0">
                <a:solidFill>
                  <a:srgbClr val="18513D"/>
                </a:solidFill>
                <a:latin typeface="Noto Sans KR"/>
                <a:ea typeface="Noto Sans KR"/>
                <a:cs typeface="Noto Sans KR"/>
              </a:rPr>
              <a:t>Deneb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8513D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0">
                <a:solidFill>
                  <a:srgbClr val="18513D"/>
                </a:solidFill>
                <a:latin typeface="Noto Sans KR"/>
                <a:ea typeface="Noto Sans KR"/>
                <a:cs typeface="Noto Sans KR"/>
              </a:rPr>
              <a:t>Polaris</a:t>
            </a:r>
          </a:p>
        </p:txBody>
      </p:sp>
      <p:sp>
        <p:nvSpPr>
          <p:cNvPr id="2" name="전략 구성">
            <a:extLst xmlns:a="http://schemas.openxmlformats.org/drawingml/2006/main">
              <a:ext uri="{FF2B5EF4-FFF2-40B4-BE49-F238E27FC236}">
                <a16:creationId xmlns:a16="http://schemas.microsoft.com/office/drawing/2014/main" id="{F6BFF1C0-F41E-406E-B691-04BDBF4AB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466725"/>
            <a:ext cx="15716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1500" b="0">
                <a:solidFill>
                  <a:srgbClr val="77786F"/>
                </a:solidFill>
                <a:latin typeface="Noto Sans KR"/>
                <a:ea typeface="Noto Sans KR"/>
                <a:cs typeface="Noto Sans KR"/>
              </a:defRPr>
            </a:defPPr>
            <a:lvl1pPr algn="l">
              <a:defRPr sz="1500" b="0">
                <a:solidFill>
                  <a:srgbClr val="77786F"/>
                </a:solidFill>
                <a:latin typeface="Noto Sans KR"/>
                <a:ea typeface="Noto Sans KR"/>
                <a:cs typeface="Noto Sans KR"/>
              </a:defRPr>
            </a:lvl1pPr>
            <a:lvl2pPr algn="l">
              <a:defRPr sz="1500" b="0">
                <a:solidFill>
                  <a:srgbClr val="77786F"/>
                </a:solidFill>
                <a:latin typeface="Noto Sans KR"/>
                <a:ea typeface="Noto Sans KR"/>
                <a:cs typeface="Noto Sans KR"/>
              </a:defRPr>
            </a:lvl2pPr>
            <a:lvl3pPr algn="l">
              <a:defRPr sz="1500" b="0">
                <a:solidFill>
                  <a:srgbClr val="77786F"/>
                </a:solidFill>
                <a:latin typeface="Noto Sans KR"/>
                <a:ea typeface="Noto Sans KR"/>
                <a:cs typeface="Noto Sans KR"/>
              </a:defRPr>
            </a:lvl3pPr>
            <a:lvl4pPr algn="l">
              <a:defRPr sz="1500" b="0">
                <a:solidFill>
                  <a:srgbClr val="77786F"/>
                </a:solidFill>
                <a:latin typeface="Noto Sans KR"/>
                <a:ea typeface="Noto Sans KR"/>
                <a:cs typeface="Noto Sans KR"/>
              </a:defRPr>
            </a:lvl4pPr>
            <a:lvl5pPr algn="l">
              <a:defRPr sz="1500" b="0">
                <a:solidFill>
                  <a:srgbClr val="77786F"/>
                </a:solidFill>
                <a:latin typeface="Noto Sans KR"/>
                <a:ea typeface="Noto Sans KR"/>
                <a:cs typeface="Noto Sans KR"/>
              </a:defRPr>
            </a:lvl5pPr>
            <a:lvl6pPr algn="l">
              <a:defRPr sz="1500" b="0">
                <a:solidFill>
                  <a:srgbClr val="77786F"/>
                </a:solidFill>
                <a:latin typeface="Noto Sans KR"/>
                <a:ea typeface="Noto Sans KR"/>
                <a:cs typeface="Noto Sans KR"/>
              </a:defRPr>
            </a:lvl6pPr>
            <a:lvl7pPr algn="l">
              <a:defRPr sz="1500" b="0">
                <a:solidFill>
                  <a:srgbClr val="77786F"/>
                </a:solidFill>
                <a:latin typeface="Noto Sans KR"/>
                <a:ea typeface="Noto Sans KR"/>
                <a:cs typeface="Noto Sans KR"/>
              </a:defRPr>
            </a:lvl7pPr>
            <a:lvl8pPr algn="l">
              <a:defRPr sz="1500" b="0">
                <a:solidFill>
                  <a:srgbClr val="77786F"/>
                </a:solidFill>
                <a:latin typeface="Noto Sans KR"/>
                <a:ea typeface="Noto Sans KR"/>
                <a:cs typeface="Noto Sans KR"/>
              </a:defRPr>
            </a:lvl8pPr>
            <a:lvl9pPr algn="l">
              <a:defRPr sz="1500" b="0">
                <a:solidFill>
                  <a:srgbClr val="77786F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l">
              <a:lnSpc>
                <a:spcPct val="148000"/>
              </a:lnSpc>
              <a:buNone/>
              <a:defRPr sz="1500" b="0">
                <a:solidFill>
                  <a:srgbClr val="77786F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>
                <a:solidFill>
                  <a:srgbClr val="77786F"/>
                </a:solidFill>
                <a:latin typeface="Noto Sans KR"/>
                <a:ea typeface="Noto Sans KR"/>
                <a:cs typeface="Noto Sans KR"/>
              </a:rPr>
              <a:t>전략 구성</a:t>
            </a:r>
          </a:p>
        </p:txBody>
      </p:sp>
      <p:sp>
        <p:nvSpPr>
          <p:cNvPr id="3" name="비율 선택">
            <a:extLst xmlns:a="http://schemas.openxmlformats.org/drawingml/2006/main">
              <a:ext uri="{FF2B5EF4-FFF2-40B4-BE49-F238E27FC236}">
                <a16:creationId xmlns:a16="http://schemas.microsoft.com/office/drawing/2014/main" id="{819599B0-8A8C-4B7E-A4BC-12B52C411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66725"/>
            <a:ext cx="15716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1500" b="0">
                <a:solidFill>
                  <a:srgbClr val="77786F"/>
                </a:solidFill>
                <a:latin typeface="Noto Sans KR"/>
                <a:ea typeface="Noto Sans KR"/>
                <a:cs typeface="Noto Sans KR"/>
              </a:defRPr>
            </a:defPPr>
            <a:lvl1pPr algn="l">
              <a:defRPr sz="1500" b="0">
                <a:solidFill>
                  <a:srgbClr val="77786F"/>
                </a:solidFill>
                <a:latin typeface="Noto Sans KR"/>
                <a:ea typeface="Noto Sans KR"/>
                <a:cs typeface="Noto Sans KR"/>
              </a:defRPr>
            </a:lvl1pPr>
            <a:lvl2pPr algn="l">
              <a:defRPr sz="1500" b="0">
                <a:solidFill>
                  <a:srgbClr val="77786F"/>
                </a:solidFill>
                <a:latin typeface="Noto Sans KR"/>
                <a:ea typeface="Noto Sans KR"/>
                <a:cs typeface="Noto Sans KR"/>
              </a:defRPr>
            </a:lvl2pPr>
            <a:lvl3pPr algn="l">
              <a:defRPr sz="1500" b="0">
                <a:solidFill>
                  <a:srgbClr val="77786F"/>
                </a:solidFill>
                <a:latin typeface="Noto Sans KR"/>
                <a:ea typeface="Noto Sans KR"/>
                <a:cs typeface="Noto Sans KR"/>
              </a:defRPr>
            </a:lvl3pPr>
            <a:lvl4pPr algn="l">
              <a:defRPr sz="1500" b="0">
                <a:solidFill>
                  <a:srgbClr val="77786F"/>
                </a:solidFill>
                <a:latin typeface="Noto Sans KR"/>
                <a:ea typeface="Noto Sans KR"/>
                <a:cs typeface="Noto Sans KR"/>
              </a:defRPr>
            </a:lvl4pPr>
            <a:lvl5pPr algn="l">
              <a:defRPr sz="1500" b="0">
                <a:solidFill>
                  <a:srgbClr val="77786F"/>
                </a:solidFill>
                <a:latin typeface="Noto Sans KR"/>
                <a:ea typeface="Noto Sans KR"/>
                <a:cs typeface="Noto Sans KR"/>
              </a:defRPr>
            </a:lvl5pPr>
            <a:lvl6pPr algn="l">
              <a:defRPr sz="1500" b="0">
                <a:solidFill>
                  <a:srgbClr val="77786F"/>
                </a:solidFill>
                <a:latin typeface="Noto Sans KR"/>
                <a:ea typeface="Noto Sans KR"/>
                <a:cs typeface="Noto Sans KR"/>
              </a:defRPr>
            </a:lvl6pPr>
            <a:lvl7pPr algn="l">
              <a:defRPr sz="1500" b="0">
                <a:solidFill>
                  <a:srgbClr val="77786F"/>
                </a:solidFill>
                <a:latin typeface="Noto Sans KR"/>
                <a:ea typeface="Noto Sans KR"/>
                <a:cs typeface="Noto Sans KR"/>
              </a:defRPr>
            </a:lvl7pPr>
            <a:lvl8pPr algn="l">
              <a:defRPr sz="1500" b="0">
                <a:solidFill>
                  <a:srgbClr val="77786F"/>
                </a:solidFill>
                <a:latin typeface="Noto Sans KR"/>
                <a:ea typeface="Noto Sans KR"/>
                <a:cs typeface="Noto Sans KR"/>
              </a:defRPr>
            </a:lvl8pPr>
            <a:lvl9pPr algn="l">
              <a:defRPr sz="1500" b="0">
                <a:solidFill>
                  <a:srgbClr val="77786F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l">
              <a:lnSpc>
                <a:spcPct val="148000"/>
              </a:lnSpc>
              <a:buNone/>
              <a:defRPr sz="1500" b="0">
                <a:solidFill>
                  <a:srgbClr val="77786F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>
                <a:solidFill>
                  <a:srgbClr val="77786F"/>
                </a:solidFill>
                <a:latin typeface="Noto Sans KR"/>
                <a:ea typeface="Noto Sans KR"/>
                <a:cs typeface="Noto Sans KR"/>
              </a:rPr>
              <a:t>비율 선택</a:t>
            </a:r>
          </a:p>
        </p:txBody>
      </p:sp>
      <p:sp>
        <p:nvSpPr>
          <p:cNvPr id="4" name="자산 비교">
            <a:extLst xmlns:a="http://schemas.openxmlformats.org/drawingml/2006/main">
              <a:ext uri="{FF2B5EF4-FFF2-40B4-BE49-F238E27FC236}">
                <a16:creationId xmlns:a16="http://schemas.microsoft.com/office/drawing/2014/main" id="{B9319AB5-7CB1-4AC0-868C-E9D9541F2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466725"/>
            <a:ext cx="15716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1500" b="0">
                <a:solidFill>
                  <a:srgbClr val="262824"/>
                </a:solidFill>
                <a:latin typeface="Noto Sans KR"/>
                <a:ea typeface="Noto Sans KR"/>
                <a:cs typeface="Noto Sans KR"/>
              </a:defRPr>
            </a:defPPr>
            <a:lvl1pPr algn="l">
              <a:defRPr sz="1500" b="0">
                <a:solidFill>
                  <a:srgbClr val="262824"/>
                </a:solidFill>
                <a:latin typeface="Noto Sans KR"/>
                <a:ea typeface="Noto Sans KR"/>
                <a:cs typeface="Noto Sans KR"/>
              </a:defRPr>
            </a:lvl1pPr>
            <a:lvl2pPr algn="l">
              <a:defRPr sz="1500" b="0">
                <a:solidFill>
                  <a:srgbClr val="262824"/>
                </a:solidFill>
                <a:latin typeface="Noto Sans KR"/>
                <a:ea typeface="Noto Sans KR"/>
                <a:cs typeface="Noto Sans KR"/>
              </a:defRPr>
            </a:lvl2pPr>
            <a:lvl3pPr algn="l">
              <a:defRPr sz="1500" b="0">
                <a:solidFill>
                  <a:srgbClr val="262824"/>
                </a:solidFill>
                <a:latin typeface="Noto Sans KR"/>
                <a:ea typeface="Noto Sans KR"/>
                <a:cs typeface="Noto Sans KR"/>
              </a:defRPr>
            </a:lvl3pPr>
            <a:lvl4pPr algn="l">
              <a:defRPr sz="1500" b="0">
                <a:solidFill>
                  <a:srgbClr val="262824"/>
                </a:solidFill>
                <a:latin typeface="Noto Sans KR"/>
                <a:ea typeface="Noto Sans KR"/>
                <a:cs typeface="Noto Sans KR"/>
              </a:defRPr>
            </a:lvl4pPr>
            <a:lvl5pPr algn="l">
              <a:defRPr sz="1500" b="0">
                <a:solidFill>
                  <a:srgbClr val="262824"/>
                </a:solidFill>
                <a:latin typeface="Noto Sans KR"/>
                <a:ea typeface="Noto Sans KR"/>
                <a:cs typeface="Noto Sans KR"/>
              </a:defRPr>
            </a:lvl5pPr>
            <a:lvl6pPr algn="l">
              <a:defRPr sz="1500" b="0">
                <a:solidFill>
                  <a:srgbClr val="262824"/>
                </a:solidFill>
                <a:latin typeface="Noto Sans KR"/>
                <a:ea typeface="Noto Sans KR"/>
                <a:cs typeface="Noto Sans KR"/>
              </a:defRPr>
            </a:lvl6pPr>
            <a:lvl7pPr algn="l">
              <a:defRPr sz="1500" b="0">
                <a:solidFill>
                  <a:srgbClr val="262824"/>
                </a:solidFill>
                <a:latin typeface="Noto Sans KR"/>
                <a:ea typeface="Noto Sans KR"/>
                <a:cs typeface="Noto Sans KR"/>
              </a:defRPr>
            </a:lvl7pPr>
            <a:lvl8pPr algn="l">
              <a:defRPr sz="1500" b="0">
                <a:solidFill>
                  <a:srgbClr val="262824"/>
                </a:solidFill>
                <a:latin typeface="Noto Sans KR"/>
                <a:ea typeface="Noto Sans KR"/>
                <a:cs typeface="Noto Sans KR"/>
              </a:defRPr>
            </a:lvl8pPr>
            <a:lvl9pPr algn="l">
              <a:defRPr sz="1500" b="0">
                <a:solidFill>
                  <a:srgbClr val="262824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l">
              <a:lnSpc>
                <a:spcPct val="148000"/>
              </a:lnSpc>
              <a:buNone/>
              <a:defRPr sz="1500" b="0">
                <a:solidFill>
                  <a:srgbClr val="262824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>
                <a:solidFill>
                  <a:srgbClr val="262824"/>
                </a:solidFill>
                <a:latin typeface="Noto Sans KR"/>
                <a:ea typeface="Noto Sans KR"/>
                <a:cs typeface="Noto Sans KR"/>
              </a:rPr>
              <a:t>자산 비교</a:t>
            </a:r>
          </a:p>
        </p:txBody>
      </p:sp>
      <p:sp>
        <p:nvSpPr>
          <p:cNvPr id="5" name="배당 관리">
            <a:extLst xmlns:a="http://schemas.openxmlformats.org/drawingml/2006/main">
              <a:ext uri="{FF2B5EF4-FFF2-40B4-BE49-F238E27FC236}">
                <a16:creationId xmlns:a16="http://schemas.microsoft.com/office/drawing/2014/main" id="{BB86471E-5158-4DE4-A184-1386F6232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66725"/>
            <a:ext cx="15716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1500" b="0">
                <a:solidFill>
                  <a:srgbClr val="77786F"/>
                </a:solidFill>
                <a:latin typeface="Noto Sans KR"/>
                <a:ea typeface="Noto Sans KR"/>
                <a:cs typeface="Noto Sans KR"/>
              </a:defRPr>
            </a:defPPr>
            <a:lvl1pPr algn="l">
              <a:defRPr sz="1500" b="0">
                <a:solidFill>
                  <a:srgbClr val="77786F"/>
                </a:solidFill>
                <a:latin typeface="Noto Sans KR"/>
                <a:ea typeface="Noto Sans KR"/>
                <a:cs typeface="Noto Sans KR"/>
              </a:defRPr>
            </a:lvl1pPr>
            <a:lvl2pPr algn="l">
              <a:defRPr sz="1500" b="0">
                <a:solidFill>
                  <a:srgbClr val="77786F"/>
                </a:solidFill>
                <a:latin typeface="Noto Sans KR"/>
                <a:ea typeface="Noto Sans KR"/>
                <a:cs typeface="Noto Sans KR"/>
              </a:defRPr>
            </a:lvl2pPr>
            <a:lvl3pPr algn="l">
              <a:defRPr sz="1500" b="0">
                <a:solidFill>
                  <a:srgbClr val="77786F"/>
                </a:solidFill>
                <a:latin typeface="Noto Sans KR"/>
                <a:ea typeface="Noto Sans KR"/>
                <a:cs typeface="Noto Sans KR"/>
              </a:defRPr>
            </a:lvl3pPr>
            <a:lvl4pPr algn="l">
              <a:defRPr sz="1500" b="0">
                <a:solidFill>
                  <a:srgbClr val="77786F"/>
                </a:solidFill>
                <a:latin typeface="Noto Sans KR"/>
                <a:ea typeface="Noto Sans KR"/>
                <a:cs typeface="Noto Sans KR"/>
              </a:defRPr>
            </a:lvl4pPr>
            <a:lvl5pPr algn="l">
              <a:defRPr sz="1500" b="0">
                <a:solidFill>
                  <a:srgbClr val="77786F"/>
                </a:solidFill>
                <a:latin typeface="Noto Sans KR"/>
                <a:ea typeface="Noto Sans KR"/>
                <a:cs typeface="Noto Sans KR"/>
              </a:defRPr>
            </a:lvl5pPr>
            <a:lvl6pPr algn="l">
              <a:defRPr sz="1500" b="0">
                <a:solidFill>
                  <a:srgbClr val="77786F"/>
                </a:solidFill>
                <a:latin typeface="Noto Sans KR"/>
                <a:ea typeface="Noto Sans KR"/>
                <a:cs typeface="Noto Sans KR"/>
              </a:defRPr>
            </a:lvl6pPr>
            <a:lvl7pPr algn="l">
              <a:defRPr sz="1500" b="0">
                <a:solidFill>
                  <a:srgbClr val="77786F"/>
                </a:solidFill>
                <a:latin typeface="Noto Sans KR"/>
                <a:ea typeface="Noto Sans KR"/>
                <a:cs typeface="Noto Sans KR"/>
              </a:defRPr>
            </a:lvl7pPr>
            <a:lvl8pPr algn="l">
              <a:defRPr sz="1500" b="0">
                <a:solidFill>
                  <a:srgbClr val="77786F"/>
                </a:solidFill>
                <a:latin typeface="Noto Sans KR"/>
                <a:ea typeface="Noto Sans KR"/>
                <a:cs typeface="Noto Sans KR"/>
              </a:defRPr>
            </a:lvl8pPr>
            <a:lvl9pPr algn="l">
              <a:defRPr sz="1500" b="0">
                <a:solidFill>
                  <a:srgbClr val="77786F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l">
              <a:lnSpc>
                <a:spcPct val="148000"/>
              </a:lnSpc>
              <a:buNone/>
              <a:defRPr sz="1500" b="0">
                <a:solidFill>
                  <a:srgbClr val="77786F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>
                <a:solidFill>
                  <a:srgbClr val="77786F"/>
                </a:solidFill>
                <a:latin typeface="Noto Sans KR"/>
                <a:ea typeface="Noto Sans KR"/>
                <a:cs typeface="Noto Sans KR"/>
              </a:rPr>
              <a:t>배당 관리</a:t>
            </a:r>
          </a:p>
        </p:txBody>
      </p:sp>
      <p:sp>
        <p:nvSpPr>
          <p:cNvPr id="6" name="분산 투자">
            <a:extLst xmlns:a="http://schemas.openxmlformats.org/drawingml/2006/main">
              <a:ext uri="{FF2B5EF4-FFF2-40B4-BE49-F238E27FC236}">
                <a16:creationId xmlns:a16="http://schemas.microsoft.com/office/drawing/2014/main" id="{E5E47D23-9F0A-4DA3-9E6B-196CA9059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06375" y="466725"/>
            <a:ext cx="15716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1500" b="0">
                <a:solidFill>
                  <a:srgbClr val="77786F"/>
                </a:solidFill>
                <a:latin typeface="Noto Sans KR"/>
                <a:ea typeface="Noto Sans KR"/>
                <a:cs typeface="Noto Sans KR"/>
              </a:defRPr>
            </a:defPPr>
            <a:lvl1pPr algn="l">
              <a:defRPr sz="1500" b="0">
                <a:solidFill>
                  <a:srgbClr val="77786F"/>
                </a:solidFill>
                <a:latin typeface="Noto Sans KR"/>
                <a:ea typeface="Noto Sans KR"/>
                <a:cs typeface="Noto Sans KR"/>
              </a:defRPr>
            </a:lvl1pPr>
            <a:lvl2pPr algn="l">
              <a:defRPr sz="1500" b="0">
                <a:solidFill>
                  <a:srgbClr val="77786F"/>
                </a:solidFill>
                <a:latin typeface="Noto Sans KR"/>
                <a:ea typeface="Noto Sans KR"/>
                <a:cs typeface="Noto Sans KR"/>
              </a:defRPr>
            </a:lvl2pPr>
            <a:lvl3pPr algn="l">
              <a:defRPr sz="1500" b="0">
                <a:solidFill>
                  <a:srgbClr val="77786F"/>
                </a:solidFill>
                <a:latin typeface="Noto Sans KR"/>
                <a:ea typeface="Noto Sans KR"/>
                <a:cs typeface="Noto Sans KR"/>
              </a:defRPr>
            </a:lvl3pPr>
            <a:lvl4pPr algn="l">
              <a:defRPr sz="1500" b="0">
                <a:solidFill>
                  <a:srgbClr val="77786F"/>
                </a:solidFill>
                <a:latin typeface="Noto Sans KR"/>
                <a:ea typeface="Noto Sans KR"/>
                <a:cs typeface="Noto Sans KR"/>
              </a:defRPr>
            </a:lvl4pPr>
            <a:lvl5pPr algn="l">
              <a:defRPr sz="1500" b="0">
                <a:solidFill>
                  <a:srgbClr val="77786F"/>
                </a:solidFill>
                <a:latin typeface="Noto Sans KR"/>
                <a:ea typeface="Noto Sans KR"/>
                <a:cs typeface="Noto Sans KR"/>
              </a:defRPr>
            </a:lvl5pPr>
            <a:lvl6pPr algn="l">
              <a:defRPr sz="1500" b="0">
                <a:solidFill>
                  <a:srgbClr val="77786F"/>
                </a:solidFill>
                <a:latin typeface="Noto Sans KR"/>
                <a:ea typeface="Noto Sans KR"/>
                <a:cs typeface="Noto Sans KR"/>
              </a:defRPr>
            </a:lvl6pPr>
            <a:lvl7pPr algn="l">
              <a:defRPr sz="1500" b="0">
                <a:solidFill>
                  <a:srgbClr val="77786F"/>
                </a:solidFill>
                <a:latin typeface="Noto Sans KR"/>
                <a:ea typeface="Noto Sans KR"/>
                <a:cs typeface="Noto Sans KR"/>
              </a:defRPr>
            </a:lvl7pPr>
            <a:lvl8pPr algn="l">
              <a:defRPr sz="1500" b="0">
                <a:solidFill>
                  <a:srgbClr val="77786F"/>
                </a:solidFill>
                <a:latin typeface="Noto Sans KR"/>
                <a:ea typeface="Noto Sans KR"/>
                <a:cs typeface="Noto Sans KR"/>
              </a:defRPr>
            </a:lvl8pPr>
            <a:lvl9pPr algn="l">
              <a:defRPr sz="1500" b="0">
                <a:solidFill>
                  <a:srgbClr val="77786F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l">
              <a:lnSpc>
                <a:spcPct val="148000"/>
              </a:lnSpc>
              <a:buNone/>
              <a:defRPr sz="1500" b="0">
                <a:solidFill>
                  <a:srgbClr val="77786F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>
                <a:solidFill>
                  <a:srgbClr val="77786F"/>
                </a:solidFill>
                <a:latin typeface="Noto Sans KR"/>
                <a:ea typeface="Noto Sans KR"/>
                <a:cs typeface="Noto Sans KR"/>
              </a:rPr>
              <a:t>분산 투자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522D502-904A-4C43-84D1-C2BB707E7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781050"/>
            <a:ext cx="8972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9BBB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0E0E919-AE8B-4E04-9BC2-7EF9EB3A8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781050"/>
            <a:ext cx="1571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18513D"/>
            </a:solidFill>
            <a:prstDash val="solid"/>
          </a:ln>
        </p:spPr>
      </p:sp>
      <p:sp>
        <p:nvSpPr>
          <p:cNvPr id="9" name="04">
            <a:extLst xmlns:a="http://schemas.openxmlformats.org/drawingml/2006/main">
              <a:ext uri="{FF2B5EF4-FFF2-40B4-BE49-F238E27FC236}">
                <a16:creationId xmlns:a16="http://schemas.microsoft.com/office/drawing/2014/main" id="{F8A6DF2D-B7C6-4F9A-A567-AF5D7881B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68425" y="10239375"/>
            <a:ext cx="4762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1350" b="0">
                <a:solidFill>
                  <a:srgbClr val="77786F"/>
                </a:solidFill>
                <a:latin typeface="Noto Sans KR"/>
                <a:ea typeface="Noto Sans KR"/>
                <a:cs typeface="Noto Sans KR"/>
              </a:defRPr>
            </a:defPPr>
            <a:lvl1pPr algn="l">
              <a:defRPr sz="1350" b="0">
                <a:solidFill>
                  <a:srgbClr val="77786F"/>
                </a:solidFill>
                <a:latin typeface="Noto Sans KR"/>
                <a:ea typeface="Noto Sans KR"/>
                <a:cs typeface="Noto Sans KR"/>
              </a:defRPr>
            </a:lvl1pPr>
            <a:lvl2pPr algn="l">
              <a:defRPr sz="1350" b="0">
                <a:solidFill>
                  <a:srgbClr val="77786F"/>
                </a:solidFill>
                <a:latin typeface="Noto Sans KR"/>
                <a:ea typeface="Noto Sans KR"/>
                <a:cs typeface="Noto Sans KR"/>
              </a:defRPr>
            </a:lvl2pPr>
            <a:lvl3pPr algn="l">
              <a:defRPr sz="1350" b="0">
                <a:solidFill>
                  <a:srgbClr val="77786F"/>
                </a:solidFill>
                <a:latin typeface="Noto Sans KR"/>
                <a:ea typeface="Noto Sans KR"/>
                <a:cs typeface="Noto Sans KR"/>
              </a:defRPr>
            </a:lvl3pPr>
            <a:lvl4pPr algn="l">
              <a:defRPr sz="1350" b="0">
                <a:solidFill>
                  <a:srgbClr val="77786F"/>
                </a:solidFill>
                <a:latin typeface="Noto Sans KR"/>
                <a:ea typeface="Noto Sans KR"/>
                <a:cs typeface="Noto Sans KR"/>
              </a:defRPr>
            </a:lvl4pPr>
            <a:lvl5pPr algn="l">
              <a:defRPr sz="1350" b="0">
                <a:solidFill>
                  <a:srgbClr val="77786F"/>
                </a:solidFill>
                <a:latin typeface="Noto Sans KR"/>
                <a:ea typeface="Noto Sans KR"/>
                <a:cs typeface="Noto Sans KR"/>
              </a:defRPr>
            </a:lvl5pPr>
            <a:lvl6pPr algn="l">
              <a:defRPr sz="1350" b="0">
                <a:solidFill>
                  <a:srgbClr val="77786F"/>
                </a:solidFill>
                <a:latin typeface="Noto Sans KR"/>
                <a:ea typeface="Noto Sans KR"/>
                <a:cs typeface="Noto Sans KR"/>
              </a:defRPr>
            </a:lvl6pPr>
            <a:lvl7pPr algn="l">
              <a:defRPr sz="1350" b="0">
                <a:solidFill>
                  <a:srgbClr val="77786F"/>
                </a:solidFill>
                <a:latin typeface="Noto Sans KR"/>
                <a:ea typeface="Noto Sans KR"/>
                <a:cs typeface="Noto Sans KR"/>
              </a:defRPr>
            </a:lvl7pPr>
            <a:lvl8pPr algn="l">
              <a:defRPr sz="1350" b="0">
                <a:solidFill>
                  <a:srgbClr val="77786F"/>
                </a:solidFill>
                <a:latin typeface="Noto Sans KR"/>
                <a:ea typeface="Noto Sans KR"/>
                <a:cs typeface="Noto Sans KR"/>
              </a:defRPr>
            </a:lvl8pPr>
            <a:lvl9pPr algn="l">
              <a:defRPr sz="1350" b="0">
                <a:solidFill>
                  <a:srgbClr val="77786F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l">
              <a:lnSpc>
                <a:spcPct val="148000"/>
              </a:lnSpc>
              <a:buNone/>
              <a:defRPr sz="1350" b="0">
                <a:solidFill>
                  <a:srgbClr val="77786F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77786F"/>
                </a:solidFill>
                <a:latin typeface="Noto Sans KR"/>
                <a:ea typeface="Noto Sans KR"/>
                <a:cs typeface="Noto Sans KR"/>
              </a:rPr>
              <a:t>04</a:t>
            </a:r>
          </a:p>
        </p:txBody>
      </p:sp>
      <p:sp>
        <p:nvSpPr>
          <p:cNvPr id="10" name="heading">
            <a:extLst xmlns:a="http://schemas.openxmlformats.org/drawingml/2006/main">
              <a:ext uri="{FF2B5EF4-FFF2-40B4-BE49-F238E27FC236}">
                <a16:creationId xmlns:a16="http://schemas.microsoft.com/office/drawing/2014/main" id="{C0D4E742-8BD2-4F75-AE51-BBEC21D8D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1666875"/>
            <a:ext cx="136588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3150" b="0">
                <a:solidFill>
                  <a:srgbClr val="262824"/>
                </a:solidFill>
                <a:latin typeface="Noto Sans KR"/>
                <a:ea typeface="Noto Sans KR"/>
                <a:cs typeface="Noto Sans KR"/>
              </a:defRPr>
            </a:defPPr>
            <a:lvl1pPr algn="l">
              <a:defRPr sz="3150" b="0">
                <a:solidFill>
                  <a:srgbClr val="262824"/>
                </a:solidFill>
                <a:latin typeface="Noto Sans KR"/>
                <a:ea typeface="Noto Sans KR"/>
                <a:cs typeface="Noto Sans KR"/>
              </a:defRPr>
            </a:lvl1pPr>
            <a:lvl2pPr algn="l">
              <a:defRPr sz="3150" b="0">
                <a:solidFill>
                  <a:srgbClr val="262824"/>
                </a:solidFill>
                <a:latin typeface="Noto Sans KR"/>
                <a:ea typeface="Noto Sans KR"/>
                <a:cs typeface="Noto Sans KR"/>
              </a:defRPr>
            </a:lvl2pPr>
            <a:lvl3pPr algn="l">
              <a:defRPr sz="3150" b="0">
                <a:solidFill>
                  <a:srgbClr val="262824"/>
                </a:solidFill>
                <a:latin typeface="Noto Sans KR"/>
                <a:ea typeface="Noto Sans KR"/>
                <a:cs typeface="Noto Sans KR"/>
              </a:defRPr>
            </a:lvl3pPr>
            <a:lvl4pPr algn="l">
              <a:defRPr sz="3150" b="0">
                <a:solidFill>
                  <a:srgbClr val="262824"/>
                </a:solidFill>
                <a:latin typeface="Noto Sans KR"/>
                <a:ea typeface="Noto Sans KR"/>
                <a:cs typeface="Noto Sans KR"/>
              </a:defRPr>
            </a:lvl4pPr>
            <a:lvl5pPr algn="l">
              <a:defRPr sz="3150" b="0">
                <a:solidFill>
                  <a:srgbClr val="262824"/>
                </a:solidFill>
                <a:latin typeface="Noto Sans KR"/>
                <a:ea typeface="Noto Sans KR"/>
                <a:cs typeface="Noto Sans KR"/>
              </a:defRPr>
            </a:lvl5pPr>
            <a:lvl6pPr algn="l">
              <a:defRPr sz="3150" b="0">
                <a:solidFill>
                  <a:srgbClr val="262824"/>
                </a:solidFill>
                <a:latin typeface="Noto Sans KR"/>
                <a:ea typeface="Noto Sans KR"/>
                <a:cs typeface="Noto Sans KR"/>
              </a:defRPr>
            </a:lvl6pPr>
            <a:lvl7pPr algn="l">
              <a:defRPr sz="3150" b="0">
                <a:solidFill>
                  <a:srgbClr val="262824"/>
                </a:solidFill>
                <a:latin typeface="Noto Sans KR"/>
                <a:ea typeface="Noto Sans KR"/>
                <a:cs typeface="Noto Sans KR"/>
              </a:defRPr>
            </a:lvl7pPr>
            <a:lvl8pPr algn="l">
              <a:defRPr sz="3150" b="0">
                <a:solidFill>
                  <a:srgbClr val="262824"/>
                </a:solidFill>
                <a:latin typeface="Noto Sans KR"/>
                <a:ea typeface="Noto Sans KR"/>
                <a:cs typeface="Noto Sans KR"/>
              </a:defRPr>
            </a:lvl8pPr>
            <a:lvl9pPr algn="l">
              <a:defRPr sz="3150" b="0">
                <a:solidFill>
                  <a:srgbClr val="262824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l">
              <a:lnSpc>
                <a:spcPct val="123000"/>
              </a:lnSpc>
              <a:buNone/>
              <a:defRPr sz="3150" b="0">
                <a:solidFill>
                  <a:srgbClr val="262824"/>
                </a:solidFill>
                <a:latin typeface="Noto Sans KR"/>
                <a:ea typeface="Noto Sans KR"/>
                <a:cs typeface="Noto Sans KR"/>
              </a:defRPr>
            </a:pPr>
            <a:r>
              <a:rPr sz="3150" b="0">
                <a:solidFill>
                  <a:srgbClr val="262824"/>
                </a:solidFill>
                <a:latin typeface="Noto Sans KR"/>
                <a:ea typeface="Noto Sans KR"/>
                <a:cs typeface="Noto Sans KR"/>
              </a:rPr>
              <a:t>월 적립 후 최종자산</a:t>
            </a:r>
          </a:p>
        </p:txBody>
      </p:sp>
      <p:sp>
        <p:nvSpPr>
          <p:cNvPr id="11" name="월 10만원, 2012년 1월~2026년 8월. 총 납입 ">
            <a:extLst xmlns:a="http://schemas.openxmlformats.org/drawingml/2006/main">
              <a:ext uri="{FF2B5EF4-FFF2-40B4-BE49-F238E27FC236}">
                <a16:creationId xmlns:a16="http://schemas.microsoft.com/office/drawing/2014/main" id="{2093FB71-235C-47FD-B83C-D54BDF1AE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2352675"/>
            <a:ext cx="136588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1875" b="0">
                <a:solidFill>
                  <a:srgbClr val="262824"/>
                </a:solidFill>
                <a:latin typeface="Noto Sans KR"/>
                <a:ea typeface="Noto Sans KR"/>
                <a:cs typeface="Noto Sans KR"/>
              </a:defRPr>
            </a:defPPr>
            <a:lvl1pPr algn="l">
              <a:defRPr sz="1875" b="0">
                <a:solidFill>
                  <a:srgbClr val="262824"/>
                </a:solidFill>
                <a:latin typeface="Noto Sans KR"/>
                <a:ea typeface="Noto Sans KR"/>
                <a:cs typeface="Noto Sans KR"/>
              </a:defRPr>
            </a:lvl1pPr>
            <a:lvl2pPr algn="l">
              <a:defRPr sz="1875" b="0">
                <a:solidFill>
                  <a:srgbClr val="262824"/>
                </a:solidFill>
                <a:latin typeface="Noto Sans KR"/>
                <a:ea typeface="Noto Sans KR"/>
                <a:cs typeface="Noto Sans KR"/>
              </a:defRPr>
            </a:lvl2pPr>
            <a:lvl3pPr algn="l">
              <a:defRPr sz="1875" b="0">
                <a:solidFill>
                  <a:srgbClr val="262824"/>
                </a:solidFill>
                <a:latin typeface="Noto Sans KR"/>
                <a:ea typeface="Noto Sans KR"/>
                <a:cs typeface="Noto Sans KR"/>
              </a:defRPr>
            </a:lvl3pPr>
            <a:lvl4pPr algn="l">
              <a:defRPr sz="1875" b="0">
                <a:solidFill>
                  <a:srgbClr val="262824"/>
                </a:solidFill>
                <a:latin typeface="Noto Sans KR"/>
                <a:ea typeface="Noto Sans KR"/>
                <a:cs typeface="Noto Sans KR"/>
              </a:defRPr>
            </a:lvl4pPr>
            <a:lvl5pPr algn="l">
              <a:defRPr sz="1875" b="0">
                <a:solidFill>
                  <a:srgbClr val="262824"/>
                </a:solidFill>
                <a:latin typeface="Noto Sans KR"/>
                <a:ea typeface="Noto Sans KR"/>
                <a:cs typeface="Noto Sans KR"/>
              </a:defRPr>
            </a:lvl5pPr>
            <a:lvl6pPr algn="l">
              <a:defRPr sz="1875" b="0">
                <a:solidFill>
                  <a:srgbClr val="262824"/>
                </a:solidFill>
                <a:latin typeface="Noto Sans KR"/>
                <a:ea typeface="Noto Sans KR"/>
                <a:cs typeface="Noto Sans KR"/>
              </a:defRPr>
            </a:lvl6pPr>
            <a:lvl7pPr algn="l">
              <a:defRPr sz="1875" b="0">
                <a:solidFill>
                  <a:srgbClr val="262824"/>
                </a:solidFill>
                <a:latin typeface="Noto Sans KR"/>
                <a:ea typeface="Noto Sans KR"/>
                <a:cs typeface="Noto Sans KR"/>
              </a:defRPr>
            </a:lvl7pPr>
            <a:lvl8pPr algn="l">
              <a:defRPr sz="1875" b="0">
                <a:solidFill>
                  <a:srgbClr val="262824"/>
                </a:solidFill>
                <a:latin typeface="Noto Sans KR"/>
                <a:ea typeface="Noto Sans KR"/>
                <a:cs typeface="Noto Sans KR"/>
              </a:defRPr>
            </a:lvl8pPr>
            <a:lvl9pPr algn="l">
              <a:defRPr sz="1875" b="0">
                <a:solidFill>
                  <a:srgbClr val="262824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l">
              <a:lnSpc>
                <a:spcPct val="148000"/>
              </a:lnSpc>
              <a:buNone/>
              <a:defRPr sz="1875" b="0">
                <a:solidFill>
                  <a:srgbClr val="262824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0">
                <a:solidFill>
                  <a:srgbClr val="262824"/>
                </a:solidFill>
                <a:latin typeface="Noto Sans KR"/>
                <a:ea typeface="Noto Sans KR"/>
                <a:cs typeface="Noto Sans KR"/>
              </a:rPr>
              <a:t>월 10만원, 2012년 1월~2026년 8월. 총 납입 원금은 모든 비교군에서 1,760만원입니다.</a:t>
            </a:r>
          </a:p>
        </p:txBody>
      </p:sp>
      <p:graphicFrame>
        <p:nvGraphicFramePr>
          <p:cNvPr id="12" name="Chart">
            <a:extLst xmlns:a="http://schemas.openxmlformats.org/drawingml/2006/main">
              <a:ext uri="{FF2B5EF4-FFF2-40B4-BE49-F238E27FC236}">
                <a16:creationId xmlns:a16="http://schemas.microsoft.com/office/drawing/2014/main" id="{15DCFB6D-298F-406C-B195-6BF4872718E3}"/>
              </a:ext>
            </a:extLst>
          </p:cNvPr>
          <p:cNvGraphicFramePr/>
          <p:nvPr/>
        </p:nvGraphicFramePr>
        <p:xfrm>
          <a:off xmlns:a="http://schemas.openxmlformats.org/drawingml/2006/main" x="609600" y="3076575"/>
          <a:ext xmlns:a="http://schemas.openxmlformats.org/drawingml/2006/main" cx="14001750" cy="41433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bf066ec49f234ec2"/>
          </a:graphicData>
        </a:graphic>
      </p:graphicFrame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74DC077-64E3-41E8-B6E5-DB9D31EFF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7572375"/>
            <a:ext cx="13658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62824"/>
            </a:solidFill>
            <a:prstDash val="solid"/>
          </a:ln>
        </p:spPr>
      </p:sp>
      <p:sp>
        <p:nvSpPr>
          <p:cNvPr id="14" name="heading">
            <a:extLst xmlns:a="http://schemas.openxmlformats.org/drawingml/2006/main">
              <a:ext uri="{FF2B5EF4-FFF2-40B4-BE49-F238E27FC236}">
                <a16:creationId xmlns:a16="http://schemas.microsoft.com/office/drawing/2014/main" id="{C1EFBC06-4C85-4121-9F59-4C89C83A8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7839075"/>
            <a:ext cx="42862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2100" b="0">
                <a:solidFill>
                  <a:srgbClr val="262824"/>
                </a:solidFill>
                <a:latin typeface="Noto Sans KR"/>
                <a:ea typeface="Noto Sans KR"/>
                <a:cs typeface="Noto Sans KR"/>
              </a:defRPr>
            </a:defPPr>
            <a:lvl1pPr algn="l">
              <a:defRPr sz="2100" b="0">
                <a:solidFill>
                  <a:srgbClr val="262824"/>
                </a:solidFill>
                <a:latin typeface="Noto Sans KR"/>
                <a:ea typeface="Noto Sans KR"/>
                <a:cs typeface="Noto Sans KR"/>
              </a:defRPr>
            </a:lvl1pPr>
            <a:lvl2pPr algn="l">
              <a:defRPr sz="2100" b="0">
                <a:solidFill>
                  <a:srgbClr val="262824"/>
                </a:solidFill>
                <a:latin typeface="Noto Sans KR"/>
                <a:ea typeface="Noto Sans KR"/>
                <a:cs typeface="Noto Sans KR"/>
              </a:defRPr>
            </a:lvl2pPr>
            <a:lvl3pPr algn="l">
              <a:defRPr sz="2100" b="0">
                <a:solidFill>
                  <a:srgbClr val="262824"/>
                </a:solidFill>
                <a:latin typeface="Noto Sans KR"/>
                <a:ea typeface="Noto Sans KR"/>
                <a:cs typeface="Noto Sans KR"/>
              </a:defRPr>
            </a:lvl3pPr>
            <a:lvl4pPr algn="l">
              <a:defRPr sz="2100" b="0">
                <a:solidFill>
                  <a:srgbClr val="262824"/>
                </a:solidFill>
                <a:latin typeface="Noto Sans KR"/>
                <a:ea typeface="Noto Sans KR"/>
                <a:cs typeface="Noto Sans KR"/>
              </a:defRPr>
            </a:lvl4pPr>
            <a:lvl5pPr algn="l">
              <a:defRPr sz="2100" b="0">
                <a:solidFill>
                  <a:srgbClr val="262824"/>
                </a:solidFill>
                <a:latin typeface="Noto Sans KR"/>
                <a:ea typeface="Noto Sans KR"/>
                <a:cs typeface="Noto Sans KR"/>
              </a:defRPr>
            </a:lvl5pPr>
            <a:lvl6pPr algn="l">
              <a:defRPr sz="2100" b="0">
                <a:solidFill>
                  <a:srgbClr val="262824"/>
                </a:solidFill>
                <a:latin typeface="Noto Sans KR"/>
                <a:ea typeface="Noto Sans KR"/>
                <a:cs typeface="Noto Sans KR"/>
              </a:defRPr>
            </a:lvl6pPr>
            <a:lvl7pPr algn="l">
              <a:defRPr sz="2100" b="0">
                <a:solidFill>
                  <a:srgbClr val="262824"/>
                </a:solidFill>
                <a:latin typeface="Noto Sans KR"/>
                <a:ea typeface="Noto Sans KR"/>
                <a:cs typeface="Noto Sans KR"/>
              </a:defRPr>
            </a:lvl7pPr>
            <a:lvl8pPr algn="l">
              <a:defRPr sz="2100" b="0">
                <a:solidFill>
                  <a:srgbClr val="262824"/>
                </a:solidFill>
                <a:latin typeface="Noto Sans KR"/>
                <a:ea typeface="Noto Sans KR"/>
                <a:cs typeface="Noto Sans KR"/>
              </a:defRPr>
            </a:lvl8pPr>
            <a:lvl9pPr algn="l">
              <a:defRPr sz="2100" b="0">
                <a:solidFill>
                  <a:srgbClr val="262824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l">
              <a:lnSpc>
                <a:spcPct val="123000"/>
              </a:lnSpc>
              <a:buNone/>
              <a:defRPr sz="2100" b="0">
                <a:solidFill>
                  <a:srgbClr val="262824"/>
                </a:solidFill>
                <a:latin typeface="Noto Sans KR"/>
                <a:ea typeface="Noto Sans KR"/>
                <a:cs typeface="Noto Sans KR"/>
              </a:defRPr>
            </a:pPr>
            <a:r>
              <a:rPr sz="2100" b="0">
                <a:solidFill>
                  <a:srgbClr val="262824"/>
                </a:solidFill>
                <a:latin typeface="Noto Sans KR"/>
                <a:ea typeface="Noto Sans KR"/>
                <a:cs typeface="Noto Sans KR"/>
              </a:rPr>
              <a:t>납입금과 투자이익</a:t>
            </a:r>
          </a:p>
        </p:txBody>
      </p:sp>
      <p:sp>
        <p:nvSpPr>
          <p:cNvPr id="15" name="Deneb의 36,111만원에는 원금 1,760만원과 투자">
            <a:extLst xmlns:a="http://schemas.openxmlformats.org/drawingml/2006/main">
              <a:ext uri="{FF2B5EF4-FFF2-40B4-BE49-F238E27FC236}">
                <a16:creationId xmlns:a16="http://schemas.microsoft.com/office/drawing/2014/main" id="{21CB68B4-DC73-4C8F-8E72-0FFA8B3A8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8410575"/>
            <a:ext cx="4286250" cy="1076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1800" b="0">
                <a:solidFill>
                  <a:srgbClr val="262824"/>
                </a:solidFill>
                <a:latin typeface="Noto Sans KR"/>
                <a:ea typeface="Noto Sans KR"/>
                <a:cs typeface="Noto Sans KR"/>
              </a:defRPr>
            </a:defPPr>
            <a:lvl1pPr algn="l">
              <a:defRPr sz="1800" b="0">
                <a:solidFill>
                  <a:srgbClr val="262824"/>
                </a:solidFill>
                <a:latin typeface="Noto Sans KR"/>
                <a:ea typeface="Noto Sans KR"/>
                <a:cs typeface="Noto Sans KR"/>
              </a:defRPr>
            </a:lvl1pPr>
            <a:lvl2pPr algn="l">
              <a:defRPr sz="1800" b="0">
                <a:solidFill>
                  <a:srgbClr val="262824"/>
                </a:solidFill>
                <a:latin typeface="Noto Sans KR"/>
                <a:ea typeface="Noto Sans KR"/>
                <a:cs typeface="Noto Sans KR"/>
              </a:defRPr>
            </a:lvl2pPr>
            <a:lvl3pPr algn="l">
              <a:defRPr sz="1800" b="0">
                <a:solidFill>
                  <a:srgbClr val="262824"/>
                </a:solidFill>
                <a:latin typeface="Noto Sans KR"/>
                <a:ea typeface="Noto Sans KR"/>
                <a:cs typeface="Noto Sans KR"/>
              </a:defRPr>
            </a:lvl3pPr>
            <a:lvl4pPr algn="l">
              <a:defRPr sz="1800" b="0">
                <a:solidFill>
                  <a:srgbClr val="262824"/>
                </a:solidFill>
                <a:latin typeface="Noto Sans KR"/>
                <a:ea typeface="Noto Sans KR"/>
                <a:cs typeface="Noto Sans KR"/>
              </a:defRPr>
            </a:lvl4pPr>
            <a:lvl5pPr algn="l">
              <a:defRPr sz="1800" b="0">
                <a:solidFill>
                  <a:srgbClr val="262824"/>
                </a:solidFill>
                <a:latin typeface="Noto Sans KR"/>
                <a:ea typeface="Noto Sans KR"/>
                <a:cs typeface="Noto Sans KR"/>
              </a:defRPr>
            </a:lvl5pPr>
            <a:lvl6pPr algn="l">
              <a:defRPr sz="1800" b="0">
                <a:solidFill>
                  <a:srgbClr val="262824"/>
                </a:solidFill>
                <a:latin typeface="Noto Sans KR"/>
                <a:ea typeface="Noto Sans KR"/>
                <a:cs typeface="Noto Sans KR"/>
              </a:defRPr>
            </a:lvl6pPr>
            <a:lvl7pPr algn="l">
              <a:defRPr sz="1800" b="0">
                <a:solidFill>
                  <a:srgbClr val="262824"/>
                </a:solidFill>
                <a:latin typeface="Noto Sans KR"/>
                <a:ea typeface="Noto Sans KR"/>
                <a:cs typeface="Noto Sans KR"/>
              </a:defRPr>
            </a:lvl7pPr>
            <a:lvl8pPr algn="l">
              <a:defRPr sz="1800" b="0">
                <a:solidFill>
                  <a:srgbClr val="262824"/>
                </a:solidFill>
                <a:latin typeface="Noto Sans KR"/>
                <a:ea typeface="Noto Sans KR"/>
                <a:cs typeface="Noto Sans KR"/>
              </a:defRPr>
            </a:lvl8pPr>
            <a:lvl9pPr algn="l">
              <a:defRPr sz="1800" b="0">
                <a:solidFill>
                  <a:srgbClr val="262824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l">
              <a:lnSpc>
                <a:spcPct val="148000"/>
              </a:lnSpc>
              <a:buNone/>
              <a:defRPr sz="1800" b="0">
                <a:solidFill>
                  <a:srgbClr val="262824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0">
                <a:solidFill>
                  <a:srgbClr val="262824"/>
                </a:solidFill>
                <a:latin typeface="Noto Sans KR"/>
                <a:ea typeface="Noto Sans KR"/>
                <a:cs typeface="Noto Sans KR"/>
              </a:rPr>
              <a:t>Deneb의 36,111만원에는 원금 1,760만원과</a:t>
            </a:r>
          </a:p>
          <a:p xmlns:a="http://schemas.openxmlformats.org/drawingml/2006/main">
            <a:pPr algn="l">
              <a:lnSpc>
                <a:spcPct val="148000"/>
              </a:lnSpc>
              <a:buNone/>
              <a:defRPr sz="1800" b="0">
                <a:solidFill>
                  <a:srgbClr val="262824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0">
                <a:solidFill>
                  <a:srgbClr val="262824"/>
                </a:solidFill>
                <a:latin typeface="Noto Sans KR"/>
                <a:ea typeface="Noto Sans KR"/>
                <a:cs typeface="Noto Sans KR"/>
              </a:rPr>
              <a:t>투자이익 34,351만원이 함께 들어 있습니다.</a:t>
            </a:r>
          </a:p>
          <a:p xmlns:a="http://schemas.openxmlformats.org/drawingml/2006/main">
            <a:pPr algn="l">
              <a:lnSpc>
                <a:spcPct val="148000"/>
              </a:lnSpc>
              <a:buNone/>
              <a:defRPr sz="1800" b="0">
                <a:solidFill>
                  <a:srgbClr val="262824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0">
                <a:solidFill>
                  <a:srgbClr val="262824"/>
                </a:solidFill>
                <a:latin typeface="Noto Sans KR"/>
                <a:ea typeface="Noto Sans KR"/>
                <a:cs typeface="Noto Sans KR"/>
              </a:rPr>
              <a:t>막대 전체를 수익으로 읽으면 안 됩니다.</a:t>
            </a:r>
          </a:p>
        </p:txBody>
      </p:sp>
      <p:sp>
        <p:nvSpPr>
          <p:cNvPr id="16" name="heading">
            <a:extLst xmlns:a="http://schemas.openxmlformats.org/drawingml/2006/main">
              <a:ext uri="{FF2B5EF4-FFF2-40B4-BE49-F238E27FC236}">
                <a16:creationId xmlns:a16="http://schemas.microsoft.com/office/drawing/2014/main" id="{D74EC62D-9405-4EE5-85A7-15CE163F1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7839075"/>
            <a:ext cx="42862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2100" b="0">
                <a:solidFill>
                  <a:srgbClr val="262824"/>
                </a:solidFill>
                <a:latin typeface="Noto Sans KR"/>
                <a:ea typeface="Noto Sans KR"/>
                <a:cs typeface="Noto Sans KR"/>
              </a:defRPr>
            </a:defPPr>
            <a:lvl1pPr algn="l">
              <a:defRPr sz="2100" b="0">
                <a:solidFill>
                  <a:srgbClr val="262824"/>
                </a:solidFill>
                <a:latin typeface="Noto Sans KR"/>
                <a:ea typeface="Noto Sans KR"/>
                <a:cs typeface="Noto Sans KR"/>
              </a:defRPr>
            </a:lvl1pPr>
            <a:lvl2pPr algn="l">
              <a:defRPr sz="2100" b="0">
                <a:solidFill>
                  <a:srgbClr val="262824"/>
                </a:solidFill>
                <a:latin typeface="Noto Sans KR"/>
                <a:ea typeface="Noto Sans KR"/>
                <a:cs typeface="Noto Sans KR"/>
              </a:defRPr>
            </a:lvl2pPr>
            <a:lvl3pPr algn="l">
              <a:defRPr sz="2100" b="0">
                <a:solidFill>
                  <a:srgbClr val="262824"/>
                </a:solidFill>
                <a:latin typeface="Noto Sans KR"/>
                <a:ea typeface="Noto Sans KR"/>
                <a:cs typeface="Noto Sans KR"/>
              </a:defRPr>
            </a:lvl3pPr>
            <a:lvl4pPr algn="l">
              <a:defRPr sz="2100" b="0">
                <a:solidFill>
                  <a:srgbClr val="262824"/>
                </a:solidFill>
                <a:latin typeface="Noto Sans KR"/>
                <a:ea typeface="Noto Sans KR"/>
                <a:cs typeface="Noto Sans KR"/>
              </a:defRPr>
            </a:lvl4pPr>
            <a:lvl5pPr algn="l">
              <a:defRPr sz="2100" b="0">
                <a:solidFill>
                  <a:srgbClr val="262824"/>
                </a:solidFill>
                <a:latin typeface="Noto Sans KR"/>
                <a:ea typeface="Noto Sans KR"/>
                <a:cs typeface="Noto Sans KR"/>
              </a:defRPr>
            </a:lvl5pPr>
            <a:lvl6pPr algn="l">
              <a:defRPr sz="2100" b="0">
                <a:solidFill>
                  <a:srgbClr val="262824"/>
                </a:solidFill>
                <a:latin typeface="Noto Sans KR"/>
                <a:ea typeface="Noto Sans KR"/>
                <a:cs typeface="Noto Sans KR"/>
              </a:defRPr>
            </a:lvl6pPr>
            <a:lvl7pPr algn="l">
              <a:defRPr sz="2100" b="0">
                <a:solidFill>
                  <a:srgbClr val="262824"/>
                </a:solidFill>
                <a:latin typeface="Noto Sans KR"/>
                <a:ea typeface="Noto Sans KR"/>
                <a:cs typeface="Noto Sans KR"/>
              </a:defRPr>
            </a:lvl7pPr>
            <a:lvl8pPr algn="l">
              <a:defRPr sz="2100" b="0">
                <a:solidFill>
                  <a:srgbClr val="262824"/>
                </a:solidFill>
                <a:latin typeface="Noto Sans KR"/>
                <a:ea typeface="Noto Sans KR"/>
                <a:cs typeface="Noto Sans KR"/>
              </a:defRPr>
            </a:lvl8pPr>
            <a:lvl9pPr algn="l">
              <a:defRPr sz="2100" b="0">
                <a:solidFill>
                  <a:srgbClr val="262824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l">
              <a:lnSpc>
                <a:spcPct val="123000"/>
              </a:lnSpc>
              <a:buNone/>
              <a:defRPr sz="2100" b="0">
                <a:solidFill>
                  <a:srgbClr val="262824"/>
                </a:solidFill>
                <a:latin typeface="Noto Sans KR"/>
                <a:ea typeface="Noto Sans KR"/>
                <a:cs typeface="Noto Sans KR"/>
              </a:defRPr>
            </a:pPr>
            <a:r>
              <a:rPr sz="2100" b="0">
                <a:solidFill>
                  <a:srgbClr val="262824"/>
                </a:solidFill>
                <a:latin typeface="Noto Sans KR"/>
                <a:ea typeface="Noto Sans KR"/>
                <a:cs typeface="Noto Sans KR"/>
              </a:rPr>
              <a:t>금액과 손실 위험</a:t>
            </a:r>
          </a:p>
        </p:txBody>
      </p:sp>
      <p:sp>
        <p:nvSpPr>
          <p:cNvPr id="17" name="나스닥 3배의 종료 금액이 가장 컸지만, 중간 최대 낙폭은">
            <a:extLst xmlns:a="http://schemas.openxmlformats.org/drawingml/2006/main">
              <a:ext uri="{FF2B5EF4-FFF2-40B4-BE49-F238E27FC236}">
                <a16:creationId xmlns:a16="http://schemas.microsoft.com/office/drawing/2014/main" id="{7A7172FD-8682-411A-A13F-F9A485EBF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8410575"/>
            <a:ext cx="4286250" cy="1419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1800" b="0">
                <a:solidFill>
                  <a:srgbClr val="262824"/>
                </a:solidFill>
                <a:latin typeface="Noto Sans KR"/>
                <a:ea typeface="Noto Sans KR"/>
                <a:cs typeface="Noto Sans KR"/>
              </a:defRPr>
            </a:defPPr>
            <a:lvl1pPr algn="l">
              <a:defRPr sz="1800" b="0">
                <a:solidFill>
                  <a:srgbClr val="262824"/>
                </a:solidFill>
                <a:latin typeface="Noto Sans KR"/>
                <a:ea typeface="Noto Sans KR"/>
                <a:cs typeface="Noto Sans KR"/>
              </a:defRPr>
            </a:lvl1pPr>
            <a:lvl2pPr algn="l">
              <a:defRPr sz="1800" b="0">
                <a:solidFill>
                  <a:srgbClr val="262824"/>
                </a:solidFill>
                <a:latin typeface="Noto Sans KR"/>
                <a:ea typeface="Noto Sans KR"/>
                <a:cs typeface="Noto Sans KR"/>
              </a:defRPr>
            </a:lvl2pPr>
            <a:lvl3pPr algn="l">
              <a:defRPr sz="1800" b="0">
                <a:solidFill>
                  <a:srgbClr val="262824"/>
                </a:solidFill>
                <a:latin typeface="Noto Sans KR"/>
                <a:ea typeface="Noto Sans KR"/>
                <a:cs typeface="Noto Sans KR"/>
              </a:defRPr>
            </a:lvl3pPr>
            <a:lvl4pPr algn="l">
              <a:defRPr sz="1800" b="0">
                <a:solidFill>
                  <a:srgbClr val="262824"/>
                </a:solidFill>
                <a:latin typeface="Noto Sans KR"/>
                <a:ea typeface="Noto Sans KR"/>
                <a:cs typeface="Noto Sans KR"/>
              </a:defRPr>
            </a:lvl4pPr>
            <a:lvl5pPr algn="l">
              <a:defRPr sz="1800" b="0">
                <a:solidFill>
                  <a:srgbClr val="262824"/>
                </a:solidFill>
                <a:latin typeface="Noto Sans KR"/>
                <a:ea typeface="Noto Sans KR"/>
                <a:cs typeface="Noto Sans KR"/>
              </a:defRPr>
            </a:lvl5pPr>
            <a:lvl6pPr algn="l">
              <a:defRPr sz="1800" b="0">
                <a:solidFill>
                  <a:srgbClr val="262824"/>
                </a:solidFill>
                <a:latin typeface="Noto Sans KR"/>
                <a:ea typeface="Noto Sans KR"/>
                <a:cs typeface="Noto Sans KR"/>
              </a:defRPr>
            </a:lvl6pPr>
            <a:lvl7pPr algn="l">
              <a:defRPr sz="1800" b="0">
                <a:solidFill>
                  <a:srgbClr val="262824"/>
                </a:solidFill>
                <a:latin typeface="Noto Sans KR"/>
                <a:ea typeface="Noto Sans KR"/>
                <a:cs typeface="Noto Sans KR"/>
              </a:defRPr>
            </a:lvl7pPr>
            <a:lvl8pPr algn="l">
              <a:defRPr sz="1800" b="0">
                <a:solidFill>
                  <a:srgbClr val="262824"/>
                </a:solidFill>
                <a:latin typeface="Noto Sans KR"/>
                <a:ea typeface="Noto Sans KR"/>
                <a:cs typeface="Noto Sans KR"/>
              </a:defRPr>
            </a:lvl8pPr>
            <a:lvl9pPr algn="l">
              <a:defRPr sz="1800" b="0">
                <a:solidFill>
                  <a:srgbClr val="262824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l">
              <a:lnSpc>
                <a:spcPct val="148000"/>
              </a:lnSpc>
              <a:buNone/>
              <a:defRPr sz="1800" b="0">
                <a:solidFill>
                  <a:srgbClr val="262824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0">
                <a:solidFill>
                  <a:srgbClr val="262824"/>
                </a:solidFill>
                <a:latin typeface="Noto Sans KR"/>
                <a:ea typeface="Noto Sans KR"/>
                <a:cs typeface="Noto Sans KR"/>
              </a:rPr>
              <a:t>나스닥 3배의 종료 금액이 가장 컸지만, 중간</a:t>
            </a:r>
          </a:p>
          <a:p xmlns:a="http://schemas.openxmlformats.org/drawingml/2006/main">
            <a:pPr algn="l">
              <a:lnSpc>
                <a:spcPct val="148000"/>
              </a:lnSpc>
              <a:buNone/>
              <a:defRPr sz="1800" b="0">
                <a:solidFill>
                  <a:srgbClr val="262824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0">
                <a:solidFill>
                  <a:srgbClr val="262824"/>
                </a:solidFill>
                <a:latin typeface="Noto Sans KR"/>
                <a:ea typeface="Noto Sans KR"/>
                <a:cs typeface="Noto Sans KR"/>
              </a:rPr>
              <a:t>최대 낙폭은 −81.7%였습니다. Deneb는</a:t>
            </a:r>
          </a:p>
          <a:p xmlns:a="http://schemas.openxmlformats.org/drawingml/2006/main">
            <a:pPr algn="l">
              <a:lnSpc>
                <a:spcPct val="148000"/>
              </a:lnSpc>
              <a:buNone/>
              <a:defRPr sz="1800" b="0">
                <a:solidFill>
                  <a:srgbClr val="262824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0">
                <a:solidFill>
                  <a:srgbClr val="262824"/>
                </a:solidFill>
                <a:latin typeface="Noto Sans KR"/>
                <a:ea typeface="Noto Sans KR"/>
                <a:cs typeface="Noto Sans KR"/>
              </a:rPr>
              <a:t>−31.7%였습니다. 마지막 금액만으로 우열을</a:t>
            </a:r>
          </a:p>
          <a:p xmlns:a="http://schemas.openxmlformats.org/drawingml/2006/main">
            <a:pPr algn="l">
              <a:lnSpc>
                <a:spcPct val="148000"/>
              </a:lnSpc>
              <a:buNone/>
              <a:defRPr sz="1800" b="0">
                <a:solidFill>
                  <a:srgbClr val="262824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0">
                <a:solidFill>
                  <a:srgbClr val="262824"/>
                </a:solidFill>
                <a:latin typeface="Noto Sans KR"/>
                <a:ea typeface="Noto Sans KR"/>
                <a:cs typeface="Noto Sans KR"/>
              </a:rPr>
              <a:t>정할 수는 없습니다.</a:t>
            </a:r>
          </a:p>
        </p:txBody>
      </p:sp>
      <p:sp>
        <p:nvSpPr>
          <p:cNvPr id="18" name="heading">
            <a:extLst xmlns:a="http://schemas.openxmlformats.org/drawingml/2006/main">
              <a:ext uri="{FF2B5EF4-FFF2-40B4-BE49-F238E27FC236}">
                <a16:creationId xmlns:a16="http://schemas.microsoft.com/office/drawing/2014/main" id="{9FD74743-3CDA-4E58-88A0-CC43A9621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3175" y="7839075"/>
            <a:ext cx="42862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2100" b="0">
                <a:solidFill>
                  <a:srgbClr val="262824"/>
                </a:solidFill>
                <a:latin typeface="Noto Sans KR"/>
                <a:ea typeface="Noto Sans KR"/>
                <a:cs typeface="Noto Sans KR"/>
              </a:defRPr>
            </a:defPPr>
            <a:lvl1pPr algn="l">
              <a:defRPr sz="2100" b="0">
                <a:solidFill>
                  <a:srgbClr val="262824"/>
                </a:solidFill>
                <a:latin typeface="Noto Sans KR"/>
                <a:ea typeface="Noto Sans KR"/>
                <a:cs typeface="Noto Sans KR"/>
              </a:defRPr>
            </a:lvl1pPr>
            <a:lvl2pPr algn="l">
              <a:defRPr sz="2100" b="0">
                <a:solidFill>
                  <a:srgbClr val="262824"/>
                </a:solidFill>
                <a:latin typeface="Noto Sans KR"/>
                <a:ea typeface="Noto Sans KR"/>
                <a:cs typeface="Noto Sans KR"/>
              </a:defRPr>
            </a:lvl2pPr>
            <a:lvl3pPr algn="l">
              <a:defRPr sz="2100" b="0">
                <a:solidFill>
                  <a:srgbClr val="262824"/>
                </a:solidFill>
                <a:latin typeface="Noto Sans KR"/>
                <a:ea typeface="Noto Sans KR"/>
                <a:cs typeface="Noto Sans KR"/>
              </a:defRPr>
            </a:lvl3pPr>
            <a:lvl4pPr algn="l">
              <a:defRPr sz="2100" b="0">
                <a:solidFill>
                  <a:srgbClr val="262824"/>
                </a:solidFill>
                <a:latin typeface="Noto Sans KR"/>
                <a:ea typeface="Noto Sans KR"/>
                <a:cs typeface="Noto Sans KR"/>
              </a:defRPr>
            </a:lvl4pPr>
            <a:lvl5pPr algn="l">
              <a:defRPr sz="2100" b="0">
                <a:solidFill>
                  <a:srgbClr val="262824"/>
                </a:solidFill>
                <a:latin typeface="Noto Sans KR"/>
                <a:ea typeface="Noto Sans KR"/>
                <a:cs typeface="Noto Sans KR"/>
              </a:defRPr>
            </a:lvl5pPr>
            <a:lvl6pPr algn="l">
              <a:defRPr sz="2100" b="0">
                <a:solidFill>
                  <a:srgbClr val="262824"/>
                </a:solidFill>
                <a:latin typeface="Noto Sans KR"/>
                <a:ea typeface="Noto Sans KR"/>
                <a:cs typeface="Noto Sans KR"/>
              </a:defRPr>
            </a:lvl6pPr>
            <a:lvl7pPr algn="l">
              <a:defRPr sz="2100" b="0">
                <a:solidFill>
                  <a:srgbClr val="262824"/>
                </a:solidFill>
                <a:latin typeface="Noto Sans KR"/>
                <a:ea typeface="Noto Sans KR"/>
                <a:cs typeface="Noto Sans KR"/>
              </a:defRPr>
            </a:lvl7pPr>
            <a:lvl8pPr algn="l">
              <a:defRPr sz="2100" b="0">
                <a:solidFill>
                  <a:srgbClr val="262824"/>
                </a:solidFill>
                <a:latin typeface="Noto Sans KR"/>
                <a:ea typeface="Noto Sans KR"/>
                <a:cs typeface="Noto Sans KR"/>
              </a:defRPr>
            </a:lvl8pPr>
            <a:lvl9pPr algn="l">
              <a:defRPr sz="2100" b="0">
                <a:solidFill>
                  <a:srgbClr val="262824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l">
              <a:lnSpc>
                <a:spcPct val="123000"/>
              </a:lnSpc>
              <a:buNone/>
              <a:defRPr sz="2100" b="0">
                <a:solidFill>
                  <a:srgbClr val="262824"/>
                </a:solidFill>
                <a:latin typeface="Noto Sans KR"/>
                <a:ea typeface="Noto Sans KR"/>
                <a:cs typeface="Noto Sans KR"/>
              </a:defRPr>
            </a:pPr>
            <a:r>
              <a:rPr sz="2100" b="0">
                <a:solidFill>
                  <a:srgbClr val="262824"/>
                </a:solidFill>
                <a:latin typeface="Noto Sans KR"/>
                <a:ea typeface="Noto Sans KR"/>
                <a:cs typeface="Noto Sans KR"/>
              </a:rPr>
              <a:t>과거 모의의 조건</a:t>
            </a:r>
          </a:p>
        </p:txBody>
      </p:sp>
      <p:sp>
        <p:nvSpPr>
          <p:cNvPr id="19" name="세전·고정환율·소수 주·배당 재투자 모형이며, 매수와 매도">
            <a:extLst xmlns:a="http://schemas.openxmlformats.org/drawingml/2006/main">
              <a:ext uri="{FF2B5EF4-FFF2-40B4-BE49-F238E27FC236}">
                <a16:creationId xmlns:a16="http://schemas.microsoft.com/office/drawing/2014/main" id="{EA755CEC-1758-4826-BBBC-870B4652D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3175" y="8410575"/>
            <a:ext cx="4286250" cy="1419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1800" b="0">
                <a:solidFill>
                  <a:srgbClr val="262824"/>
                </a:solidFill>
                <a:latin typeface="Noto Sans KR"/>
                <a:ea typeface="Noto Sans KR"/>
                <a:cs typeface="Noto Sans KR"/>
              </a:defRPr>
            </a:defPPr>
            <a:lvl1pPr algn="l">
              <a:defRPr sz="1800" b="0">
                <a:solidFill>
                  <a:srgbClr val="262824"/>
                </a:solidFill>
                <a:latin typeface="Noto Sans KR"/>
                <a:ea typeface="Noto Sans KR"/>
                <a:cs typeface="Noto Sans KR"/>
              </a:defRPr>
            </a:lvl1pPr>
            <a:lvl2pPr algn="l">
              <a:defRPr sz="1800" b="0">
                <a:solidFill>
                  <a:srgbClr val="262824"/>
                </a:solidFill>
                <a:latin typeface="Noto Sans KR"/>
                <a:ea typeface="Noto Sans KR"/>
                <a:cs typeface="Noto Sans KR"/>
              </a:defRPr>
            </a:lvl2pPr>
            <a:lvl3pPr algn="l">
              <a:defRPr sz="1800" b="0">
                <a:solidFill>
                  <a:srgbClr val="262824"/>
                </a:solidFill>
                <a:latin typeface="Noto Sans KR"/>
                <a:ea typeface="Noto Sans KR"/>
                <a:cs typeface="Noto Sans KR"/>
              </a:defRPr>
            </a:lvl3pPr>
            <a:lvl4pPr algn="l">
              <a:defRPr sz="1800" b="0">
                <a:solidFill>
                  <a:srgbClr val="262824"/>
                </a:solidFill>
                <a:latin typeface="Noto Sans KR"/>
                <a:ea typeface="Noto Sans KR"/>
                <a:cs typeface="Noto Sans KR"/>
              </a:defRPr>
            </a:lvl4pPr>
            <a:lvl5pPr algn="l">
              <a:defRPr sz="1800" b="0">
                <a:solidFill>
                  <a:srgbClr val="262824"/>
                </a:solidFill>
                <a:latin typeface="Noto Sans KR"/>
                <a:ea typeface="Noto Sans KR"/>
                <a:cs typeface="Noto Sans KR"/>
              </a:defRPr>
            </a:lvl5pPr>
            <a:lvl6pPr algn="l">
              <a:defRPr sz="1800" b="0">
                <a:solidFill>
                  <a:srgbClr val="262824"/>
                </a:solidFill>
                <a:latin typeface="Noto Sans KR"/>
                <a:ea typeface="Noto Sans KR"/>
                <a:cs typeface="Noto Sans KR"/>
              </a:defRPr>
            </a:lvl6pPr>
            <a:lvl7pPr algn="l">
              <a:defRPr sz="1800" b="0">
                <a:solidFill>
                  <a:srgbClr val="262824"/>
                </a:solidFill>
                <a:latin typeface="Noto Sans KR"/>
                <a:ea typeface="Noto Sans KR"/>
                <a:cs typeface="Noto Sans KR"/>
              </a:defRPr>
            </a:lvl7pPr>
            <a:lvl8pPr algn="l">
              <a:defRPr sz="1800" b="0">
                <a:solidFill>
                  <a:srgbClr val="262824"/>
                </a:solidFill>
                <a:latin typeface="Noto Sans KR"/>
                <a:ea typeface="Noto Sans KR"/>
                <a:cs typeface="Noto Sans KR"/>
              </a:defRPr>
            </a:lvl8pPr>
            <a:lvl9pPr algn="l">
              <a:defRPr sz="1800" b="0">
                <a:solidFill>
                  <a:srgbClr val="262824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l">
              <a:lnSpc>
                <a:spcPct val="148000"/>
              </a:lnSpc>
              <a:buNone/>
              <a:defRPr sz="1800" b="0">
                <a:solidFill>
                  <a:srgbClr val="262824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0">
                <a:solidFill>
                  <a:srgbClr val="262824"/>
                </a:solidFill>
                <a:latin typeface="Noto Sans KR"/>
                <a:ea typeface="Noto Sans KR"/>
                <a:cs typeface="Noto Sans KR"/>
              </a:rPr>
              <a:t>세전·고정환율·소수 주·배당 재투자</a:t>
            </a:r>
          </a:p>
          <a:p xmlns:a="http://schemas.openxmlformats.org/drawingml/2006/main">
            <a:pPr algn="l">
              <a:lnSpc>
                <a:spcPct val="148000"/>
              </a:lnSpc>
              <a:buNone/>
              <a:defRPr sz="1800" b="0">
                <a:solidFill>
                  <a:srgbClr val="262824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0">
                <a:solidFill>
                  <a:srgbClr val="262824"/>
                </a:solidFill>
                <a:latin typeface="Noto Sans KR"/>
                <a:ea typeface="Noto Sans KR"/>
                <a:cs typeface="Noto Sans KR"/>
              </a:rPr>
              <a:t>모형이며, 매수와 매도에 각각 0.15%를</a:t>
            </a:r>
          </a:p>
          <a:p xmlns:a="http://schemas.openxmlformats.org/drawingml/2006/main">
            <a:pPr algn="l">
              <a:lnSpc>
                <a:spcPct val="148000"/>
              </a:lnSpc>
              <a:buNone/>
              <a:defRPr sz="1800" b="0">
                <a:solidFill>
                  <a:srgbClr val="262824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0">
                <a:solidFill>
                  <a:srgbClr val="262824"/>
                </a:solidFill>
                <a:latin typeface="Noto Sans KR"/>
                <a:ea typeface="Noto Sans KR"/>
                <a:cs typeface="Noto Sans KR"/>
              </a:rPr>
              <a:t>적용했습니다. 실제 계좌 성과나 미래 보장</a:t>
            </a:r>
          </a:p>
          <a:p xmlns:a="http://schemas.openxmlformats.org/drawingml/2006/main">
            <a:pPr algn="l">
              <a:lnSpc>
                <a:spcPct val="148000"/>
              </a:lnSpc>
              <a:buNone/>
              <a:defRPr sz="1800" b="0">
                <a:solidFill>
                  <a:srgbClr val="262824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0">
                <a:solidFill>
                  <a:srgbClr val="262824"/>
                </a:solidFill>
                <a:latin typeface="Noto Sans KR"/>
                <a:ea typeface="Noto Sans KR"/>
                <a:cs typeface="Noto Sans KR"/>
              </a:rPr>
              <a:t>금액은 아닙니다.</a:t>
            </a:r>
          </a:p>
        </p:txBody>
      </p:sp>
    </p:spTree>
    <p:extLst>
      <p:ext uri="{BB962C8B-B14F-4D97-AF65-F5344CB8AC3E}">
        <p14:creationId xmlns:p14="http://schemas.microsoft.com/office/powerpoint/2010/main" val="45115607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Deneb&#10;Polaris">
            <a:extLst xmlns:a="http://schemas.openxmlformats.org/drawingml/2006/main">
              <a:ext uri="{FF2B5EF4-FFF2-40B4-BE49-F238E27FC236}">
                <a16:creationId xmlns:a16="http://schemas.microsoft.com/office/drawing/2014/main" id="{19F823F9-3071-4BF7-9E01-20DB67A24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285750"/>
            <a:ext cx="3238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1575" b="0">
                <a:solidFill>
                  <a:srgbClr val="18513D"/>
                </a:solidFill>
                <a:latin typeface="Noto Sans KR"/>
                <a:ea typeface="Noto Sans KR"/>
                <a:cs typeface="Noto Sans KR"/>
              </a:defRPr>
            </a:defPPr>
            <a:lvl1pPr algn="l">
              <a:defRPr sz="1575" b="0">
                <a:solidFill>
                  <a:srgbClr val="18513D"/>
                </a:solidFill>
                <a:latin typeface="Noto Sans KR"/>
                <a:ea typeface="Noto Sans KR"/>
                <a:cs typeface="Noto Sans KR"/>
              </a:defRPr>
            </a:lvl1pPr>
            <a:lvl2pPr algn="l">
              <a:defRPr sz="1575" b="0">
                <a:solidFill>
                  <a:srgbClr val="18513D"/>
                </a:solidFill>
                <a:latin typeface="Noto Sans KR"/>
                <a:ea typeface="Noto Sans KR"/>
                <a:cs typeface="Noto Sans KR"/>
              </a:defRPr>
            </a:lvl2pPr>
            <a:lvl3pPr algn="l">
              <a:defRPr sz="1575" b="0">
                <a:solidFill>
                  <a:srgbClr val="18513D"/>
                </a:solidFill>
                <a:latin typeface="Noto Sans KR"/>
                <a:ea typeface="Noto Sans KR"/>
                <a:cs typeface="Noto Sans KR"/>
              </a:defRPr>
            </a:lvl3pPr>
            <a:lvl4pPr algn="l">
              <a:defRPr sz="1575" b="0">
                <a:solidFill>
                  <a:srgbClr val="18513D"/>
                </a:solidFill>
                <a:latin typeface="Noto Sans KR"/>
                <a:ea typeface="Noto Sans KR"/>
                <a:cs typeface="Noto Sans KR"/>
              </a:defRPr>
            </a:lvl4pPr>
            <a:lvl5pPr algn="l">
              <a:defRPr sz="1575" b="0">
                <a:solidFill>
                  <a:srgbClr val="18513D"/>
                </a:solidFill>
                <a:latin typeface="Noto Sans KR"/>
                <a:ea typeface="Noto Sans KR"/>
                <a:cs typeface="Noto Sans KR"/>
              </a:defRPr>
            </a:lvl5pPr>
            <a:lvl6pPr algn="l">
              <a:defRPr sz="1575" b="0">
                <a:solidFill>
                  <a:srgbClr val="18513D"/>
                </a:solidFill>
                <a:latin typeface="Noto Sans KR"/>
                <a:ea typeface="Noto Sans KR"/>
                <a:cs typeface="Noto Sans KR"/>
              </a:defRPr>
            </a:lvl6pPr>
            <a:lvl7pPr algn="l">
              <a:defRPr sz="1575" b="0">
                <a:solidFill>
                  <a:srgbClr val="18513D"/>
                </a:solidFill>
                <a:latin typeface="Noto Sans KR"/>
                <a:ea typeface="Noto Sans KR"/>
                <a:cs typeface="Noto Sans KR"/>
              </a:defRPr>
            </a:lvl7pPr>
            <a:lvl8pPr algn="l">
              <a:defRPr sz="1575" b="0">
                <a:solidFill>
                  <a:srgbClr val="18513D"/>
                </a:solidFill>
                <a:latin typeface="Noto Sans KR"/>
                <a:ea typeface="Noto Sans KR"/>
                <a:cs typeface="Noto Sans KR"/>
              </a:defRPr>
            </a:lvl8pPr>
            <a:lvl9pPr algn="l">
              <a:defRPr sz="1575" b="0">
                <a:solidFill>
                  <a:srgbClr val="18513D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8513D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0">
                <a:solidFill>
                  <a:srgbClr val="18513D"/>
                </a:solidFill>
                <a:latin typeface="Noto Sans KR"/>
                <a:ea typeface="Noto Sans KR"/>
                <a:cs typeface="Noto Sans KR"/>
              </a:rPr>
              <a:t>Deneb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8513D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0">
                <a:solidFill>
                  <a:srgbClr val="18513D"/>
                </a:solidFill>
                <a:latin typeface="Noto Sans KR"/>
                <a:ea typeface="Noto Sans KR"/>
                <a:cs typeface="Noto Sans KR"/>
              </a:rPr>
              <a:t>Polaris</a:t>
            </a:r>
          </a:p>
        </p:txBody>
      </p:sp>
      <p:sp>
        <p:nvSpPr>
          <p:cNvPr id="2" name="전략 구성">
            <a:extLst xmlns:a="http://schemas.openxmlformats.org/drawingml/2006/main">
              <a:ext uri="{FF2B5EF4-FFF2-40B4-BE49-F238E27FC236}">
                <a16:creationId xmlns:a16="http://schemas.microsoft.com/office/drawing/2014/main" id="{C3D0D145-2241-476F-A2AC-55241C9B6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466725"/>
            <a:ext cx="15716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1500" b="0">
                <a:solidFill>
                  <a:srgbClr val="77786F"/>
                </a:solidFill>
                <a:latin typeface="Noto Sans KR"/>
                <a:ea typeface="Noto Sans KR"/>
                <a:cs typeface="Noto Sans KR"/>
              </a:defRPr>
            </a:defPPr>
            <a:lvl1pPr algn="l">
              <a:defRPr sz="1500" b="0">
                <a:solidFill>
                  <a:srgbClr val="77786F"/>
                </a:solidFill>
                <a:latin typeface="Noto Sans KR"/>
                <a:ea typeface="Noto Sans KR"/>
                <a:cs typeface="Noto Sans KR"/>
              </a:defRPr>
            </a:lvl1pPr>
            <a:lvl2pPr algn="l">
              <a:defRPr sz="1500" b="0">
                <a:solidFill>
                  <a:srgbClr val="77786F"/>
                </a:solidFill>
                <a:latin typeface="Noto Sans KR"/>
                <a:ea typeface="Noto Sans KR"/>
                <a:cs typeface="Noto Sans KR"/>
              </a:defRPr>
            </a:lvl2pPr>
            <a:lvl3pPr algn="l">
              <a:defRPr sz="1500" b="0">
                <a:solidFill>
                  <a:srgbClr val="77786F"/>
                </a:solidFill>
                <a:latin typeface="Noto Sans KR"/>
                <a:ea typeface="Noto Sans KR"/>
                <a:cs typeface="Noto Sans KR"/>
              </a:defRPr>
            </a:lvl3pPr>
            <a:lvl4pPr algn="l">
              <a:defRPr sz="1500" b="0">
                <a:solidFill>
                  <a:srgbClr val="77786F"/>
                </a:solidFill>
                <a:latin typeface="Noto Sans KR"/>
                <a:ea typeface="Noto Sans KR"/>
                <a:cs typeface="Noto Sans KR"/>
              </a:defRPr>
            </a:lvl4pPr>
            <a:lvl5pPr algn="l">
              <a:defRPr sz="1500" b="0">
                <a:solidFill>
                  <a:srgbClr val="77786F"/>
                </a:solidFill>
                <a:latin typeface="Noto Sans KR"/>
                <a:ea typeface="Noto Sans KR"/>
                <a:cs typeface="Noto Sans KR"/>
              </a:defRPr>
            </a:lvl5pPr>
            <a:lvl6pPr algn="l">
              <a:defRPr sz="1500" b="0">
                <a:solidFill>
                  <a:srgbClr val="77786F"/>
                </a:solidFill>
                <a:latin typeface="Noto Sans KR"/>
                <a:ea typeface="Noto Sans KR"/>
                <a:cs typeface="Noto Sans KR"/>
              </a:defRPr>
            </a:lvl6pPr>
            <a:lvl7pPr algn="l">
              <a:defRPr sz="1500" b="0">
                <a:solidFill>
                  <a:srgbClr val="77786F"/>
                </a:solidFill>
                <a:latin typeface="Noto Sans KR"/>
                <a:ea typeface="Noto Sans KR"/>
                <a:cs typeface="Noto Sans KR"/>
              </a:defRPr>
            </a:lvl7pPr>
            <a:lvl8pPr algn="l">
              <a:defRPr sz="1500" b="0">
                <a:solidFill>
                  <a:srgbClr val="77786F"/>
                </a:solidFill>
                <a:latin typeface="Noto Sans KR"/>
                <a:ea typeface="Noto Sans KR"/>
                <a:cs typeface="Noto Sans KR"/>
              </a:defRPr>
            </a:lvl8pPr>
            <a:lvl9pPr algn="l">
              <a:defRPr sz="1500" b="0">
                <a:solidFill>
                  <a:srgbClr val="77786F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l">
              <a:lnSpc>
                <a:spcPct val="148000"/>
              </a:lnSpc>
              <a:buNone/>
              <a:defRPr sz="1500" b="0">
                <a:solidFill>
                  <a:srgbClr val="77786F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>
                <a:solidFill>
                  <a:srgbClr val="77786F"/>
                </a:solidFill>
                <a:latin typeface="Noto Sans KR"/>
                <a:ea typeface="Noto Sans KR"/>
                <a:cs typeface="Noto Sans KR"/>
              </a:rPr>
              <a:t>전략 구성</a:t>
            </a:r>
          </a:p>
        </p:txBody>
      </p:sp>
      <p:sp>
        <p:nvSpPr>
          <p:cNvPr id="3" name="비율 선택">
            <a:extLst xmlns:a="http://schemas.openxmlformats.org/drawingml/2006/main">
              <a:ext uri="{FF2B5EF4-FFF2-40B4-BE49-F238E27FC236}">
                <a16:creationId xmlns:a16="http://schemas.microsoft.com/office/drawing/2014/main" id="{6978A868-DE18-44CB-B6EF-B9792898F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66725"/>
            <a:ext cx="15716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1500" b="0">
                <a:solidFill>
                  <a:srgbClr val="77786F"/>
                </a:solidFill>
                <a:latin typeface="Noto Sans KR"/>
                <a:ea typeface="Noto Sans KR"/>
                <a:cs typeface="Noto Sans KR"/>
              </a:defRPr>
            </a:defPPr>
            <a:lvl1pPr algn="l">
              <a:defRPr sz="1500" b="0">
                <a:solidFill>
                  <a:srgbClr val="77786F"/>
                </a:solidFill>
                <a:latin typeface="Noto Sans KR"/>
                <a:ea typeface="Noto Sans KR"/>
                <a:cs typeface="Noto Sans KR"/>
              </a:defRPr>
            </a:lvl1pPr>
            <a:lvl2pPr algn="l">
              <a:defRPr sz="1500" b="0">
                <a:solidFill>
                  <a:srgbClr val="77786F"/>
                </a:solidFill>
                <a:latin typeface="Noto Sans KR"/>
                <a:ea typeface="Noto Sans KR"/>
                <a:cs typeface="Noto Sans KR"/>
              </a:defRPr>
            </a:lvl2pPr>
            <a:lvl3pPr algn="l">
              <a:defRPr sz="1500" b="0">
                <a:solidFill>
                  <a:srgbClr val="77786F"/>
                </a:solidFill>
                <a:latin typeface="Noto Sans KR"/>
                <a:ea typeface="Noto Sans KR"/>
                <a:cs typeface="Noto Sans KR"/>
              </a:defRPr>
            </a:lvl3pPr>
            <a:lvl4pPr algn="l">
              <a:defRPr sz="1500" b="0">
                <a:solidFill>
                  <a:srgbClr val="77786F"/>
                </a:solidFill>
                <a:latin typeface="Noto Sans KR"/>
                <a:ea typeface="Noto Sans KR"/>
                <a:cs typeface="Noto Sans KR"/>
              </a:defRPr>
            </a:lvl4pPr>
            <a:lvl5pPr algn="l">
              <a:defRPr sz="1500" b="0">
                <a:solidFill>
                  <a:srgbClr val="77786F"/>
                </a:solidFill>
                <a:latin typeface="Noto Sans KR"/>
                <a:ea typeface="Noto Sans KR"/>
                <a:cs typeface="Noto Sans KR"/>
              </a:defRPr>
            </a:lvl5pPr>
            <a:lvl6pPr algn="l">
              <a:defRPr sz="1500" b="0">
                <a:solidFill>
                  <a:srgbClr val="77786F"/>
                </a:solidFill>
                <a:latin typeface="Noto Sans KR"/>
                <a:ea typeface="Noto Sans KR"/>
                <a:cs typeface="Noto Sans KR"/>
              </a:defRPr>
            </a:lvl6pPr>
            <a:lvl7pPr algn="l">
              <a:defRPr sz="1500" b="0">
                <a:solidFill>
                  <a:srgbClr val="77786F"/>
                </a:solidFill>
                <a:latin typeface="Noto Sans KR"/>
                <a:ea typeface="Noto Sans KR"/>
                <a:cs typeface="Noto Sans KR"/>
              </a:defRPr>
            </a:lvl7pPr>
            <a:lvl8pPr algn="l">
              <a:defRPr sz="1500" b="0">
                <a:solidFill>
                  <a:srgbClr val="77786F"/>
                </a:solidFill>
                <a:latin typeface="Noto Sans KR"/>
                <a:ea typeface="Noto Sans KR"/>
                <a:cs typeface="Noto Sans KR"/>
              </a:defRPr>
            </a:lvl8pPr>
            <a:lvl9pPr algn="l">
              <a:defRPr sz="1500" b="0">
                <a:solidFill>
                  <a:srgbClr val="77786F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l">
              <a:lnSpc>
                <a:spcPct val="148000"/>
              </a:lnSpc>
              <a:buNone/>
              <a:defRPr sz="1500" b="0">
                <a:solidFill>
                  <a:srgbClr val="77786F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>
                <a:solidFill>
                  <a:srgbClr val="77786F"/>
                </a:solidFill>
                <a:latin typeface="Noto Sans KR"/>
                <a:ea typeface="Noto Sans KR"/>
                <a:cs typeface="Noto Sans KR"/>
              </a:rPr>
              <a:t>비율 선택</a:t>
            </a:r>
          </a:p>
        </p:txBody>
      </p:sp>
      <p:sp>
        <p:nvSpPr>
          <p:cNvPr id="4" name="자산 비교">
            <a:extLst xmlns:a="http://schemas.openxmlformats.org/drawingml/2006/main">
              <a:ext uri="{FF2B5EF4-FFF2-40B4-BE49-F238E27FC236}">
                <a16:creationId xmlns:a16="http://schemas.microsoft.com/office/drawing/2014/main" id="{0ED6BD14-AB07-4287-BB5C-F4A330063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466725"/>
            <a:ext cx="15716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1500" b="0">
                <a:solidFill>
                  <a:srgbClr val="77786F"/>
                </a:solidFill>
                <a:latin typeface="Noto Sans KR"/>
                <a:ea typeface="Noto Sans KR"/>
                <a:cs typeface="Noto Sans KR"/>
              </a:defRPr>
            </a:defPPr>
            <a:lvl1pPr algn="l">
              <a:defRPr sz="1500" b="0">
                <a:solidFill>
                  <a:srgbClr val="77786F"/>
                </a:solidFill>
                <a:latin typeface="Noto Sans KR"/>
                <a:ea typeface="Noto Sans KR"/>
                <a:cs typeface="Noto Sans KR"/>
              </a:defRPr>
            </a:lvl1pPr>
            <a:lvl2pPr algn="l">
              <a:defRPr sz="1500" b="0">
                <a:solidFill>
                  <a:srgbClr val="77786F"/>
                </a:solidFill>
                <a:latin typeface="Noto Sans KR"/>
                <a:ea typeface="Noto Sans KR"/>
                <a:cs typeface="Noto Sans KR"/>
              </a:defRPr>
            </a:lvl2pPr>
            <a:lvl3pPr algn="l">
              <a:defRPr sz="1500" b="0">
                <a:solidFill>
                  <a:srgbClr val="77786F"/>
                </a:solidFill>
                <a:latin typeface="Noto Sans KR"/>
                <a:ea typeface="Noto Sans KR"/>
                <a:cs typeface="Noto Sans KR"/>
              </a:defRPr>
            </a:lvl3pPr>
            <a:lvl4pPr algn="l">
              <a:defRPr sz="1500" b="0">
                <a:solidFill>
                  <a:srgbClr val="77786F"/>
                </a:solidFill>
                <a:latin typeface="Noto Sans KR"/>
                <a:ea typeface="Noto Sans KR"/>
                <a:cs typeface="Noto Sans KR"/>
              </a:defRPr>
            </a:lvl4pPr>
            <a:lvl5pPr algn="l">
              <a:defRPr sz="1500" b="0">
                <a:solidFill>
                  <a:srgbClr val="77786F"/>
                </a:solidFill>
                <a:latin typeface="Noto Sans KR"/>
                <a:ea typeface="Noto Sans KR"/>
                <a:cs typeface="Noto Sans KR"/>
              </a:defRPr>
            </a:lvl5pPr>
            <a:lvl6pPr algn="l">
              <a:defRPr sz="1500" b="0">
                <a:solidFill>
                  <a:srgbClr val="77786F"/>
                </a:solidFill>
                <a:latin typeface="Noto Sans KR"/>
                <a:ea typeface="Noto Sans KR"/>
                <a:cs typeface="Noto Sans KR"/>
              </a:defRPr>
            </a:lvl6pPr>
            <a:lvl7pPr algn="l">
              <a:defRPr sz="1500" b="0">
                <a:solidFill>
                  <a:srgbClr val="77786F"/>
                </a:solidFill>
                <a:latin typeface="Noto Sans KR"/>
                <a:ea typeface="Noto Sans KR"/>
                <a:cs typeface="Noto Sans KR"/>
              </a:defRPr>
            </a:lvl7pPr>
            <a:lvl8pPr algn="l">
              <a:defRPr sz="1500" b="0">
                <a:solidFill>
                  <a:srgbClr val="77786F"/>
                </a:solidFill>
                <a:latin typeface="Noto Sans KR"/>
                <a:ea typeface="Noto Sans KR"/>
                <a:cs typeface="Noto Sans KR"/>
              </a:defRPr>
            </a:lvl8pPr>
            <a:lvl9pPr algn="l">
              <a:defRPr sz="1500" b="0">
                <a:solidFill>
                  <a:srgbClr val="77786F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l">
              <a:lnSpc>
                <a:spcPct val="148000"/>
              </a:lnSpc>
              <a:buNone/>
              <a:defRPr sz="1500" b="0">
                <a:solidFill>
                  <a:srgbClr val="77786F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>
                <a:solidFill>
                  <a:srgbClr val="77786F"/>
                </a:solidFill>
                <a:latin typeface="Noto Sans KR"/>
                <a:ea typeface="Noto Sans KR"/>
                <a:cs typeface="Noto Sans KR"/>
              </a:rPr>
              <a:t>자산 비교</a:t>
            </a:r>
          </a:p>
        </p:txBody>
      </p:sp>
      <p:sp>
        <p:nvSpPr>
          <p:cNvPr id="5" name="배당 관리">
            <a:extLst xmlns:a="http://schemas.openxmlformats.org/drawingml/2006/main">
              <a:ext uri="{FF2B5EF4-FFF2-40B4-BE49-F238E27FC236}">
                <a16:creationId xmlns:a16="http://schemas.microsoft.com/office/drawing/2014/main" id="{71372858-AFCE-4423-8888-3A2D9352C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66725"/>
            <a:ext cx="15716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1500" b="0">
                <a:solidFill>
                  <a:srgbClr val="262824"/>
                </a:solidFill>
                <a:latin typeface="Noto Sans KR"/>
                <a:ea typeface="Noto Sans KR"/>
                <a:cs typeface="Noto Sans KR"/>
              </a:defRPr>
            </a:defPPr>
            <a:lvl1pPr algn="l">
              <a:defRPr sz="1500" b="0">
                <a:solidFill>
                  <a:srgbClr val="262824"/>
                </a:solidFill>
                <a:latin typeface="Noto Sans KR"/>
                <a:ea typeface="Noto Sans KR"/>
                <a:cs typeface="Noto Sans KR"/>
              </a:defRPr>
            </a:lvl1pPr>
            <a:lvl2pPr algn="l">
              <a:defRPr sz="1500" b="0">
                <a:solidFill>
                  <a:srgbClr val="262824"/>
                </a:solidFill>
                <a:latin typeface="Noto Sans KR"/>
                <a:ea typeface="Noto Sans KR"/>
                <a:cs typeface="Noto Sans KR"/>
              </a:defRPr>
            </a:lvl2pPr>
            <a:lvl3pPr algn="l">
              <a:defRPr sz="1500" b="0">
                <a:solidFill>
                  <a:srgbClr val="262824"/>
                </a:solidFill>
                <a:latin typeface="Noto Sans KR"/>
                <a:ea typeface="Noto Sans KR"/>
                <a:cs typeface="Noto Sans KR"/>
              </a:defRPr>
            </a:lvl3pPr>
            <a:lvl4pPr algn="l">
              <a:defRPr sz="1500" b="0">
                <a:solidFill>
                  <a:srgbClr val="262824"/>
                </a:solidFill>
                <a:latin typeface="Noto Sans KR"/>
                <a:ea typeface="Noto Sans KR"/>
                <a:cs typeface="Noto Sans KR"/>
              </a:defRPr>
            </a:lvl4pPr>
            <a:lvl5pPr algn="l">
              <a:defRPr sz="1500" b="0">
                <a:solidFill>
                  <a:srgbClr val="262824"/>
                </a:solidFill>
                <a:latin typeface="Noto Sans KR"/>
                <a:ea typeface="Noto Sans KR"/>
                <a:cs typeface="Noto Sans KR"/>
              </a:defRPr>
            </a:lvl5pPr>
            <a:lvl6pPr algn="l">
              <a:defRPr sz="1500" b="0">
                <a:solidFill>
                  <a:srgbClr val="262824"/>
                </a:solidFill>
                <a:latin typeface="Noto Sans KR"/>
                <a:ea typeface="Noto Sans KR"/>
                <a:cs typeface="Noto Sans KR"/>
              </a:defRPr>
            </a:lvl6pPr>
            <a:lvl7pPr algn="l">
              <a:defRPr sz="1500" b="0">
                <a:solidFill>
                  <a:srgbClr val="262824"/>
                </a:solidFill>
                <a:latin typeface="Noto Sans KR"/>
                <a:ea typeface="Noto Sans KR"/>
                <a:cs typeface="Noto Sans KR"/>
              </a:defRPr>
            </a:lvl7pPr>
            <a:lvl8pPr algn="l">
              <a:defRPr sz="1500" b="0">
                <a:solidFill>
                  <a:srgbClr val="262824"/>
                </a:solidFill>
                <a:latin typeface="Noto Sans KR"/>
                <a:ea typeface="Noto Sans KR"/>
                <a:cs typeface="Noto Sans KR"/>
              </a:defRPr>
            </a:lvl8pPr>
            <a:lvl9pPr algn="l">
              <a:defRPr sz="1500" b="0">
                <a:solidFill>
                  <a:srgbClr val="262824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l">
              <a:lnSpc>
                <a:spcPct val="148000"/>
              </a:lnSpc>
              <a:buNone/>
              <a:defRPr sz="1500" b="0">
                <a:solidFill>
                  <a:srgbClr val="262824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>
                <a:solidFill>
                  <a:srgbClr val="262824"/>
                </a:solidFill>
                <a:latin typeface="Noto Sans KR"/>
                <a:ea typeface="Noto Sans KR"/>
                <a:cs typeface="Noto Sans KR"/>
              </a:rPr>
              <a:t>배당 관리</a:t>
            </a:r>
          </a:p>
        </p:txBody>
      </p:sp>
      <p:sp>
        <p:nvSpPr>
          <p:cNvPr id="6" name="분산 투자">
            <a:extLst xmlns:a="http://schemas.openxmlformats.org/drawingml/2006/main">
              <a:ext uri="{FF2B5EF4-FFF2-40B4-BE49-F238E27FC236}">
                <a16:creationId xmlns:a16="http://schemas.microsoft.com/office/drawing/2014/main" id="{E896CDDC-46B5-41FA-B8C0-79C0A0480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06375" y="466725"/>
            <a:ext cx="15716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1500" b="0">
                <a:solidFill>
                  <a:srgbClr val="77786F"/>
                </a:solidFill>
                <a:latin typeface="Noto Sans KR"/>
                <a:ea typeface="Noto Sans KR"/>
                <a:cs typeface="Noto Sans KR"/>
              </a:defRPr>
            </a:defPPr>
            <a:lvl1pPr algn="l">
              <a:defRPr sz="1500" b="0">
                <a:solidFill>
                  <a:srgbClr val="77786F"/>
                </a:solidFill>
                <a:latin typeface="Noto Sans KR"/>
                <a:ea typeface="Noto Sans KR"/>
                <a:cs typeface="Noto Sans KR"/>
              </a:defRPr>
            </a:lvl1pPr>
            <a:lvl2pPr algn="l">
              <a:defRPr sz="1500" b="0">
                <a:solidFill>
                  <a:srgbClr val="77786F"/>
                </a:solidFill>
                <a:latin typeface="Noto Sans KR"/>
                <a:ea typeface="Noto Sans KR"/>
                <a:cs typeface="Noto Sans KR"/>
              </a:defRPr>
            </a:lvl2pPr>
            <a:lvl3pPr algn="l">
              <a:defRPr sz="1500" b="0">
                <a:solidFill>
                  <a:srgbClr val="77786F"/>
                </a:solidFill>
                <a:latin typeface="Noto Sans KR"/>
                <a:ea typeface="Noto Sans KR"/>
                <a:cs typeface="Noto Sans KR"/>
              </a:defRPr>
            </a:lvl3pPr>
            <a:lvl4pPr algn="l">
              <a:defRPr sz="1500" b="0">
                <a:solidFill>
                  <a:srgbClr val="77786F"/>
                </a:solidFill>
                <a:latin typeface="Noto Sans KR"/>
                <a:ea typeface="Noto Sans KR"/>
                <a:cs typeface="Noto Sans KR"/>
              </a:defRPr>
            </a:lvl4pPr>
            <a:lvl5pPr algn="l">
              <a:defRPr sz="1500" b="0">
                <a:solidFill>
                  <a:srgbClr val="77786F"/>
                </a:solidFill>
                <a:latin typeface="Noto Sans KR"/>
                <a:ea typeface="Noto Sans KR"/>
                <a:cs typeface="Noto Sans KR"/>
              </a:defRPr>
            </a:lvl5pPr>
            <a:lvl6pPr algn="l">
              <a:defRPr sz="1500" b="0">
                <a:solidFill>
                  <a:srgbClr val="77786F"/>
                </a:solidFill>
                <a:latin typeface="Noto Sans KR"/>
                <a:ea typeface="Noto Sans KR"/>
                <a:cs typeface="Noto Sans KR"/>
              </a:defRPr>
            </a:lvl6pPr>
            <a:lvl7pPr algn="l">
              <a:defRPr sz="1500" b="0">
                <a:solidFill>
                  <a:srgbClr val="77786F"/>
                </a:solidFill>
                <a:latin typeface="Noto Sans KR"/>
                <a:ea typeface="Noto Sans KR"/>
                <a:cs typeface="Noto Sans KR"/>
              </a:defRPr>
            </a:lvl7pPr>
            <a:lvl8pPr algn="l">
              <a:defRPr sz="1500" b="0">
                <a:solidFill>
                  <a:srgbClr val="77786F"/>
                </a:solidFill>
                <a:latin typeface="Noto Sans KR"/>
                <a:ea typeface="Noto Sans KR"/>
                <a:cs typeface="Noto Sans KR"/>
              </a:defRPr>
            </a:lvl8pPr>
            <a:lvl9pPr algn="l">
              <a:defRPr sz="1500" b="0">
                <a:solidFill>
                  <a:srgbClr val="77786F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l">
              <a:lnSpc>
                <a:spcPct val="148000"/>
              </a:lnSpc>
              <a:buNone/>
              <a:defRPr sz="1500" b="0">
                <a:solidFill>
                  <a:srgbClr val="77786F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>
                <a:solidFill>
                  <a:srgbClr val="77786F"/>
                </a:solidFill>
                <a:latin typeface="Noto Sans KR"/>
                <a:ea typeface="Noto Sans KR"/>
                <a:cs typeface="Noto Sans KR"/>
              </a:rPr>
              <a:t>분산 투자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3FFFD3A-0F1C-4277-8EFA-11A75DC86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781050"/>
            <a:ext cx="8972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9BBB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336F862-4A04-45DD-8B2F-3BF17727F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781050"/>
            <a:ext cx="1571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18513D"/>
            </a:solidFill>
            <a:prstDash val="solid"/>
          </a:ln>
        </p:spPr>
      </p:sp>
      <p:sp>
        <p:nvSpPr>
          <p:cNvPr id="9" name="05">
            <a:extLst xmlns:a="http://schemas.openxmlformats.org/drawingml/2006/main">
              <a:ext uri="{FF2B5EF4-FFF2-40B4-BE49-F238E27FC236}">
                <a16:creationId xmlns:a16="http://schemas.microsoft.com/office/drawing/2014/main" id="{5A440EEE-E490-4F76-957E-4AC25BCD3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68425" y="10239375"/>
            <a:ext cx="4762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1350" b="0">
                <a:solidFill>
                  <a:srgbClr val="77786F"/>
                </a:solidFill>
                <a:latin typeface="Noto Sans KR"/>
                <a:ea typeface="Noto Sans KR"/>
                <a:cs typeface="Noto Sans KR"/>
              </a:defRPr>
            </a:defPPr>
            <a:lvl1pPr algn="l">
              <a:defRPr sz="1350" b="0">
                <a:solidFill>
                  <a:srgbClr val="77786F"/>
                </a:solidFill>
                <a:latin typeface="Noto Sans KR"/>
                <a:ea typeface="Noto Sans KR"/>
                <a:cs typeface="Noto Sans KR"/>
              </a:defRPr>
            </a:lvl1pPr>
            <a:lvl2pPr algn="l">
              <a:defRPr sz="1350" b="0">
                <a:solidFill>
                  <a:srgbClr val="77786F"/>
                </a:solidFill>
                <a:latin typeface="Noto Sans KR"/>
                <a:ea typeface="Noto Sans KR"/>
                <a:cs typeface="Noto Sans KR"/>
              </a:defRPr>
            </a:lvl2pPr>
            <a:lvl3pPr algn="l">
              <a:defRPr sz="1350" b="0">
                <a:solidFill>
                  <a:srgbClr val="77786F"/>
                </a:solidFill>
                <a:latin typeface="Noto Sans KR"/>
                <a:ea typeface="Noto Sans KR"/>
                <a:cs typeface="Noto Sans KR"/>
              </a:defRPr>
            </a:lvl3pPr>
            <a:lvl4pPr algn="l">
              <a:defRPr sz="1350" b="0">
                <a:solidFill>
                  <a:srgbClr val="77786F"/>
                </a:solidFill>
                <a:latin typeface="Noto Sans KR"/>
                <a:ea typeface="Noto Sans KR"/>
                <a:cs typeface="Noto Sans KR"/>
              </a:defRPr>
            </a:lvl4pPr>
            <a:lvl5pPr algn="l">
              <a:defRPr sz="1350" b="0">
                <a:solidFill>
                  <a:srgbClr val="77786F"/>
                </a:solidFill>
                <a:latin typeface="Noto Sans KR"/>
                <a:ea typeface="Noto Sans KR"/>
                <a:cs typeface="Noto Sans KR"/>
              </a:defRPr>
            </a:lvl5pPr>
            <a:lvl6pPr algn="l">
              <a:defRPr sz="1350" b="0">
                <a:solidFill>
                  <a:srgbClr val="77786F"/>
                </a:solidFill>
                <a:latin typeface="Noto Sans KR"/>
                <a:ea typeface="Noto Sans KR"/>
                <a:cs typeface="Noto Sans KR"/>
              </a:defRPr>
            </a:lvl6pPr>
            <a:lvl7pPr algn="l">
              <a:defRPr sz="1350" b="0">
                <a:solidFill>
                  <a:srgbClr val="77786F"/>
                </a:solidFill>
                <a:latin typeface="Noto Sans KR"/>
                <a:ea typeface="Noto Sans KR"/>
                <a:cs typeface="Noto Sans KR"/>
              </a:defRPr>
            </a:lvl7pPr>
            <a:lvl8pPr algn="l">
              <a:defRPr sz="1350" b="0">
                <a:solidFill>
                  <a:srgbClr val="77786F"/>
                </a:solidFill>
                <a:latin typeface="Noto Sans KR"/>
                <a:ea typeface="Noto Sans KR"/>
                <a:cs typeface="Noto Sans KR"/>
              </a:defRPr>
            </a:lvl8pPr>
            <a:lvl9pPr algn="l">
              <a:defRPr sz="1350" b="0">
                <a:solidFill>
                  <a:srgbClr val="77786F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l">
              <a:lnSpc>
                <a:spcPct val="148000"/>
              </a:lnSpc>
              <a:buNone/>
              <a:defRPr sz="1350" b="0">
                <a:solidFill>
                  <a:srgbClr val="77786F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77786F"/>
                </a:solidFill>
                <a:latin typeface="Noto Sans KR"/>
                <a:ea typeface="Noto Sans KR"/>
                <a:cs typeface="Noto Sans KR"/>
              </a:rPr>
              <a:t>05</a:t>
            </a:r>
          </a:p>
        </p:txBody>
      </p:sp>
      <p:sp>
        <p:nvSpPr>
          <p:cNvPr id="10" name="heading">
            <a:extLst xmlns:a="http://schemas.openxmlformats.org/drawingml/2006/main">
              <a:ext uri="{FF2B5EF4-FFF2-40B4-BE49-F238E27FC236}">
                <a16:creationId xmlns:a16="http://schemas.microsoft.com/office/drawing/2014/main" id="{80445069-6DDF-4B1C-9FE8-5093DA358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1676400"/>
            <a:ext cx="4286250" cy="1019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3075" b="0">
                <a:solidFill>
                  <a:srgbClr val="262824"/>
                </a:solidFill>
                <a:latin typeface="Noto Sans KR"/>
                <a:ea typeface="Noto Sans KR"/>
                <a:cs typeface="Noto Sans KR"/>
              </a:defRPr>
            </a:defPPr>
            <a:lvl1pPr algn="l">
              <a:defRPr sz="3075" b="0">
                <a:solidFill>
                  <a:srgbClr val="262824"/>
                </a:solidFill>
                <a:latin typeface="Noto Sans KR"/>
                <a:ea typeface="Noto Sans KR"/>
                <a:cs typeface="Noto Sans KR"/>
              </a:defRPr>
            </a:lvl1pPr>
            <a:lvl2pPr algn="l">
              <a:defRPr sz="3075" b="0">
                <a:solidFill>
                  <a:srgbClr val="262824"/>
                </a:solidFill>
                <a:latin typeface="Noto Sans KR"/>
                <a:ea typeface="Noto Sans KR"/>
                <a:cs typeface="Noto Sans KR"/>
              </a:defRPr>
            </a:lvl2pPr>
            <a:lvl3pPr algn="l">
              <a:defRPr sz="3075" b="0">
                <a:solidFill>
                  <a:srgbClr val="262824"/>
                </a:solidFill>
                <a:latin typeface="Noto Sans KR"/>
                <a:ea typeface="Noto Sans KR"/>
                <a:cs typeface="Noto Sans KR"/>
              </a:defRPr>
            </a:lvl3pPr>
            <a:lvl4pPr algn="l">
              <a:defRPr sz="3075" b="0">
                <a:solidFill>
                  <a:srgbClr val="262824"/>
                </a:solidFill>
                <a:latin typeface="Noto Sans KR"/>
                <a:ea typeface="Noto Sans KR"/>
                <a:cs typeface="Noto Sans KR"/>
              </a:defRPr>
            </a:lvl4pPr>
            <a:lvl5pPr algn="l">
              <a:defRPr sz="3075" b="0">
                <a:solidFill>
                  <a:srgbClr val="262824"/>
                </a:solidFill>
                <a:latin typeface="Noto Sans KR"/>
                <a:ea typeface="Noto Sans KR"/>
                <a:cs typeface="Noto Sans KR"/>
              </a:defRPr>
            </a:lvl5pPr>
            <a:lvl6pPr algn="l">
              <a:defRPr sz="3075" b="0">
                <a:solidFill>
                  <a:srgbClr val="262824"/>
                </a:solidFill>
                <a:latin typeface="Noto Sans KR"/>
                <a:ea typeface="Noto Sans KR"/>
                <a:cs typeface="Noto Sans KR"/>
              </a:defRPr>
            </a:lvl6pPr>
            <a:lvl7pPr algn="l">
              <a:defRPr sz="3075" b="0">
                <a:solidFill>
                  <a:srgbClr val="262824"/>
                </a:solidFill>
                <a:latin typeface="Noto Sans KR"/>
                <a:ea typeface="Noto Sans KR"/>
                <a:cs typeface="Noto Sans KR"/>
              </a:defRPr>
            </a:lvl7pPr>
            <a:lvl8pPr algn="l">
              <a:defRPr sz="3075" b="0">
                <a:solidFill>
                  <a:srgbClr val="262824"/>
                </a:solidFill>
                <a:latin typeface="Noto Sans KR"/>
                <a:ea typeface="Noto Sans KR"/>
                <a:cs typeface="Noto Sans KR"/>
              </a:defRPr>
            </a:lvl8pPr>
            <a:lvl9pPr algn="l">
              <a:defRPr sz="3075" b="0">
                <a:solidFill>
                  <a:srgbClr val="262824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l">
              <a:lnSpc>
                <a:spcPct val="123000"/>
              </a:lnSpc>
              <a:buNone/>
              <a:defRPr sz="3075" b="0">
                <a:solidFill>
                  <a:srgbClr val="262824"/>
                </a:solidFill>
                <a:latin typeface="Noto Sans KR"/>
                <a:ea typeface="Noto Sans KR"/>
                <a:cs typeface="Noto Sans KR"/>
              </a:defRPr>
            </a:pPr>
            <a:r>
              <a:rPr sz="3075" b="0">
                <a:solidFill>
                  <a:srgbClr val="262824"/>
                </a:solidFill>
                <a:latin typeface="Noto Sans KR"/>
                <a:ea typeface="Noto Sans KR"/>
                <a:cs typeface="Noto Sans KR"/>
              </a:rPr>
              <a:t>배당 증가 이후의</a:t>
            </a:r>
          </a:p>
          <a:p xmlns:a="http://schemas.openxmlformats.org/drawingml/2006/main">
            <a:pPr algn="l">
              <a:lnSpc>
                <a:spcPct val="123000"/>
              </a:lnSpc>
              <a:buNone/>
              <a:defRPr sz="3075" b="0">
                <a:solidFill>
                  <a:srgbClr val="262824"/>
                </a:solidFill>
                <a:latin typeface="Noto Sans KR"/>
                <a:ea typeface="Noto Sans KR"/>
                <a:cs typeface="Noto Sans KR"/>
              </a:defRPr>
            </a:pPr>
            <a:r>
              <a:rPr sz="3075" b="0">
                <a:solidFill>
                  <a:srgbClr val="262824"/>
                </a:solidFill>
                <a:latin typeface="Noto Sans KR"/>
                <a:ea typeface="Noto Sans KR"/>
                <a:cs typeface="Noto Sans KR"/>
              </a:rPr>
              <a:t>TQQQ 비중 관리</a:t>
            </a:r>
          </a:p>
        </p:txBody>
      </p:sp>
      <p:sp>
        <p:nvSpPr>
          <p:cNvPr id="11" name="Deneb 안에서 모은 SCHD의 배당이 일정 수준에 도달">
            <a:extLst xmlns:a="http://schemas.openxmlformats.org/drawingml/2006/main">
              <a:ext uri="{FF2B5EF4-FFF2-40B4-BE49-F238E27FC236}">
                <a16:creationId xmlns:a16="http://schemas.microsoft.com/office/drawing/2014/main" id="{93F03173-A39D-4A0D-9038-686918402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3000375"/>
            <a:ext cx="4286250" cy="1819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1875" b="0">
                <a:solidFill>
                  <a:srgbClr val="262824"/>
                </a:solidFill>
                <a:latin typeface="Noto Sans KR"/>
                <a:ea typeface="Noto Sans KR"/>
                <a:cs typeface="Noto Sans KR"/>
              </a:defRPr>
            </a:defPPr>
            <a:lvl1pPr algn="l">
              <a:defRPr sz="1875" b="0">
                <a:solidFill>
                  <a:srgbClr val="262824"/>
                </a:solidFill>
                <a:latin typeface="Noto Sans KR"/>
                <a:ea typeface="Noto Sans KR"/>
                <a:cs typeface="Noto Sans KR"/>
              </a:defRPr>
            </a:lvl1pPr>
            <a:lvl2pPr algn="l">
              <a:defRPr sz="1875" b="0">
                <a:solidFill>
                  <a:srgbClr val="262824"/>
                </a:solidFill>
                <a:latin typeface="Noto Sans KR"/>
                <a:ea typeface="Noto Sans KR"/>
                <a:cs typeface="Noto Sans KR"/>
              </a:defRPr>
            </a:lvl2pPr>
            <a:lvl3pPr algn="l">
              <a:defRPr sz="1875" b="0">
                <a:solidFill>
                  <a:srgbClr val="262824"/>
                </a:solidFill>
                <a:latin typeface="Noto Sans KR"/>
                <a:ea typeface="Noto Sans KR"/>
                <a:cs typeface="Noto Sans KR"/>
              </a:defRPr>
            </a:lvl3pPr>
            <a:lvl4pPr algn="l">
              <a:defRPr sz="1875" b="0">
                <a:solidFill>
                  <a:srgbClr val="262824"/>
                </a:solidFill>
                <a:latin typeface="Noto Sans KR"/>
                <a:ea typeface="Noto Sans KR"/>
                <a:cs typeface="Noto Sans KR"/>
              </a:defRPr>
            </a:lvl4pPr>
            <a:lvl5pPr algn="l">
              <a:defRPr sz="1875" b="0">
                <a:solidFill>
                  <a:srgbClr val="262824"/>
                </a:solidFill>
                <a:latin typeface="Noto Sans KR"/>
                <a:ea typeface="Noto Sans KR"/>
                <a:cs typeface="Noto Sans KR"/>
              </a:defRPr>
            </a:lvl5pPr>
            <a:lvl6pPr algn="l">
              <a:defRPr sz="1875" b="0">
                <a:solidFill>
                  <a:srgbClr val="262824"/>
                </a:solidFill>
                <a:latin typeface="Noto Sans KR"/>
                <a:ea typeface="Noto Sans KR"/>
                <a:cs typeface="Noto Sans KR"/>
              </a:defRPr>
            </a:lvl6pPr>
            <a:lvl7pPr algn="l">
              <a:defRPr sz="1875" b="0">
                <a:solidFill>
                  <a:srgbClr val="262824"/>
                </a:solidFill>
                <a:latin typeface="Noto Sans KR"/>
                <a:ea typeface="Noto Sans KR"/>
                <a:cs typeface="Noto Sans KR"/>
              </a:defRPr>
            </a:lvl7pPr>
            <a:lvl8pPr algn="l">
              <a:defRPr sz="1875" b="0">
                <a:solidFill>
                  <a:srgbClr val="262824"/>
                </a:solidFill>
                <a:latin typeface="Noto Sans KR"/>
                <a:ea typeface="Noto Sans KR"/>
                <a:cs typeface="Noto Sans KR"/>
              </a:defRPr>
            </a:lvl8pPr>
            <a:lvl9pPr algn="l">
              <a:defRPr sz="1875" b="0">
                <a:solidFill>
                  <a:srgbClr val="262824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l">
              <a:lnSpc>
                <a:spcPct val="148000"/>
              </a:lnSpc>
              <a:buNone/>
              <a:defRPr sz="1875" b="0">
                <a:solidFill>
                  <a:srgbClr val="262824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0">
                <a:solidFill>
                  <a:srgbClr val="262824"/>
                </a:solidFill>
                <a:latin typeface="Noto Sans KR"/>
                <a:ea typeface="Noto Sans KR"/>
                <a:cs typeface="Noto Sans KR"/>
              </a:rPr>
              <a:t>Deneb 안에서 모은 SCHD의 배당이 일정</a:t>
            </a:r>
          </a:p>
          <a:p xmlns:a="http://schemas.openxmlformats.org/drawingml/2006/main">
            <a:pPr algn="l">
              <a:lnSpc>
                <a:spcPct val="148000"/>
              </a:lnSpc>
              <a:buNone/>
              <a:defRPr sz="1875" b="0">
                <a:solidFill>
                  <a:srgbClr val="262824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0">
                <a:solidFill>
                  <a:srgbClr val="262824"/>
                </a:solidFill>
                <a:latin typeface="Noto Sans KR"/>
                <a:ea typeface="Noto Sans KR"/>
                <a:cs typeface="Noto Sans KR"/>
              </a:rPr>
              <a:t>수준에 도달하면, TQQQ 상한을 낮추고</a:t>
            </a:r>
          </a:p>
          <a:p xmlns:a="http://schemas.openxmlformats.org/drawingml/2006/main">
            <a:pPr algn="l">
              <a:lnSpc>
                <a:spcPct val="148000"/>
              </a:lnSpc>
              <a:buNone/>
              <a:defRPr sz="1875" b="0">
                <a:solidFill>
                  <a:srgbClr val="262824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0">
                <a:solidFill>
                  <a:srgbClr val="262824"/>
                </a:solidFill>
                <a:latin typeface="Noto Sans KR"/>
                <a:ea typeface="Noto Sans KR"/>
                <a:cs typeface="Noto Sans KR"/>
              </a:rPr>
              <a:t>SCHD 몫을 늘릴지 묻습니다. 자산이 커진</a:t>
            </a:r>
          </a:p>
          <a:p xmlns:a="http://schemas.openxmlformats.org/drawingml/2006/main">
            <a:pPr algn="l">
              <a:lnSpc>
                <a:spcPct val="148000"/>
              </a:lnSpc>
              <a:buNone/>
              <a:defRPr sz="1875" b="0">
                <a:solidFill>
                  <a:srgbClr val="262824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0">
                <a:solidFill>
                  <a:srgbClr val="262824"/>
                </a:solidFill>
                <a:latin typeface="Noto Sans KR"/>
                <a:ea typeface="Noto Sans KR"/>
                <a:cs typeface="Noto Sans KR"/>
              </a:rPr>
              <a:t>뒤 레버리지 의존도를 줄이려는 선택</a:t>
            </a:r>
          </a:p>
          <a:p xmlns:a="http://schemas.openxmlformats.org/drawingml/2006/main">
            <a:pPr algn="l">
              <a:lnSpc>
                <a:spcPct val="148000"/>
              </a:lnSpc>
              <a:buNone/>
              <a:defRPr sz="1875" b="0">
                <a:solidFill>
                  <a:srgbClr val="262824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0">
                <a:solidFill>
                  <a:srgbClr val="262824"/>
                </a:solidFill>
                <a:latin typeface="Noto Sans KR"/>
                <a:ea typeface="Noto Sans KR"/>
                <a:cs typeface="Noto Sans KR"/>
              </a:rPr>
              <a:t>규칙입니다.</a:t>
            </a:r>
          </a:p>
        </p:txBody>
      </p:sp>
      <p:sp>
        <p:nvSpPr>
          <p:cNvPr id="12" name="기준은 최근 365일 동안 실제 받은 SCHD 세후 배당입">
            <a:extLst xmlns:a="http://schemas.openxmlformats.org/drawingml/2006/main">
              <a:ext uri="{FF2B5EF4-FFF2-40B4-BE49-F238E27FC236}">
                <a16:creationId xmlns:a16="http://schemas.microsoft.com/office/drawing/2014/main" id="{4D6C9251-886A-41A2-B56A-96057366F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5334000"/>
            <a:ext cx="428625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1875" b="0">
                <a:solidFill>
                  <a:srgbClr val="262824"/>
                </a:solidFill>
                <a:latin typeface="Noto Sans KR"/>
                <a:ea typeface="Noto Sans KR"/>
                <a:cs typeface="Noto Sans KR"/>
              </a:defRPr>
            </a:defPPr>
            <a:lvl1pPr algn="l">
              <a:defRPr sz="1875" b="0">
                <a:solidFill>
                  <a:srgbClr val="262824"/>
                </a:solidFill>
                <a:latin typeface="Noto Sans KR"/>
                <a:ea typeface="Noto Sans KR"/>
                <a:cs typeface="Noto Sans KR"/>
              </a:defRPr>
            </a:lvl1pPr>
            <a:lvl2pPr algn="l">
              <a:defRPr sz="1875" b="0">
                <a:solidFill>
                  <a:srgbClr val="262824"/>
                </a:solidFill>
                <a:latin typeface="Noto Sans KR"/>
                <a:ea typeface="Noto Sans KR"/>
                <a:cs typeface="Noto Sans KR"/>
              </a:defRPr>
            </a:lvl2pPr>
            <a:lvl3pPr algn="l">
              <a:defRPr sz="1875" b="0">
                <a:solidFill>
                  <a:srgbClr val="262824"/>
                </a:solidFill>
                <a:latin typeface="Noto Sans KR"/>
                <a:ea typeface="Noto Sans KR"/>
                <a:cs typeface="Noto Sans KR"/>
              </a:defRPr>
            </a:lvl3pPr>
            <a:lvl4pPr algn="l">
              <a:defRPr sz="1875" b="0">
                <a:solidFill>
                  <a:srgbClr val="262824"/>
                </a:solidFill>
                <a:latin typeface="Noto Sans KR"/>
                <a:ea typeface="Noto Sans KR"/>
                <a:cs typeface="Noto Sans KR"/>
              </a:defRPr>
            </a:lvl4pPr>
            <a:lvl5pPr algn="l">
              <a:defRPr sz="1875" b="0">
                <a:solidFill>
                  <a:srgbClr val="262824"/>
                </a:solidFill>
                <a:latin typeface="Noto Sans KR"/>
                <a:ea typeface="Noto Sans KR"/>
                <a:cs typeface="Noto Sans KR"/>
              </a:defRPr>
            </a:lvl5pPr>
            <a:lvl6pPr algn="l">
              <a:defRPr sz="1875" b="0">
                <a:solidFill>
                  <a:srgbClr val="262824"/>
                </a:solidFill>
                <a:latin typeface="Noto Sans KR"/>
                <a:ea typeface="Noto Sans KR"/>
                <a:cs typeface="Noto Sans KR"/>
              </a:defRPr>
            </a:lvl6pPr>
            <a:lvl7pPr algn="l">
              <a:defRPr sz="1875" b="0">
                <a:solidFill>
                  <a:srgbClr val="262824"/>
                </a:solidFill>
                <a:latin typeface="Noto Sans KR"/>
                <a:ea typeface="Noto Sans KR"/>
                <a:cs typeface="Noto Sans KR"/>
              </a:defRPr>
            </a:lvl7pPr>
            <a:lvl8pPr algn="l">
              <a:defRPr sz="1875" b="0">
                <a:solidFill>
                  <a:srgbClr val="262824"/>
                </a:solidFill>
                <a:latin typeface="Noto Sans KR"/>
                <a:ea typeface="Noto Sans KR"/>
                <a:cs typeface="Noto Sans KR"/>
              </a:defRPr>
            </a:lvl8pPr>
            <a:lvl9pPr algn="l">
              <a:defRPr sz="1875" b="0">
                <a:solidFill>
                  <a:srgbClr val="262824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l">
              <a:lnSpc>
                <a:spcPct val="148000"/>
              </a:lnSpc>
              <a:buNone/>
              <a:defRPr sz="1875" b="0">
                <a:solidFill>
                  <a:srgbClr val="262824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0">
                <a:solidFill>
                  <a:srgbClr val="262824"/>
                </a:solidFill>
                <a:latin typeface="Noto Sans KR"/>
                <a:ea typeface="Noto Sans KR"/>
                <a:cs typeface="Noto Sans KR"/>
              </a:rPr>
              <a:t>기준은 최근 365일 동안 실제 받은 SCHD</a:t>
            </a:r>
          </a:p>
          <a:p xmlns:a="http://schemas.openxmlformats.org/drawingml/2006/main">
            <a:pPr algn="l">
              <a:lnSpc>
                <a:spcPct val="148000"/>
              </a:lnSpc>
              <a:buNone/>
              <a:defRPr sz="1875" b="0">
                <a:solidFill>
                  <a:srgbClr val="262824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0">
                <a:solidFill>
                  <a:srgbClr val="262824"/>
                </a:solidFill>
                <a:latin typeface="Noto Sans KR"/>
                <a:ea typeface="Noto Sans KR"/>
                <a:cs typeface="Noto Sans KR"/>
              </a:rPr>
              <a:t>세후 배당입니다. 이를 원화로 환산해 12로</a:t>
            </a:r>
          </a:p>
          <a:p xmlns:a="http://schemas.openxmlformats.org/drawingml/2006/main">
            <a:pPr algn="l">
              <a:lnSpc>
                <a:spcPct val="148000"/>
              </a:lnSpc>
              <a:buNone/>
              <a:defRPr sz="1875" b="0">
                <a:solidFill>
                  <a:srgbClr val="262824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0">
                <a:solidFill>
                  <a:srgbClr val="262824"/>
                </a:solidFill>
                <a:latin typeface="Noto Sans KR"/>
                <a:ea typeface="Noto Sans KR"/>
                <a:cs typeface="Noto Sans KR"/>
              </a:rPr>
              <a:t>나눈 월평균 금액으로 다음 단계를</a:t>
            </a:r>
          </a:p>
          <a:p xmlns:a="http://schemas.openxmlformats.org/drawingml/2006/main">
            <a:pPr algn="l">
              <a:lnSpc>
                <a:spcPct val="148000"/>
              </a:lnSpc>
              <a:buNone/>
              <a:defRPr sz="1875" b="0">
                <a:solidFill>
                  <a:srgbClr val="262824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0">
                <a:solidFill>
                  <a:srgbClr val="262824"/>
                </a:solidFill>
                <a:latin typeface="Noto Sans KR"/>
                <a:ea typeface="Noto Sans KR"/>
                <a:cs typeface="Noto Sans KR"/>
              </a:rPr>
              <a:t>판단합니다.</a:t>
            </a:r>
          </a:p>
        </p:txBody>
      </p:sp>
      <p:sp>
        <p:nvSpPr>
          <p:cNvPr id="13" name="배당이 늘었다는 이유만으로&#10;자동 매도하지 않습니다.&#10;사용자">
            <a:extLst xmlns:a="http://schemas.openxmlformats.org/drawingml/2006/main">
              <a:ext uri="{FF2B5EF4-FFF2-40B4-BE49-F238E27FC236}">
                <a16:creationId xmlns:a16="http://schemas.microsoft.com/office/drawing/2014/main" id="{DABF0886-37EA-47E1-B9B1-1609AC4D1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7839075"/>
            <a:ext cx="402907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2100" b="0">
                <a:solidFill>
                  <a:srgbClr val="18513D"/>
                </a:solidFill>
                <a:latin typeface="Noto Sans KR"/>
                <a:ea typeface="Noto Sans KR"/>
                <a:cs typeface="Noto Sans KR"/>
              </a:defRPr>
            </a:defPPr>
            <a:lvl1pPr algn="l">
              <a:defRPr sz="2100" b="0">
                <a:solidFill>
                  <a:srgbClr val="18513D"/>
                </a:solidFill>
                <a:latin typeface="Noto Sans KR"/>
                <a:ea typeface="Noto Sans KR"/>
                <a:cs typeface="Noto Sans KR"/>
              </a:defRPr>
            </a:lvl1pPr>
            <a:lvl2pPr algn="l">
              <a:defRPr sz="2100" b="0">
                <a:solidFill>
                  <a:srgbClr val="18513D"/>
                </a:solidFill>
                <a:latin typeface="Noto Sans KR"/>
                <a:ea typeface="Noto Sans KR"/>
                <a:cs typeface="Noto Sans KR"/>
              </a:defRPr>
            </a:lvl2pPr>
            <a:lvl3pPr algn="l">
              <a:defRPr sz="2100" b="0">
                <a:solidFill>
                  <a:srgbClr val="18513D"/>
                </a:solidFill>
                <a:latin typeface="Noto Sans KR"/>
                <a:ea typeface="Noto Sans KR"/>
                <a:cs typeface="Noto Sans KR"/>
              </a:defRPr>
            </a:lvl3pPr>
            <a:lvl4pPr algn="l">
              <a:defRPr sz="2100" b="0">
                <a:solidFill>
                  <a:srgbClr val="18513D"/>
                </a:solidFill>
                <a:latin typeface="Noto Sans KR"/>
                <a:ea typeface="Noto Sans KR"/>
                <a:cs typeface="Noto Sans KR"/>
              </a:defRPr>
            </a:lvl4pPr>
            <a:lvl5pPr algn="l">
              <a:defRPr sz="2100" b="0">
                <a:solidFill>
                  <a:srgbClr val="18513D"/>
                </a:solidFill>
                <a:latin typeface="Noto Sans KR"/>
                <a:ea typeface="Noto Sans KR"/>
                <a:cs typeface="Noto Sans KR"/>
              </a:defRPr>
            </a:lvl5pPr>
            <a:lvl6pPr algn="l">
              <a:defRPr sz="2100" b="0">
                <a:solidFill>
                  <a:srgbClr val="18513D"/>
                </a:solidFill>
                <a:latin typeface="Noto Sans KR"/>
                <a:ea typeface="Noto Sans KR"/>
                <a:cs typeface="Noto Sans KR"/>
              </a:defRPr>
            </a:lvl6pPr>
            <a:lvl7pPr algn="l">
              <a:defRPr sz="2100" b="0">
                <a:solidFill>
                  <a:srgbClr val="18513D"/>
                </a:solidFill>
                <a:latin typeface="Noto Sans KR"/>
                <a:ea typeface="Noto Sans KR"/>
                <a:cs typeface="Noto Sans KR"/>
              </a:defRPr>
            </a:lvl7pPr>
            <a:lvl8pPr algn="l">
              <a:defRPr sz="2100" b="0">
                <a:solidFill>
                  <a:srgbClr val="18513D"/>
                </a:solidFill>
                <a:latin typeface="Noto Sans KR"/>
                <a:ea typeface="Noto Sans KR"/>
                <a:cs typeface="Noto Sans KR"/>
              </a:defRPr>
            </a:lvl8pPr>
            <a:lvl9pPr algn="l">
              <a:defRPr sz="2100" b="0">
                <a:solidFill>
                  <a:srgbClr val="18513D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2100" b="0">
                <a:solidFill>
                  <a:srgbClr val="18513D"/>
                </a:solidFill>
                <a:latin typeface="Noto Sans KR"/>
                <a:ea typeface="Noto Sans KR"/>
                <a:cs typeface="Noto Sans KR"/>
              </a:defRPr>
            </a:pPr>
            <a:r>
              <a:rPr sz="2100" b="0">
                <a:solidFill>
                  <a:srgbClr val="18513D"/>
                </a:solidFill>
                <a:latin typeface="Noto Sans KR"/>
                <a:ea typeface="Noto Sans KR"/>
                <a:cs typeface="Noto Sans KR"/>
              </a:rPr>
              <a:t>배당이 늘었다는 이유만으로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2100" b="0">
                <a:solidFill>
                  <a:srgbClr val="18513D"/>
                </a:solidFill>
                <a:latin typeface="Noto Sans KR"/>
                <a:ea typeface="Noto Sans KR"/>
                <a:cs typeface="Noto Sans KR"/>
              </a:defRPr>
            </a:pPr>
            <a:r>
              <a:rPr sz="2100" b="0">
                <a:solidFill>
                  <a:srgbClr val="18513D"/>
                </a:solidFill>
                <a:latin typeface="Noto Sans KR"/>
                <a:ea typeface="Noto Sans KR"/>
                <a:cs typeface="Noto Sans KR"/>
              </a:rPr>
              <a:t>자동 매도하지 않습니다.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2100" b="0">
                <a:solidFill>
                  <a:srgbClr val="18513D"/>
                </a:solidFill>
                <a:latin typeface="Noto Sans KR"/>
                <a:ea typeface="Noto Sans KR"/>
                <a:cs typeface="Noto Sans KR"/>
              </a:defRPr>
            </a:pPr>
            <a:r>
              <a:rPr sz="2100" b="0">
                <a:solidFill>
                  <a:srgbClr val="18513D"/>
                </a:solidFill>
                <a:latin typeface="Noto Sans KR"/>
                <a:ea typeface="Noto Sans KR"/>
                <a:cs typeface="Noto Sans KR"/>
              </a:rPr>
              <a:t>사용자가 승인해야 바뀝니다.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0ECC2C8-B3D0-4F18-9EF3-913F4131B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7877175"/>
            <a:ext cx="0" cy="10668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18513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BDCCB4D-1DD5-48EA-AA98-800721B43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1657350"/>
            <a:ext cx="8972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62824"/>
            </a:solidFill>
            <a:prstDash val="solid"/>
          </a:ln>
        </p:spPr>
      </p:sp>
      <p:sp>
        <p:nvSpPr>
          <p:cNvPr id="16" name="승인형 배당 단계">
            <a:extLst xmlns:a="http://schemas.openxmlformats.org/drawingml/2006/main">
              <a:ext uri="{FF2B5EF4-FFF2-40B4-BE49-F238E27FC236}">
                <a16:creationId xmlns:a16="http://schemas.microsoft.com/office/drawing/2014/main" id="{B2437B57-E612-475A-B923-0A2CA8B7F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1800225"/>
            <a:ext cx="8972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2100" b="1">
                <a:solidFill>
                  <a:srgbClr val="262824"/>
                </a:solidFill>
                <a:latin typeface="Noto Sans KR"/>
                <a:ea typeface="Noto Sans KR"/>
                <a:cs typeface="Noto Sans KR"/>
              </a:defRPr>
            </a:defPPr>
            <a:lvl1pPr algn="l">
              <a:defRPr sz="2100" b="1">
                <a:solidFill>
                  <a:srgbClr val="262824"/>
                </a:solidFill>
                <a:latin typeface="Noto Sans KR"/>
                <a:ea typeface="Noto Sans KR"/>
                <a:cs typeface="Noto Sans KR"/>
              </a:defRPr>
            </a:lvl1pPr>
            <a:lvl2pPr algn="l">
              <a:defRPr sz="2100" b="1">
                <a:solidFill>
                  <a:srgbClr val="262824"/>
                </a:solidFill>
                <a:latin typeface="Noto Sans KR"/>
                <a:ea typeface="Noto Sans KR"/>
                <a:cs typeface="Noto Sans KR"/>
              </a:defRPr>
            </a:lvl2pPr>
            <a:lvl3pPr algn="l">
              <a:defRPr sz="2100" b="1">
                <a:solidFill>
                  <a:srgbClr val="262824"/>
                </a:solidFill>
                <a:latin typeface="Noto Sans KR"/>
                <a:ea typeface="Noto Sans KR"/>
                <a:cs typeface="Noto Sans KR"/>
              </a:defRPr>
            </a:lvl3pPr>
            <a:lvl4pPr algn="l">
              <a:defRPr sz="2100" b="1">
                <a:solidFill>
                  <a:srgbClr val="262824"/>
                </a:solidFill>
                <a:latin typeface="Noto Sans KR"/>
                <a:ea typeface="Noto Sans KR"/>
                <a:cs typeface="Noto Sans KR"/>
              </a:defRPr>
            </a:lvl4pPr>
            <a:lvl5pPr algn="l">
              <a:defRPr sz="2100" b="1">
                <a:solidFill>
                  <a:srgbClr val="262824"/>
                </a:solidFill>
                <a:latin typeface="Noto Sans KR"/>
                <a:ea typeface="Noto Sans KR"/>
                <a:cs typeface="Noto Sans KR"/>
              </a:defRPr>
            </a:lvl5pPr>
            <a:lvl6pPr algn="l">
              <a:defRPr sz="2100" b="1">
                <a:solidFill>
                  <a:srgbClr val="262824"/>
                </a:solidFill>
                <a:latin typeface="Noto Sans KR"/>
                <a:ea typeface="Noto Sans KR"/>
                <a:cs typeface="Noto Sans KR"/>
              </a:defRPr>
            </a:lvl6pPr>
            <a:lvl7pPr algn="l">
              <a:defRPr sz="2100" b="1">
                <a:solidFill>
                  <a:srgbClr val="262824"/>
                </a:solidFill>
                <a:latin typeface="Noto Sans KR"/>
                <a:ea typeface="Noto Sans KR"/>
                <a:cs typeface="Noto Sans KR"/>
              </a:defRPr>
            </a:lvl7pPr>
            <a:lvl8pPr algn="l">
              <a:defRPr sz="2100" b="1">
                <a:solidFill>
                  <a:srgbClr val="262824"/>
                </a:solidFill>
                <a:latin typeface="Noto Sans KR"/>
                <a:ea typeface="Noto Sans KR"/>
                <a:cs typeface="Noto Sans KR"/>
              </a:defRPr>
            </a:lvl8pPr>
            <a:lvl9pPr algn="l">
              <a:defRPr sz="2100" b="1">
                <a:solidFill>
                  <a:srgbClr val="262824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l">
              <a:lnSpc>
                <a:spcPct val="148000"/>
              </a:lnSpc>
              <a:buNone/>
              <a:defRPr sz="2100" b="1">
                <a:solidFill>
                  <a:srgbClr val="262824"/>
                </a:solidFill>
                <a:latin typeface="Noto Sans KR"/>
                <a:ea typeface="Noto Sans KR"/>
                <a:cs typeface="Noto Sans KR"/>
              </a:defRPr>
            </a:pPr>
            <a:r>
              <a:rPr sz="2100" b="1">
                <a:solidFill>
                  <a:srgbClr val="262824"/>
                </a:solidFill>
                <a:latin typeface="Noto Sans KR"/>
                <a:ea typeface="Noto Sans KR"/>
                <a:cs typeface="Noto Sans KR"/>
              </a:rPr>
              <a:t>승인형 배당 단계</a:t>
            </a:r>
          </a:p>
        </p:txBody>
      </p:sp>
      <p:sp>
        <p:nvSpPr>
          <p:cNvPr id="17" name="기본 상한 60%에서 시작해 단계마다 10%포인트씩 낮추는">
            <a:extLst xmlns:a="http://schemas.openxmlformats.org/drawingml/2006/main">
              <a:ext uri="{FF2B5EF4-FFF2-40B4-BE49-F238E27FC236}">
                <a16:creationId xmlns:a16="http://schemas.microsoft.com/office/drawing/2014/main" id="{888280F8-125A-418E-BCED-1D1337081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2305050"/>
            <a:ext cx="89725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1725" b="0">
                <a:solidFill>
                  <a:srgbClr val="77786F"/>
                </a:solidFill>
                <a:latin typeface="Noto Sans KR"/>
                <a:ea typeface="Noto Sans KR"/>
                <a:cs typeface="Noto Sans KR"/>
              </a:defRPr>
            </a:defPPr>
            <a:lvl1pPr algn="l">
              <a:defRPr sz="1725" b="0">
                <a:solidFill>
                  <a:srgbClr val="77786F"/>
                </a:solidFill>
                <a:latin typeface="Noto Sans KR"/>
                <a:ea typeface="Noto Sans KR"/>
                <a:cs typeface="Noto Sans KR"/>
              </a:defRPr>
            </a:lvl1pPr>
            <a:lvl2pPr algn="l">
              <a:defRPr sz="1725" b="0">
                <a:solidFill>
                  <a:srgbClr val="77786F"/>
                </a:solidFill>
                <a:latin typeface="Noto Sans KR"/>
                <a:ea typeface="Noto Sans KR"/>
                <a:cs typeface="Noto Sans KR"/>
              </a:defRPr>
            </a:lvl2pPr>
            <a:lvl3pPr algn="l">
              <a:defRPr sz="1725" b="0">
                <a:solidFill>
                  <a:srgbClr val="77786F"/>
                </a:solidFill>
                <a:latin typeface="Noto Sans KR"/>
                <a:ea typeface="Noto Sans KR"/>
                <a:cs typeface="Noto Sans KR"/>
              </a:defRPr>
            </a:lvl3pPr>
            <a:lvl4pPr algn="l">
              <a:defRPr sz="1725" b="0">
                <a:solidFill>
                  <a:srgbClr val="77786F"/>
                </a:solidFill>
                <a:latin typeface="Noto Sans KR"/>
                <a:ea typeface="Noto Sans KR"/>
                <a:cs typeface="Noto Sans KR"/>
              </a:defRPr>
            </a:lvl4pPr>
            <a:lvl5pPr algn="l">
              <a:defRPr sz="1725" b="0">
                <a:solidFill>
                  <a:srgbClr val="77786F"/>
                </a:solidFill>
                <a:latin typeface="Noto Sans KR"/>
                <a:ea typeface="Noto Sans KR"/>
                <a:cs typeface="Noto Sans KR"/>
              </a:defRPr>
            </a:lvl5pPr>
            <a:lvl6pPr algn="l">
              <a:defRPr sz="1725" b="0">
                <a:solidFill>
                  <a:srgbClr val="77786F"/>
                </a:solidFill>
                <a:latin typeface="Noto Sans KR"/>
                <a:ea typeface="Noto Sans KR"/>
                <a:cs typeface="Noto Sans KR"/>
              </a:defRPr>
            </a:lvl6pPr>
            <a:lvl7pPr algn="l">
              <a:defRPr sz="1725" b="0">
                <a:solidFill>
                  <a:srgbClr val="77786F"/>
                </a:solidFill>
                <a:latin typeface="Noto Sans KR"/>
                <a:ea typeface="Noto Sans KR"/>
                <a:cs typeface="Noto Sans KR"/>
              </a:defRPr>
            </a:lvl7pPr>
            <a:lvl8pPr algn="l">
              <a:defRPr sz="1725" b="0">
                <a:solidFill>
                  <a:srgbClr val="77786F"/>
                </a:solidFill>
                <a:latin typeface="Noto Sans KR"/>
                <a:ea typeface="Noto Sans KR"/>
                <a:cs typeface="Noto Sans KR"/>
              </a:defRPr>
            </a:lvl8pPr>
            <a:lvl9pPr algn="l">
              <a:defRPr sz="1725" b="0">
                <a:solidFill>
                  <a:srgbClr val="77786F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l">
              <a:lnSpc>
                <a:spcPct val="148000"/>
              </a:lnSpc>
              <a:buNone/>
              <a:defRPr sz="1725" b="0">
                <a:solidFill>
                  <a:srgbClr val="77786F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0">
                <a:solidFill>
                  <a:srgbClr val="77786F"/>
                </a:solidFill>
                <a:latin typeface="Noto Sans KR"/>
                <a:ea typeface="Noto Sans KR"/>
                <a:cs typeface="Noto Sans KR"/>
              </a:rPr>
              <a:t>기본 상한 60%에서 시작해 단계마다 10%포인트씩 낮추는 제안</a:t>
            </a:r>
          </a:p>
        </p:txBody>
      </p:sp>
      <p:graphicFrame>
        <p:nvGraphicFrame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CEF8C8D-520D-46A3-BD12-2B2BAA56323A}"/>
              </a:ext>
            </a:extLst>
          </p:cNvPr>
          <p:cNvGraphicFramePr/>
          <p:nvPr/>
        </p:nvGraphicFramePr>
        <p:xfrm>
          <a:off xmlns:a="http://schemas.openxmlformats.org/drawingml/2006/main" x="5476875" y="3095625"/>
          <a:ext xmlns:a="http://schemas.openxmlformats.org/drawingml/2006/main" cx="8972550" cy="43434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000375"/>
                <a:gridCol w="3000375"/>
                <a:gridCol w="2971800"/>
              </a:tblGrid>
              <a:tr h="876300">
                <a:tc>
                  <a:txBody>
                    <a:bodyPr wrap="none"/>
                    <a:lstStyle/>
                    <a:p>
                      <a:pPr algn="l">
                        <a:lnSpc>
                          <a:spcPct val="118000"/>
                        </a:lnSpc>
                        <a:buNone/>
                      </a:pPr>
                      <a:r>
                        <a:rPr sz="1800" b="1">
                          <a:solidFill>
                            <a:srgbClr val="18513D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월평균 세후 배당</a:t>
                      </a:r>
                    </a:p>
                  </a:txBody>
                  <a:tcPr marL="85725" marR="85725" marT="47625" marB="47625" anchor="ctr">
                    <a:lnL w="0">
                      <a:solidFill>
                        <a:srgbClr val="FFFFFF"/>
                      </a:solidFill>
                      <a:prstDash val="solid"/>
                    </a:lnL>
                    <a:lnR w="0">
                      <a:solidFill>
                        <a:srgbClr val="FFFFFF"/>
                      </a:solidFill>
                      <a:prstDash val="solid"/>
                    </a:lnR>
                    <a:lnT w="0">
                      <a:solidFill>
                        <a:srgbClr val="FFFFFF"/>
                      </a:solidFill>
                      <a:prstDash val="solid"/>
                    </a:lnT>
                    <a:lnB w="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>
                        <a:lnSpc>
                          <a:spcPct val="118000"/>
                        </a:lnSpc>
                        <a:buNone/>
                      </a:pPr>
                      <a:r>
                        <a:rPr sz="1800" b="1">
                          <a:solidFill>
                            <a:srgbClr val="18513D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최근 1년 세후 배당</a:t>
                      </a:r>
                    </a:p>
                  </a:txBody>
                  <a:tcPr marL="85725" marR="85725" marT="47625" marB="47625" anchor="ctr">
                    <a:lnR w="0">
                      <a:solidFill>
                        <a:srgbClr val="FFFFFF"/>
                      </a:solidFill>
                      <a:prstDash val="solid"/>
                    </a:lnR>
                    <a:lnT w="0">
                      <a:solidFill>
                        <a:srgbClr val="FFFFFF"/>
                      </a:solidFill>
                      <a:prstDash val="solid"/>
                    </a:lnT>
                    <a:lnB w="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>
                        <a:lnSpc>
                          <a:spcPct val="118000"/>
                        </a:lnSpc>
                        <a:buNone/>
                      </a:pPr>
                      <a:r>
                        <a:rPr sz="1800" b="1">
                          <a:solidFill>
                            <a:srgbClr val="18513D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승인 후 TQQQ 상한</a:t>
                      </a:r>
                    </a:p>
                  </a:txBody>
                  <a:tcPr marL="85725" marR="85725" marT="47625" marB="47625" anchor="ctr">
                    <a:lnR w="0">
                      <a:solidFill>
                        <a:srgbClr val="FFFFFF"/>
                      </a:solidFill>
                      <a:prstDash val="solid"/>
                    </a:lnR>
                    <a:lnT w="0">
                      <a:solidFill>
                        <a:srgbClr val="FFFFFF"/>
                      </a:solidFill>
                      <a:prstDash val="solid"/>
                    </a:lnT>
                    <a:lnB w="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66775">
                <a:tc>
                  <a:txBody>
                    <a:bodyPr wrap="none"/>
                    <a:lstStyle/>
                    <a:p>
                      <a:pPr algn="l">
                        <a:lnSpc>
                          <a:spcPct val="118000"/>
                        </a:lnSpc>
                        <a:buNone/>
                      </a:pPr>
                      <a:r>
                        <a:rPr sz="1800" b="0">
                          <a:solidFill>
                            <a:srgbClr val="26282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10만원 이상</a:t>
                      </a:r>
                    </a:p>
                  </a:txBody>
                  <a:tcPr marL="85725" marR="85725" marT="47625" marB="47625" anchor="ctr">
                    <a:lnL w="0">
                      <a:solidFill>
                        <a:srgbClr val="FFFFFF"/>
                      </a:solidFill>
                      <a:prstDash val="solid"/>
                    </a:lnL>
                    <a:lnR w="0">
                      <a:solidFill>
                        <a:srgbClr val="FFFFFF"/>
                      </a:solidFill>
                      <a:prstDash val="solid"/>
                    </a:lnR>
                    <a:lnB w="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>
                        <a:lnSpc>
                          <a:spcPct val="118000"/>
                        </a:lnSpc>
                        <a:buNone/>
                      </a:pPr>
                      <a:r>
                        <a:rPr sz="1800" b="0">
                          <a:solidFill>
                            <a:srgbClr val="26282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120만원 이상</a:t>
                      </a:r>
                    </a:p>
                  </a:txBody>
                  <a:tcPr marL="85725" marR="85725" marT="47625" marB="47625" anchor="ctr">
                    <a:lnR w="0">
                      <a:solidFill>
                        <a:srgbClr val="FFFFFF"/>
                      </a:solidFill>
                      <a:prstDash val="solid"/>
                    </a:lnR>
                    <a:lnB w="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>
                        <a:lnSpc>
                          <a:spcPct val="118000"/>
                        </a:lnSpc>
                        <a:buNone/>
                      </a:pPr>
                      <a:r>
                        <a:rPr sz="1800" b="0">
                          <a:solidFill>
                            <a:srgbClr val="26282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50%</a:t>
                      </a:r>
                    </a:p>
                  </a:txBody>
                  <a:tcPr marL="85725" marR="85725" marT="47625" marB="47625" anchor="ctr">
                    <a:lnR w="0">
                      <a:solidFill>
                        <a:srgbClr val="FFFFFF"/>
                      </a:solidFill>
                      <a:prstDash val="solid"/>
                    </a:lnR>
                    <a:lnB w="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66775">
                <a:tc>
                  <a:txBody>
                    <a:bodyPr wrap="none"/>
                    <a:lstStyle/>
                    <a:p>
                      <a:pPr algn="l">
                        <a:lnSpc>
                          <a:spcPct val="118000"/>
                        </a:lnSpc>
                        <a:buNone/>
                      </a:pPr>
                      <a:r>
                        <a:rPr sz="1800" b="0">
                          <a:solidFill>
                            <a:srgbClr val="26282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30만원 이상</a:t>
                      </a:r>
                    </a:p>
                  </a:txBody>
                  <a:tcPr marL="85725" marR="85725" marT="47625" marB="47625" anchor="ctr">
                    <a:lnL w="0">
                      <a:solidFill>
                        <a:srgbClr val="FFFFFF"/>
                      </a:solidFill>
                      <a:prstDash val="solid"/>
                    </a:lnL>
                    <a:lnR w="0">
                      <a:solidFill>
                        <a:srgbClr val="FFFFFF"/>
                      </a:solidFill>
                      <a:prstDash val="solid"/>
                    </a:lnR>
                    <a:lnB w="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>
                        <a:lnSpc>
                          <a:spcPct val="118000"/>
                        </a:lnSpc>
                        <a:buNone/>
                      </a:pPr>
                      <a:r>
                        <a:rPr sz="1800" b="0">
                          <a:solidFill>
                            <a:srgbClr val="26282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360만원 이상</a:t>
                      </a:r>
                    </a:p>
                  </a:txBody>
                  <a:tcPr marL="85725" marR="85725" marT="47625" marB="47625" anchor="ctr">
                    <a:lnR w="0">
                      <a:solidFill>
                        <a:srgbClr val="FFFFFF"/>
                      </a:solidFill>
                      <a:prstDash val="solid"/>
                    </a:lnR>
                    <a:lnB w="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>
                        <a:lnSpc>
                          <a:spcPct val="118000"/>
                        </a:lnSpc>
                        <a:buNone/>
                      </a:pPr>
                      <a:r>
                        <a:rPr sz="1800" b="0">
                          <a:solidFill>
                            <a:srgbClr val="26282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40%</a:t>
                      </a:r>
                    </a:p>
                  </a:txBody>
                  <a:tcPr marL="85725" marR="85725" marT="47625" marB="47625" anchor="ctr">
                    <a:lnR w="0">
                      <a:solidFill>
                        <a:srgbClr val="FFFFFF"/>
                      </a:solidFill>
                      <a:prstDash val="solid"/>
                    </a:lnR>
                    <a:lnB w="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66775">
                <a:tc>
                  <a:txBody>
                    <a:bodyPr wrap="none"/>
                    <a:lstStyle/>
                    <a:p>
                      <a:pPr algn="l">
                        <a:lnSpc>
                          <a:spcPct val="118000"/>
                        </a:lnSpc>
                        <a:buNone/>
                      </a:pPr>
                      <a:r>
                        <a:rPr sz="1800" b="0">
                          <a:solidFill>
                            <a:srgbClr val="26282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50만원 이상</a:t>
                      </a:r>
                    </a:p>
                  </a:txBody>
                  <a:tcPr marL="85725" marR="85725" marT="47625" marB="47625" anchor="ctr">
                    <a:lnL w="0">
                      <a:solidFill>
                        <a:srgbClr val="FFFFFF"/>
                      </a:solidFill>
                      <a:prstDash val="solid"/>
                    </a:lnL>
                    <a:lnR w="0">
                      <a:solidFill>
                        <a:srgbClr val="FFFFFF"/>
                      </a:solidFill>
                      <a:prstDash val="solid"/>
                    </a:lnR>
                    <a:lnB w="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>
                        <a:lnSpc>
                          <a:spcPct val="118000"/>
                        </a:lnSpc>
                        <a:buNone/>
                      </a:pPr>
                      <a:r>
                        <a:rPr sz="1800" b="0">
                          <a:solidFill>
                            <a:srgbClr val="26282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600만원 이상</a:t>
                      </a:r>
                    </a:p>
                  </a:txBody>
                  <a:tcPr marL="85725" marR="85725" marT="47625" marB="47625" anchor="ctr">
                    <a:lnR w="0">
                      <a:solidFill>
                        <a:srgbClr val="FFFFFF"/>
                      </a:solidFill>
                      <a:prstDash val="solid"/>
                    </a:lnR>
                    <a:lnB w="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>
                        <a:lnSpc>
                          <a:spcPct val="118000"/>
                        </a:lnSpc>
                        <a:buNone/>
                      </a:pPr>
                      <a:r>
                        <a:rPr sz="1800" b="0">
                          <a:solidFill>
                            <a:srgbClr val="26282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30%</a:t>
                      </a:r>
                    </a:p>
                  </a:txBody>
                  <a:tcPr marL="85725" marR="85725" marT="47625" marB="47625" anchor="ctr">
                    <a:lnR w="0">
                      <a:solidFill>
                        <a:srgbClr val="FFFFFF"/>
                      </a:solidFill>
                      <a:prstDash val="solid"/>
                    </a:lnR>
                    <a:lnB w="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66775">
                <a:tc>
                  <a:txBody>
                    <a:bodyPr wrap="none"/>
                    <a:lstStyle/>
                    <a:p>
                      <a:pPr algn="l">
                        <a:lnSpc>
                          <a:spcPct val="118000"/>
                        </a:lnSpc>
                        <a:buNone/>
                      </a:pPr>
                      <a:r>
                        <a:rPr sz="1800" b="0">
                          <a:solidFill>
                            <a:srgbClr val="26282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100만원 이상</a:t>
                      </a:r>
                    </a:p>
                  </a:txBody>
                  <a:tcPr marL="85725" marR="85725" marT="47625" marB="47625" anchor="ctr">
                    <a:lnL w="0">
                      <a:solidFill>
                        <a:srgbClr val="FFFFFF"/>
                      </a:solidFill>
                      <a:prstDash val="solid"/>
                    </a:lnL>
                    <a:lnR w="0">
                      <a:solidFill>
                        <a:srgbClr val="FFFFFF"/>
                      </a:solidFill>
                      <a:prstDash val="solid"/>
                    </a:lnR>
                    <a:lnB w="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>
                        <a:lnSpc>
                          <a:spcPct val="118000"/>
                        </a:lnSpc>
                        <a:buNone/>
                      </a:pPr>
                      <a:r>
                        <a:rPr sz="1800" b="0">
                          <a:solidFill>
                            <a:srgbClr val="26282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1,200만원 이상</a:t>
                      </a:r>
                    </a:p>
                  </a:txBody>
                  <a:tcPr marL="85725" marR="85725" marT="47625" marB="47625" anchor="ctr">
                    <a:lnR w="0">
                      <a:solidFill>
                        <a:srgbClr val="FFFFFF"/>
                      </a:solidFill>
                      <a:prstDash val="solid"/>
                    </a:lnR>
                    <a:lnB w="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>
                        <a:lnSpc>
                          <a:spcPct val="118000"/>
                        </a:lnSpc>
                        <a:buNone/>
                      </a:pPr>
                      <a:r>
                        <a:rPr sz="1800" b="0">
                          <a:solidFill>
                            <a:srgbClr val="26282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20%</a:t>
                      </a:r>
                    </a:p>
                  </a:txBody>
                  <a:tcPr marL="85725" marR="85725" marT="47625" marB="47625" anchor="ctr">
                    <a:lnR w="0">
                      <a:solidFill>
                        <a:srgbClr val="FFFFFF"/>
                      </a:solidFill>
                      <a:prstDash val="solid"/>
                    </a:lnR>
                    <a:lnB w="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B82A86E-9F29-4416-B23C-E98C4A8BF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3095625"/>
            <a:ext cx="8972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26282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CC736F7-7F1F-4FB7-85AD-6AE448322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3971925"/>
            <a:ext cx="8972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DDDFD7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2A5A59B-BC37-4686-A8B9-FFBCF738E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4838700"/>
            <a:ext cx="8972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DDDFD7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AE99288-F993-4953-9CEA-264AA04B1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5705475"/>
            <a:ext cx="8972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DDDFD7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83B02AE-276E-4B10-8AF5-1A55AA54E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6572250"/>
            <a:ext cx="8972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DDDFD7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57B5AC3-280A-4BDF-846E-08625C177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7439025"/>
            <a:ext cx="8972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9BBB3"/>
            </a:solidFill>
            <a:prstDash val="solid"/>
          </a:ln>
        </p:spPr>
      </p:sp>
      <p:sp>
        <p:nvSpPr>
          <p:cNvPr id="25" name="heading">
            <a:extLst xmlns:a="http://schemas.openxmlformats.org/drawingml/2006/main">
              <a:ext uri="{FF2B5EF4-FFF2-40B4-BE49-F238E27FC236}">
                <a16:creationId xmlns:a16="http://schemas.microsoft.com/office/drawing/2014/main" id="{D8025EE0-59F2-4395-A9C2-D9FD43DF0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8134350"/>
            <a:ext cx="428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2025" b="0">
                <a:solidFill>
                  <a:srgbClr val="262824"/>
                </a:solidFill>
                <a:latin typeface="Noto Sans KR"/>
                <a:ea typeface="Noto Sans KR"/>
                <a:cs typeface="Noto Sans KR"/>
              </a:defRPr>
            </a:defPPr>
            <a:lvl1pPr algn="l">
              <a:defRPr sz="2025" b="0">
                <a:solidFill>
                  <a:srgbClr val="262824"/>
                </a:solidFill>
                <a:latin typeface="Noto Sans KR"/>
                <a:ea typeface="Noto Sans KR"/>
                <a:cs typeface="Noto Sans KR"/>
              </a:defRPr>
            </a:lvl1pPr>
            <a:lvl2pPr algn="l">
              <a:defRPr sz="2025" b="0">
                <a:solidFill>
                  <a:srgbClr val="262824"/>
                </a:solidFill>
                <a:latin typeface="Noto Sans KR"/>
                <a:ea typeface="Noto Sans KR"/>
                <a:cs typeface="Noto Sans KR"/>
              </a:defRPr>
            </a:lvl2pPr>
            <a:lvl3pPr algn="l">
              <a:defRPr sz="2025" b="0">
                <a:solidFill>
                  <a:srgbClr val="262824"/>
                </a:solidFill>
                <a:latin typeface="Noto Sans KR"/>
                <a:ea typeface="Noto Sans KR"/>
                <a:cs typeface="Noto Sans KR"/>
              </a:defRPr>
            </a:lvl3pPr>
            <a:lvl4pPr algn="l">
              <a:defRPr sz="2025" b="0">
                <a:solidFill>
                  <a:srgbClr val="262824"/>
                </a:solidFill>
                <a:latin typeface="Noto Sans KR"/>
                <a:ea typeface="Noto Sans KR"/>
                <a:cs typeface="Noto Sans KR"/>
              </a:defRPr>
            </a:lvl4pPr>
            <a:lvl5pPr algn="l">
              <a:defRPr sz="2025" b="0">
                <a:solidFill>
                  <a:srgbClr val="262824"/>
                </a:solidFill>
                <a:latin typeface="Noto Sans KR"/>
                <a:ea typeface="Noto Sans KR"/>
                <a:cs typeface="Noto Sans KR"/>
              </a:defRPr>
            </a:lvl5pPr>
            <a:lvl6pPr algn="l">
              <a:defRPr sz="2025" b="0">
                <a:solidFill>
                  <a:srgbClr val="262824"/>
                </a:solidFill>
                <a:latin typeface="Noto Sans KR"/>
                <a:ea typeface="Noto Sans KR"/>
                <a:cs typeface="Noto Sans KR"/>
              </a:defRPr>
            </a:lvl6pPr>
            <a:lvl7pPr algn="l">
              <a:defRPr sz="2025" b="0">
                <a:solidFill>
                  <a:srgbClr val="262824"/>
                </a:solidFill>
                <a:latin typeface="Noto Sans KR"/>
                <a:ea typeface="Noto Sans KR"/>
                <a:cs typeface="Noto Sans KR"/>
              </a:defRPr>
            </a:lvl7pPr>
            <a:lvl8pPr algn="l">
              <a:defRPr sz="2025" b="0">
                <a:solidFill>
                  <a:srgbClr val="262824"/>
                </a:solidFill>
                <a:latin typeface="Noto Sans KR"/>
                <a:ea typeface="Noto Sans KR"/>
                <a:cs typeface="Noto Sans KR"/>
              </a:defRPr>
            </a:lvl8pPr>
            <a:lvl9pPr algn="l">
              <a:defRPr sz="2025" b="0">
                <a:solidFill>
                  <a:srgbClr val="262824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l">
              <a:lnSpc>
                <a:spcPct val="123000"/>
              </a:lnSpc>
              <a:buNone/>
              <a:defRPr sz="2025" b="0">
                <a:solidFill>
                  <a:srgbClr val="262824"/>
                </a:solidFill>
                <a:latin typeface="Noto Sans KR"/>
                <a:ea typeface="Noto Sans KR"/>
                <a:cs typeface="Noto Sans KR"/>
              </a:defRPr>
            </a:pPr>
            <a:r>
              <a:rPr sz="2025" b="0">
                <a:solidFill>
                  <a:srgbClr val="262824"/>
                </a:solidFill>
                <a:latin typeface="Noto Sans KR"/>
                <a:ea typeface="Noto Sans KR"/>
                <a:cs typeface="Noto Sans KR"/>
              </a:rPr>
              <a:t>월평균과 지급 주기의 차이</a:t>
            </a:r>
          </a:p>
        </p:txBody>
      </p:sp>
      <p:sp>
        <p:nvSpPr>
          <p:cNvPr id="26" name="월평균 10만원은 매달 10만원을 받는다는 뜻이 아닙니다.">
            <a:extLst xmlns:a="http://schemas.openxmlformats.org/drawingml/2006/main">
              <a:ext uri="{FF2B5EF4-FFF2-40B4-BE49-F238E27FC236}">
                <a16:creationId xmlns:a16="http://schemas.microsoft.com/office/drawing/2014/main" id="{86C54DA1-9A03-4C3B-A69E-3FD7FE890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8696325"/>
            <a:ext cx="4286250" cy="1038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1725" b="0">
                <a:solidFill>
                  <a:srgbClr val="262824"/>
                </a:solidFill>
                <a:latin typeface="Noto Sans KR"/>
                <a:ea typeface="Noto Sans KR"/>
                <a:cs typeface="Noto Sans KR"/>
              </a:defRPr>
            </a:defPPr>
            <a:lvl1pPr algn="l">
              <a:defRPr sz="1725" b="0">
                <a:solidFill>
                  <a:srgbClr val="262824"/>
                </a:solidFill>
                <a:latin typeface="Noto Sans KR"/>
                <a:ea typeface="Noto Sans KR"/>
                <a:cs typeface="Noto Sans KR"/>
              </a:defRPr>
            </a:lvl1pPr>
            <a:lvl2pPr algn="l">
              <a:defRPr sz="1725" b="0">
                <a:solidFill>
                  <a:srgbClr val="262824"/>
                </a:solidFill>
                <a:latin typeface="Noto Sans KR"/>
                <a:ea typeface="Noto Sans KR"/>
                <a:cs typeface="Noto Sans KR"/>
              </a:defRPr>
            </a:lvl2pPr>
            <a:lvl3pPr algn="l">
              <a:defRPr sz="1725" b="0">
                <a:solidFill>
                  <a:srgbClr val="262824"/>
                </a:solidFill>
                <a:latin typeface="Noto Sans KR"/>
                <a:ea typeface="Noto Sans KR"/>
                <a:cs typeface="Noto Sans KR"/>
              </a:defRPr>
            </a:lvl3pPr>
            <a:lvl4pPr algn="l">
              <a:defRPr sz="1725" b="0">
                <a:solidFill>
                  <a:srgbClr val="262824"/>
                </a:solidFill>
                <a:latin typeface="Noto Sans KR"/>
                <a:ea typeface="Noto Sans KR"/>
                <a:cs typeface="Noto Sans KR"/>
              </a:defRPr>
            </a:lvl4pPr>
            <a:lvl5pPr algn="l">
              <a:defRPr sz="1725" b="0">
                <a:solidFill>
                  <a:srgbClr val="262824"/>
                </a:solidFill>
                <a:latin typeface="Noto Sans KR"/>
                <a:ea typeface="Noto Sans KR"/>
                <a:cs typeface="Noto Sans KR"/>
              </a:defRPr>
            </a:lvl5pPr>
            <a:lvl6pPr algn="l">
              <a:defRPr sz="1725" b="0">
                <a:solidFill>
                  <a:srgbClr val="262824"/>
                </a:solidFill>
                <a:latin typeface="Noto Sans KR"/>
                <a:ea typeface="Noto Sans KR"/>
                <a:cs typeface="Noto Sans KR"/>
              </a:defRPr>
            </a:lvl6pPr>
            <a:lvl7pPr algn="l">
              <a:defRPr sz="1725" b="0">
                <a:solidFill>
                  <a:srgbClr val="262824"/>
                </a:solidFill>
                <a:latin typeface="Noto Sans KR"/>
                <a:ea typeface="Noto Sans KR"/>
                <a:cs typeface="Noto Sans KR"/>
              </a:defRPr>
            </a:lvl7pPr>
            <a:lvl8pPr algn="l">
              <a:defRPr sz="1725" b="0">
                <a:solidFill>
                  <a:srgbClr val="262824"/>
                </a:solidFill>
                <a:latin typeface="Noto Sans KR"/>
                <a:ea typeface="Noto Sans KR"/>
                <a:cs typeface="Noto Sans KR"/>
              </a:defRPr>
            </a:lvl8pPr>
            <a:lvl9pPr algn="l">
              <a:defRPr sz="1725" b="0">
                <a:solidFill>
                  <a:srgbClr val="262824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l">
              <a:lnSpc>
                <a:spcPct val="148000"/>
              </a:lnSpc>
              <a:buNone/>
              <a:defRPr sz="1725" b="0">
                <a:solidFill>
                  <a:srgbClr val="262824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0">
                <a:solidFill>
                  <a:srgbClr val="262824"/>
                </a:solidFill>
                <a:latin typeface="Noto Sans KR"/>
                <a:ea typeface="Noto Sans KR"/>
                <a:cs typeface="Noto Sans KR"/>
              </a:rPr>
              <a:t>월평균 10만원은 매달 10만원을 받는다는 뜻이</a:t>
            </a:r>
          </a:p>
          <a:p xmlns:a="http://schemas.openxmlformats.org/drawingml/2006/main">
            <a:pPr algn="l">
              <a:lnSpc>
                <a:spcPct val="148000"/>
              </a:lnSpc>
              <a:buNone/>
              <a:defRPr sz="1725" b="0">
                <a:solidFill>
                  <a:srgbClr val="262824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0">
                <a:solidFill>
                  <a:srgbClr val="262824"/>
                </a:solidFill>
                <a:latin typeface="Noto Sans KR"/>
                <a:ea typeface="Noto Sans KR"/>
                <a:cs typeface="Noto Sans KR"/>
              </a:rPr>
              <a:t>아닙니다. 최근 1년 세후 배당 120만원을</a:t>
            </a:r>
          </a:p>
          <a:p xmlns:a="http://schemas.openxmlformats.org/drawingml/2006/main">
            <a:pPr algn="l">
              <a:lnSpc>
                <a:spcPct val="148000"/>
              </a:lnSpc>
              <a:buNone/>
              <a:defRPr sz="1725" b="0">
                <a:solidFill>
                  <a:srgbClr val="262824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0">
                <a:solidFill>
                  <a:srgbClr val="262824"/>
                </a:solidFill>
                <a:latin typeface="Noto Sans KR"/>
                <a:ea typeface="Noto Sans KR"/>
                <a:cs typeface="Noto Sans KR"/>
              </a:rPr>
              <a:t>12개월로 나눈 값입니다.</a:t>
            </a:r>
          </a:p>
        </p:txBody>
      </p:sp>
      <p:sp>
        <p:nvSpPr>
          <p:cNvPr id="27" name="heading">
            <a:extLst xmlns:a="http://schemas.openxmlformats.org/drawingml/2006/main">
              <a:ext uri="{FF2B5EF4-FFF2-40B4-BE49-F238E27FC236}">
                <a16:creationId xmlns:a16="http://schemas.microsoft.com/office/drawing/2014/main" id="{89507E50-6726-454F-B643-0B7FA14F8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3175" y="8134350"/>
            <a:ext cx="428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2025" b="0">
                <a:solidFill>
                  <a:srgbClr val="262824"/>
                </a:solidFill>
                <a:latin typeface="Noto Sans KR"/>
                <a:ea typeface="Noto Sans KR"/>
                <a:cs typeface="Noto Sans KR"/>
              </a:defRPr>
            </a:defPPr>
            <a:lvl1pPr algn="l">
              <a:defRPr sz="2025" b="0">
                <a:solidFill>
                  <a:srgbClr val="262824"/>
                </a:solidFill>
                <a:latin typeface="Noto Sans KR"/>
                <a:ea typeface="Noto Sans KR"/>
                <a:cs typeface="Noto Sans KR"/>
              </a:defRPr>
            </a:lvl1pPr>
            <a:lvl2pPr algn="l">
              <a:defRPr sz="2025" b="0">
                <a:solidFill>
                  <a:srgbClr val="262824"/>
                </a:solidFill>
                <a:latin typeface="Noto Sans KR"/>
                <a:ea typeface="Noto Sans KR"/>
                <a:cs typeface="Noto Sans KR"/>
              </a:defRPr>
            </a:lvl2pPr>
            <a:lvl3pPr algn="l">
              <a:defRPr sz="2025" b="0">
                <a:solidFill>
                  <a:srgbClr val="262824"/>
                </a:solidFill>
                <a:latin typeface="Noto Sans KR"/>
                <a:ea typeface="Noto Sans KR"/>
                <a:cs typeface="Noto Sans KR"/>
              </a:defRPr>
            </a:lvl3pPr>
            <a:lvl4pPr algn="l">
              <a:defRPr sz="2025" b="0">
                <a:solidFill>
                  <a:srgbClr val="262824"/>
                </a:solidFill>
                <a:latin typeface="Noto Sans KR"/>
                <a:ea typeface="Noto Sans KR"/>
                <a:cs typeface="Noto Sans KR"/>
              </a:defRPr>
            </a:lvl4pPr>
            <a:lvl5pPr algn="l">
              <a:defRPr sz="2025" b="0">
                <a:solidFill>
                  <a:srgbClr val="262824"/>
                </a:solidFill>
                <a:latin typeface="Noto Sans KR"/>
                <a:ea typeface="Noto Sans KR"/>
                <a:cs typeface="Noto Sans KR"/>
              </a:defRPr>
            </a:lvl5pPr>
            <a:lvl6pPr algn="l">
              <a:defRPr sz="2025" b="0">
                <a:solidFill>
                  <a:srgbClr val="262824"/>
                </a:solidFill>
                <a:latin typeface="Noto Sans KR"/>
                <a:ea typeface="Noto Sans KR"/>
                <a:cs typeface="Noto Sans KR"/>
              </a:defRPr>
            </a:lvl6pPr>
            <a:lvl7pPr algn="l">
              <a:defRPr sz="2025" b="0">
                <a:solidFill>
                  <a:srgbClr val="262824"/>
                </a:solidFill>
                <a:latin typeface="Noto Sans KR"/>
                <a:ea typeface="Noto Sans KR"/>
                <a:cs typeface="Noto Sans KR"/>
              </a:defRPr>
            </a:lvl7pPr>
            <a:lvl8pPr algn="l">
              <a:defRPr sz="2025" b="0">
                <a:solidFill>
                  <a:srgbClr val="262824"/>
                </a:solidFill>
                <a:latin typeface="Noto Sans KR"/>
                <a:ea typeface="Noto Sans KR"/>
                <a:cs typeface="Noto Sans KR"/>
              </a:defRPr>
            </a:lvl8pPr>
            <a:lvl9pPr algn="l">
              <a:defRPr sz="2025" b="0">
                <a:solidFill>
                  <a:srgbClr val="262824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l">
              <a:lnSpc>
                <a:spcPct val="123000"/>
              </a:lnSpc>
              <a:buNone/>
              <a:defRPr sz="2025" b="0">
                <a:solidFill>
                  <a:srgbClr val="262824"/>
                </a:solidFill>
                <a:latin typeface="Noto Sans KR"/>
                <a:ea typeface="Noto Sans KR"/>
                <a:cs typeface="Noto Sans KR"/>
              </a:defRPr>
            </a:pPr>
            <a:r>
              <a:rPr sz="2025" b="0">
                <a:solidFill>
                  <a:srgbClr val="262824"/>
                </a:solidFill>
                <a:latin typeface="Noto Sans KR"/>
                <a:ea typeface="Noto Sans KR"/>
                <a:cs typeface="Noto Sans KR"/>
              </a:rPr>
              <a:t>기존 성과표의 적용 범위</a:t>
            </a:r>
          </a:p>
        </p:txBody>
      </p:sp>
      <p:sp>
        <p:nvSpPr>
          <p:cNvPr id="28" name="성과표에는 이 승인형 단계를 넣지 않았습니다. 승인 여부와">
            <a:extLst xmlns:a="http://schemas.openxmlformats.org/drawingml/2006/main">
              <a:ext uri="{FF2B5EF4-FFF2-40B4-BE49-F238E27FC236}">
                <a16:creationId xmlns:a16="http://schemas.microsoft.com/office/drawing/2014/main" id="{27DC786F-D834-4CEA-A4EB-9845A9CBB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3175" y="8696325"/>
            <a:ext cx="4286250" cy="1038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1725" b="0">
                <a:solidFill>
                  <a:srgbClr val="262824"/>
                </a:solidFill>
                <a:latin typeface="Noto Sans KR"/>
                <a:ea typeface="Noto Sans KR"/>
                <a:cs typeface="Noto Sans KR"/>
              </a:defRPr>
            </a:defPPr>
            <a:lvl1pPr algn="l">
              <a:defRPr sz="1725" b="0">
                <a:solidFill>
                  <a:srgbClr val="262824"/>
                </a:solidFill>
                <a:latin typeface="Noto Sans KR"/>
                <a:ea typeface="Noto Sans KR"/>
                <a:cs typeface="Noto Sans KR"/>
              </a:defRPr>
            </a:lvl1pPr>
            <a:lvl2pPr algn="l">
              <a:defRPr sz="1725" b="0">
                <a:solidFill>
                  <a:srgbClr val="262824"/>
                </a:solidFill>
                <a:latin typeface="Noto Sans KR"/>
                <a:ea typeface="Noto Sans KR"/>
                <a:cs typeface="Noto Sans KR"/>
              </a:defRPr>
            </a:lvl2pPr>
            <a:lvl3pPr algn="l">
              <a:defRPr sz="1725" b="0">
                <a:solidFill>
                  <a:srgbClr val="262824"/>
                </a:solidFill>
                <a:latin typeface="Noto Sans KR"/>
                <a:ea typeface="Noto Sans KR"/>
                <a:cs typeface="Noto Sans KR"/>
              </a:defRPr>
            </a:lvl3pPr>
            <a:lvl4pPr algn="l">
              <a:defRPr sz="1725" b="0">
                <a:solidFill>
                  <a:srgbClr val="262824"/>
                </a:solidFill>
                <a:latin typeface="Noto Sans KR"/>
                <a:ea typeface="Noto Sans KR"/>
                <a:cs typeface="Noto Sans KR"/>
              </a:defRPr>
            </a:lvl4pPr>
            <a:lvl5pPr algn="l">
              <a:defRPr sz="1725" b="0">
                <a:solidFill>
                  <a:srgbClr val="262824"/>
                </a:solidFill>
                <a:latin typeface="Noto Sans KR"/>
                <a:ea typeface="Noto Sans KR"/>
                <a:cs typeface="Noto Sans KR"/>
              </a:defRPr>
            </a:lvl5pPr>
            <a:lvl6pPr algn="l">
              <a:defRPr sz="1725" b="0">
                <a:solidFill>
                  <a:srgbClr val="262824"/>
                </a:solidFill>
                <a:latin typeface="Noto Sans KR"/>
                <a:ea typeface="Noto Sans KR"/>
                <a:cs typeface="Noto Sans KR"/>
              </a:defRPr>
            </a:lvl6pPr>
            <a:lvl7pPr algn="l">
              <a:defRPr sz="1725" b="0">
                <a:solidFill>
                  <a:srgbClr val="262824"/>
                </a:solidFill>
                <a:latin typeface="Noto Sans KR"/>
                <a:ea typeface="Noto Sans KR"/>
                <a:cs typeface="Noto Sans KR"/>
              </a:defRPr>
            </a:lvl7pPr>
            <a:lvl8pPr algn="l">
              <a:defRPr sz="1725" b="0">
                <a:solidFill>
                  <a:srgbClr val="262824"/>
                </a:solidFill>
                <a:latin typeface="Noto Sans KR"/>
                <a:ea typeface="Noto Sans KR"/>
                <a:cs typeface="Noto Sans KR"/>
              </a:defRPr>
            </a:lvl8pPr>
            <a:lvl9pPr algn="l">
              <a:defRPr sz="1725" b="0">
                <a:solidFill>
                  <a:srgbClr val="262824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l">
              <a:lnSpc>
                <a:spcPct val="148000"/>
              </a:lnSpc>
              <a:buNone/>
              <a:defRPr sz="1725" b="0">
                <a:solidFill>
                  <a:srgbClr val="262824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0">
                <a:solidFill>
                  <a:srgbClr val="262824"/>
                </a:solidFill>
                <a:latin typeface="Noto Sans KR"/>
                <a:ea typeface="Noto Sans KR"/>
                <a:cs typeface="Noto Sans KR"/>
              </a:rPr>
              <a:t>성과표에는 이 승인형 단계를 넣지 않았습니다.</a:t>
            </a:r>
          </a:p>
          <a:p xmlns:a="http://schemas.openxmlformats.org/drawingml/2006/main">
            <a:pPr algn="l">
              <a:lnSpc>
                <a:spcPct val="148000"/>
              </a:lnSpc>
              <a:buNone/>
              <a:defRPr sz="1725" b="0">
                <a:solidFill>
                  <a:srgbClr val="262824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0">
                <a:solidFill>
                  <a:srgbClr val="262824"/>
                </a:solidFill>
                <a:latin typeface="Noto Sans KR"/>
                <a:ea typeface="Noto Sans KR"/>
                <a:cs typeface="Noto Sans KR"/>
              </a:rPr>
              <a:t>승인 여부와 시점을 임의로 가정해 수익을</a:t>
            </a:r>
          </a:p>
          <a:p xmlns:a="http://schemas.openxmlformats.org/drawingml/2006/main">
            <a:pPr algn="l">
              <a:lnSpc>
                <a:spcPct val="148000"/>
              </a:lnSpc>
              <a:buNone/>
              <a:defRPr sz="1725" b="0">
                <a:solidFill>
                  <a:srgbClr val="262824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0">
                <a:solidFill>
                  <a:srgbClr val="262824"/>
                </a:solidFill>
                <a:latin typeface="Noto Sans KR"/>
                <a:ea typeface="Noto Sans KR"/>
                <a:cs typeface="Noto Sans KR"/>
              </a:rPr>
              <a:t>높이지 않았습니다.</a:t>
            </a:r>
          </a:p>
        </p:txBody>
      </p:sp>
    </p:spTree>
    <p:extLst>
      <p:ext uri="{BB962C8B-B14F-4D97-AF65-F5344CB8AC3E}">
        <p14:creationId xmlns:p14="http://schemas.microsoft.com/office/powerpoint/2010/main" val="1667934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4279328-F163-4D41-93E9-1534C0DA1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181100"/>
            <a:ext cx="5076825" cy="9591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B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Deneb&#10;Polaris">
            <a:extLst xmlns:a="http://schemas.openxmlformats.org/drawingml/2006/main">
              <a:ext uri="{FF2B5EF4-FFF2-40B4-BE49-F238E27FC236}">
                <a16:creationId xmlns:a16="http://schemas.microsoft.com/office/drawing/2014/main" id="{69391206-F87A-4B02-9FF7-97A0E4644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285750"/>
            <a:ext cx="3238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1575" b="0">
                <a:solidFill>
                  <a:srgbClr val="18513D"/>
                </a:solidFill>
                <a:latin typeface="Noto Sans KR"/>
                <a:ea typeface="Noto Sans KR"/>
                <a:cs typeface="Noto Sans KR"/>
              </a:defRPr>
            </a:defPPr>
            <a:lvl1pPr algn="l">
              <a:defRPr sz="1575" b="0">
                <a:solidFill>
                  <a:srgbClr val="18513D"/>
                </a:solidFill>
                <a:latin typeface="Noto Sans KR"/>
                <a:ea typeface="Noto Sans KR"/>
                <a:cs typeface="Noto Sans KR"/>
              </a:defRPr>
            </a:lvl1pPr>
            <a:lvl2pPr algn="l">
              <a:defRPr sz="1575" b="0">
                <a:solidFill>
                  <a:srgbClr val="18513D"/>
                </a:solidFill>
                <a:latin typeface="Noto Sans KR"/>
                <a:ea typeface="Noto Sans KR"/>
                <a:cs typeface="Noto Sans KR"/>
              </a:defRPr>
            </a:lvl2pPr>
            <a:lvl3pPr algn="l">
              <a:defRPr sz="1575" b="0">
                <a:solidFill>
                  <a:srgbClr val="18513D"/>
                </a:solidFill>
                <a:latin typeface="Noto Sans KR"/>
                <a:ea typeface="Noto Sans KR"/>
                <a:cs typeface="Noto Sans KR"/>
              </a:defRPr>
            </a:lvl3pPr>
            <a:lvl4pPr algn="l">
              <a:defRPr sz="1575" b="0">
                <a:solidFill>
                  <a:srgbClr val="18513D"/>
                </a:solidFill>
                <a:latin typeface="Noto Sans KR"/>
                <a:ea typeface="Noto Sans KR"/>
                <a:cs typeface="Noto Sans KR"/>
              </a:defRPr>
            </a:lvl4pPr>
            <a:lvl5pPr algn="l">
              <a:defRPr sz="1575" b="0">
                <a:solidFill>
                  <a:srgbClr val="18513D"/>
                </a:solidFill>
                <a:latin typeface="Noto Sans KR"/>
                <a:ea typeface="Noto Sans KR"/>
                <a:cs typeface="Noto Sans KR"/>
              </a:defRPr>
            </a:lvl5pPr>
            <a:lvl6pPr algn="l">
              <a:defRPr sz="1575" b="0">
                <a:solidFill>
                  <a:srgbClr val="18513D"/>
                </a:solidFill>
                <a:latin typeface="Noto Sans KR"/>
                <a:ea typeface="Noto Sans KR"/>
                <a:cs typeface="Noto Sans KR"/>
              </a:defRPr>
            </a:lvl6pPr>
            <a:lvl7pPr algn="l">
              <a:defRPr sz="1575" b="0">
                <a:solidFill>
                  <a:srgbClr val="18513D"/>
                </a:solidFill>
                <a:latin typeface="Noto Sans KR"/>
                <a:ea typeface="Noto Sans KR"/>
                <a:cs typeface="Noto Sans KR"/>
              </a:defRPr>
            </a:lvl7pPr>
            <a:lvl8pPr algn="l">
              <a:defRPr sz="1575" b="0">
                <a:solidFill>
                  <a:srgbClr val="18513D"/>
                </a:solidFill>
                <a:latin typeface="Noto Sans KR"/>
                <a:ea typeface="Noto Sans KR"/>
                <a:cs typeface="Noto Sans KR"/>
              </a:defRPr>
            </a:lvl8pPr>
            <a:lvl9pPr algn="l">
              <a:defRPr sz="1575" b="0">
                <a:solidFill>
                  <a:srgbClr val="18513D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8513D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0">
                <a:solidFill>
                  <a:srgbClr val="18513D"/>
                </a:solidFill>
                <a:latin typeface="Noto Sans KR"/>
                <a:ea typeface="Noto Sans KR"/>
                <a:cs typeface="Noto Sans KR"/>
              </a:rPr>
              <a:t>Deneb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8513D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0">
                <a:solidFill>
                  <a:srgbClr val="18513D"/>
                </a:solidFill>
                <a:latin typeface="Noto Sans KR"/>
                <a:ea typeface="Noto Sans KR"/>
                <a:cs typeface="Noto Sans KR"/>
              </a:rPr>
              <a:t>Polaris</a:t>
            </a:r>
          </a:p>
        </p:txBody>
      </p:sp>
      <p:sp>
        <p:nvSpPr>
          <p:cNvPr id="3" name="전략 구성">
            <a:extLst xmlns:a="http://schemas.openxmlformats.org/drawingml/2006/main">
              <a:ext uri="{FF2B5EF4-FFF2-40B4-BE49-F238E27FC236}">
                <a16:creationId xmlns:a16="http://schemas.microsoft.com/office/drawing/2014/main" id="{7F524B0A-28CF-4ACF-AF31-21F487143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466725"/>
            <a:ext cx="15716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1500" b="0">
                <a:solidFill>
                  <a:srgbClr val="77786F"/>
                </a:solidFill>
                <a:latin typeface="Noto Sans KR"/>
                <a:ea typeface="Noto Sans KR"/>
                <a:cs typeface="Noto Sans KR"/>
              </a:defRPr>
            </a:defPPr>
            <a:lvl1pPr algn="l">
              <a:defRPr sz="1500" b="0">
                <a:solidFill>
                  <a:srgbClr val="77786F"/>
                </a:solidFill>
                <a:latin typeface="Noto Sans KR"/>
                <a:ea typeface="Noto Sans KR"/>
                <a:cs typeface="Noto Sans KR"/>
              </a:defRPr>
            </a:lvl1pPr>
            <a:lvl2pPr algn="l">
              <a:defRPr sz="1500" b="0">
                <a:solidFill>
                  <a:srgbClr val="77786F"/>
                </a:solidFill>
                <a:latin typeface="Noto Sans KR"/>
                <a:ea typeface="Noto Sans KR"/>
                <a:cs typeface="Noto Sans KR"/>
              </a:defRPr>
            </a:lvl2pPr>
            <a:lvl3pPr algn="l">
              <a:defRPr sz="1500" b="0">
                <a:solidFill>
                  <a:srgbClr val="77786F"/>
                </a:solidFill>
                <a:latin typeface="Noto Sans KR"/>
                <a:ea typeface="Noto Sans KR"/>
                <a:cs typeface="Noto Sans KR"/>
              </a:defRPr>
            </a:lvl3pPr>
            <a:lvl4pPr algn="l">
              <a:defRPr sz="1500" b="0">
                <a:solidFill>
                  <a:srgbClr val="77786F"/>
                </a:solidFill>
                <a:latin typeface="Noto Sans KR"/>
                <a:ea typeface="Noto Sans KR"/>
                <a:cs typeface="Noto Sans KR"/>
              </a:defRPr>
            </a:lvl4pPr>
            <a:lvl5pPr algn="l">
              <a:defRPr sz="1500" b="0">
                <a:solidFill>
                  <a:srgbClr val="77786F"/>
                </a:solidFill>
                <a:latin typeface="Noto Sans KR"/>
                <a:ea typeface="Noto Sans KR"/>
                <a:cs typeface="Noto Sans KR"/>
              </a:defRPr>
            </a:lvl5pPr>
            <a:lvl6pPr algn="l">
              <a:defRPr sz="1500" b="0">
                <a:solidFill>
                  <a:srgbClr val="77786F"/>
                </a:solidFill>
                <a:latin typeface="Noto Sans KR"/>
                <a:ea typeface="Noto Sans KR"/>
                <a:cs typeface="Noto Sans KR"/>
              </a:defRPr>
            </a:lvl6pPr>
            <a:lvl7pPr algn="l">
              <a:defRPr sz="1500" b="0">
                <a:solidFill>
                  <a:srgbClr val="77786F"/>
                </a:solidFill>
                <a:latin typeface="Noto Sans KR"/>
                <a:ea typeface="Noto Sans KR"/>
                <a:cs typeface="Noto Sans KR"/>
              </a:defRPr>
            </a:lvl7pPr>
            <a:lvl8pPr algn="l">
              <a:defRPr sz="1500" b="0">
                <a:solidFill>
                  <a:srgbClr val="77786F"/>
                </a:solidFill>
                <a:latin typeface="Noto Sans KR"/>
                <a:ea typeface="Noto Sans KR"/>
                <a:cs typeface="Noto Sans KR"/>
              </a:defRPr>
            </a:lvl8pPr>
            <a:lvl9pPr algn="l">
              <a:defRPr sz="1500" b="0">
                <a:solidFill>
                  <a:srgbClr val="77786F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l">
              <a:lnSpc>
                <a:spcPct val="148000"/>
              </a:lnSpc>
              <a:buNone/>
              <a:defRPr sz="1500" b="0">
                <a:solidFill>
                  <a:srgbClr val="77786F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>
                <a:solidFill>
                  <a:srgbClr val="77786F"/>
                </a:solidFill>
                <a:latin typeface="Noto Sans KR"/>
                <a:ea typeface="Noto Sans KR"/>
                <a:cs typeface="Noto Sans KR"/>
              </a:rPr>
              <a:t>전략 구성</a:t>
            </a:r>
          </a:p>
        </p:txBody>
      </p:sp>
      <p:sp>
        <p:nvSpPr>
          <p:cNvPr id="4" name="비율 선택">
            <a:extLst xmlns:a="http://schemas.openxmlformats.org/drawingml/2006/main">
              <a:ext uri="{FF2B5EF4-FFF2-40B4-BE49-F238E27FC236}">
                <a16:creationId xmlns:a16="http://schemas.microsoft.com/office/drawing/2014/main" id="{2A0EEAD5-3144-41EB-8749-D7D540145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66725"/>
            <a:ext cx="15716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1500" b="0">
                <a:solidFill>
                  <a:srgbClr val="77786F"/>
                </a:solidFill>
                <a:latin typeface="Noto Sans KR"/>
                <a:ea typeface="Noto Sans KR"/>
                <a:cs typeface="Noto Sans KR"/>
              </a:defRPr>
            </a:defPPr>
            <a:lvl1pPr algn="l">
              <a:defRPr sz="1500" b="0">
                <a:solidFill>
                  <a:srgbClr val="77786F"/>
                </a:solidFill>
                <a:latin typeface="Noto Sans KR"/>
                <a:ea typeface="Noto Sans KR"/>
                <a:cs typeface="Noto Sans KR"/>
              </a:defRPr>
            </a:lvl1pPr>
            <a:lvl2pPr algn="l">
              <a:defRPr sz="1500" b="0">
                <a:solidFill>
                  <a:srgbClr val="77786F"/>
                </a:solidFill>
                <a:latin typeface="Noto Sans KR"/>
                <a:ea typeface="Noto Sans KR"/>
                <a:cs typeface="Noto Sans KR"/>
              </a:defRPr>
            </a:lvl2pPr>
            <a:lvl3pPr algn="l">
              <a:defRPr sz="1500" b="0">
                <a:solidFill>
                  <a:srgbClr val="77786F"/>
                </a:solidFill>
                <a:latin typeface="Noto Sans KR"/>
                <a:ea typeface="Noto Sans KR"/>
                <a:cs typeface="Noto Sans KR"/>
              </a:defRPr>
            </a:lvl3pPr>
            <a:lvl4pPr algn="l">
              <a:defRPr sz="1500" b="0">
                <a:solidFill>
                  <a:srgbClr val="77786F"/>
                </a:solidFill>
                <a:latin typeface="Noto Sans KR"/>
                <a:ea typeface="Noto Sans KR"/>
                <a:cs typeface="Noto Sans KR"/>
              </a:defRPr>
            </a:lvl4pPr>
            <a:lvl5pPr algn="l">
              <a:defRPr sz="1500" b="0">
                <a:solidFill>
                  <a:srgbClr val="77786F"/>
                </a:solidFill>
                <a:latin typeface="Noto Sans KR"/>
                <a:ea typeface="Noto Sans KR"/>
                <a:cs typeface="Noto Sans KR"/>
              </a:defRPr>
            </a:lvl5pPr>
            <a:lvl6pPr algn="l">
              <a:defRPr sz="1500" b="0">
                <a:solidFill>
                  <a:srgbClr val="77786F"/>
                </a:solidFill>
                <a:latin typeface="Noto Sans KR"/>
                <a:ea typeface="Noto Sans KR"/>
                <a:cs typeface="Noto Sans KR"/>
              </a:defRPr>
            </a:lvl6pPr>
            <a:lvl7pPr algn="l">
              <a:defRPr sz="1500" b="0">
                <a:solidFill>
                  <a:srgbClr val="77786F"/>
                </a:solidFill>
                <a:latin typeface="Noto Sans KR"/>
                <a:ea typeface="Noto Sans KR"/>
                <a:cs typeface="Noto Sans KR"/>
              </a:defRPr>
            </a:lvl7pPr>
            <a:lvl8pPr algn="l">
              <a:defRPr sz="1500" b="0">
                <a:solidFill>
                  <a:srgbClr val="77786F"/>
                </a:solidFill>
                <a:latin typeface="Noto Sans KR"/>
                <a:ea typeface="Noto Sans KR"/>
                <a:cs typeface="Noto Sans KR"/>
              </a:defRPr>
            </a:lvl8pPr>
            <a:lvl9pPr algn="l">
              <a:defRPr sz="1500" b="0">
                <a:solidFill>
                  <a:srgbClr val="77786F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l">
              <a:lnSpc>
                <a:spcPct val="148000"/>
              </a:lnSpc>
              <a:buNone/>
              <a:defRPr sz="1500" b="0">
                <a:solidFill>
                  <a:srgbClr val="77786F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>
                <a:solidFill>
                  <a:srgbClr val="77786F"/>
                </a:solidFill>
                <a:latin typeface="Noto Sans KR"/>
                <a:ea typeface="Noto Sans KR"/>
                <a:cs typeface="Noto Sans KR"/>
              </a:rPr>
              <a:t>비율 선택</a:t>
            </a:r>
          </a:p>
        </p:txBody>
      </p:sp>
      <p:sp>
        <p:nvSpPr>
          <p:cNvPr id="5" name="자산 비교">
            <a:extLst xmlns:a="http://schemas.openxmlformats.org/drawingml/2006/main">
              <a:ext uri="{FF2B5EF4-FFF2-40B4-BE49-F238E27FC236}">
                <a16:creationId xmlns:a16="http://schemas.microsoft.com/office/drawing/2014/main" id="{76310108-BE89-4C7F-99CE-ADF10D53D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466725"/>
            <a:ext cx="15716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1500" b="0">
                <a:solidFill>
                  <a:srgbClr val="77786F"/>
                </a:solidFill>
                <a:latin typeface="Noto Sans KR"/>
                <a:ea typeface="Noto Sans KR"/>
                <a:cs typeface="Noto Sans KR"/>
              </a:defRPr>
            </a:defPPr>
            <a:lvl1pPr algn="l">
              <a:defRPr sz="1500" b="0">
                <a:solidFill>
                  <a:srgbClr val="77786F"/>
                </a:solidFill>
                <a:latin typeface="Noto Sans KR"/>
                <a:ea typeface="Noto Sans KR"/>
                <a:cs typeface="Noto Sans KR"/>
              </a:defRPr>
            </a:lvl1pPr>
            <a:lvl2pPr algn="l">
              <a:defRPr sz="1500" b="0">
                <a:solidFill>
                  <a:srgbClr val="77786F"/>
                </a:solidFill>
                <a:latin typeface="Noto Sans KR"/>
                <a:ea typeface="Noto Sans KR"/>
                <a:cs typeface="Noto Sans KR"/>
              </a:defRPr>
            </a:lvl2pPr>
            <a:lvl3pPr algn="l">
              <a:defRPr sz="1500" b="0">
                <a:solidFill>
                  <a:srgbClr val="77786F"/>
                </a:solidFill>
                <a:latin typeface="Noto Sans KR"/>
                <a:ea typeface="Noto Sans KR"/>
                <a:cs typeface="Noto Sans KR"/>
              </a:defRPr>
            </a:lvl3pPr>
            <a:lvl4pPr algn="l">
              <a:defRPr sz="1500" b="0">
                <a:solidFill>
                  <a:srgbClr val="77786F"/>
                </a:solidFill>
                <a:latin typeface="Noto Sans KR"/>
                <a:ea typeface="Noto Sans KR"/>
                <a:cs typeface="Noto Sans KR"/>
              </a:defRPr>
            </a:lvl4pPr>
            <a:lvl5pPr algn="l">
              <a:defRPr sz="1500" b="0">
                <a:solidFill>
                  <a:srgbClr val="77786F"/>
                </a:solidFill>
                <a:latin typeface="Noto Sans KR"/>
                <a:ea typeface="Noto Sans KR"/>
                <a:cs typeface="Noto Sans KR"/>
              </a:defRPr>
            </a:lvl5pPr>
            <a:lvl6pPr algn="l">
              <a:defRPr sz="1500" b="0">
                <a:solidFill>
                  <a:srgbClr val="77786F"/>
                </a:solidFill>
                <a:latin typeface="Noto Sans KR"/>
                <a:ea typeface="Noto Sans KR"/>
                <a:cs typeface="Noto Sans KR"/>
              </a:defRPr>
            </a:lvl6pPr>
            <a:lvl7pPr algn="l">
              <a:defRPr sz="1500" b="0">
                <a:solidFill>
                  <a:srgbClr val="77786F"/>
                </a:solidFill>
                <a:latin typeface="Noto Sans KR"/>
                <a:ea typeface="Noto Sans KR"/>
                <a:cs typeface="Noto Sans KR"/>
              </a:defRPr>
            </a:lvl7pPr>
            <a:lvl8pPr algn="l">
              <a:defRPr sz="1500" b="0">
                <a:solidFill>
                  <a:srgbClr val="77786F"/>
                </a:solidFill>
                <a:latin typeface="Noto Sans KR"/>
                <a:ea typeface="Noto Sans KR"/>
                <a:cs typeface="Noto Sans KR"/>
              </a:defRPr>
            </a:lvl8pPr>
            <a:lvl9pPr algn="l">
              <a:defRPr sz="1500" b="0">
                <a:solidFill>
                  <a:srgbClr val="77786F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l">
              <a:lnSpc>
                <a:spcPct val="148000"/>
              </a:lnSpc>
              <a:buNone/>
              <a:defRPr sz="1500" b="0">
                <a:solidFill>
                  <a:srgbClr val="77786F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>
                <a:solidFill>
                  <a:srgbClr val="77786F"/>
                </a:solidFill>
                <a:latin typeface="Noto Sans KR"/>
                <a:ea typeface="Noto Sans KR"/>
                <a:cs typeface="Noto Sans KR"/>
              </a:rPr>
              <a:t>자산 비교</a:t>
            </a:r>
          </a:p>
        </p:txBody>
      </p:sp>
      <p:sp>
        <p:nvSpPr>
          <p:cNvPr id="6" name="배당 관리">
            <a:extLst xmlns:a="http://schemas.openxmlformats.org/drawingml/2006/main">
              <a:ext uri="{FF2B5EF4-FFF2-40B4-BE49-F238E27FC236}">
                <a16:creationId xmlns:a16="http://schemas.microsoft.com/office/drawing/2014/main" id="{3E072163-C759-484B-8AFB-C7F54742A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66725"/>
            <a:ext cx="15716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1500" b="0">
                <a:solidFill>
                  <a:srgbClr val="77786F"/>
                </a:solidFill>
                <a:latin typeface="Noto Sans KR"/>
                <a:ea typeface="Noto Sans KR"/>
                <a:cs typeface="Noto Sans KR"/>
              </a:defRPr>
            </a:defPPr>
            <a:lvl1pPr algn="l">
              <a:defRPr sz="1500" b="0">
                <a:solidFill>
                  <a:srgbClr val="77786F"/>
                </a:solidFill>
                <a:latin typeface="Noto Sans KR"/>
                <a:ea typeface="Noto Sans KR"/>
                <a:cs typeface="Noto Sans KR"/>
              </a:defRPr>
            </a:lvl1pPr>
            <a:lvl2pPr algn="l">
              <a:defRPr sz="1500" b="0">
                <a:solidFill>
                  <a:srgbClr val="77786F"/>
                </a:solidFill>
                <a:latin typeface="Noto Sans KR"/>
                <a:ea typeface="Noto Sans KR"/>
                <a:cs typeface="Noto Sans KR"/>
              </a:defRPr>
            </a:lvl2pPr>
            <a:lvl3pPr algn="l">
              <a:defRPr sz="1500" b="0">
                <a:solidFill>
                  <a:srgbClr val="77786F"/>
                </a:solidFill>
                <a:latin typeface="Noto Sans KR"/>
                <a:ea typeface="Noto Sans KR"/>
                <a:cs typeface="Noto Sans KR"/>
              </a:defRPr>
            </a:lvl3pPr>
            <a:lvl4pPr algn="l">
              <a:defRPr sz="1500" b="0">
                <a:solidFill>
                  <a:srgbClr val="77786F"/>
                </a:solidFill>
                <a:latin typeface="Noto Sans KR"/>
                <a:ea typeface="Noto Sans KR"/>
                <a:cs typeface="Noto Sans KR"/>
              </a:defRPr>
            </a:lvl4pPr>
            <a:lvl5pPr algn="l">
              <a:defRPr sz="1500" b="0">
                <a:solidFill>
                  <a:srgbClr val="77786F"/>
                </a:solidFill>
                <a:latin typeface="Noto Sans KR"/>
                <a:ea typeface="Noto Sans KR"/>
                <a:cs typeface="Noto Sans KR"/>
              </a:defRPr>
            </a:lvl5pPr>
            <a:lvl6pPr algn="l">
              <a:defRPr sz="1500" b="0">
                <a:solidFill>
                  <a:srgbClr val="77786F"/>
                </a:solidFill>
                <a:latin typeface="Noto Sans KR"/>
                <a:ea typeface="Noto Sans KR"/>
                <a:cs typeface="Noto Sans KR"/>
              </a:defRPr>
            </a:lvl6pPr>
            <a:lvl7pPr algn="l">
              <a:defRPr sz="1500" b="0">
                <a:solidFill>
                  <a:srgbClr val="77786F"/>
                </a:solidFill>
                <a:latin typeface="Noto Sans KR"/>
                <a:ea typeface="Noto Sans KR"/>
                <a:cs typeface="Noto Sans KR"/>
              </a:defRPr>
            </a:lvl7pPr>
            <a:lvl8pPr algn="l">
              <a:defRPr sz="1500" b="0">
                <a:solidFill>
                  <a:srgbClr val="77786F"/>
                </a:solidFill>
                <a:latin typeface="Noto Sans KR"/>
                <a:ea typeface="Noto Sans KR"/>
                <a:cs typeface="Noto Sans KR"/>
              </a:defRPr>
            </a:lvl8pPr>
            <a:lvl9pPr algn="l">
              <a:defRPr sz="1500" b="0">
                <a:solidFill>
                  <a:srgbClr val="77786F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l">
              <a:lnSpc>
                <a:spcPct val="148000"/>
              </a:lnSpc>
              <a:buNone/>
              <a:defRPr sz="1500" b="0">
                <a:solidFill>
                  <a:srgbClr val="77786F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>
                <a:solidFill>
                  <a:srgbClr val="77786F"/>
                </a:solidFill>
                <a:latin typeface="Noto Sans KR"/>
                <a:ea typeface="Noto Sans KR"/>
                <a:cs typeface="Noto Sans KR"/>
              </a:rPr>
              <a:t>배당 관리</a:t>
            </a:r>
          </a:p>
        </p:txBody>
      </p:sp>
      <p:sp>
        <p:nvSpPr>
          <p:cNvPr id="7" name="분산 투자">
            <a:extLst xmlns:a="http://schemas.openxmlformats.org/drawingml/2006/main">
              <a:ext uri="{FF2B5EF4-FFF2-40B4-BE49-F238E27FC236}">
                <a16:creationId xmlns:a16="http://schemas.microsoft.com/office/drawing/2014/main" id="{3BB85344-C2E3-48A7-86B3-F6E6E3E55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06375" y="466725"/>
            <a:ext cx="15716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1500" b="0">
                <a:solidFill>
                  <a:srgbClr val="262824"/>
                </a:solidFill>
                <a:latin typeface="Noto Sans KR"/>
                <a:ea typeface="Noto Sans KR"/>
                <a:cs typeface="Noto Sans KR"/>
              </a:defRPr>
            </a:defPPr>
            <a:lvl1pPr algn="l">
              <a:defRPr sz="1500" b="0">
                <a:solidFill>
                  <a:srgbClr val="262824"/>
                </a:solidFill>
                <a:latin typeface="Noto Sans KR"/>
                <a:ea typeface="Noto Sans KR"/>
                <a:cs typeface="Noto Sans KR"/>
              </a:defRPr>
            </a:lvl1pPr>
            <a:lvl2pPr algn="l">
              <a:defRPr sz="1500" b="0">
                <a:solidFill>
                  <a:srgbClr val="262824"/>
                </a:solidFill>
                <a:latin typeface="Noto Sans KR"/>
                <a:ea typeface="Noto Sans KR"/>
                <a:cs typeface="Noto Sans KR"/>
              </a:defRPr>
            </a:lvl2pPr>
            <a:lvl3pPr algn="l">
              <a:defRPr sz="1500" b="0">
                <a:solidFill>
                  <a:srgbClr val="262824"/>
                </a:solidFill>
                <a:latin typeface="Noto Sans KR"/>
                <a:ea typeface="Noto Sans KR"/>
                <a:cs typeface="Noto Sans KR"/>
              </a:defRPr>
            </a:lvl3pPr>
            <a:lvl4pPr algn="l">
              <a:defRPr sz="1500" b="0">
                <a:solidFill>
                  <a:srgbClr val="262824"/>
                </a:solidFill>
                <a:latin typeface="Noto Sans KR"/>
                <a:ea typeface="Noto Sans KR"/>
                <a:cs typeface="Noto Sans KR"/>
              </a:defRPr>
            </a:lvl4pPr>
            <a:lvl5pPr algn="l">
              <a:defRPr sz="1500" b="0">
                <a:solidFill>
                  <a:srgbClr val="262824"/>
                </a:solidFill>
                <a:latin typeface="Noto Sans KR"/>
                <a:ea typeface="Noto Sans KR"/>
                <a:cs typeface="Noto Sans KR"/>
              </a:defRPr>
            </a:lvl5pPr>
            <a:lvl6pPr algn="l">
              <a:defRPr sz="1500" b="0">
                <a:solidFill>
                  <a:srgbClr val="262824"/>
                </a:solidFill>
                <a:latin typeface="Noto Sans KR"/>
                <a:ea typeface="Noto Sans KR"/>
                <a:cs typeface="Noto Sans KR"/>
              </a:defRPr>
            </a:lvl6pPr>
            <a:lvl7pPr algn="l">
              <a:defRPr sz="1500" b="0">
                <a:solidFill>
                  <a:srgbClr val="262824"/>
                </a:solidFill>
                <a:latin typeface="Noto Sans KR"/>
                <a:ea typeface="Noto Sans KR"/>
                <a:cs typeface="Noto Sans KR"/>
              </a:defRPr>
            </a:lvl7pPr>
            <a:lvl8pPr algn="l">
              <a:defRPr sz="1500" b="0">
                <a:solidFill>
                  <a:srgbClr val="262824"/>
                </a:solidFill>
                <a:latin typeface="Noto Sans KR"/>
                <a:ea typeface="Noto Sans KR"/>
                <a:cs typeface="Noto Sans KR"/>
              </a:defRPr>
            </a:lvl8pPr>
            <a:lvl9pPr algn="l">
              <a:defRPr sz="1500" b="0">
                <a:solidFill>
                  <a:srgbClr val="262824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l">
              <a:lnSpc>
                <a:spcPct val="148000"/>
              </a:lnSpc>
              <a:buNone/>
              <a:defRPr sz="1500" b="0">
                <a:solidFill>
                  <a:srgbClr val="262824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>
                <a:solidFill>
                  <a:srgbClr val="262824"/>
                </a:solidFill>
                <a:latin typeface="Noto Sans KR"/>
                <a:ea typeface="Noto Sans KR"/>
                <a:cs typeface="Noto Sans KR"/>
              </a:rPr>
              <a:t>분산 투자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970A173-186C-471C-8D87-C33DBE34F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781050"/>
            <a:ext cx="8972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9BBB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CEEC714-5606-4B7E-831F-7D56FE3E6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06375" y="781050"/>
            <a:ext cx="1571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18513D"/>
            </a:solidFill>
            <a:prstDash val="solid"/>
          </a:ln>
        </p:spPr>
      </p:sp>
      <p:sp>
        <p:nvSpPr>
          <p:cNvPr id="10" name="06">
            <a:extLst xmlns:a="http://schemas.openxmlformats.org/drawingml/2006/main">
              <a:ext uri="{FF2B5EF4-FFF2-40B4-BE49-F238E27FC236}">
                <a16:creationId xmlns:a16="http://schemas.microsoft.com/office/drawing/2014/main" id="{073ABD42-40A6-4BF0-A398-49E818A29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68425" y="10239375"/>
            <a:ext cx="4762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1350" b="0">
                <a:solidFill>
                  <a:srgbClr val="77786F"/>
                </a:solidFill>
                <a:latin typeface="Noto Sans KR"/>
                <a:ea typeface="Noto Sans KR"/>
                <a:cs typeface="Noto Sans KR"/>
              </a:defRPr>
            </a:defPPr>
            <a:lvl1pPr algn="l">
              <a:defRPr sz="1350" b="0">
                <a:solidFill>
                  <a:srgbClr val="77786F"/>
                </a:solidFill>
                <a:latin typeface="Noto Sans KR"/>
                <a:ea typeface="Noto Sans KR"/>
                <a:cs typeface="Noto Sans KR"/>
              </a:defRPr>
            </a:lvl1pPr>
            <a:lvl2pPr algn="l">
              <a:defRPr sz="1350" b="0">
                <a:solidFill>
                  <a:srgbClr val="77786F"/>
                </a:solidFill>
                <a:latin typeface="Noto Sans KR"/>
                <a:ea typeface="Noto Sans KR"/>
                <a:cs typeface="Noto Sans KR"/>
              </a:defRPr>
            </a:lvl2pPr>
            <a:lvl3pPr algn="l">
              <a:defRPr sz="1350" b="0">
                <a:solidFill>
                  <a:srgbClr val="77786F"/>
                </a:solidFill>
                <a:latin typeface="Noto Sans KR"/>
                <a:ea typeface="Noto Sans KR"/>
                <a:cs typeface="Noto Sans KR"/>
              </a:defRPr>
            </a:lvl3pPr>
            <a:lvl4pPr algn="l">
              <a:defRPr sz="1350" b="0">
                <a:solidFill>
                  <a:srgbClr val="77786F"/>
                </a:solidFill>
                <a:latin typeface="Noto Sans KR"/>
                <a:ea typeface="Noto Sans KR"/>
                <a:cs typeface="Noto Sans KR"/>
              </a:defRPr>
            </a:lvl4pPr>
            <a:lvl5pPr algn="l">
              <a:defRPr sz="1350" b="0">
                <a:solidFill>
                  <a:srgbClr val="77786F"/>
                </a:solidFill>
                <a:latin typeface="Noto Sans KR"/>
                <a:ea typeface="Noto Sans KR"/>
                <a:cs typeface="Noto Sans KR"/>
              </a:defRPr>
            </a:lvl5pPr>
            <a:lvl6pPr algn="l">
              <a:defRPr sz="1350" b="0">
                <a:solidFill>
                  <a:srgbClr val="77786F"/>
                </a:solidFill>
                <a:latin typeface="Noto Sans KR"/>
                <a:ea typeface="Noto Sans KR"/>
                <a:cs typeface="Noto Sans KR"/>
              </a:defRPr>
            </a:lvl6pPr>
            <a:lvl7pPr algn="l">
              <a:defRPr sz="1350" b="0">
                <a:solidFill>
                  <a:srgbClr val="77786F"/>
                </a:solidFill>
                <a:latin typeface="Noto Sans KR"/>
                <a:ea typeface="Noto Sans KR"/>
                <a:cs typeface="Noto Sans KR"/>
              </a:defRPr>
            </a:lvl7pPr>
            <a:lvl8pPr algn="l">
              <a:defRPr sz="1350" b="0">
                <a:solidFill>
                  <a:srgbClr val="77786F"/>
                </a:solidFill>
                <a:latin typeface="Noto Sans KR"/>
                <a:ea typeface="Noto Sans KR"/>
                <a:cs typeface="Noto Sans KR"/>
              </a:defRPr>
            </a:lvl8pPr>
            <a:lvl9pPr algn="l">
              <a:defRPr sz="1350" b="0">
                <a:solidFill>
                  <a:srgbClr val="77786F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l">
              <a:lnSpc>
                <a:spcPct val="148000"/>
              </a:lnSpc>
              <a:buNone/>
              <a:defRPr sz="1350" b="0">
                <a:solidFill>
                  <a:srgbClr val="77786F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77786F"/>
                </a:solidFill>
                <a:latin typeface="Noto Sans KR"/>
                <a:ea typeface="Noto Sans KR"/>
                <a:cs typeface="Noto Sans KR"/>
              </a:rPr>
              <a:t>06</a:t>
            </a:r>
          </a:p>
        </p:txBody>
      </p:sp>
      <p:sp>
        <p:nvSpPr>
          <p:cNvPr id="11" name="heading">
            <a:extLst xmlns:a="http://schemas.openxmlformats.org/drawingml/2006/main">
              <a:ext uri="{FF2B5EF4-FFF2-40B4-BE49-F238E27FC236}">
                <a16:creationId xmlns:a16="http://schemas.microsoft.com/office/drawing/2014/main" id="{83611EB1-809A-4F24-99D8-0FFC759C9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1676400"/>
            <a:ext cx="4286250" cy="1019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3075" b="0">
                <a:solidFill>
                  <a:srgbClr val="262824"/>
                </a:solidFill>
                <a:latin typeface="Noto Sans KR"/>
                <a:ea typeface="Noto Sans KR"/>
                <a:cs typeface="Noto Sans KR"/>
              </a:defRPr>
            </a:defPPr>
            <a:lvl1pPr algn="l">
              <a:defRPr sz="3075" b="0">
                <a:solidFill>
                  <a:srgbClr val="262824"/>
                </a:solidFill>
                <a:latin typeface="Noto Sans KR"/>
                <a:ea typeface="Noto Sans KR"/>
                <a:cs typeface="Noto Sans KR"/>
              </a:defRPr>
            </a:lvl1pPr>
            <a:lvl2pPr algn="l">
              <a:defRPr sz="3075" b="0">
                <a:solidFill>
                  <a:srgbClr val="262824"/>
                </a:solidFill>
                <a:latin typeface="Noto Sans KR"/>
                <a:ea typeface="Noto Sans KR"/>
                <a:cs typeface="Noto Sans KR"/>
              </a:defRPr>
            </a:lvl2pPr>
            <a:lvl3pPr algn="l">
              <a:defRPr sz="3075" b="0">
                <a:solidFill>
                  <a:srgbClr val="262824"/>
                </a:solidFill>
                <a:latin typeface="Noto Sans KR"/>
                <a:ea typeface="Noto Sans KR"/>
                <a:cs typeface="Noto Sans KR"/>
              </a:defRPr>
            </a:lvl3pPr>
            <a:lvl4pPr algn="l">
              <a:defRPr sz="3075" b="0">
                <a:solidFill>
                  <a:srgbClr val="262824"/>
                </a:solidFill>
                <a:latin typeface="Noto Sans KR"/>
                <a:ea typeface="Noto Sans KR"/>
                <a:cs typeface="Noto Sans KR"/>
              </a:defRPr>
            </a:lvl4pPr>
            <a:lvl5pPr algn="l">
              <a:defRPr sz="3075" b="0">
                <a:solidFill>
                  <a:srgbClr val="262824"/>
                </a:solidFill>
                <a:latin typeface="Noto Sans KR"/>
                <a:ea typeface="Noto Sans KR"/>
                <a:cs typeface="Noto Sans KR"/>
              </a:defRPr>
            </a:lvl5pPr>
            <a:lvl6pPr algn="l">
              <a:defRPr sz="3075" b="0">
                <a:solidFill>
                  <a:srgbClr val="262824"/>
                </a:solidFill>
                <a:latin typeface="Noto Sans KR"/>
                <a:ea typeface="Noto Sans KR"/>
                <a:cs typeface="Noto Sans KR"/>
              </a:defRPr>
            </a:lvl6pPr>
            <a:lvl7pPr algn="l">
              <a:defRPr sz="3075" b="0">
                <a:solidFill>
                  <a:srgbClr val="262824"/>
                </a:solidFill>
                <a:latin typeface="Noto Sans KR"/>
                <a:ea typeface="Noto Sans KR"/>
                <a:cs typeface="Noto Sans KR"/>
              </a:defRPr>
            </a:lvl7pPr>
            <a:lvl8pPr algn="l">
              <a:defRPr sz="3075" b="0">
                <a:solidFill>
                  <a:srgbClr val="262824"/>
                </a:solidFill>
                <a:latin typeface="Noto Sans KR"/>
                <a:ea typeface="Noto Sans KR"/>
                <a:cs typeface="Noto Sans KR"/>
              </a:defRPr>
            </a:lvl8pPr>
            <a:lvl9pPr algn="l">
              <a:defRPr sz="3075" b="0">
                <a:solidFill>
                  <a:srgbClr val="262824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l">
              <a:lnSpc>
                <a:spcPct val="123000"/>
              </a:lnSpc>
              <a:buNone/>
              <a:defRPr sz="3075" b="0">
                <a:solidFill>
                  <a:srgbClr val="262824"/>
                </a:solidFill>
                <a:latin typeface="Noto Sans KR"/>
                <a:ea typeface="Noto Sans KR"/>
                <a:cs typeface="Noto Sans KR"/>
              </a:defRPr>
            </a:pPr>
            <a:r>
              <a:rPr sz="3075" b="0">
                <a:solidFill>
                  <a:srgbClr val="262824"/>
                </a:solidFill>
                <a:latin typeface="Noto Sans KR"/>
                <a:ea typeface="Noto Sans KR"/>
                <a:cs typeface="Noto Sans KR"/>
              </a:rPr>
              <a:t>Polaris의</a:t>
            </a:r>
          </a:p>
          <a:p xmlns:a="http://schemas.openxmlformats.org/drawingml/2006/main">
            <a:pPr algn="l">
              <a:lnSpc>
                <a:spcPct val="123000"/>
              </a:lnSpc>
              <a:buNone/>
              <a:defRPr sz="3075" b="0">
                <a:solidFill>
                  <a:srgbClr val="262824"/>
                </a:solidFill>
                <a:latin typeface="Noto Sans KR"/>
                <a:ea typeface="Noto Sans KR"/>
                <a:cs typeface="Noto Sans KR"/>
              </a:defRPr>
            </a:pPr>
            <a:r>
              <a:rPr sz="3075" b="0">
                <a:solidFill>
                  <a:srgbClr val="262824"/>
                </a:solidFill>
                <a:latin typeface="Noto Sans KR"/>
                <a:ea typeface="Noto Sans KR"/>
                <a:cs typeface="Noto Sans KR"/>
              </a:rPr>
              <a:t>채권과 금 관리</a:t>
            </a:r>
          </a:p>
        </p:txBody>
      </p:sp>
      <p:sp>
        <p:nvSpPr>
          <p:cNvPr id="12" name="Polaris는 주식 60%, 미국 국채 20%, 금 20">
            <a:extLst xmlns:a="http://schemas.openxmlformats.org/drawingml/2006/main">
              <a:ext uri="{FF2B5EF4-FFF2-40B4-BE49-F238E27FC236}">
                <a16:creationId xmlns:a16="http://schemas.microsoft.com/office/drawing/2014/main" id="{5AD0F972-37C9-487E-936B-F625355F3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3000375"/>
            <a:ext cx="3905250" cy="1819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1875" b="0">
                <a:solidFill>
                  <a:srgbClr val="262824"/>
                </a:solidFill>
                <a:latin typeface="Noto Sans KR"/>
                <a:ea typeface="Noto Sans KR"/>
                <a:cs typeface="Noto Sans KR"/>
              </a:defRPr>
            </a:defPPr>
            <a:lvl1pPr algn="l">
              <a:defRPr sz="1875" b="0">
                <a:solidFill>
                  <a:srgbClr val="262824"/>
                </a:solidFill>
                <a:latin typeface="Noto Sans KR"/>
                <a:ea typeface="Noto Sans KR"/>
                <a:cs typeface="Noto Sans KR"/>
              </a:defRPr>
            </a:lvl1pPr>
            <a:lvl2pPr algn="l">
              <a:defRPr sz="1875" b="0">
                <a:solidFill>
                  <a:srgbClr val="262824"/>
                </a:solidFill>
                <a:latin typeface="Noto Sans KR"/>
                <a:ea typeface="Noto Sans KR"/>
                <a:cs typeface="Noto Sans KR"/>
              </a:defRPr>
            </a:lvl2pPr>
            <a:lvl3pPr algn="l">
              <a:defRPr sz="1875" b="0">
                <a:solidFill>
                  <a:srgbClr val="262824"/>
                </a:solidFill>
                <a:latin typeface="Noto Sans KR"/>
                <a:ea typeface="Noto Sans KR"/>
                <a:cs typeface="Noto Sans KR"/>
              </a:defRPr>
            </a:lvl3pPr>
            <a:lvl4pPr algn="l">
              <a:defRPr sz="1875" b="0">
                <a:solidFill>
                  <a:srgbClr val="262824"/>
                </a:solidFill>
                <a:latin typeface="Noto Sans KR"/>
                <a:ea typeface="Noto Sans KR"/>
                <a:cs typeface="Noto Sans KR"/>
              </a:defRPr>
            </a:lvl4pPr>
            <a:lvl5pPr algn="l">
              <a:defRPr sz="1875" b="0">
                <a:solidFill>
                  <a:srgbClr val="262824"/>
                </a:solidFill>
                <a:latin typeface="Noto Sans KR"/>
                <a:ea typeface="Noto Sans KR"/>
                <a:cs typeface="Noto Sans KR"/>
              </a:defRPr>
            </a:lvl5pPr>
            <a:lvl6pPr algn="l">
              <a:defRPr sz="1875" b="0">
                <a:solidFill>
                  <a:srgbClr val="262824"/>
                </a:solidFill>
                <a:latin typeface="Noto Sans KR"/>
                <a:ea typeface="Noto Sans KR"/>
                <a:cs typeface="Noto Sans KR"/>
              </a:defRPr>
            </a:lvl6pPr>
            <a:lvl7pPr algn="l">
              <a:defRPr sz="1875" b="0">
                <a:solidFill>
                  <a:srgbClr val="262824"/>
                </a:solidFill>
                <a:latin typeface="Noto Sans KR"/>
                <a:ea typeface="Noto Sans KR"/>
                <a:cs typeface="Noto Sans KR"/>
              </a:defRPr>
            </a:lvl7pPr>
            <a:lvl8pPr algn="l">
              <a:defRPr sz="1875" b="0">
                <a:solidFill>
                  <a:srgbClr val="262824"/>
                </a:solidFill>
                <a:latin typeface="Noto Sans KR"/>
                <a:ea typeface="Noto Sans KR"/>
                <a:cs typeface="Noto Sans KR"/>
              </a:defRPr>
            </a:lvl8pPr>
            <a:lvl9pPr algn="l">
              <a:defRPr sz="1875" b="0">
                <a:solidFill>
                  <a:srgbClr val="262824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l">
              <a:lnSpc>
                <a:spcPct val="148000"/>
              </a:lnSpc>
              <a:buNone/>
              <a:defRPr sz="1875" b="0">
                <a:solidFill>
                  <a:srgbClr val="262824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0">
                <a:solidFill>
                  <a:srgbClr val="262824"/>
                </a:solidFill>
                <a:latin typeface="Noto Sans KR"/>
                <a:ea typeface="Noto Sans KR"/>
                <a:cs typeface="Noto Sans KR"/>
              </a:rPr>
              <a:t>Polaris는 주식 60%, 미국 국채 20%,</a:t>
            </a:r>
          </a:p>
          <a:p xmlns:a="http://schemas.openxmlformats.org/drawingml/2006/main">
            <a:pPr algn="l">
              <a:lnSpc>
                <a:spcPct val="148000"/>
              </a:lnSpc>
              <a:buNone/>
              <a:defRPr sz="1875" b="0">
                <a:solidFill>
                  <a:srgbClr val="262824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0">
                <a:solidFill>
                  <a:srgbClr val="262824"/>
                </a:solidFill>
                <a:latin typeface="Noto Sans KR"/>
                <a:ea typeface="Noto Sans KR"/>
                <a:cs typeface="Noto Sans KR"/>
              </a:rPr>
              <a:t>금 20%로 나눕니다. 주식은 S&amp;P500과</a:t>
            </a:r>
          </a:p>
          <a:p xmlns:a="http://schemas.openxmlformats.org/drawingml/2006/main">
            <a:pPr algn="l">
              <a:lnSpc>
                <a:spcPct val="148000"/>
              </a:lnSpc>
              <a:buNone/>
              <a:defRPr sz="1875" b="0">
                <a:solidFill>
                  <a:srgbClr val="262824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0">
                <a:solidFill>
                  <a:srgbClr val="262824"/>
                </a:solidFill>
                <a:latin typeface="Noto Sans KR"/>
                <a:ea typeface="Noto Sans KR"/>
                <a:cs typeface="Noto Sans KR"/>
              </a:rPr>
              <a:t>나스닥100을 절반씩 보유합니다. 하락</a:t>
            </a:r>
          </a:p>
          <a:p xmlns:a="http://schemas.openxmlformats.org/drawingml/2006/main">
            <a:pPr algn="l">
              <a:lnSpc>
                <a:spcPct val="148000"/>
              </a:lnSpc>
              <a:buNone/>
              <a:defRPr sz="1875" b="0">
                <a:solidFill>
                  <a:srgbClr val="262824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0">
                <a:solidFill>
                  <a:srgbClr val="262824"/>
                </a:solidFill>
                <a:latin typeface="Noto Sans KR"/>
                <a:ea typeface="Noto Sans KR"/>
                <a:cs typeface="Noto Sans KR"/>
              </a:rPr>
              <a:t>매도로 위험을 줄이는 Deneb와 달리,</a:t>
            </a:r>
          </a:p>
          <a:p xmlns:a="http://schemas.openxmlformats.org/drawingml/2006/main">
            <a:pPr algn="l">
              <a:lnSpc>
                <a:spcPct val="148000"/>
              </a:lnSpc>
              <a:buNone/>
              <a:defRPr sz="1875" b="0">
                <a:solidFill>
                  <a:srgbClr val="262824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0">
                <a:solidFill>
                  <a:srgbClr val="262824"/>
                </a:solidFill>
                <a:latin typeface="Noto Sans KR"/>
                <a:ea typeface="Noto Sans KR"/>
                <a:cs typeface="Noto Sans KR"/>
              </a:rPr>
              <a:t>여러 자산을 함께 보유하는 방식입니다.</a:t>
            </a:r>
          </a:p>
        </p:txBody>
      </p:sp>
      <p:sp>
        <p:nvSpPr>
          <p:cNvPr id="13" name="매달 넣는 돈은 목표보다 부족한 자산부터 채웁니다. 12월">
            <a:extLst xmlns:a="http://schemas.openxmlformats.org/drawingml/2006/main">
              <a:ext uri="{FF2B5EF4-FFF2-40B4-BE49-F238E27FC236}">
                <a16:creationId xmlns:a16="http://schemas.microsoft.com/office/drawing/2014/main" id="{135C139C-13B5-4357-9B55-D5E989E3F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5591175"/>
            <a:ext cx="3905250" cy="1819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1875" b="0">
                <a:solidFill>
                  <a:srgbClr val="262824"/>
                </a:solidFill>
                <a:latin typeface="Noto Sans KR"/>
                <a:ea typeface="Noto Sans KR"/>
                <a:cs typeface="Noto Sans KR"/>
              </a:defRPr>
            </a:defPPr>
            <a:lvl1pPr algn="l">
              <a:defRPr sz="1875" b="0">
                <a:solidFill>
                  <a:srgbClr val="262824"/>
                </a:solidFill>
                <a:latin typeface="Noto Sans KR"/>
                <a:ea typeface="Noto Sans KR"/>
                <a:cs typeface="Noto Sans KR"/>
              </a:defRPr>
            </a:lvl1pPr>
            <a:lvl2pPr algn="l">
              <a:defRPr sz="1875" b="0">
                <a:solidFill>
                  <a:srgbClr val="262824"/>
                </a:solidFill>
                <a:latin typeface="Noto Sans KR"/>
                <a:ea typeface="Noto Sans KR"/>
                <a:cs typeface="Noto Sans KR"/>
              </a:defRPr>
            </a:lvl2pPr>
            <a:lvl3pPr algn="l">
              <a:defRPr sz="1875" b="0">
                <a:solidFill>
                  <a:srgbClr val="262824"/>
                </a:solidFill>
                <a:latin typeface="Noto Sans KR"/>
                <a:ea typeface="Noto Sans KR"/>
                <a:cs typeface="Noto Sans KR"/>
              </a:defRPr>
            </a:lvl3pPr>
            <a:lvl4pPr algn="l">
              <a:defRPr sz="1875" b="0">
                <a:solidFill>
                  <a:srgbClr val="262824"/>
                </a:solidFill>
                <a:latin typeface="Noto Sans KR"/>
                <a:ea typeface="Noto Sans KR"/>
                <a:cs typeface="Noto Sans KR"/>
              </a:defRPr>
            </a:lvl4pPr>
            <a:lvl5pPr algn="l">
              <a:defRPr sz="1875" b="0">
                <a:solidFill>
                  <a:srgbClr val="262824"/>
                </a:solidFill>
                <a:latin typeface="Noto Sans KR"/>
                <a:ea typeface="Noto Sans KR"/>
                <a:cs typeface="Noto Sans KR"/>
              </a:defRPr>
            </a:lvl5pPr>
            <a:lvl6pPr algn="l">
              <a:defRPr sz="1875" b="0">
                <a:solidFill>
                  <a:srgbClr val="262824"/>
                </a:solidFill>
                <a:latin typeface="Noto Sans KR"/>
                <a:ea typeface="Noto Sans KR"/>
                <a:cs typeface="Noto Sans KR"/>
              </a:defRPr>
            </a:lvl6pPr>
            <a:lvl7pPr algn="l">
              <a:defRPr sz="1875" b="0">
                <a:solidFill>
                  <a:srgbClr val="262824"/>
                </a:solidFill>
                <a:latin typeface="Noto Sans KR"/>
                <a:ea typeface="Noto Sans KR"/>
                <a:cs typeface="Noto Sans KR"/>
              </a:defRPr>
            </a:lvl7pPr>
            <a:lvl8pPr algn="l">
              <a:defRPr sz="1875" b="0">
                <a:solidFill>
                  <a:srgbClr val="262824"/>
                </a:solidFill>
                <a:latin typeface="Noto Sans KR"/>
                <a:ea typeface="Noto Sans KR"/>
                <a:cs typeface="Noto Sans KR"/>
              </a:defRPr>
            </a:lvl8pPr>
            <a:lvl9pPr algn="l">
              <a:defRPr sz="1875" b="0">
                <a:solidFill>
                  <a:srgbClr val="262824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l">
              <a:lnSpc>
                <a:spcPct val="148000"/>
              </a:lnSpc>
              <a:buNone/>
              <a:defRPr sz="1875" b="0">
                <a:solidFill>
                  <a:srgbClr val="262824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0">
                <a:solidFill>
                  <a:srgbClr val="262824"/>
                </a:solidFill>
                <a:latin typeface="Noto Sans KR"/>
                <a:ea typeface="Noto Sans KR"/>
                <a:cs typeface="Noto Sans KR"/>
              </a:rPr>
              <a:t>매달 넣는 돈은 목표보다 부족한</a:t>
            </a:r>
          </a:p>
          <a:p xmlns:a="http://schemas.openxmlformats.org/drawingml/2006/main">
            <a:pPr algn="l">
              <a:lnSpc>
                <a:spcPct val="148000"/>
              </a:lnSpc>
              <a:buNone/>
              <a:defRPr sz="1875" b="0">
                <a:solidFill>
                  <a:srgbClr val="262824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0">
                <a:solidFill>
                  <a:srgbClr val="262824"/>
                </a:solidFill>
                <a:latin typeface="Noto Sans KR"/>
                <a:ea typeface="Noto Sans KR"/>
                <a:cs typeface="Noto Sans KR"/>
              </a:rPr>
              <a:t>자산부터 채웁니다. 12월에는 사용자가</a:t>
            </a:r>
          </a:p>
          <a:p xmlns:a="http://schemas.openxmlformats.org/drawingml/2006/main">
            <a:pPr algn="l">
              <a:lnSpc>
                <a:spcPct val="148000"/>
              </a:lnSpc>
              <a:buNone/>
              <a:defRPr sz="1875" b="0">
                <a:solidFill>
                  <a:srgbClr val="262824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0">
                <a:solidFill>
                  <a:srgbClr val="262824"/>
                </a:solidFill>
                <a:latin typeface="Noto Sans KR"/>
                <a:ea typeface="Noto Sans KR"/>
                <a:cs typeface="Noto Sans KR"/>
              </a:rPr>
              <a:t>승인한 뒤 넘친 몫을 줄이고 부족한 몫을</a:t>
            </a:r>
          </a:p>
          <a:p xmlns:a="http://schemas.openxmlformats.org/drawingml/2006/main">
            <a:pPr algn="l">
              <a:lnSpc>
                <a:spcPct val="148000"/>
              </a:lnSpc>
              <a:buNone/>
              <a:defRPr sz="1875" b="0">
                <a:solidFill>
                  <a:srgbClr val="262824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0">
                <a:solidFill>
                  <a:srgbClr val="262824"/>
                </a:solidFill>
                <a:latin typeface="Noto Sans KR"/>
                <a:ea typeface="Noto Sans KR"/>
                <a:cs typeface="Noto Sans KR"/>
              </a:rPr>
              <a:t>삽니다. 수익률이 얼마면 무조건 판다는</a:t>
            </a:r>
          </a:p>
          <a:p xmlns:a="http://schemas.openxmlformats.org/drawingml/2006/main">
            <a:pPr algn="l">
              <a:lnSpc>
                <a:spcPct val="148000"/>
              </a:lnSpc>
              <a:buNone/>
              <a:defRPr sz="1875" b="0">
                <a:solidFill>
                  <a:srgbClr val="262824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0">
                <a:solidFill>
                  <a:srgbClr val="262824"/>
                </a:solidFill>
                <a:latin typeface="Noto Sans KR"/>
                <a:ea typeface="Noto Sans KR"/>
                <a:cs typeface="Noto Sans KR"/>
              </a:rPr>
              <a:t>가격 목표는 없습니다.</a:t>
            </a:r>
          </a:p>
        </p:txBody>
      </p:sp>
      <p:sp>
        <p:nvSpPr>
          <p:cNvPr id="14" name="채권과 금도 손실이 납니다.&#10;20%씩 보유한다고 해서&#10;원금">
            <a:extLst xmlns:a="http://schemas.openxmlformats.org/drawingml/2006/main">
              <a:ext uri="{FF2B5EF4-FFF2-40B4-BE49-F238E27FC236}">
                <a16:creationId xmlns:a16="http://schemas.microsoft.com/office/drawing/2014/main" id="{BB3B6846-6179-4BF0-AE82-48E30FA03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8153400"/>
            <a:ext cx="3648075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2025" b="0">
                <a:solidFill>
                  <a:srgbClr val="18513D"/>
                </a:solidFill>
                <a:latin typeface="Noto Sans KR"/>
                <a:ea typeface="Noto Sans KR"/>
                <a:cs typeface="Noto Sans KR"/>
              </a:defRPr>
            </a:defPPr>
            <a:lvl1pPr algn="l">
              <a:defRPr sz="2025" b="0">
                <a:solidFill>
                  <a:srgbClr val="18513D"/>
                </a:solidFill>
                <a:latin typeface="Noto Sans KR"/>
                <a:ea typeface="Noto Sans KR"/>
                <a:cs typeface="Noto Sans KR"/>
              </a:defRPr>
            </a:lvl1pPr>
            <a:lvl2pPr algn="l">
              <a:defRPr sz="2025" b="0">
                <a:solidFill>
                  <a:srgbClr val="18513D"/>
                </a:solidFill>
                <a:latin typeface="Noto Sans KR"/>
                <a:ea typeface="Noto Sans KR"/>
                <a:cs typeface="Noto Sans KR"/>
              </a:defRPr>
            </a:lvl2pPr>
            <a:lvl3pPr algn="l">
              <a:defRPr sz="2025" b="0">
                <a:solidFill>
                  <a:srgbClr val="18513D"/>
                </a:solidFill>
                <a:latin typeface="Noto Sans KR"/>
                <a:ea typeface="Noto Sans KR"/>
                <a:cs typeface="Noto Sans KR"/>
              </a:defRPr>
            </a:lvl3pPr>
            <a:lvl4pPr algn="l">
              <a:defRPr sz="2025" b="0">
                <a:solidFill>
                  <a:srgbClr val="18513D"/>
                </a:solidFill>
                <a:latin typeface="Noto Sans KR"/>
                <a:ea typeface="Noto Sans KR"/>
                <a:cs typeface="Noto Sans KR"/>
              </a:defRPr>
            </a:lvl4pPr>
            <a:lvl5pPr algn="l">
              <a:defRPr sz="2025" b="0">
                <a:solidFill>
                  <a:srgbClr val="18513D"/>
                </a:solidFill>
                <a:latin typeface="Noto Sans KR"/>
                <a:ea typeface="Noto Sans KR"/>
                <a:cs typeface="Noto Sans KR"/>
              </a:defRPr>
            </a:lvl5pPr>
            <a:lvl6pPr algn="l">
              <a:defRPr sz="2025" b="0">
                <a:solidFill>
                  <a:srgbClr val="18513D"/>
                </a:solidFill>
                <a:latin typeface="Noto Sans KR"/>
                <a:ea typeface="Noto Sans KR"/>
                <a:cs typeface="Noto Sans KR"/>
              </a:defRPr>
            </a:lvl6pPr>
            <a:lvl7pPr algn="l">
              <a:defRPr sz="2025" b="0">
                <a:solidFill>
                  <a:srgbClr val="18513D"/>
                </a:solidFill>
                <a:latin typeface="Noto Sans KR"/>
                <a:ea typeface="Noto Sans KR"/>
                <a:cs typeface="Noto Sans KR"/>
              </a:defRPr>
            </a:lvl7pPr>
            <a:lvl8pPr algn="l">
              <a:defRPr sz="2025" b="0">
                <a:solidFill>
                  <a:srgbClr val="18513D"/>
                </a:solidFill>
                <a:latin typeface="Noto Sans KR"/>
                <a:ea typeface="Noto Sans KR"/>
                <a:cs typeface="Noto Sans KR"/>
              </a:defRPr>
            </a:lvl8pPr>
            <a:lvl9pPr algn="l">
              <a:defRPr sz="2025" b="0">
                <a:solidFill>
                  <a:srgbClr val="18513D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2025" b="0">
                <a:solidFill>
                  <a:srgbClr val="18513D"/>
                </a:solidFill>
                <a:latin typeface="Noto Sans KR"/>
                <a:ea typeface="Noto Sans KR"/>
                <a:cs typeface="Noto Sans KR"/>
              </a:defRPr>
            </a:pPr>
            <a:r>
              <a:rPr sz="2025" b="0">
                <a:solidFill>
                  <a:srgbClr val="18513D"/>
                </a:solidFill>
                <a:latin typeface="Noto Sans KR"/>
                <a:ea typeface="Noto Sans KR"/>
                <a:cs typeface="Noto Sans KR"/>
              </a:rPr>
              <a:t>채권과 금도 손실이 납니다.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2025" b="0">
                <a:solidFill>
                  <a:srgbClr val="18513D"/>
                </a:solidFill>
                <a:latin typeface="Noto Sans KR"/>
                <a:ea typeface="Noto Sans KR"/>
                <a:cs typeface="Noto Sans KR"/>
              </a:defRPr>
            </a:pPr>
            <a:r>
              <a:rPr sz="2025" b="0">
                <a:solidFill>
                  <a:srgbClr val="18513D"/>
                </a:solidFill>
                <a:latin typeface="Noto Sans KR"/>
                <a:ea typeface="Noto Sans KR"/>
                <a:cs typeface="Noto Sans KR"/>
              </a:rPr>
              <a:t>20%씩 보유한다고 해서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2025" b="0">
                <a:solidFill>
                  <a:srgbClr val="18513D"/>
                </a:solidFill>
                <a:latin typeface="Noto Sans KR"/>
                <a:ea typeface="Noto Sans KR"/>
                <a:cs typeface="Noto Sans KR"/>
              </a:defRPr>
            </a:pPr>
            <a:r>
              <a:rPr sz="2025" b="0">
                <a:solidFill>
                  <a:srgbClr val="18513D"/>
                </a:solidFill>
                <a:latin typeface="Noto Sans KR"/>
                <a:ea typeface="Noto Sans KR"/>
                <a:cs typeface="Noto Sans KR"/>
              </a:rPr>
              <a:t>원금을 지켜 주지는 않습니다.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41F085B-F967-45F5-A589-C507C40EA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8191500"/>
            <a:ext cx="0" cy="1028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18513D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0A28889-48AE-47EF-9E57-90690F31E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1657350"/>
            <a:ext cx="8972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62824"/>
            </a:solidFill>
            <a:prstDash val="solid"/>
          </a:ln>
        </p:spPr>
      </p:sp>
      <p:sp>
        <p:nvSpPr>
          <p:cNvPr id="17" name="목표 비중과 월 10만원 배분 예시">
            <a:extLst xmlns:a="http://schemas.openxmlformats.org/drawingml/2006/main">
              <a:ext uri="{FF2B5EF4-FFF2-40B4-BE49-F238E27FC236}">
                <a16:creationId xmlns:a16="http://schemas.microsoft.com/office/drawing/2014/main" id="{741D0318-3B6A-4A24-9BD9-A4F32659F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1800225"/>
            <a:ext cx="8972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2100" b="1">
                <a:solidFill>
                  <a:srgbClr val="262824"/>
                </a:solidFill>
                <a:latin typeface="Noto Sans KR"/>
                <a:ea typeface="Noto Sans KR"/>
                <a:cs typeface="Noto Sans KR"/>
              </a:defRPr>
            </a:defPPr>
            <a:lvl1pPr algn="l">
              <a:defRPr sz="2100" b="1">
                <a:solidFill>
                  <a:srgbClr val="262824"/>
                </a:solidFill>
                <a:latin typeface="Noto Sans KR"/>
                <a:ea typeface="Noto Sans KR"/>
                <a:cs typeface="Noto Sans KR"/>
              </a:defRPr>
            </a:lvl1pPr>
            <a:lvl2pPr algn="l">
              <a:defRPr sz="2100" b="1">
                <a:solidFill>
                  <a:srgbClr val="262824"/>
                </a:solidFill>
                <a:latin typeface="Noto Sans KR"/>
                <a:ea typeface="Noto Sans KR"/>
                <a:cs typeface="Noto Sans KR"/>
              </a:defRPr>
            </a:lvl2pPr>
            <a:lvl3pPr algn="l">
              <a:defRPr sz="2100" b="1">
                <a:solidFill>
                  <a:srgbClr val="262824"/>
                </a:solidFill>
                <a:latin typeface="Noto Sans KR"/>
                <a:ea typeface="Noto Sans KR"/>
                <a:cs typeface="Noto Sans KR"/>
              </a:defRPr>
            </a:lvl3pPr>
            <a:lvl4pPr algn="l">
              <a:defRPr sz="2100" b="1">
                <a:solidFill>
                  <a:srgbClr val="262824"/>
                </a:solidFill>
                <a:latin typeface="Noto Sans KR"/>
                <a:ea typeface="Noto Sans KR"/>
                <a:cs typeface="Noto Sans KR"/>
              </a:defRPr>
            </a:lvl4pPr>
            <a:lvl5pPr algn="l">
              <a:defRPr sz="2100" b="1">
                <a:solidFill>
                  <a:srgbClr val="262824"/>
                </a:solidFill>
                <a:latin typeface="Noto Sans KR"/>
                <a:ea typeface="Noto Sans KR"/>
                <a:cs typeface="Noto Sans KR"/>
              </a:defRPr>
            </a:lvl5pPr>
            <a:lvl6pPr algn="l">
              <a:defRPr sz="2100" b="1">
                <a:solidFill>
                  <a:srgbClr val="262824"/>
                </a:solidFill>
                <a:latin typeface="Noto Sans KR"/>
                <a:ea typeface="Noto Sans KR"/>
                <a:cs typeface="Noto Sans KR"/>
              </a:defRPr>
            </a:lvl6pPr>
            <a:lvl7pPr algn="l">
              <a:defRPr sz="2100" b="1">
                <a:solidFill>
                  <a:srgbClr val="262824"/>
                </a:solidFill>
                <a:latin typeface="Noto Sans KR"/>
                <a:ea typeface="Noto Sans KR"/>
                <a:cs typeface="Noto Sans KR"/>
              </a:defRPr>
            </a:lvl7pPr>
            <a:lvl8pPr algn="l">
              <a:defRPr sz="2100" b="1">
                <a:solidFill>
                  <a:srgbClr val="262824"/>
                </a:solidFill>
                <a:latin typeface="Noto Sans KR"/>
                <a:ea typeface="Noto Sans KR"/>
                <a:cs typeface="Noto Sans KR"/>
              </a:defRPr>
            </a:lvl8pPr>
            <a:lvl9pPr algn="l">
              <a:defRPr sz="2100" b="1">
                <a:solidFill>
                  <a:srgbClr val="262824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l">
              <a:lnSpc>
                <a:spcPct val="148000"/>
              </a:lnSpc>
              <a:buNone/>
              <a:defRPr sz="2100" b="1">
                <a:solidFill>
                  <a:srgbClr val="262824"/>
                </a:solidFill>
                <a:latin typeface="Noto Sans KR"/>
                <a:ea typeface="Noto Sans KR"/>
                <a:cs typeface="Noto Sans KR"/>
              </a:defRPr>
            </a:pPr>
            <a:r>
              <a:rPr sz="2100" b="1">
                <a:solidFill>
                  <a:srgbClr val="262824"/>
                </a:solidFill>
                <a:latin typeface="Noto Sans KR"/>
                <a:ea typeface="Noto Sans KR"/>
                <a:cs typeface="Noto Sans KR"/>
              </a:rPr>
              <a:t>목표 비중과 월 10만원 배분 예시</a:t>
            </a:r>
          </a:p>
        </p:txBody>
      </p:sp>
      <p:graphicFrame>
        <p:nvGraphicFrame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9640946-4525-44CC-A335-7589C00962A4}"/>
              </a:ext>
            </a:extLst>
          </p:cNvPr>
          <p:cNvGraphicFramePr/>
          <p:nvPr/>
        </p:nvGraphicFramePr>
        <p:xfrm>
          <a:off xmlns:a="http://schemas.openxmlformats.org/drawingml/2006/main" x="5476875" y="2714625"/>
          <a:ext xmlns:a="http://schemas.openxmlformats.org/drawingml/2006/main" cx="8972550" cy="40100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476375"/>
                <a:gridCol w="1047750"/>
                <a:gridCol w="1714500"/>
                <a:gridCol w="4733925"/>
              </a:tblGrid>
              <a:tr h="733425">
                <a:tc>
                  <a:txBody>
                    <a:bodyPr wrap="none"/>
                    <a:lstStyle/>
                    <a:p>
                      <a:pPr algn="l">
                        <a:lnSpc>
                          <a:spcPct val="118000"/>
                        </a:lnSpc>
                        <a:buNone/>
                      </a:pPr>
                      <a:r>
                        <a:rPr sz="1800" b="1">
                          <a:solidFill>
                            <a:srgbClr val="18513D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자산</a:t>
                      </a:r>
                    </a:p>
                  </a:txBody>
                  <a:tcPr marL="85725" marR="85725" marT="47625" marB="47625" anchor="ctr">
                    <a:lnL w="0">
                      <a:solidFill>
                        <a:srgbClr val="FFFFFF"/>
                      </a:solidFill>
                      <a:prstDash val="solid"/>
                    </a:lnL>
                    <a:lnR w="0">
                      <a:solidFill>
                        <a:srgbClr val="FFFFFF"/>
                      </a:solidFill>
                      <a:prstDash val="solid"/>
                    </a:lnR>
                    <a:lnT w="0">
                      <a:solidFill>
                        <a:srgbClr val="FFFFFF"/>
                      </a:solidFill>
                      <a:prstDash val="solid"/>
                    </a:lnT>
                    <a:lnB w="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>
                        <a:lnSpc>
                          <a:spcPct val="118000"/>
                        </a:lnSpc>
                        <a:buNone/>
                      </a:pPr>
                      <a:r>
                        <a:rPr sz="1800" b="1">
                          <a:solidFill>
                            <a:srgbClr val="18513D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비중</a:t>
                      </a:r>
                    </a:p>
                  </a:txBody>
                  <a:tcPr marL="85725" marR="85725" marT="47625" marB="47625" anchor="ctr">
                    <a:lnR w="0">
                      <a:solidFill>
                        <a:srgbClr val="FFFFFF"/>
                      </a:solidFill>
                      <a:prstDash val="solid"/>
                    </a:lnR>
                    <a:lnT w="0">
                      <a:solidFill>
                        <a:srgbClr val="FFFFFF"/>
                      </a:solidFill>
                      <a:prstDash val="solid"/>
                    </a:lnT>
                    <a:lnB w="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>
                        <a:lnSpc>
                          <a:spcPct val="118000"/>
                        </a:lnSpc>
                        <a:buNone/>
                      </a:pPr>
                      <a:r>
                        <a:rPr sz="1800" b="1">
                          <a:solidFill>
                            <a:srgbClr val="18513D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금액 예시</a:t>
                      </a:r>
                    </a:p>
                  </a:txBody>
                  <a:tcPr marL="85725" marR="85725" marT="47625" marB="47625" anchor="ctr">
                    <a:lnR w="0">
                      <a:solidFill>
                        <a:srgbClr val="FFFFFF"/>
                      </a:solidFill>
                      <a:prstDash val="solid"/>
                    </a:lnR>
                    <a:lnT w="0">
                      <a:solidFill>
                        <a:srgbClr val="FFFFFF"/>
                      </a:solidFill>
                      <a:prstDash val="solid"/>
                    </a:lnT>
                    <a:lnB w="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>
                        <a:lnSpc>
                          <a:spcPct val="118000"/>
                        </a:lnSpc>
                        <a:buNone/>
                      </a:pPr>
                      <a:r>
                        <a:rPr sz="1800" b="1">
                          <a:solidFill>
                            <a:srgbClr val="18513D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맡는 역할</a:t>
                      </a:r>
                    </a:p>
                  </a:txBody>
                  <a:tcPr marL="85725" marR="85725" marT="47625" marB="47625" anchor="ctr">
                    <a:lnR w="0">
                      <a:solidFill>
                        <a:srgbClr val="FFFFFF"/>
                      </a:solidFill>
                      <a:prstDash val="solid"/>
                    </a:lnR>
                    <a:lnT w="0">
                      <a:solidFill>
                        <a:srgbClr val="FFFFFF"/>
                      </a:solidFill>
                      <a:prstDash val="solid"/>
                    </a:lnT>
                    <a:lnB w="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19150">
                <a:tc>
                  <a:txBody>
                    <a:bodyPr wrap="none"/>
                    <a:lstStyle/>
                    <a:p>
                      <a:pPr algn="l">
                        <a:lnSpc>
                          <a:spcPct val="118000"/>
                        </a:lnSpc>
                        <a:buNone/>
                      </a:pPr>
                      <a:r>
                        <a:rPr sz="1800" b="0">
                          <a:solidFill>
                            <a:srgbClr val="26282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SPYM</a:t>
                      </a:r>
                    </a:p>
                  </a:txBody>
                  <a:tcPr marL="85725" marR="85725" marT="47625" marB="47625" anchor="ctr">
                    <a:lnL w="0">
                      <a:solidFill>
                        <a:srgbClr val="FFFFFF"/>
                      </a:solidFill>
                      <a:prstDash val="solid"/>
                    </a:lnL>
                    <a:lnR w="0">
                      <a:solidFill>
                        <a:srgbClr val="FFFFFF"/>
                      </a:solidFill>
                      <a:prstDash val="solid"/>
                    </a:lnR>
                    <a:lnB w="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>
                        <a:lnSpc>
                          <a:spcPct val="118000"/>
                        </a:lnSpc>
                        <a:buNone/>
                      </a:pPr>
                      <a:r>
                        <a:rPr sz="1800" b="0">
                          <a:solidFill>
                            <a:srgbClr val="26282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30%</a:t>
                      </a:r>
                    </a:p>
                  </a:txBody>
                  <a:tcPr marL="85725" marR="85725" marT="47625" marB="47625" anchor="ctr">
                    <a:lnR w="0">
                      <a:solidFill>
                        <a:srgbClr val="FFFFFF"/>
                      </a:solidFill>
                      <a:prstDash val="solid"/>
                    </a:lnR>
                    <a:lnB w="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>
                        <a:lnSpc>
                          <a:spcPct val="118000"/>
                        </a:lnSpc>
                        <a:buNone/>
                      </a:pPr>
                      <a:r>
                        <a:rPr sz="1800" b="0">
                          <a:solidFill>
                            <a:srgbClr val="26282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3만원</a:t>
                      </a:r>
                    </a:p>
                  </a:txBody>
                  <a:tcPr marL="85725" marR="85725" marT="47625" marB="47625" anchor="ctr">
                    <a:lnR w="0">
                      <a:solidFill>
                        <a:srgbClr val="FFFFFF"/>
                      </a:solidFill>
                      <a:prstDash val="solid"/>
                    </a:lnR>
                    <a:lnB w="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>
                        <a:lnSpc>
                          <a:spcPct val="118000"/>
                        </a:lnSpc>
                        <a:buNone/>
                      </a:pPr>
                      <a:r>
                        <a:rPr sz="1800" b="0">
                          <a:solidFill>
                            <a:srgbClr val="26282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미국 대형주에 넓게 투자</a:t>
                      </a:r>
                    </a:p>
                  </a:txBody>
                  <a:tcPr marL="85725" marR="85725" marT="47625" marB="47625" anchor="ctr">
                    <a:lnR w="0">
                      <a:solidFill>
                        <a:srgbClr val="FFFFFF"/>
                      </a:solidFill>
                      <a:prstDash val="solid"/>
                    </a:lnR>
                    <a:lnB w="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19150">
                <a:tc>
                  <a:txBody>
                    <a:bodyPr wrap="none"/>
                    <a:lstStyle/>
                    <a:p>
                      <a:pPr algn="l">
                        <a:lnSpc>
                          <a:spcPct val="118000"/>
                        </a:lnSpc>
                        <a:buNone/>
                      </a:pPr>
                      <a:r>
                        <a:rPr sz="1800" b="0">
                          <a:solidFill>
                            <a:srgbClr val="26282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QQQM</a:t>
                      </a:r>
                    </a:p>
                  </a:txBody>
                  <a:tcPr marL="85725" marR="85725" marT="47625" marB="47625" anchor="ctr">
                    <a:lnL w="0">
                      <a:solidFill>
                        <a:srgbClr val="FFFFFF"/>
                      </a:solidFill>
                      <a:prstDash val="solid"/>
                    </a:lnL>
                    <a:lnR w="0">
                      <a:solidFill>
                        <a:srgbClr val="FFFFFF"/>
                      </a:solidFill>
                      <a:prstDash val="solid"/>
                    </a:lnR>
                    <a:lnB w="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>
                        <a:lnSpc>
                          <a:spcPct val="118000"/>
                        </a:lnSpc>
                        <a:buNone/>
                      </a:pPr>
                      <a:r>
                        <a:rPr sz="1800" b="0">
                          <a:solidFill>
                            <a:srgbClr val="26282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30%</a:t>
                      </a:r>
                    </a:p>
                  </a:txBody>
                  <a:tcPr marL="85725" marR="85725" marT="47625" marB="47625" anchor="ctr">
                    <a:lnR w="0">
                      <a:solidFill>
                        <a:srgbClr val="FFFFFF"/>
                      </a:solidFill>
                      <a:prstDash val="solid"/>
                    </a:lnR>
                    <a:lnB w="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>
                        <a:lnSpc>
                          <a:spcPct val="118000"/>
                        </a:lnSpc>
                        <a:buNone/>
                      </a:pPr>
                      <a:r>
                        <a:rPr sz="1800" b="0">
                          <a:solidFill>
                            <a:srgbClr val="26282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3만원</a:t>
                      </a:r>
                    </a:p>
                  </a:txBody>
                  <a:tcPr marL="85725" marR="85725" marT="47625" marB="47625" anchor="ctr">
                    <a:lnR w="0">
                      <a:solidFill>
                        <a:srgbClr val="FFFFFF"/>
                      </a:solidFill>
                      <a:prstDash val="solid"/>
                    </a:lnR>
                    <a:lnB w="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>
                        <a:lnSpc>
                          <a:spcPct val="118000"/>
                        </a:lnSpc>
                        <a:buNone/>
                      </a:pPr>
                      <a:r>
                        <a:rPr sz="1800" b="0">
                          <a:solidFill>
                            <a:srgbClr val="26282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나스닥 성장주 비중 추가</a:t>
                      </a:r>
                    </a:p>
                  </a:txBody>
                  <a:tcPr marL="85725" marR="85725" marT="47625" marB="47625" anchor="ctr">
                    <a:lnR w="0">
                      <a:solidFill>
                        <a:srgbClr val="FFFFFF"/>
                      </a:solidFill>
                      <a:prstDash val="solid"/>
                    </a:lnR>
                    <a:lnB w="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19150">
                <a:tc>
                  <a:txBody>
                    <a:bodyPr wrap="none"/>
                    <a:lstStyle/>
                    <a:p>
                      <a:pPr algn="l">
                        <a:lnSpc>
                          <a:spcPct val="118000"/>
                        </a:lnSpc>
                        <a:buNone/>
                      </a:pPr>
                      <a:r>
                        <a:rPr sz="1800" b="0">
                          <a:solidFill>
                            <a:srgbClr val="26282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IEF</a:t>
                      </a:r>
                    </a:p>
                  </a:txBody>
                  <a:tcPr marL="85725" marR="85725" marT="47625" marB="47625" anchor="ctr">
                    <a:lnL w="0">
                      <a:solidFill>
                        <a:srgbClr val="FFFFFF"/>
                      </a:solidFill>
                      <a:prstDash val="solid"/>
                    </a:lnL>
                    <a:lnR w="0">
                      <a:solidFill>
                        <a:srgbClr val="FFFFFF"/>
                      </a:solidFill>
                      <a:prstDash val="solid"/>
                    </a:lnR>
                    <a:lnB w="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>
                        <a:lnSpc>
                          <a:spcPct val="118000"/>
                        </a:lnSpc>
                        <a:buNone/>
                      </a:pPr>
                      <a:r>
                        <a:rPr sz="1800" b="0">
                          <a:solidFill>
                            <a:srgbClr val="26282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20%</a:t>
                      </a:r>
                    </a:p>
                  </a:txBody>
                  <a:tcPr marL="85725" marR="85725" marT="47625" marB="47625" anchor="ctr">
                    <a:lnR w="0">
                      <a:solidFill>
                        <a:srgbClr val="FFFFFF"/>
                      </a:solidFill>
                      <a:prstDash val="solid"/>
                    </a:lnR>
                    <a:lnB w="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>
                        <a:lnSpc>
                          <a:spcPct val="118000"/>
                        </a:lnSpc>
                        <a:buNone/>
                      </a:pPr>
                      <a:r>
                        <a:rPr sz="1800" b="0">
                          <a:solidFill>
                            <a:srgbClr val="26282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2만원</a:t>
                      </a:r>
                    </a:p>
                  </a:txBody>
                  <a:tcPr marL="85725" marR="85725" marT="47625" marB="47625" anchor="ctr">
                    <a:lnR w="0">
                      <a:solidFill>
                        <a:srgbClr val="FFFFFF"/>
                      </a:solidFill>
                      <a:prstDash val="solid"/>
                    </a:lnR>
                    <a:lnB w="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>
                        <a:lnSpc>
                          <a:spcPct val="118000"/>
                        </a:lnSpc>
                        <a:buNone/>
                      </a:pPr>
                      <a:r>
                        <a:rPr sz="1800" b="0">
                          <a:solidFill>
                            <a:srgbClr val="26282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미국 7~10년 국채로 분산</a:t>
                      </a:r>
                    </a:p>
                  </a:txBody>
                  <a:tcPr marL="85725" marR="85725" marT="47625" marB="47625" anchor="ctr">
                    <a:lnR w="0">
                      <a:solidFill>
                        <a:srgbClr val="FFFFFF"/>
                      </a:solidFill>
                      <a:prstDash val="solid"/>
                    </a:lnR>
                    <a:lnB w="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19150">
                <a:tc>
                  <a:txBody>
                    <a:bodyPr wrap="none"/>
                    <a:lstStyle/>
                    <a:p>
                      <a:pPr algn="l">
                        <a:lnSpc>
                          <a:spcPct val="118000"/>
                        </a:lnSpc>
                        <a:buNone/>
                      </a:pPr>
                      <a:r>
                        <a:rPr sz="1800" b="0">
                          <a:solidFill>
                            <a:srgbClr val="26282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GLDM</a:t>
                      </a:r>
                    </a:p>
                  </a:txBody>
                  <a:tcPr marL="85725" marR="85725" marT="47625" marB="47625" anchor="ctr">
                    <a:lnL w="0">
                      <a:solidFill>
                        <a:srgbClr val="FFFFFF"/>
                      </a:solidFill>
                      <a:prstDash val="solid"/>
                    </a:lnL>
                    <a:lnR w="0">
                      <a:solidFill>
                        <a:srgbClr val="FFFFFF"/>
                      </a:solidFill>
                      <a:prstDash val="solid"/>
                    </a:lnR>
                    <a:lnB w="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>
                        <a:lnSpc>
                          <a:spcPct val="118000"/>
                        </a:lnSpc>
                        <a:buNone/>
                      </a:pPr>
                      <a:r>
                        <a:rPr sz="1800" b="0">
                          <a:solidFill>
                            <a:srgbClr val="26282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20%</a:t>
                      </a:r>
                    </a:p>
                  </a:txBody>
                  <a:tcPr marL="85725" marR="85725" marT="47625" marB="47625" anchor="ctr">
                    <a:lnR w="0">
                      <a:solidFill>
                        <a:srgbClr val="FFFFFF"/>
                      </a:solidFill>
                      <a:prstDash val="solid"/>
                    </a:lnR>
                    <a:lnB w="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>
                        <a:lnSpc>
                          <a:spcPct val="118000"/>
                        </a:lnSpc>
                        <a:buNone/>
                      </a:pPr>
                      <a:r>
                        <a:rPr sz="1800" b="0">
                          <a:solidFill>
                            <a:srgbClr val="26282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2만원</a:t>
                      </a:r>
                    </a:p>
                  </a:txBody>
                  <a:tcPr marL="85725" marR="85725" marT="47625" marB="47625" anchor="ctr">
                    <a:lnR w="0">
                      <a:solidFill>
                        <a:srgbClr val="FFFFFF"/>
                      </a:solidFill>
                      <a:prstDash val="solid"/>
                    </a:lnR>
                    <a:lnB w="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>
                        <a:lnSpc>
                          <a:spcPct val="118000"/>
                        </a:lnSpc>
                        <a:buNone/>
                      </a:pPr>
                      <a:r>
                        <a:rPr sz="1800" b="0">
                          <a:solidFill>
                            <a:srgbClr val="26282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금 가격에 노출해 분산</a:t>
                      </a:r>
                    </a:p>
                  </a:txBody>
                  <a:tcPr marL="85725" marR="85725" marT="47625" marB="47625" anchor="ctr">
                    <a:lnR w="0">
                      <a:solidFill>
                        <a:srgbClr val="FFFFFF"/>
                      </a:solidFill>
                      <a:prstDash val="solid"/>
                    </a:lnR>
                    <a:lnB w="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31DAD53-1C83-4E5A-9B5E-8E7005212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2714625"/>
            <a:ext cx="8972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26282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DB48EF1-1EBA-47C8-AC3E-7A31C7178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3448050"/>
            <a:ext cx="8972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DDDFD7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4C94839-6A5F-47C3-A7D4-74B6EB996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4267200"/>
            <a:ext cx="8972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DDDFD7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7CE6971-5FF9-4817-AD95-3F3350ECD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5086350"/>
            <a:ext cx="8972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DDDFD7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1D84B6E-3811-4F5D-880B-A14A2FA82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5905500"/>
            <a:ext cx="8972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DDDFD7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5759EFF-E09D-4E17-AD10-D7A809444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6724650"/>
            <a:ext cx="8972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9BBB3"/>
            </a:solidFill>
            <a:prstDash val="solid"/>
          </a:ln>
        </p:spPr>
      </p:sp>
      <p:sp>
        <p:nvSpPr>
          <p:cNvPr id="25" name="heading">
            <a:extLst xmlns:a="http://schemas.openxmlformats.org/drawingml/2006/main">
              <a:ext uri="{FF2B5EF4-FFF2-40B4-BE49-F238E27FC236}">
                <a16:creationId xmlns:a16="http://schemas.microsoft.com/office/drawing/2014/main" id="{4C55C1E3-4691-4BE5-8D1A-E5E8FA531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7400925"/>
            <a:ext cx="42862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2100" b="0">
                <a:solidFill>
                  <a:srgbClr val="262824"/>
                </a:solidFill>
                <a:latin typeface="Noto Sans KR"/>
                <a:ea typeface="Noto Sans KR"/>
                <a:cs typeface="Noto Sans KR"/>
              </a:defRPr>
            </a:defPPr>
            <a:lvl1pPr algn="l">
              <a:defRPr sz="2100" b="0">
                <a:solidFill>
                  <a:srgbClr val="262824"/>
                </a:solidFill>
                <a:latin typeface="Noto Sans KR"/>
                <a:ea typeface="Noto Sans KR"/>
                <a:cs typeface="Noto Sans KR"/>
              </a:defRPr>
            </a:lvl1pPr>
            <a:lvl2pPr algn="l">
              <a:defRPr sz="2100" b="0">
                <a:solidFill>
                  <a:srgbClr val="262824"/>
                </a:solidFill>
                <a:latin typeface="Noto Sans KR"/>
                <a:ea typeface="Noto Sans KR"/>
                <a:cs typeface="Noto Sans KR"/>
              </a:defRPr>
            </a:lvl2pPr>
            <a:lvl3pPr algn="l">
              <a:defRPr sz="2100" b="0">
                <a:solidFill>
                  <a:srgbClr val="262824"/>
                </a:solidFill>
                <a:latin typeface="Noto Sans KR"/>
                <a:ea typeface="Noto Sans KR"/>
                <a:cs typeface="Noto Sans KR"/>
              </a:defRPr>
            </a:lvl3pPr>
            <a:lvl4pPr algn="l">
              <a:defRPr sz="2100" b="0">
                <a:solidFill>
                  <a:srgbClr val="262824"/>
                </a:solidFill>
                <a:latin typeface="Noto Sans KR"/>
                <a:ea typeface="Noto Sans KR"/>
                <a:cs typeface="Noto Sans KR"/>
              </a:defRPr>
            </a:lvl4pPr>
            <a:lvl5pPr algn="l">
              <a:defRPr sz="2100" b="0">
                <a:solidFill>
                  <a:srgbClr val="262824"/>
                </a:solidFill>
                <a:latin typeface="Noto Sans KR"/>
                <a:ea typeface="Noto Sans KR"/>
                <a:cs typeface="Noto Sans KR"/>
              </a:defRPr>
            </a:lvl5pPr>
            <a:lvl6pPr algn="l">
              <a:defRPr sz="2100" b="0">
                <a:solidFill>
                  <a:srgbClr val="262824"/>
                </a:solidFill>
                <a:latin typeface="Noto Sans KR"/>
                <a:ea typeface="Noto Sans KR"/>
                <a:cs typeface="Noto Sans KR"/>
              </a:defRPr>
            </a:lvl6pPr>
            <a:lvl7pPr algn="l">
              <a:defRPr sz="2100" b="0">
                <a:solidFill>
                  <a:srgbClr val="262824"/>
                </a:solidFill>
                <a:latin typeface="Noto Sans KR"/>
                <a:ea typeface="Noto Sans KR"/>
                <a:cs typeface="Noto Sans KR"/>
              </a:defRPr>
            </a:lvl7pPr>
            <a:lvl8pPr algn="l">
              <a:defRPr sz="2100" b="0">
                <a:solidFill>
                  <a:srgbClr val="262824"/>
                </a:solidFill>
                <a:latin typeface="Noto Sans KR"/>
                <a:ea typeface="Noto Sans KR"/>
                <a:cs typeface="Noto Sans KR"/>
              </a:defRPr>
            </a:lvl8pPr>
            <a:lvl9pPr algn="l">
              <a:defRPr sz="2100" b="0">
                <a:solidFill>
                  <a:srgbClr val="262824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l">
              <a:lnSpc>
                <a:spcPct val="123000"/>
              </a:lnSpc>
              <a:buNone/>
              <a:defRPr sz="2100" b="0">
                <a:solidFill>
                  <a:srgbClr val="262824"/>
                </a:solidFill>
                <a:latin typeface="Noto Sans KR"/>
                <a:ea typeface="Noto Sans KR"/>
                <a:cs typeface="Noto Sans KR"/>
              </a:defRPr>
            </a:pPr>
            <a:r>
              <a:rPr sz="2100" b="0">
                <a:solidFill>
                  <a:srgbClr val="262824"/>
                </a:solidFill>
                <a:latin typeface="Noto Sans KR"/>
                <a:ea typeface="Noto Sans KR"/>
                <a:cs typeface="Noto Sans KR"/>
              </a:rPr>
              <a:t>채권의 매도와 재투자</a:t>
            </a:r>
          </a:p>
        </p:txBody>
      </p:sp>
      <p:sp>
        <p:nvSpPr>
          <p:cNvPr id="26" name="예를 들어 100만원 계좌에서 IEF가 30만원이면 목표 ">
            <a:extLst xmlns:a="http://schemas.openxmlformats.org/drawingml/2006/main">
              <a:ext uri="{FF2B5EF4-FFF2-40B4-BE49-F238E27FC236}">
                <a16:creationId xmlns:a16="http://schemas.microsoft.com/office/drawing/2014/main" id="{B83C3431-C8ED-4308-BBA8-97B5E5937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7991475"/>
            <a:ext cx="4286250" cy="17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1800" b="0">
                <a:solidFill>
                  <a:srgbClr val="262824"/>
                </a:solidFill>
                <a:latin typeface="Noto Sans KR"/>
                <a:ea typeface="Noto Sans KR"/>
                <a:cs typeface="Noto Sans KR"/>
              </a:defRPr>
            </a:defPPr>
            <a:lvl1pPr algn="l">
              <a:defRPr sz="1800" b="0">
                <a:solidFill>
                  <a:srgbClr val="262824"/>
                </a:solidFill>
                <a:latin typeface="Noto Sans KR"/>
                <a:ea typeface="Noto Sans KR"/>
                <a:cs typeface="Noto Sans KR"/>
              </a:defRPr>
            </a:lvl1pPr>
            <a:lvl2pPr algn="l">
              <a:defRPr sz="1800" b="0">
                <a:solidFill>
                  <a:srgbClr val="262824"/>
                </a:solidFill>
                <a:latin typeface="Noto Sans KR"/>
                <a:ea typeface="Noto Sans KR"/>
                <a:cs typeface="Noto Sans KR"/>
              </a:defRPr>
            </a:lvl2pPr>
            <a:lvl3pPr algn="l">
              <a:defRPr sz="1800" b="0">
                <a:solidFill>
                  <a:srgbClr val="262824"/>
                </a:solidFill>
                <a:latin typeface="Noto Sans KR"/>
                <a:ea typeface="Noto Sans KR"/>
                <a:cs typeface="Noto Sans KR"/>
              </a:defRPr>
            </a:lvl3pPr>
            <a:lvl4pPr algn="l">
              <a:defRPr sz="1800" b="0">
                <a:solidFill>
                  <a:srgbClr val="262824"/>
                </a:solidFill>
                <a:latin typeface="Noto Sans KR"/>
                <a:ea typeface="Noto Sans KR"/>
                <a:cs typeface="Noto Sans KR"/>
              </a:defRPr>
            </a:lvl4pPr>
            <a:lvl5pPr algn="l">
              <a:defRPr sz="1800" b="0">
                <a:solidFill>
                  <a:srgbClr val="262824"/>
                </a:solidFill>
                <a:latin typeface="Noto Sans KR"/>
                <a:ea typeface="Noto Sans KR"/>
                <a:cs typeface="Noto Sans KR"/>
              </a:defRPr>
            </a:lvl5pPr>
            <a:lvl6pPr algn="l">
              <a:defRPr sz="1800" b="0">
                <a:solidFill>
                  <a:srgbClr val="262824"/>
                </a:solidFill>
                <a:latin typeface="Noto Sans KR"/>
                <a:ea typeface="Noto Sans KR"/>
                <a:cs typeface="Noto Sans KR"/>
              </a:defRPr>
            </a:lvl6pPr>
            <a:lvl7pPr algn="l">
              <a:defRPr sz="1800" b="0">
                <a:solidFill>
                  <a:srgbClr val="262824"/>
                </a:solidFill>
                <a:latin typeface="Noto Sans KR"/>
                <a:ea typeface="Noto Sans KR"/>
                <a:cs typeface="Noto Sans KR"/>
              </a:defRPr>
            </a:lvl7pPr>
            <a:lvl8pPr algn="l">
              <a:defRPr sz="1800" b="0">
                <a:solidFill>
                  <a:srgbClr val="262824"/>
                </a:solidFill>
                <a:latin typeface="Noto Sans KR"/>
                <a:ea typeface="Noto Sans KR"/>
                <a:cs typeface="Noto Sans KR"/>
              </a:defRPr>
            </a:lvl8pPr>
            <a:lvl9pPr algn="l">
              <a:defRPr sz="1800" b="0">
                <a:solidFill>
                  <a:srgbClr val="262824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l">
              <a:lnSpc>
                <a:spcPct val="148000"/>
              </a:lnSpc>
              <a:buNone/>
              <a:defRPr sz="1800" b="0">
                <a:solidFill>
                  <a:srgbClr val="262824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0">
                <a:solidFill>
                  <a:srgbClr val="262824"/>
                </a:solidFill>
                <a:latin typeface="Noto Sans KR"/>
                <a:ea typeface="Noto Sans KR"/>
                <a:cs typeface="Noto Sans KR"/>
              </a:rPr>
              <a:t>예를 들어 100만원 계좌에서 IEF가</a:t>
            </a:r>
          </a:p>
          <a:p xmlns:a="http://schemas.openxmlformats.org/drawingml/2006/main">
            <a:pPr algn="l">
              <a:lnSpc>
                <a:spcPct val="148000"/>
              </a:lnSpc>
              <a:buNone/>
              <a:defRPr sz="1800" b="0">
                <a:solidFill>
                  <a:srgbClr val="262824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0">
                <a:solidFill>
                  <a:srgbClr val="262824"/>
                </a:solidFill>
                <a:latin typeface="Noto Sans KR"/>
                <a:ea typeface="Noto Sans KR"/>
                <a:cs typeface="Noto Sans KR"/>
              </a:rPr>
              <a:t>30만원이면 목표 20만원을 넘습니다. 승인된</a:t>
            </a:r>
          </a:p>
          <a:p xmlns:a="http://schemas.openxmlformats.org/drawingml/2006/main">
            <a:pPr algn="l">
              <a:lnSpc>
                <a:spcPct val="148000"/>
              </a:lnSpc>
              <a:buNone/>
              <a:defRPr sz="1800" b="0">
                <a:solidFill>
                  <a:srgbClr val="262824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0">
                <a:solidFill>
                  <a:srgbClr val="262824"/>
                </a:solidFill>
                <a:latin typeface="Noto Sans KR"/>
                <a:ea typeface="Noto Sans KR"/>
                <a:cs typeface="Noto Sans KR"/>
              </a:rPr>
              <a:t>비중 조정 때 초과분을 줄여 부족한 자산을</a:t>
            </a:r>
          </a:p>
          <a:p xmlns:a="http://schemas.openxmlformats.org/drawingml/2006/main">
            <a:pPr algn="l">
              <a:lnSpc>
                <a:spcPct val="148000"/>
              </a:lnSpc>
              <a:buNone/>
              <a:defRPr sz="1800" b="0">
                <a:solidFill>
                  <a:srgbClr val="262824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0">
                <a:solidFill>
                  <a:srgbClr val="262824"/>
                </a:solidFill>
                <a:latin typeface="Noto Sans KR"/>
                <a:ea typeface="Noto Sans KR"/>
                <a:cs typeface="Noto Sans KR"/>
              </a:rPr>
              <a:t>삽니다. 금리가 오르면 채권 가격도 내려갈 수</a:t>
            </a:r>
          </a:p>
          <a:p xmlns:a="http://schemas.openxmlformats.org/drawingml/2006/main">
            <a:pPr algn="l">
              <a:lnSpc>
                <a:spcPct val="148000"/>
              </a:lnSpc>
              <a:buNone/>
              <a:defRPr sz="1800" b="0">
                <a:solidFill>
                  <a:srgbClr val="262824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0">
                <a:solidFill>
                  <a:srgbClr val="262824"/>
                </a:solidFill>
                <a:latin typeface="Noto Sans KR"/>
                <a:ea typeface="Noto Sans KR"/>
                <a:cs typeface="Noto Sans KR"/>
              </a:rPr>
              <a:t>있습니다.</a:t>
            </a:r>
          </a:p>
        </p:txBody>
      </p:sp>
      <p:sp>
        <p:nvSpPr>
          <p:cNvPr id="27" name="heading">
            <a:extLst xmlns:a="http://schemas.openxmlformats.org/drawingml/2006/main">
              <a:ext uri="{FF2B5EF4-FFF2-40B4-BE49-F238E27FC236}">
                <a16:creationId xmlns:a16="http://schemas.microsoft.com/office/drawing/2014/main" id="{314CE99C-5937-4BE9-B0AB-911422738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3175" y="7400925"/>
            <a:ext cx="42862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2100" b="0">
                <a:solidFill>
                  <a:srgbClr val="262824"/>
                </a:solidFill>
                <a:latin typeface="Noto Sans KR"/>
                <a:ea typeface="Noto Sans KR"/>
                <a:cs typeface="Noto Sans KR"/>
              </a:defRPr>
            </a:defPPr>
            <a:lvl1pPr algn="l">
              <a:defRPr sz="2100" b="0">
                <a:solidFill>
                  <a:srgbClr val="262824"/>
                </a:solidFill>
                <a:latin typeface="Noto Sans KR"/>
                <a:ea typeface="Noto Sans KR"/>
                <a:cs typeface="Noto Sans KR"/>
              </a:defRPr>
            </a:lvl1pPr>
            <a:lvl2pPr algn="l">
              <a:defRPr sz="2100" b="0">
                <a:solidFill>
                  <a:srgbClr val="262824"/>
                </a:solidFill>
                <a:latin typeface="Noto Sans KR"/>
                <a:ea typeface="Noto Sans KR"/>
                <a:cs typeface="Noto Sans KR"/>
              </a:defRPr>
            </a:lvl2pPr>
            <a:lvl3pPr algn="l">
              <a:defRPr sz="2100" b="0">
                <a:solidFill>
                  <a:srgbClr val="262824"/>
                </a:solidFill>
                <a:latin typeface="Noto Sans KR"/>
                <a:ea typeface="Noto Sans KR"/>
                <a:cs typeface="Noto Sans KR"/>
              </a:defRPr>
            </a:lvl3pPr>
            <a:lvl4pPr algn="l">
              <a:defRPr sz="2100" b="0">
                <a:solidFill>
                  <a:srgbClr val="262824"/>
                </a:solidFill>
                <a:latin typeface="Noto Sans KR"/>
                <a:ea typeface="Noto Sans KR"/>
                <a:cs typeface="Noto Sans KR"/>
              </a:defRPr>
            </a:lvl4pPr>
            <a:lvl5pPr algn="l">
              <a:defRPr sz="2100" b="0">
                <a:solidFill>
                  <a:srgbClr val="262824"/>
                </a:solidFill>
                <a:latin typeface="Noto Sans KR"/>
                <a:ea typeface="Noto Sans KR"/>
                <a:cs typeface="Noto Sans KR"/>
              </a:defRPr>
            </a:lvl5pPr>
            <a:lvl6pPr algn="l">
              <a:defRPr sz="2100" b="0">
                <a:solidFill>
                  <a:srgbClr val="262824"/>
                </a:solidFill>
                <a:latin typeface="Noto Sans KR"/>
                <a:ea typeface="Noto Sans KR"/>
                <a:cs typeface="Noto Sans KR"/>
              </a:defRPr>
            </a:lvl6pPr>
            <a:lvl7pPr algn="l">
              <a:defRPr sz="2100" b="0">
                <a:solidFill>
                  <a:srgbClr val="262824"/>
                </a:solidFill>
                <a:latin typeface="Noto Sans KR"/>
                <a:ea typeface="Noto Sans KR"/>
                <a:cs typeface="Noto Sans KR"/>
              </a:defRPr>
            </a:lvl7pPr>
            <a:lvl8pPr algn="l">
              <a:defRPr sz="2100" b="0">
                <a:solidFill>
                  <a:srgbClr val="262824"/>
                </a:solidFill>
                <a:latin typeface="Noto Sans KR"/>
                <a:ea typeface="Noto Sans KR"/>
                <a:cs typeface="Noto Sans KR"/>
              </a:defRPr>
            </a:lvl8pPr>
            <a:lvl9pPr algn="l">
              <a:defRPr sz="2100" b="0">
                <a:solidFill>
                  <a:srgbClr val="262824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l">
              <a:lnSpc>
                <a:spcPct val="123000"/>
              </a:lnSpc>
              <a:buNone/>
              <a:defRPr sz="2100" b="0">
                <a:solidFill>
                  <a:srgbClr val="262824"/>
                </a:solidFill>
                <a:latin typeface="Noto Sans KR"/>
                <a:ea typeface="Noto Sans KR"/>
                <a:cs typeface="Noto Sans KR"/>
              </a:defRPr>
            </a:pPr>
            <a:r>
              <a:rPr sz="2100" b="0">
                <a:solidFill>
                  <a:srgbClr val="262824"/>
                </a:solidFill>
                <a:latin typeface="Noto Sans KR"/>
                <a:ea typeface="Noto Sans KR"/>
                <a:cs typeface="Noto Sans KR"/>
              </a:rPr>
              <a:t>금의 매도와 재투자</a:t>
            </a:r>
          </a:p>
        </p:txBody>
      </p:sp>
      <p:sp>
        <p:nvSpPr>
          <p:cNvPr id="28" name="GLDM도 목표 20%를 기준으로 관리합니다. 목표를 넘었">
            <a:extLst xmlns:a="http://schemas.openxmlformats.org/drawingml/2006/main">
              <a:ext uri="{FF2B5EF4-FFF2-40B4-BE49-F238E27FC236}">
                <a16:creationId xmlns:a16="http://schemas.microsoft.com/office/drawing/2014/main" id="{4B56CC7F-F7D3-4AD3-AFBB-BB95889E5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3175" y="7991475"/>
            <a:ext cx="4286250" cy="1419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1800" b="0">
                <a:solidFill>
                  <a:srgbClr val="262824"/>
                </a:solidFill>
                <a:latin typeface="Noto Sans KR"/>
                <a:ea typeface="Noto Sans KR"/>
                <a:cs typeface="Noto Sans KR"/>
              </a:defRPr>
            </a:defPPr>
            <a:lvl1pPr algn="l">
              <a:defRPr sz="1800" b="0">
                <a:solidFill>
                  <a:srgbClr val="262824"/>
                </a:solidFill>
                <a:latin typeface="Noto Sans KR"/>
                <a:ea typeface="Noto Sans KR"/>
                <a:cs typeface="Noto Sans KR"/>
              </a:defRPr>
            </a:lvl1pPr>
            <a:lvl2pPr algn="l">
              <a:defRPr sz="1800" b="0">
                <a:solidFill>
                  <a:srgbClr val="262824"/>
                </a:solidFill>
                <a:latin typeface="Noto Sans KR"/>
                <a:ea typeface="Noto Sans KR"/>
                <a:cs typeface="Noto Sans KR"/>
              </a:defRPr>
            </a:lvl2pPr>
            <a:lvl3pPr algn="l">
              <a:defRPr sz="1800" b="0">
                <a:solidFill>
                  <a:srgbClr val="262824"/>
                </a:solidFill>
                <a:latin typeface="Noto Sans KR"/>
                <a:ea typeface="Noto Sans KR"/>
                <a:cs typeface="Noto Sans KR"/>
              </a:defRPr>
            </a:lvl3pPr>
            <a:lvl4pPr algn="l">
              <a:defRPr sz="1800" b="0">
                <a:solidFill>
                  <a:srgbClr val="262824"/>
                </a:solidFill>
                <a:latin typeface="Noto Sans KR"/>
                <a:ea typeface="Noto Sans KR"/>
                <a:cs typeface="Noto Sans KR"/>
              </a:defRPr>
            </a:lvl4pPr>
            <a:lvl5pPr algn="l">
              <a:defRPr sz="1800" b="0">
                <a:solidFill>
                  <a:srgbClr val="262824"/>
                </a:solidFill>
                <a:latin typeface="Noto Sans KR"/>
                <a:ea typeface="Noto Sans KR"/>
                <a:cs typeface="Noto Sans KR"/>
              </a:defRPr>
            </a:lvl5pPr>
            <a:lvl6pPr algn="l">
              <a:defRPr sz="1800" b="0">
                <a:solidFill>
                  <a:srgbClr val="262824"/>
                </a:solidFill>
                <a:latin typeface="Noto Sans KR"/>
                <a:ea typeface="Noto Sans KR"/>
                <a:cs typeface="Noto Sans KR"/>
              </a:defRPr>
            </a:lvl6pPr>
            <a:lvl7pPr algn="l">
              <a:defRPr sz="1800" b="0">
                <a:solidFill>
                  <a:srgbClr val="262824"/>
                </a:solidFill>
                <a:latin typeface="Noto Sans KR"/>
                <a:ea typeface="Noto Sans KR"/>
                <a:cs typeface="Noto Sans KR"/>
              </a:defRPr>
            </a:lvl7pPr>
            <a:lvl8pPr algn="l">
              <a:defRPr sz="1800" b="0">
                <a:solidFill>
                  <a:srgbClr val="262824"/>
                </a:solidFill>
                <a:latin typeface="Noto Sans KR"/>
                <a:ea typeface="Noto Sans KR"/>
                <a:cs typeface="Noto Sans KR"/>
              </a:defRPr>
            </a:lvl8pPr>
            <a:lvl9pPr algn="l">
              <a:defRPr sz="1800" b="0">
                <a:solidFill>
                  <a:srgbClr val="262824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l">
              <a:lnSpc>
                <a:spcPct val="148000"/>
              </a:lnSpc>
              <a:buNone/>
              <a:defRPr sz="1800" b="0">
                <a:solidFill>
                  <a:srgbClr val="262824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0">
                <a:solidFill>
                  <a:srgbClr val="262824"/>
                </a:solidFill>
                <a:latin typeface="Noto Sans KR"/>
                <a:ea typeface="Noto Sans KR"/>
                <a:cs typeface="Noto Sans KR"/>
              </a:rPr>
              <a:t>GLDM도 목표 20%를 기준으로 관리합니다.</a:t>
            </a:r>
          </a:p>
          <a:p xmlns:a="http://schemas.openxmlformats.org/drawingml/2006/main">
            <a:pPr algn="l">
              <a:lnSpc>
                <a:spcPct val="148000"/>
              </a:lnSpc>
              <a:buNone/>
              <a:defRPr sz="1800" b="0">
                <a:solidFill>
                  <a:srgbClr val="262824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0">
                <a:solidFill>
                  <a:srgbClr val="262824"/>
                </a:solidFill>
                <a:latin typeface="Noto Sans KR"/>
                <a:ea typeface="Noto Sans KR"/>
                <a:cs typeface="Noto Sans KR"/>
              </a:rPr>
              <a:t>목표를 넘었으면 일부를 줄이고, 부족하면 새</a:t>
            </a:r>
          </a:p>
          <a:p xmlns:a="http://schemas.openxmlformats.org/drawingml/2006/main">
            <a:pPr algn="l">
              <a:lnSpc>
                <a:spcPct val="148000"/>
              </a:lnSpc>
              <a:buNone/>
              <a:defRPr sz="1800" b="0">
                <a:solidFill>
                  <a:srgbClr val="262824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0">
                <a:solidFill>
                  <a:srgbClr val="262824"/>
                </a:solidFill>
                <a:latin typeface="Noto Sans KR"/>
                <a:ea typeface="Noto Sans KR"/>
                <a:cs typeface="Noto Sans KR"/>
              </a:rPr>
              <a:t>돈으로 채웁니다. 매입가보다 낮아도 비중을</a:t>
            </a:r>
          </a:p>
          <a:p xmlns:a="http://schemas.openxmlformats.org/drawingml/2006/main">
            <a:pPr algn="l">
              <a:lnSpc>
                <a:spcPct val="148000"/>
              </a:lnSpc>
              <a:buNone/>
              <a:defRPr sz="1800" b="0">
                <a:solidFill>
                  <a:srgbClr val="262824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0">
                <a:solidFill>
                  <a:srgbClr val="262824"/>
                </a:solidFill>
                <a:latin typeface="Noto Sans KR"/>
                <a:ea typeface="Noto Sans KR"/>
                <a:cs typeface="Noto Sans KR"/>
              </a:rPr>
              <a:t>넘었다면 손실을 보고 팔 수 있습니다.</a:t>
            </a:r>
          </a:p>
        </p:txBody>
      </p:sp>
    </p:spTree>
    <p:extLst>
      <p:ext uri="{BB962C8B-B14F-4D97-AF65-F5344CB8AC3E}">
        <p14:creationId xmlns:p14="http://schemas.microsoft.com/office/powerpoint/2010/main" val="63041497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2026-10-17T14:36:00.5150000Z</dcterms:created>
  <dcterms:modified xsi:type="dcterms:W3CDTF">2026-10-17T14:36:00.5150000Z</dcterms:modified>
</coreProperties>
</file>