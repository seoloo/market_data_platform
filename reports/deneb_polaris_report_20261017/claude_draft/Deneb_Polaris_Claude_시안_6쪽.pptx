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TQQQ 비중</c:v>
                </c:pt>
              </c:strCache>
            </c:strRef>
          </c:tx>
          <c:spPr>
            <a:ln w="25400">
              <a:solidFill>
                <a:srgbClr val="174D3B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Sheet1!$B$2:$B$177</c:f>
              <c:numCache>
                <c:formatCode>General</c:formatCode>
                <c:ptCount val="176"/>
                <c:pt idx="0">
                  <c:v>0.6412583382373113</c:v>
                </c:pt>
                <c:pt idx="1">
                  <c:v>0.6325156340074997</c:v>
                </c:pt>
                <c:pt idx="2">
                  <c:v>0.6234285394388357</c:v>
                </c:pt>
                <c:pt idx="3">
                  <c:v>0.293275226276728</c:v>
                </c:pt>
                <c:pt idx="4">
                  <c:v>0.0</c:v>
                </c:pt>
                <c:pt idx="5">
                  <c:v>0.3723107212278325</c:v>
                </c:pt>
                <c:pt idx="6">
                  <c:v>0.5578990216457514</c:v>
                </c:pt>
                <c:pt idx="7">
                  <c:v>0.6356538950400975</c:v>
                </c:pt>
                <c:pt idx="8">
                  <c:v>0.6024936376507948</c:v>
                </c:pt>
                <c:pt idx="9">
                  <c:v>0.5674305702363469</c:v>
                </c:pt>
                <c:pt idx="10">
                  <c:v>0.5821699131193658</c:v>
                </c:pt>
                <c:pt idx="11">
                  <c:v>0.5949022157143574</c:v>
                </c:pt>
                <c:pt idx="12">
                  <c:v>0.588415110481189</c:v>
                </c:pt>
                <c:pt idx="13">
                  <c:v>0.5909341768011421</c:v>
                </c:pt>
                <c:pt idx="14">
                  <c:v>0.6073152182081722</c:v>
                </c:pt>
                <c:pt idx="15">
                  <c:v>0.6131256238520231</c:v>
                </c:pt>
                <c:pt idx="16">
                  <c:v>0.6222395253462658</c:v>
                </c:pt>
                <c:pt idx="17">
                  <c:v>0.2949227072881898</c:v>
                </c:pt>
                <c:pt idx="18">
                  <c:v>0.24405379075251177</c:v>
                </c:pt>
                <c:pt idx="19">
                  <c:v>0.22507980391976085</c:v>
                </c:pt>
                <c:pt idx="20">
                  <c:v>0.24752204108269107</c:v>
                </c:pt>
                <c:pt idx="21">
                  <c:v>0.24872180778493827</c:v>
                </c:pt>
                <c:pt idx="22">
                  <c:v>0.2553129251235274</c:v>
                </c:pt>
                <c:pt idx="23">
                  <c:v>0.2576493559796171</c:v>
                </c:pt>
                <c:pt idx="24">
                  <c:v>0.24404310498674733</c:v>
                </c:pt>
                <c:pt idx="25">
                  <c:v>0.27688217170046714</c:v>
                </c:pt>
                <c:pt idx="26">
                  <c:v>0.23497583773519962</c:v>
                </c:pt>
                <c:pt idx="27">
                  <c:v>0.5698464572462473</c:v>
                </c:pt>
                <c:pt idx="28">
                  <c:v>0.6220017498419823</c:v>
                </c:pt>
                <c:pt idx="29">
                  <c:v>0.6188562661575698</c:v>
                </c:pt>
                <c:pt idx="30">
                  <c:v>0.6046179693311815</c:v>
                </c:pt>
                <c:pt idx="31">
                  <c:v>0.628270407756798</c:v>
                </c:pt>
                <c:pt idx="32">
                  <c:v>0.5910886190515763</c:v>
                </c:pt>
                <c:pt idx="33">
                  <c:v>0.606673521201716</c:v>
                </c:pt>
                <c:pt idx="34">
                  <c:v>0.5875954241738355</c:v>
                </c:pt>
                <c:pt idx="35">
                  <c:v>0.30040883357946163</c:v>
                </c:pt>
                <c:pt idx="36">
                  <c:v>0.2084092029861419</c:v>
                </c:pt>
                <c:pt idx="37">
                  <c:v>0.5278881645140842</c:v>
                </c:pt>
                <c:pt idx="38">
                  <c:v>0.5816238011664768</c:v>
                </c:pt>
                <c:pt idx="39">
                  <c:v>0.6128917950793322</c:v>
                </c:pt>
                <c:pt idx="40">
                  <c:v>0.6061836930320291</c:v>
                </c:pt>
                <c:pt idx="41">
                  <c:v>0.5866509121168092</c:v>
                </c:pt>
                <c:pt idx="42">
                  <c:v>0.6248460328938568</c:v>
                </c:pt>
                <c:pt idx="43">
                  <c:v>0.0</c:v>
                </c:pt>
                <c:pt idx="44">
                  <c:v>0.5047580404291507</c:v>
                </c:pt>
                <c:pt idx="45">
                  <c:v>0.5819617691856361</c:v>
                </c:pt>
                <c:pt idx="46">
                  <c:v>0.5969509844438299</c:v>
                </c:pt>
                <c:pt idx="47">
                  <c:v>0.5829163867383453</c:v>
                </c:pt>
                <c:pt idx="48">
                  <c:v>0.0</c:v>
                </c:pt>
                <c:pt idx="49">
                  <c:v>0.5585688485552349</c:v>
                </c:pt>
                <c:pt idx="50">
                  <c:v>0.5382964436342375</c:v>
                </c:pt>
                <c:pt idx="51">
                  <c:v>0.5689754069610128</c:v>
                </c:pt>
                <c:pt idx="52">
                  <c:v>0.6072561271550428</c:v>
                </c:pt>
                <c:pt idx="53">
                  <c:v>0.2986994871041622</c:v>
                </c:pt>
                <c:pt idx="54">
                  <c:v>0.4919315019448952</c:v>
                </c:pt>
                <c:pt idx="55">
                  <c:v>0.6032685728448831</c:v>
                </c:pt>
                <c:pt idx="56">
                  <c:v>0.6124178662613745</c:v>
                </c:pt>
                <c:pt idx="57">
                  <c:v>0.5921272560822154</c:v>
                </c:pt>
                <c:pt idx="58">
                  <c:v>0.5982627125647049</c:v>
                </c:pt>
                <c:pt idx="59">
                  <c:v>0.6127157636908804</c:v>
                </c:pt>
                <c:pt idx="60">
                  <c:v>0.631370250583136</c:v>
                </c:pt>
                <c:pt idx="61">
                  <c:v>0.6164174844628079</c:v>
                </c:pt>
                <c:pt idx="62">
                  <c:v>0.607704891743273</c:v>
                </c:pt>
                <c:pt idx="63">
                  <c:v>0.6177273617636209</c:v>
                </c:pt>
                <c:pt idx="64">
                  <c:v>0.6154225973046601</c:v>
                </c:pt>
                <c:pt idx="65">
                  <c:v>0.5782490780569017</c:v>
                </c:pt>
                <c:pt idx="66">
                  <c:v>0.6311671757758328</c:v>
                </c:pt>
                <c:pt idx="67">
                  <c:v>0.6104520740306212</c:v>
                </c:pt>
                <c:pt idx="68">
                  <c:v>0.5912292789040815</c:v>
                </c:pt>
                <c:pt idx="69">
                  <c:v>0.6224993871583292</c:v>
                </c:pt>
                <c:pt idx="70">
                  <c:v>0.604197256767623</c:v>
                </c:pt>
                <c:pt idx="71">
                  <c:v>0.6010210997137908</c:v>
                </c:pt>
                <c:pt idx="72">
                  <c:v>0.6361360592210057</c:v>
                </c:pt>
                <c:pt idx="73">
                  <c:v>0.3086976242898404</c:v>
                </c:pt>
                <c:pt idx="74">
                  <c:v>0.1345111799209272</c:v>
                </c:pt>
                <c:pt idx="75">
                  <c:v>0.44939366956863186</c:v>
                </c:pt>
                <c:pt idx="76">
                  <c:v>0.5943281741527768</c:v>
                </c:pt>
                <c:pt idx="77">
                  <c:v>0.5948718827889222</c:v>
                </c:pt>
                <c:pt idx="78">
                  <c:v>0.6011251595536546</c:v>
                </c:pt>
                <c:pt idx="79">
                  <c:v>0.628043657929987</c:v>
                </c:pt>
                <c:pt idx="80">
                  <c:v>0.5959746054019175</c:v>
                </c:pt>
                <c:pt idx="81">
                  <c:v>0.0</c:v>
                </c:pt>
                <c:pt idx="82">
                  <c:v>0.2541245879993694</c:v>
                </c:pt>
                <c:pt idx="83">
                  <c:v>0.0</c:v>
                </c:pt>
                <c:pt idx="84">
                  <c:v>0.4100839161084722</c:v>
                </c:pt>
                <c:pt idx="85">
                  <c:v>0.4845556820528188</c:v>
                </c:pt>
                <c:pt idx="86">
                  <c:v>0.6174177282892108</c:v>
                </c:pt>
                <c:pt idx="87">
                  <c:v>0.6226397133622769</c:v>
                </c:pt>
                <c:pt idx="88">
                  <c:v>0.26733037129536596</c:v>
                </c:pt>
                <c:pt idx="89">
                  <c:v>0.5480762203541042</c:v>
                </c:pt>
                <c:pt idx="90">
                  <c:v>0.6030425536075505</c:v>
                </c:pt>
                <c:pt idx="91">
                  <c:v>0.5737695503716039</c:v>
                </c:pt>
                <c:pt idx="92">
                  <c:v>0.4497673467115857</c:v>
                </c:pt>
                <c:pt idx="93">
                  <c:v>0.6271157555205971</c:v>
                </c:pt>
                <c:pt idx="94">
                  <c:v>0.6168786698786888</c:v>
                </c:pt>
                <c:pt idx="95">
                  <c:v>0.6268650425537724</c:v>
                </c:pt>
                <c:pt idx="96">
                  <c:v>0.6121728132342916</c:v>
                </c:pt>
                <c:pt idx="97">
                  <c:v>0.0</c:v>
                </c:pt>
                <c:pt idx="98">
                  <c:v>0.0</c:v>
                </c:pt>
                <c:pt idx="99">
                  <c:v>0.652759640834721</c:v>
                </c:pt>
                <c:pt idx="100">
                  <c:v>0.36423517697000884</c:v>
                </c:pt>
                <c:pt idx="101">
                  <c:v>0.6332318693841619</c:v>
                </c:pt>
                <c:pt idx="102">
                  <c:v>0.4887851193719304</c:v>
                </c:pt>
                <c:pt idx="103">
                  <c:v>0.5898635477422415</c:v>
                </c:pt>
                <c:pt idx="104">
                  <c:v>0.0</c:v>
                </c:pt>
                <c:pt idx="105">
                  <c:v>0.0</c:v>
                </c:pt>
                <c:pt idx="106">
                  <c:v>0.5497976556717259</c:v>
                </c:pt>
                <c:pt idx="107">
                  <c:v>0.5378110137708808</c:v>
                </c:pt>
                <c:pt idx="108">
                  <c:v>0.6082313099629121</c:v>
                </c:pt>
                <c:pt idx="109">
                  <c:v>0.26100905193489055</c:v>
                </c:pt>
                <c:pt idx="110">
                  <c:v>0.46446054101423107</c:v>
                </c:pt>
                <c:pt idx="111">
                  <c:v>0.4745929719878627</c:v>
                </c:pt>
                <c:pt idx="112">
                  <c:v>0.5831947277352468</c:v>
                </c:pt>
                <c:pt idx="113">
                  <c:v>0.6463817242744607</c:v>
                </c:pt>
                <c:pt idx="114">
                  <c:v>0.6186341812625106</c:v>
                </c:pt>
                <c:pt idx="115">
                  <c:v>0.6230137232448002</c:v>
                </c:pt>
                <c:pt idx="116">
                  <c:v>0.28040646238035694</c:v>
                </c:pt>
                <c:pt idx="117">
                  <c:v>0.5475890214521649</c:v>
                </c:pt>
                <c:pt idx="118">
                  <c:v>0.6155287477329003</c:v>
                </c:pt>
                <c:pt idx="119">
                  <c:v>0.3065202172791641</c:v>
                </c:pt>
                <c:pt idx="120">
                  <c:v>0.0</c:v>
                </c:pt>
                <c:pt idx="121">
                  <c:v>0.0</c:v>
                </c:pt>
                <c:pt idx="122">
                  <c:v>0.4388602787607441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0.135586749618566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0.29886184888599043</c:v>
                </c:pt>
                <c:pt idx="133">
                  <c:v>0.5444456711449647</c:v>
                </c:pt>
                <c:pt idx="134">
                  <c:v>0.5513494460390465</c:v>
                </c:pt>
                <c:pt idx="135">
                  <c:v>0.6047996568085526</c:v>
                </c:pt>
                <c:pt idx="136">
                  <c:v>0.658849862266997</c:v>
                </c:pt>
                <c:pt idx="137">
                  <c:v>0.6203633165305565</c:v>
                </c:pt>
                <c:pt idx="138">
                  <c:v>0.6138826914759443</c:v>
                </c:pt>
                <c:pt idx="139">
                  <c:v>0.29870178326448643</c:v>
                </c:pt>
                <c:pt idx="140">
                  <c:v>0.19230777557741632</c:v>
                </c:pt>
                <c:pt idx="141">
                  <c:v>0.5007765018078462</c:v>
                </c:pt>
                <c:pt idx="142">
                  <c:v>0.6425311941447059</c:v>
                </c:pt>
                <c:pt idx="143">
                  <c:v>0.6215918747749675</c:v>
                </c:pt>
                <c:pt idx="144">
                  <c:v>0.622688772605955</c:v>
                </c:pt>
                <c:pt idx="145">
                  <c:v>0.6224699243085545</c:v>
                </c:pt>
                <c:pt idx="146">
                  <c:v>0.5854336315006796</c:v>
                </c:pt>
                <c:pt idx="147">
                  <c:v>0.5604778448084253</c:v>
                </c:pt>
                <c:pt idx="148">
                  <c:v>0.6400895252237496</c:v>
                </c:pt>
                <c:pt idx="149">
                  <c:v>0.6365026789143926</c:v>
                </c:pt>
                <c:pt idx="150">
                  <c:v>0.274197921854759</c:v>
                </c:pt>
                <c:pt idx="151">
                  <c:v>0.4940918281237829</c:v>
                </c:pt>
                <c:pt idx="152">
                  <c:v>0.5426575064813933</c:v>
                </c:pt>
                <c:pt idx="153">
                  <c:v>0.5919629742653075</c:v>
                </c:pt>
                <c:pt idx="154">
                  <c:v>0.6165135090987669</c:v>
                </c:pt>
                <c:pt idx="155">
                  <c:v>0.6057685304978422</c:v>
                </c:pt>
                <c:pt idx="156">
                  <c:v>0.3040899459605672</c:v>
                </c:pt>
                <c:pt idx="157">
                  <c:v>0.1936791856818812</c:v>
                </c:pt>
                <c:pt idx="158">
                  <c:v>0.0</c:v>
                </c:pt>
                <c:pt idx="159">
                  <c:v>0.0</c:v>
                </c:pt>
                <c:pt idx="160">
                  <c:v>0.520860008768975</c:v>
                </c:pt>
                <c:pt idx="161">
                  <c:v>0.6309386332987231</c:v>
                </c:pt>
                <c:pt idx="162">
                  <c:v>0.6254597704977215</c:v>
                </c:pt>
                <c:pt idx="163">
                  <c:v>0.6043477323360231</c:v>
                </c:pt>
                <c:pt idx="164">
                  <c:v>0.6429624325484554</c:v>
                </c:pt>
                <c:pt idx="165">
                  <c:v>0.632205479318261</c:v>
                </c:pt>
                <c:pt idx="166">
                  <c:v>0.2934774056160545</c:v>
                </c:pt>
                <c:pt idx="167">
                  <c:v>0.20614380792172637</c:v>
                </c:pt>
                <c:pt idx="168">
                  <c:v>0.21766896323788357</c:v>
                </c:pt>
                <c:pt idx="169">
                  <c:v>0.4524030037172591</c:v>
                </c:pt>
                <c:pt idx="170">
                  <c:v>0.27712228470568906</c:v>
                </c:pt>
                <c:pt idx="171">
                  <c:v>0.5470341905312573</c:v>
                </c:pt>
                <c:pt idx="172">
                  <c:v>0.655617069080464</c:v>
                </c:pt>
                <c:pt idx="173">
                  <c:v>0.29932251251281805</c:v>
                </c:pt>
                <c:pt idx="174">
                  <c:v>0.387613227213622</c:v>
                </c:pt>
                <c:pt idx="175">
                  <c:v>0.5208720755721833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보관 달러 비중</c:v>
                </c:pt>
              </c:strCache>
            </c:strRef>
          </c:tx>
          <c:spPr>
            <a:ln w="19050">
              <a:solidFill>
                <a:srgbClr val="C28A1E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Sheet1!$C$2:$C$177</c:f>
              <c:numCache>
                <c:formatCode>General</c:formatCode>
                <c:ptCount val="176"/>
                <c:pt idx="0">
                  <c:v>0.0</c:v>
                </c:pt>
                <c:pt idx="1">
                  <c:v>-5.551115123125783e-17</c:v>
                </c:pt>
                <c:pt idx="2">
                  <c:v>5.551115123125783e-17</c:v>
                </c:pt>
                <c:pt idx="3">
                  <c:v>0.2888453509319261</c:v>
                </c:pt>
                <c:pt idx="4">
                  <c:v>0.4516834708750861</c:v>
                </c:pt>
                <c:pt idx="5">
                  <c:v>0.0</c:v>
                </c:pt>
                <c:pt idx="6">
                  <c:v>-5.551115123125783e-17</c:v>
                </c:pt>
                <c:pt idx="7">
                  <c:v>-5.551115123125783e-17</c:v>
                </c:pt>
                <c:pt idx="8">
                  <c:v>-5.551115123125783e-17</c:v>
                </c:pt>
                <c:pt idx="9">
                  <c:v>-1.1102230246251565e-16</c:v>
                </c:pt>
                <c:pt idx="10">
                  <c:v>-1.1102230246251565e-16</c:v>
                </c:pt>
                <c:pt idx="11">
                  <c:v>-5.551115123125783e-17</c:v>
                </c:pt>
                <c:pt idx="12">
                  <c:v>0.0</c:v>
                </c:pt>
                <c:pt idx="13">
                  <c:v>0.0</c:v>
                </c:pt>
                <c:pt idx="14">
                  <c:v>5.551115123125783e-17</c:v>
                </c:pt>
                <c:pt idx="15">
                  <c:v>0.0</c:v>
                </c:pt>
                <c:pt idx="16">
                  <c:v>-5.551115123125783e-17</c:v>
                </c:pt>
                <c:pt idx="17">
                  <c:v>0.2827242730626529</c:v>
                </c:pt>
                <c:pt idx="18">
                  <c:v>0.252945846812202</c:v>
                </c:pt>
                <c:pt idx="19">
                  <c:v>0.24844511802929525</c:v>
                </c:pt>
                <c:pt idx="20">
                  <c:v>0.22772485246193552</c:v>
                </c:pt>
                <c:pt idx="21">
                  <c:v>0.20677446910192598</c:v>
                </c:pt>
                <c:pt idx="22">
                  <c:v>0.19241984860838923</c:v>
                </c:pt>
                <c:pt idx="23">
                  <c:v>0.18060929170215734</c:v>
                </c:pt>
                <c:pt idx="24">
                  <c:v>0.18289669251106955</c:v>
                </c:pt>
                <c:pt idx="25">
                  <c:v>0.16702251695980974</c:v>
                </c:pt>
                <c:pt idx="26">
                  <c:v>0.1641558229262433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5.551115123125783e-17</c:v>
                </c:pt>
                <c:pt idx="31">
                  <c:v>0.0</c:v>
                </c:pt>
                <c:pt idx="32">
                  <c:v>-5.551115123125783e-17</c:v>
                </c:pt>
                <c:pt idx="33">
                  <c:v>5.551115123125783e-17</c:v>
                </c:pt>
                <c:pt idx="34">
                  <c:v>-5.551115123125783e-17</c:v>
                </c:pt>
                <c:pt idx="35">
                  <c:v>0.2850122197628881</c:v>
                </c:pt>
                <c:pt idx="36">
                  <c:v>0.28916986829539615</c:v>
                </c:pt>
                <c:pt idx="37">
                  <c:v>-5.551115123125783e-17</c:v>
                </c:pt>
                <c:pt idx="38">
                  <c:v>0.0</c:v>
                </c:pt>
                <c:pt idx="39">
                  <c:v>5.551115123125783e-17</c:v>
                </c:pt>
                <c:pt idx="40">
                  <c:v>-5.551115123125783e-17</c:v>
                </c:pt>
                <c:pt idx="41">
                  <c:v>-5.551115123125783e-17</c:v>
                </c:pt>
                <c:pt idx="42">
                  <c:v>-1.1102230246251565e-16</c:v>
                </c:pt>
                <c:pt idx="43">
                  <c:v>0.5314700796797116</c:v>
                </c:pt>
                <c:pt idx="44">
                  <c:v>1.1102230246251565e-16</c:v>
                </c:pt>
                <c:pt idx="45">
                  <c:v>-5.551115123125783e-17</c:v>
                </c:pt>
                <c:pt idx="46">
                  <c:v>0.0</c:v>
                </c:pt>
                <c:pt idx="47">
                  <c:v>5.551115123125783e-17</c:v>
                </c:pt>
                <c:pt idx="48">
                  <c:v>0.5614488526138633</c:v>
                </c:pt>
                <c:pt idx="49">
                  <c:v>0.0</c:v>
                </c:pt>
                <c:pt idx="50">
                  <c:v>1.1102230246251565e-16</c:v>
                </c:pt>
                <c:pt idx="51">
                  <c:v>5.551115123125783e-17</c:v>
                </c:pt>
                <c:pt idx="52">
                  <c:v>5.551115123125783e-17</c:v>
                </c:pt>
                <c:pt idx="53">
                  <c:v>0.2574399344622098</c:v>
                </c:pt>
                <c:pt idx="54">
                  <c:v>0.0</c:v>
                </c:pt>
                <c:pt idx="55">
                  <c:v>0.0</c:v>
                </c:pt>
                <c:pt idx="56">
                  <c:v>5.551115123125783e-17</c:v>
                </c:pt>
                <c:pt idx="57">
                  <c:v>5.551115123125783e-17</c:v>
                </c:pt>
                <c:pt idx="58">
                  <c:v>5.551115123125783e-17</c:v>
                </c:pt>
                <c:pt idx="59">
                  <c:v>5.551115123125783e-17</c:v>
                </c:pt>
                <c:pt idx="60">
                  <c:v>0.0</c:v>
                </c:pt>
                <c:pt idx="61">
                  <c:v>1.1102230246251565e-16</c:v>
                </c:pt>
                <c:pt idx="62">
                  <c:v>-5.551115123125783e-17</c:v>
                </c:pt>
                <c:pt idx="63">
                  <c:v>-5.551115123125783e-17</c:v>
                </c:pt>
                <c:pt idx="64">
                  <c:v>-1.1102230246251565e-16</c:v>
                </c:pt>
                <c:pt idx="65">
                  <c:v>-5.551115123125783e-17</c:v>
                </c:pt>
                <c:pt idx="66">
                  <c:v>0.0</c:v>
                </c:pt>
                <c:pt idx="67">
                  <c:v>0.0</c:v>
                </c:pt>
                <c:pt idx="68">
                  <c:v>5.551115123125783e-17</c:v>
                </c:pt>
                <c:pt idx="69">
                  <c:v>-5.551115123125783e-17</c:v>
                </c:pt>
                <c:pt idx="70">
                  <c:v>0.0</c:v>
                </c:pt>
                <c:pt idx="71">
                  <c:v>-1.1102230246251565e-16</c:v>
                </c:pt>
                <c:pt idx="72">
                  <c:v>-5.551115123125783e-17</c:v>
                </c:pt>
                <c:pt idx="73">
                  <c:v>0.2865025710932736</c:v>
                </c:pt>
                <c:pt idx="74">
                  <c:v>0.2967080321838539</c:v>
                </c:pt>
                <c:pt idx="75">
                  <c:v>2.220446049250313e-16</c:v>
                </c:pt>
                <c:pt idx="76">
                  <c:v>0.0</c:v>
                </c:pt>
                <c:pt idx="77">
                  <c:v>0.0</c:v>
                </c:pt>
                <c:pt idx="78">
                  <c:v>-5.551115123125783e-17</c:v>
                </c:pt>
                <c:pt idx="79">
                  <c:v>0.0</c:v>
                </c:pt>
                <c:pt idx="80">
                  <c:v>5.551115123125783e-17</c:v>
                </c:pt>
                <c:pt idx="81">
                  <c:v>0.5451580148816368</c:v>
                </c:pt>
                <c:pt idx="82">
                  <c:v>0.2512905766344769</c:v>
                </c:pt>
                <c:pt idx="83">
                  <c:v>0.3990976714806933</c:v>
                </c:pt>
                <c:pt idx="84">
                  <c:v>0.0</c:v>
                </c:pt>
                <c:pt idx="85">
                  <c:v>1.1102230246251565e-16</c:v>
                </c:pt>
                <c:pt idx="86">
                  <c:v>-5.551115123125783e-17</c:v>
                </c:pt>
                <c:pt idx="87">
                  <c:v>5.551115123125783e-17</c:v>
                </c:pt>
                <c:pt idx="88">
                  <c:v>0.3005214369890704</c:v>
                </c:pt>
                <c:pt idx="89">
                  <c:v>-5.551115123125783e-17</c:v>
                </c:pt>
                <c:pt idx="90">
                  <c:v>-1.1102230246251565e-16</c:v>
                </c:pt>
                <c:pt idx="91">
                  <c:v>-5.551115123125783e-17</c:v>
                </c:pt>
                <c:pt idx="92">
                  <c:v>1.1102230246251565e-16</c:v>
                </c:pt>
                <c:pt idx="93">
                  <c:v>5.551115123125783e-17</c:v>
                </c:pt>
                <c:pt idx="94">
                  <c:v>1.1102230246251565e-16</c:v>
                </c:pt>
                <c:pt idx="95">
                  <c:v>5.551115123125783e-17</c:v>
                </c:pt>
                <c:pt idx="96">
                  <c:v>0.0</c:v>
                </c:pt>
                <c:pt idx="97">
                  <c:v>0.5825319430594091</c:v>
                </c:pt>
                <c:pt idx="98">
                  <c:v>0.6110346178288955</c:v>
                </c:pt>
                <c:pt idx="99">
                  <c:v>5.551115123125783e-17</c:v>
                </c:pt>
                <c:pt idx="100">
                  <c:v>0.0</c:v>
                </c:pt>
                <c:pt idx="101">
                  <c:v>5.551115123125783e-17</c:v>
                </c:pt>
                <c:pt idx="102">
                  <c:v>0.0</c:v>
                </c:pt>
                <c:pt idx="103">
                  <c:v>0.0</c:v>
                </c:pt>
                <c:pt idx="104">
                  <c:v>0.5540496402290425</c:v>
                </c:pt>
                <c:pt idx="105">
                  <c:v>0.5520209258785536</c:v>
                </c:pt>
                <c:pt idx="106">
                  <c:v>5.551115123125783e-17</c:v>
                </c:pt>
                <c:pt idx="107">
                  <c:v>0.0</c:v>
                </c:pt>
                <c:pt idx="108">
                  <c:v>-5.551115123125783e-17</c:v>
                </c:pt>
                <c:pt idx="109">
                  <c:v>0.2606175383569882</c:v>
                </c:pt>
                <c:pt idx="110">
                  <c:v>0.0</c:v>
                </c:pt>
                <c:pt idx="111">
                  <c:v>-1.1102230246251565e-16</c:v>
                </c:pt>
                <c:pt idx="112">
                  <c:v>-5.551115123125783e-17</c:v>
                </c:pt>
                <c:pt idx="113">
                  <c:v>5.551115123125783e-17</c:v>
                </c:pt>
                <c:pt idx="114">
                  <c:v>-5.551115123125783e-17</c:v>
                </c:pt>
                <c:pt idx="115">
                  <c:v>0.0</c:v>
                </c:pt>
                <c:pt idx="116">
                  <c:v>0.2831775061378304</c:v>
                </c:pt>
                <c:pt idx="117">
                  <c:v>5.551115123125783e-17</c:v>
                </c:pt>
                <c:pt idx="118">
                  <c:v>1.1102230246251565e-16</c:v>
                </c:pt>
                <c:pt idx="119">
                  <c:v>0.2826177390013757</c:v>
                </c:pt>
                <c:pt idx="120">
                  <c:v>0.4372482919763351</c:v>
                </c:pt>
                <c:pt idx="121">
                  <c:v>0.4416111606467672</c:v>
                </c:pt>
                <c:pt idx="122">
                  <c:v>0.0</c:v>
                </c:pt>
                <c:pt idx="123">
                  <c:v>0.3240744261141941</c:v>
                </c:pt>
                <c:pt idx="124">
                  <c:v>0.31539159160208596</c:v>
                </c:pt>
                <c:pt idx="125">
                  <c:v>0.3331995138745565</c:v>
                </c:pt>
                <c:pt idx="126">
                  <c:v>0.32435672221859546</c:v>
                </c:pt>
                <c:pt idx="127">
                  <c:v>0.15802025852010393</c:v>
                </c:pt>
                <c:pt idx="128">
                  <c:v>0.37544045955295247</c:v>
                </c:pt>
                <c:pt idx="129">
                  <c:v>0.35040752694116806</c:v>
                </c:pt>
                <c:pt idx="130">
                  <c:v>0.3350986542565064</c:v>
                </c:pt>
                <c:pt idx="131">
                  <c:v>0.27049409124308554</c:v>
                </c:pt>
                <c:pt idx="132">
                  <c:v>-1.1102230246251565e-16</c:v>
                </c:pt>
                <c:pt idx="133">
                  <c:v>-5.551115123125783e-17</c:v>
                </c:pt>
                <c:pt idx="134">
                  <c:v>-5.551115123125783e-17</c:v>
                </c:pt>
                <c:pt idx="135">
                  <c:v>0.0</c:v>
                </c:pt>
                <c:pt idx="136">
                  <c:v>0.0</c:v>
                </c:pt>
                <c:pt idx="137">
                  <c:v>-5.551115123125783e-17</c:v>
                </c:pt>
                <c:pt idx="138">
                  <c:v>0.0</c:v>
                </c:pt>
                <c:pt idx="139">
                  <c:v>0.283846995056745</c:v>
                </c:pt>
                <c:pt idx="140">
                  <c:v>0.30034226329166835</c:v>
                </c:pt>
                <c:pt idx="141">
                  <c:v>5.551115123125783e-17</c:v>
                </c:pt>
                <c:pt idx="142">
                  <c:v>5.551115123125783e-17</c:v>
                </c:pt>
                <c:pt idx="143">
                  <c:v>0.0</c:v>
                </c:pt>
                <c:pt idx="144">
                  <c:v>5.551115123125783e-17</c:v>
                </c:pt>
                <c:pt idx="145">
                  <c:v>5.551115123125783e-17</c:v>
                </c:pt>
                <c:pt idx="146">
                  <c:v>1.1102230246251565e-16</c:v>
                </c:pt>
                <c:pt idx="147">
                  <c:v>0.0</c:v>
                </c:pt>
                <c:pt idx="148">
                  <c:v>-1.1102230246251565e-16</c:v>
                </c:pt>
                <c:pt idx="149">
                  <c:v>-5.551115123125783e-17</c:v>
                </c:pt>
                <c:pt idx="150">
                  <c:v>0.29736404455782245</c:v>
                </c:pt>
                <c:pt idx="151">
                  <c:v>0.0</c:v>
                </c:pt>
                <c:pt idx="152">
                  <c:v>1.1102230246251565e-16</c:v>
                </c:pt>
                <c:pt idx="153">
                  <c:v>5.551115123125783e-17</c:v>
                </c:pt>
                <c:pt idx="154">
                  <c:v>0.0</c:v>
                </c:pt>
                <c:pt idx="155">
                  <c:v>0.0</c:v>
                </c:pt>
                <c:pt idx="156">
                  <c:v>0.30245921051127844</c:v>
                </c:pt>
                <c:pt idx="157">
                  <c:v>0.3052947911954639</c:v>
                </c:pt>
                <c:pt idx="158">
                  <c:v>0.5021539839454763</c:v>
                </c:pt>
                <c:pt idx="159">
                  <c:v>0.5217885725018647</c:v>
                </c:pt>
                <c:pt idx="160">
                  <c:v>1.1102230246251565e-16</c:v>
                </c:pt>
                <c:pt idx="161">
                  <c:v>1.1102230246251565e-16</c:v>
                </c:pt>
                <c:pt idx="162">
                  <c:v>-5.551115123125783e-17</c:v>
                </c:pt>
                <c:pt idx="163">
                  <c:v>0.0</c:v>
                </c:pt>
                <c:pt idx="164">
                  <c:v>5.551115123125783e-17</c:v>
                </c:pt>
                <c:pt idx="165">
                  <c:v>0.0</c:v>
                </c:pt>
                <c:pt idx="166">
                  <c:v>0.2642385077192984</c:v>
                </c:pt>
                <c:pt idx="167">
                  <c:v>0.2655301532101306</c:v>
                </c:pt>
                <c:pt idx="168">
                  <c:v>0.25272497522338633</c:v>
                </c:pt>
                <c:pt idx="169">
                  <c:v>0.0</c:v>
                </c:pt>
                <c:pt idx="170">
                  <c:v>0.2954044236652209</c:v>
                </c:pt>
                <c:pt idx="171">
                  <c:v>-5.551115123125783e-17</c:v>
                </c:pt>
                <c:pt idx="172">
                  <c:v>-5.551115123125783e-17</c:v>
                </c:pt>
                <c:pt idx="173">
                  <c:v>0.2807742970443347</c:v>
                </c:pt>
                <c:pt idx="174">
                  <c:v>-1.1102230246251565e-16</c:v>
                </c:pt>
                <c:pt idx="175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TQQQ 기본 목표 60%</c:v>
                </c:pt>
              </c:strCache>
            </c:strRef>
          </c:tx>
          <c:spPr>
            <a:ln w="9525">
              <a:solidFill>
                <a:srgbClr val="1A1A1A"/>
              </a:solidFill>
              <a:prstDash val="dash"/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Sheet1!$D$2:$D$177</c:f>
              <c:numCache>
                <c:formatCode>General</c:formatCode>
                <c:ptCount val="176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0.6</c:v>
                </c:pt>
                <c:pt idx="69">
                  <c:v>0.6</c:v>
                </c:pt>
                <c:pt idx="70">
                  <c:v>0.6</c:v>
                </c:pt>
                <c:pt idx="71">
                  <c:v>0.6</c:v>
                </c:pt>
                <c:pt idx="72">
                  <c:v>0.6</c:v>
                </c:pt>
                <c:pt idx="73">
                  <c:v>0.6</c:v>
                </c:pt>
                <c:pt idx="74">
                  <c:v>0.6</c:v>
                </c:pt>
                <c:pt idx="75">
                  <c:v>0.6</c:v>
                </c:pt>
                <c:pt idx="76">
                  <c:v>0.6</c:v>
                </c:pt>
                <c:pt idx="77">
                  <c:v>0.6</c:v>
                </c:pt>
                <c:pt idx="78">
                  <c:v>0.6</c:v>
                </c:pt>
                <c:pt idx="79">
                  <c:v>0.6</c:v>
                </c:pt>
                <c:pt idx="80">
                  <c:v>0.6</c:v>
                </c:pt>
                <c:pt idx="81">
                  <c:v>0.6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0.6</c:v>
                </c:pt>
                <c:pt idx="93">
                  <c:v>0.6</c:v>
                </c:pt>
                <c:pt idx="94">
                  <c:v>0.6</c:v>
                </c:pt>
                <c:pt idx="95">
                  <c:v>0.6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0.6</c:v>
                </c:pt>
                <c:pt idx="101">
                  <c:v>0.6</c:v>
                </c:pt>
                <c:pt idx="102">
                  <c:v>0.6</c:v>
                </c:pt>
                <c:pt idx="103">
                  <c:v>0.6</c:v>
                </c:pt>
                <c:pt idx="104">
                  <c:v>0.6</c:v>
                </c:pt>
                <c:pt idx="105">
                  <c:v>0.6</c:v>
                </c:pt>
                <c:pt idx="106">
                  <c:v>0.6</c:v>
                </c:pt>
                <c:pt idx="107">
                  <c:v>0.6</c:v>
                </c:pt>
                <c:pt idx="108">
                  <c:v>0.6</c:v>
                </c:pt>
                <c:pt idx="109">
                  <c:v>0.6</c:v>
                </c:pt>
                <c:pt idx="110">
                  <c:v>0.6</c:v>
                </c:pt>
                <c:pt idx="111">
                  <c:v>0.6</c:v>
                </c:pt>
                <c:pt idx="112">
                  <c:v>0.6</c:v>
                </c:pt>
                <c:pt idx="113">
                  <c:v>0.6</c:v>
                </c:pt>
                <c:pt idx="114">
                  <c:v>0.6</c:v>
                </c:pt>
                <c:pt idx="115">
                  <c:v>0.6</c:v>
                </c:pt>
                <c:pt idx="116">
                  <c:v>0.6</c:v>
                </c:pt>
                <c:pt idx="117">
                  <c:v>0.6</c:v>
                </c:pt>
                <c:pt idx="118">
                  <c:v>0.6</c:v>
                </c:pt>
                <c:pt idx="119">
                  <c:v>0.6</c:v>
                </c:pt>
                <c:pt idx="120">
                  <c:v>0.6</c:v>
                </c:pt>
                <c:pt idx="121">
                  <c:v>0.6</c:v>
                </c:pt>
                <c:pt idx="122">
                  <c:v>0.6</c:v>
                </c:pt>
                <c:pt idx="123">
                  <c:v>0.6</c:v>
                </c:pt>
                <c:pt idx="124">
                  <c:v>0.6</c:v>
                </c:pt>
                <c:pt idx="125">
                  <c:v>0.6</c:v>
                </c:pt>
                <c:pt idx="126">
                  <c:v>0.6</c:v>
                </c:pt>
                <c:pt idx="127">
                  <c:v>0.6</c:v>
                </c:pt>
                <c:pt idx="128">
                  <c:v>0.6</c:v>
                </c:pt>
                <c:pt idx="129">
                  <c:v>0.6</c:v>
                </c:pt>
                <c:pt idx="130">
                  <c:v>0.6</c:v>
                </c:pt>
                <c:pt idx="131">
                  <c:v>0.6</c:v>
                </c:pt>
                <c:pt idx="132">
                  <c:v>0.6</c:v>
                </c:pt>
                <c:pt idx="133">
                  <c:v>0.6</c:v>
                </c:pt>
                <c:pt idx="134">
                  <c:v>0.6</c:v>
                </c:pt>
                <c:pt idx="135">
                  <c:v>0.6</c:v>
                </c:pt>
                <c:pt idx="136">
                  <c:v>0.6</c:v>
                </c:pt>
                <c:pt idx="137">
                  <c:v>0.6</c:v>
                </c:pt>
                <c:pt idx="138">
                  <c:v>0.6</c:v>
                </c:pt>
                <c:pt idx="139">
                  <c:v>0.6</c:v>
                </c:pt>
                <c:pt idx="140">
                  <c:v>0.6</c:v>
                </c:pt>
                <c:pt idx="141">
                  <c:v>0.6</c:v>
                </c:pt>
                <c:pt idx="142">
                  <c:v>0.6</c:v>
                </c:pt>
                <c:pt idx="143">
                  <c:v>0.6</c:v>
                </c:pt>
                <c:pt idx="144">
                  <c:v>0.6</c:v>
                </c:pt>
                <c:pt idx="145">
                  <c:v>0.6</c:v>
                </c:pt>
                <c:pt idx="146">
                  <c:v>0.6</c:v>
                </c:pt>
                <c:pt idx="147">
                  <c:v>0.6</c:v>
                </c:pt>
                <c:pt idx="148">
                  <c:v>0.6</c:v>
                </c:pt>
                <c:pt idx="149">
                  <c:v>0.6</c:v>
                </c:pt>
                <c:pt idx="150">
                  <c:v>0.6</c:v>
                </c:pt>
                <c:pt idx="151">
                  <c:v>0.6</c:v>
                </c:pt>
                <c:pt idx="152">
                  <c:v>0.6</c:v>
                </c:pt>
                <c:pt idx="153">
                  <c:v>0.6</c:v>
                </c:pt>
                <c:pt idx="154">
                  <c:v>0.6</c:v>
                </c:pt>
                <c:pt idx="155">
                  <c:v>0.6</c:v>
                </c:pt>
                <c:pt idx="156">
                  <c:v>0.6</c:v>
                </c:pt>
                <c:pt idx="157">
                  <c:v>0.6</c:v>
                </c:pt>
                <c:pt idx="158">
                  <c:v>0.6</c:v>
                </c:pt>
                <c:pt idx="159">
                  <c:v>0.6</c:v>
                </c:pt>
                <c:pt idx="160">
                  <c:v>0.6</c:v>
                </c:pt>
                <c:pt idx="161">
                  <c:v>0.6</c:v>
                </c:pt>
                <c:pt idx="162">
                  <c:v>0.6</c:v>
                </c:pt>
                <c:pt idx="163">
                  <c:v>0.6</c:v>
                </c:pt>
                <c:pt idx="164">
                  <c:v>0.6</c:v>
                </c:pt>
                <c:pt idx="165">
                  <c:v>0.6</c:v>
                </c:pt>
                <c:pt idx="166">
                  <c:v>0.6</c:v>
                </c:pt>
                <c:pt idx="167">
                  <c:v>0.6</c:v>
                </c:pt>
                <c:pt idx="168">
                  <c:v>0.6</c:v>
                </c:pt>
                <c:pt idx="169">
                  <c:v>0.6</c:v>
                </c:pt>
                <c:pt idx="170">
                  <c:v>0.6</c:v>
                </c:pt>
                <c:pt idx="171">
                  <c:v>0.6</c:v>
                </c:pt>
                <c:pt idx="172">
                  <c:v>0.6</c:v>
                </c:pt>
                <c:pt idx="173">
                  <c:v>0.6</c:v>
                </c:pt>
                <c:pt idx="174">
                  <c:v>0.6</c:v>
                </c:pt>
                <c:pt idx="175">
                  <c:v>0.6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0.8"/>
          <c:min val="0.0"/>
        </c:scaling>
        <c:delete val="0"/>
        <c:axPos val="l"/>
        <c:majorGridlines>
          <c:spPr>
            <a:ln w="6350">
              <a:solidFill>
                <a:srgbClr val="D0D4D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18791784"/>
        <c:crosses val="autoZero"/>
        <c:majorUnit val="0.2"/>
      </c:valAx>
    </c:plotArea>
    <c:legend>
      <c:legendPos val="t"/>
      <c:layout/>
      <c:overlay val="0"/>
      <c:txPr>
        <a:bodyPr/>
        <a:lstStyle/>
        <a:p>
          <a:pPr>
            <a:defRPr sz="850">
              <a:solidFill>
                <a:srgbClr val="1A1A1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Deneb (변동성 맞춤 + 하락 매도·복귀)</c:v>
                </c:pt>
              </c:strCache>
            </c:strRef>
          </c:tx>
          <c:spPr>
            <a:ln w="28575">
              <a:solidFill>
                <a:srgbClr val="174D3B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Sheet1!$B$2:$B$177</c:f>
              <c:numCache>
                <c:formatCode>General</c:formatCode>
                <c:ptCount val="176"/>
                <c:pt idx="0">
                  <c:v>22.426844946153246</c:v>
                </c:pt>
                <c:pt idx="1">
                  <c:v>47.61096433452654</c:v>
                </c:pt>
                <c:pt idx="2">
                  <c:v>74.16182162523567</c:v>
                </c:pt>
                <c:pt idx="3">
                  <c:v>90.93367463676606</c:v>
                </c:pt>
                <c:pt idx="4">
                  <c:v>103.83707107582232</c:v>
                </c:pt>
                <c:pt idx="5">
                  <c:v>128.50936647501845</c:v>
                </c:pt>
                <c:pt idx="6">
                  <c:v>151.64363231320402</c:v>
                </c:pt>
                <c:pt idx="7">
                  <c:v>188.8494266407046</c:v>
                </c:pt>
                <c:pt idx="8">
                  <c:v>212.5814375184585</c:v>
                </c:pt>
                <c:pt idx="9">
                  <c:v>212.05046277285973</c:v>
                </c:pt>
                <c:pt idx="10">
                  <c:v>227.03692199750625</c:v>
                </c:pt>
                <c:pt idx="11">
                  <c:v>244.20324016791415</c:v>
                </c:pt>
                <c:pt idx="12">
                  <c:v>280.98730325798624</c:v>
                </c:pt>
                <c:pt idx="13">
                  <c:v>304.0844045421333</c:v>
                </c:pt>
                <c:pt idx="14">
                  <c:v>347.01671711853487</c:v>
                </c:pt>
                <c:pt idx="15">
                  <c:v>386.9607047442411</c:v>
                </c:pt>
                <c:pt idx="16">
                  <c:v>435.6107822852663</c:v>
                </c:pt>
                <c:pt idx="17">
                  <c:v>426.74259802042906</c:v>
                </c:pt>
                <c:pt idx="18">
                  <c:v>476.9815054515201</c:v>
                </c:pt>
                <c:pt idx="19">
                  <c:v>485.62230470540885</c:v>
                </c:pt>
                <c:pt idx="20">
                  <c:v>529.8081852105298</c:v>
                </c:pt>
                <c:pt idx="21">
                  <c:v>583.4883355484333</c:v>
                </c:pt>
                <c:pt idx="22">
                  <c:v>627.0168679725979</c:v>
                </c:pt>
                <c:pt idx="23">
                  <c:v>668.0192899995325</c:v>
                </c:pt>
                <c:pt idx="24">
                  <c:v>659.6646946083592</c:v>
                </c:pt>
                <c:pt idx="25">
                  <c:v>722.3606314065162</c:v>
                </c:pt>
                <c:pt idx="26">
                  <c:v>734.9753950818002</c:v>
                </c:pt>
                <c:pt idx="27">
                  <c:v>722.6799635768566</c:v>
                </c:pt>
                <c:pt idx="28">
                  <c:v>805.9699005470552</c:v>
                </c:pt>
                <c:pt idx="29">
                  <c:v>877.31497497189</c:v>
                </c:pt>
                <c:pt idx="30">
                  <c:v>907.3982496517513</c:v>
                </c:pt>
                <c:pt idx="31">
                  <c:v>1026.5621099111986</c:v>
                </c:pt>
                <c:pt idx="32">
                  <c:v>1028.4296949433726</c:v>
                </c:pt>
                <c:pt idx="33">
                  <c:v>1065.0572005929214</c:v>
                </c:pt>
                <c:pt idx="34">
                  <c:v>1186.700806101343</c:v>
                </c:pt>
                <c:pt idx="35">
                  <c:v>1131.0822218940455</c:v>
                </c:pt>
                <c:pt idx="36">
                  <c:v>1114.8196618710222</c:v>
                </c:pt>
                <c:pt idx="37">
                  <c:v>1271.5563981564903</c:v>
                </c:pt>
                <c:pt idx="38">
                  <c:v>1219.6645530781948</c:v>
                </c:pt>
                <c:pt idx="39">
                  <c:v>1282.4141190616604</c:v>
                </c:pt>
                <c:pt idx="40">
                  <c:v>1354.3179362124451</c:v>
                </c:pt>
                <c:pt idx="41">
                  <c:v>1293.1585057074856</c:v>
                </c:pt>
                <c:pt idx="42">
                  <c:v>1420.9432497149833</c:v>
                </c:pt>
                <c:pt idx="43">
                  <c:v>1160.4446418734651</c:v>
                </c:pt>
                <c:pt idx="44">
                  <c:v>1131.1546019233056</c:v>
                </c:pt>
                <c:pt idx="45">
                  <c:v>1423.2473269032487</c:v>
                </c:pt>
                <c:pt idx="46">
                  <c:v>1455.1977523555513</c:v>
                </c:pt>
                <c:pt idx="47">
                  <c:v>1418.5344298081102</c:v>
                </c:pt>
                <c:pt idx="48">
                  <c:v>1258.3660921860949</c:v>
                </c:pt>
                <c:pt idx="49">
                  <c:v>1305.045551727914</c:v>
                </c:pt>
                <c:pt idx="50">
                  <c:v>1511.8245799383114</c:v>
                </c:pt>
                <c:pt idx="51">
                  <c:v>1441.0196434989189</c:v>
                </c:pt>
                <c:pt idx="52">
                  <c:v>1525.9306800447807</c:v>
                </c:pt>
                <c:pt idx="53">
                  <c:v>1432.130263484757</c:v>
                </c:pt>
                <c:pt idx="54">
                  <c:v>1586.6636391195102</c:v>
                </c:pt>
                <c:pt idx="55">
                  <c:v>1629.3746129462777</c:v>
                </c:pt>
                <c:pt idx="56">
                  <c:v>1707.8495967258061</c:v>
                </c:pt>
                <c:pt idx="57">
                  <c:v>1669.2993428205739</c:v>
                </c:pt>
                <c:pt idx="58">
                  <c:v>1722.912794657129</c:v>
                </c:pt>
                <c:pt idx="59">
                  <c:v>1787.5393584690262</c:v>
                </c:pt>
                <c:pt idx="60">
                  <c:v>1973.8295049253334</c:v>
                </c:pt>
                <c:pt idx="61">
                  <c:v>2181.5500733553076</c:v>
                </c:pt>
                <c:pt idx="62">
                  <c:v>2277.1158742867215</c:v>
                </c:pt>
                <c:pt idx="63">
                  <c:v>2410.6170510682136</c:v>
                </c:pt>
                <c:pt idx="64">
                  <c:v>2614.007417200153</c:v>
                </c:pt>
                <c:pt idx="65">
                  <c:v>2505.8365367874053</c:v>
                </c:pt>
                <c:pt idx="66">
                  <c:v>2737.479157973903</c:v>
                </c:pt>
                <c:pt idx="67">
                  <c:v>2840.6123046812922</c:v>
                </c:pt>
                <c:pt idx="68">
                  <c:v>2874.858665448449</c:v>
                </c:pt>
                <c:pt idx="69">
                  <c:v>3175.3316012290425</c:v>
                </c:pt>
                <c:pt idx="70">
                  <c:v>3354.064485576143</c:v>
                </c:pt>
                <c:pt idx="71">
                  <c:v>3424.37667030194</c:v>
                </c:pt>
                <c:pt idx="72">
                  <c:v>4072.095164284031</c:v>
                </c:pt>
                <c:pt idx="73">
                  <c:v>3762.3799033066675</c:v>
                </c:pt>
                <c:pt idx="74">
                  <c:v>3632.970458511505</c:v>
                </c:pt>
                <c:pt idx="75">
                  <c:v>3527.7138396997975</c:v>
                </c:pt>
                <c:pt idx="76">
                  <c:v>3895.8903422123312</c:v>
                </c:pt>
                <c:pt idx="77">
                  <c:v>3977.3641408914737</c:v>
                </c:pt>
                <c:pt idx="78">
                  <c:v>4250.523964384853</c:v>
                </c:pt>
                <c:pt idx="79">
                  <c:v>4760.047963483623</c:v>
                </c:pt>
                <c:pt idx="80">
                  <c:v>4755.801598273385</c:v>
                </c:pt>
                <c:pt idx="81">
                  <c:v>3958.7432895794154</c:v>
                </c:pt>
                <c:pt idx="82">
                  <c:v>3804.5368033150553</c:v>
                </c:pt>
                <c:pt idx="83">
                  <c:v>3482.373647803937</c:v>
                </c:pt>
                <c:pt idx="84">
                  <c:v>3797.6053328655375</c:v>
                </c:pt>
                <c:pt idx="85">
                  <c:v>4057.4159787775634</c:v>
                </c:pt>
                <c:pt idx="86">
                  <c:v>4362.140652537801</c:v>
                </c:pt>
                <c:pt idx="87">
                  <c:v>4874.437249955563</c:v>
                </c:pt>
                <c:pt idx="88">
                  <c:v>4178.280799979332</c:v>
                </c:pt>
                <c:pt idx="89">
                  <c:v>4749.763503588186</c:v>
                </c:pt>
                <c:pt idx="90">
                  <c:v>4969.251678093399</c:v>
                </c:pt>
                <c:pt idx="91">
                  <c:v>4622.332692682558</c:v>
                </c:pt>
                <c:pt idx="92">
                  <c:v>4763.2363569539575</c:v>
                </c:pt>
                <c:pt idx="93">
                  <c:v>5174.200555790038</c:v>
                </c:pt>
                <c:pt idx="94">
                  <c:v>5633.03855030884</c:v>
                </c:pt>
                <c:pt idx="95">
                  <c:v>6092.456797576977</c:v>
                </c:pt>
                <c:pt idx="96">
                  <c:v>6372.779727954323</c:v>
                </c:pt>
                <c:pt idx="97">
                  <c:v>5697.275603938668</c:v>
                </c:pt>
                <c:pt idx="98">
                  <c:v>5431.517185556119</c:v>
                </c:pt>
                <c:pt idx="99">
                  <c:v>6917.996123572324</c:v>
                </c:pt>
                <c:pt idx="100">
                  <c:v>7374.228006601088</c:v>
                </c:pt>
                <c:pt idx="101">
                  <c:v>8132.190443399776</c:v>
                </c:pt>
                <c:pt idx="102">
                  <c:v>9277.483221548595</c:v>
                </c:pt>
                <c:pt idx="103">
                  <c:v>11232.314838240847</c:v>
                </c:pt>
                <c:pt idx="104">
                  <c:v>10122.605896171257</c:v>
                </c:pt>
                <c:pt idx="105">
                  <c:v>10159.807159535003</c:v>
                </c:pt>
                <c:pt idx="106">
                  <c:v>11490.052347484501</c:v>
                </c:pt>
                <c:pt idx="107">
                  <c:v>12576.73173468732</c:v>
                </c:pt>
                <c:pt idx="108">
                  <c:v>12540.305897376975</c:v>
                </c:pt>
                <c:pt idx="109">
                  <c:v>12860.817131153992</c:v>
                </c:pt>
                <c:pt idx="110">
                  <c:v>14245.852026930645</c:v>
                </c:pt>
                <c:pt idx="111">
                  <c:v>15583.80353360433</c:v>
                </c:pt>
                <c:pt idx="112">
                  <c:v>15264.164787616815</c:v>
                </c:pt>
                <c:pt idx="113">
                  <c:v>17013.44699105081</c:v>
                </c:pt>
                <c:pt idx="114">
                  <c:v>17927.491004573672</c:v>
                </c:pt>
                <c:pt idx="115">
                  <c:v>19455.164192246473</c:v>
                </c:pt>
                <c:pt idx="116">
                  <c:v>17296.740725847674</c:v>
                </c:pt>
                <c:pt idx="117">
                  <c:v>20090.771363284635</c:v>
                </c:pt>
                <c:pt idx="118">
                  <c:v>20579.56727686081</c:v>
                </c:pt>
                <c:pt idx="119">
                  <c:v>20900.575223616022</c:v>
                </c:pt>
                <c:pt idx="120">
                  <c:v>19458.126488427824</c:v>
                </c:pt>
                <c:pt idx="121">
                  <c:v>19265.89119637285</c:v>
                </c:pt>
                <c:pt idx="122">
                  <c:v>19782.604557590043</c:v>
                </c:pt>
                <c:pt idx="123">
                  <c:v>17682.20414536561</c:v>
                </c:pt>
                <c:pt idx="124">
                  <c:v>18169.001055909837</c:v>
                </c:pt>
                <c:pt idx="125">
                  <c:v>17197.9547455185</c:v>
                </c:pt>
                <c:pt idx="126">
                  <c:v>17666.814862500367</c:v>
                </c:pt>
                <c:pt idx="127">
                  <c:v>16464.376103752358</c:v>
                </c:pt>
                <c:pt idx="128">
                  <c:v>15489.741556553134</c:v>
                </c:pt>
                <c:pt idx="129">
                  <c:v>16596.32068726985</c:v>
                </c:pt>
                <c:pt idx="130">
                  <c:v>17354.518182866916</c:v>
                </c:pt>
                <c:pt idx="131">
                  <c:v>15680.414368433178</c:v>
                </c:pt>
                <c:pt idx="132">
                  <c:v>16683.034519965353</c:v>
                </c:pt>
                <c:pt idx="133">
                  <c:v>15934.042411147562</c:v>
                </c:pt>
                <c:pt idx="134">
                  <c:v>18046.7460779182</c:v>
                </c:pt>
                <c:pt idx="135">
                  <c:v>18013.948549942408</c:v>
                </c:pt>
                <c:pt idx="136">
                  <c:v>20231.215217446934</c:v>
                </c:pt>
                <c:pt idx="137">
                  <c:v>22935.730437820697</c:v>
                </c:pt>
                <c:pt idx="138">
                  <c:v>24786.552281393047</c:v>
                </c:pt>
                <c:pt idx="139">
                  <c:v>23365.71675409962</c:v>
                </c:pt>
                <c:pt idx="140">
                  <c:v>22082.434937095324</c:v>
                </c:pt>
                <c:pt idx="141">
                  <c:v>21049.549624754123</c:v>
                </c:pt>
                <c:pt idx="142">
                  <c:v>25691.463910742135</c:v>
                </c:pt>
                <c:pt idx="143">
                  <c:v>28834.736466419636</c:v>
                </c:pt>
                <c:pt idx="144">
                  <c:v>29535.774607797957</c:v>
                </c:pt>
                <c:pt idx="145">
                  <c:v>32370.659437587423</c:v>
                </c:pt>
                <c:pt idx="146">
                  <c:v>33495.795228080664</c:v>
                </c:pt>
                <c:pt idx="147">
                  <c:v>29335.160562425488</c:v>
                </c:pt>
                <c:pt idx="148">
                  <c:v>32915.16131992121</c:v>
                </c:pt>
                <c:pt idx="149">
                  <c:v>36592.27137498888</c:v>
                </c:pt>
                <c:pt idx="150">
                  <c:v>36774.26429059866</c:v>
                </c:pt>
                <c:pt idx="151">
                  <c:v>38227.89089207058</c:v>
                </c:pt>
                <c:pt idx="152">
                  <c:v>38064.29328558409</c:v>
                </c:pt>
                <c:pt idx="153">
                  <c:v>37239.65694453445</c:v>
                </c:pt>
                <c:pt idx="154">
                  <c:v>41280.13915418871</c:v>
                </c:pt>
                <c:pt idx="155">
                  <c:v>40065.3114920493</c:v>
                </c:pt>
                <c:pt idx="156">
                  <c:v>41408.03652473993</c:v>
                </c:pt>
                <c:pt idx="157">
                  <c:v>41023.43832023137</c:v>
                </c:pt>
                <c:pt idx="158">
                  <c:v>38976.86728545582</c:v>
                </c:pt>
                <c:pt idx="159">
                  <c:v>37510.19133144354</c:v>
                </c:pt>
                <c:pt idx="160">
                  <c:v>37987.39690415388</c:v>
                </c:pt>
                <c:pt idx="161">
                  <c:v>42558.51200312021</c:v>
                </c:pt>
                <c:pt idx="162">
                  <c:v>44168.48192736505</c:v>
                </c:pt>
                <c:pt idx="163">
                  <c:v>45425.11031311106</c:v>
                </c:pt>
                <c:pt idx="164">
                  <c:v>49570.27279493259</c:v>
                </c:pt>
                <c:pt idx="165">
                  <c:v>53020.08930243414</c:v>
                </c:pt>
                <c:pt idx="166">
                  <c:v>50225.44698840695</c:v>
                </c:pt>
                <c:pt idx="167">
                  <c:v>49981.13020802131</c:v>
                </c:pt>
                <c:pt idx="168">
                  <c:v>52513.595658761355</c:v>
                </c:pt>
                <c:pt idx="169">
                  <c:v>53692.858143116595</c:v>
                </c:pt>
                <c:pt idx="170">
                  <c:v>48964.58813903916</c:v>
                </c:pt>
                <c:pt idx="171">
                  <c:v>59260.27289526415</c:v>
                </c:pt>
                <c:pt idx="172">
                  <c:v>71092.67330505305</c:v>
                </c:pt>
                <c:pt idx="173">
                  <c:v>67796.618711583</c:v>
                </c:pt>
                <c:pt idx="174">
                  <c:v>67375.52972443435</c:v>
                </c:pt>
                <c:pt idx="175">
                  <c:v>72222.45154569182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 맞춤만 (하락 매도 없음)</c:v>
                </c:pt>
              </c:strCache>
            </c:strRef>
          </c:tx>
          <c:spPr>
            <a:ln w="19050">
              <a:solidFill>
                <a:srgbClr val="2F6DB5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Sheet1!$C$2:$C$177</c:f>
              <c:numCache>
                <c:formatCode>General</c:formatCode>
                <c:ptCount val="176"/>
                <c:pt idx="0">
                  <c:v>22.426844946153246</c:v>
                </c:pt>
                <c:pt idx="1">
                  <c:v>47.61096433452654</c:v>
                </c:pt>
                <c:pt idx="2">
                  <c:v>74.16182162523567</c:v>
                </c:pt>
                <c:pt idx="3">
                  <c:v>91.33649948005171</c:v>
                </c:pt>
                <c:pt idx="4">
                  <c:v>95.8703823642287</c:v>
                </c:pt>
                <c:pt idx="5">
                  <c:v>126.42996895383908</c:v>
                </c:pt>
                <c:pt idx="6">
                  <c:v>149.82678724515196</c:v>
                </c:pt>
                <c:pt idx="7">
                  <c:v>186.85116577914118</c:v>
                </c:pt>
                <c:pt idx="8">
                  <c:v>210.5479230382469</c:v>
                </c:pt>
                <c:pt idx="9">
                  <c:v>207.98702824390747</c:v>
                </c:pt>
                <c:pt idx="10">
                  <c:v>231.91309017975027</c:v>
                </c:pt>
                <c:pt idx="11">
                  <c:v>249.0293055294834</c:v>
                </c:pt>
                <c:pt idx="12">
                  <c:v>286.14445832343654</c:v>
                </c:pt>
                <c:pt idx="13">
                  <c:v>309.30303417094757</c:v>
                </c:pt>
                <c:pt idx="14">
                  <c:v>352.6077303645302</c:v>
                </c:pt>
                <c:pt idx="15">
                  <c:v>392.8519225498715</c:v>
                </c:pt>
                <c:pt idx="16">
                  <c:v>441.91391786740803</c:v>
                </c:pt>
                <c:pt idx="17">
                  <c:v>437.9262477729885</c:v>
                </c:pt>
                <c:pt idx="18">
                  <c:v>520.9320376360139</c:v>
                </c:pt>
                <c:pt idx="19">
                  <c:v>527.6495293074697</c:v>
                </c:pt>
                <c:pt idx="20">
                  <c:v>602.0521106098989</c:v>
                </c:pt>
                <c:pt idx="21">
                  <c:v>688.9624931169029</c:v>
                </c:pt>
                <c:pt idx="22">
                  <c:v>760.11714367089</c:v>
                </c:pt>
                <c:pt idx="23">
                  <c:v>827.5465750848683</c:v>
                </c:pt>
                <c:pt idx="24">
                  <c:v>800.2692043195749</c:v>
                </c:pt>
                <c:pt idx="25">
                  <c:v>911.4265085803788</c:v>
                </c:pt>
                <c:pt idx="26">
                  <c:v>891.4315960311018</c:v>
                </c:pt>
                <c:pt idx="27">
                  <c:v>906.2476819783542</c:v>
                </c:pt>
                <c:pt idx="28">
                  <c:v>1005.3340602302691</c:v>
                </c:pt>
                <c:pt idx="29">
                  <c:v>1089.061991369329</c:v>
                </c:pt>
                <c:pt idx="30">
                  <c:v>1121.6283629532716</c:v>
                </c:pt>
                <c:pt idx="31">
                  <c:v>1263.6660476262527</c:v>
                </c:pt>
                <c:pt idx="32">
                  <c:v>1261.4419544681546</c:v>
                </c:pt>
                <c:pt idx="33">
                  <c:v>1344.132198874769</c:v>
                </c:pt>
                <c:pt idx="34">
                  <c:v>1492.103426984345</c:v>
                </c:pt>
                <c:pt idx="35">
                  <c:v>1439.0562315274262</c:v>
                </c:pt>
                <c:pt idx="36">
                  <c:v>1380.1351578123074</c:v>
                </c:pt>
                <c:pt idx="37">
                  <c:v>1619.140482953914</c:v>
                </c:pt>
                <c:pt idx="38">
                  <c:v>1551.647090429527</c:v>
                </c:pt>
                <c:pt idx="39">
                  <c:v>1625.776155663255</c:v>
                </c:pt>
                <c:pt idx="40">
                  <c:v>1711.5122099712178</c:v>
                </c:pt>
                <c:pt idx="41">
                  <c:v>1629.2835138843768</c:v>
                </c:pt>
                <c:pt idx="42">
                  <c:v>1784.7400974855393</c:v>
                </c:pt>
                <c:pt idx="43">
                  <c:v>1535.298046626362</c:v>
                </c:pt>
                <c:pt idx="44">
                  <c:v>1483.0072925542988</c:v>
                </c:pt>
                <c:pt idx="45">
                  <c:v>1853.856002064513</c:v>
                </c:pt>
                <c:pt idx="46">
                  <c:v>1889.5078895280983</c:v>
                </c:pt>
                <c:pt idx="47">
                  <c:v>1836.2878937110088</c:v>
                </c:pt>
                <c:pt idx="48">
                  <c:v>1603.8208763377938</c:v>
                </c:pt>
                <c:pt idx="49">
                  <c:v>1590.7933739724356</c:v>
                </c:pt>
                <c:pt idx="50">
                  <c:v>1816.5178472002885</c:v>
                </c:pt>
                <c:pt idx="51">
                  <c:v>1727.711530079877</c:v>
                </c:pt>
                <c:pt idx="52">
                  <c:v>1889.628955362092</c:v>
                </c:pt>
                <c:pt idx="53">
                  <c:v>1841.9329754633718</c:v>
                </c:pt>
                <c:pt idx="54">
                  <c:v>2118.9335131141893</c:v>
                </c:pt>
                <c:pt idx="55">
                  <c:v>2174.144485260386</c:v>
                </c:pt>
                <c:pt idx="56">
                  <c:v>2271.967453271473</c:v>
                </c:pt>
                <c:pt idx="57">
                  <c:v>2214.2817887727288</c:v>
                </c:pt>
                <c:pt idx="58">
                  <c:v>2278.6414293096764</c:v>
                </c:pt>
                <c:pt idx="59">
                  <c:v>2357.257895388206</c:v>
                </c:pt>
                <c:pt idx="60">
                  <c:v>2596.073150335626</c:v>
                </c:pt>
                <c:pt idx="61">
                  <c:v>2862.4454634981357</c:v>
                </c:pt>
                <c:pt idx="62">
                  <c:v>2981.529753760186</c:v>
                </c:pt>
                <c:pt idx="63">
                  <c:v>3149.8184135389292</c:v>
                </c:pt>
                <c:pt idx="64">
                  <c:v>3409.0757356609583</c:v>
                </c:pt>
                <c:pt idx="65">
                  <c:v>3262.2676515185176</c:v>
                </c:pt>
                <c:pt idx="66">
                  <c:v>3557.1969338414865</c:v>
                </c:pt>
                <c:pt idx="67">
                  <c:v>3685.067460439855</c:v>
                </c:pt>
                <c:pt idx="68">
                  <c:v>3723.5183817115053</c:v>
                </c:pt>
                <c:pt idx="69">
                  <c:v>4106.238681785135</c:v>
                </c:pt>
                <c:pt idx="70">
                  <c:v>4331.217158120633</c:v>
                </c:pt>
                <c:pt idx="71">
                  <c:v>4416.057444028559</c:v>
                </c:pt>
                <c:pt idx="72">
                  <c:v>5244.713975101437</c:v>
                </c:pt>
                <c:pt idx="73">
                  <c:v>4947.856340384928</c:v>
                </c:pt>
                <c:pt idx="74">
                  <c:v>4586.708231591089</c:v>
                </c:pt>
                <c:pt idx="75">
                  <c:v>4596.27407728337</c:v>
                </c:pt>
                <c:pt idx="76">
                  <c:v>5074.390821503296</c:v>
                </c:pt>
                <c:pt idx="77">
                  <c:v>5174.555698307416</c:v>
                </c:pt>
                <c:pt idx="78">
                  <c:v>5523.624881079137</c:v>
                </c:pt>
                <c:pt idx="79">
                  <c:v>6179.112996367964</c:v>
                </c:pt>
                <c:pt idx="80">
                  <c:v>6167.62097178023</c:v>
                </c:pt>
                <c:pt idx="81">
                  <c:v>5054.281897160487</c:v>
                </c:pt>
                <c:pt idx="82">
                  <c:v>5167.892001015783</c:v>
                </c:pt>
                <c:pt idx="83">
                  <c:v>4332.456691913727</c:v>
                </c:pt>
                <c:pt idx="84">
                  <c:v>4916.321491586783</c:v>
                </c:pt>
                <c:pt idx="85">
                  <c:v>5248.959525584396</c:v>
                </c:pt>
                <c:pt idx="86">
                  <c:v>5636.9550405496375</c:v>
                </c:pt>
                <c:pt idx="87">
                  <c:v>6292.6446142931145</c:v>
                </c:pt>
                <c:pt idx="88">
                  <c:v>5210.057064885094</c:v>
                </c:pt>
                <c:pt idx="89">
                  <c:v>6150.18234874112</c:v>
                </c:pt>
                <c:pt idx="90">
                  <c:v>6448.273137249628</c:v>
                </c:pt>
                <c:pt idx="91">
                  <c:v>6132.636554986169</c:v>
                </c:pt>
                <c:pt idx="92">
                  <c:v>6311.082006712496</c:v>
                </c:pt>
                <c:pt idx="93">
                  <c:v>6848.431153194034</c:v>
                </c:pt>
                <c:pt idx="94">
                  <c:v>7448.858623291338</c:v>
                </c:pt>
                <c:pt idx="95">
                  <c:v>8049.268052899832</c:v>
                </c:pt>
                <c:pt idx="96">
                  <c:v>8413.134190427345</c:v>
                </c:pt>
                <c:pt idx="97">
                  <c:v>7231.555445739738</c:v>
                </c:pt>
                <c:pt idx="98">
                  <c:v>5698.925605481889</c:v>
                </c:pt>
                <c:pt idx="99">
                  <c:v>6611.797776442352</c:v>
                </c:pt>
                <c:pt idx="100">
                  <c:v>7275.809611035798</c:v>
                </c:pt>
                <c:pt idx="101">
                  <c:v>8023.864054225927</c:v>
                </c:pt>
                <c:pt idx="102">
                  <c:v>9154.19808551249</c:v>
                </c:pt>
                <c:pt idx="103">
                  <c:v>11083.36733022141</c:v>
                </c:pt>
                <c:pt idx="104">
                  <c:v>9755.747005841411</c:v>
                </c:pt>
                <c:pt idx="105">
                  <c:v>9552.546556977923</c:v>
                </c:pt>
                <c:pt idx="106">
                  <c:v>11814.278127300018</c:v>
                </c:pt>
                <c:pt idx="107">
                  <c:v>12917.946145308653</c:v>
                </c:pt>
                <c:pt idx="108">
                  <c:v>12879.99866105449</c:v>
                </c:pt>
                <c:pt idx="109">
                  <c:v>13213.83409955841</c:v>
                </c:pt>
                <c:pt idx="110">
                  <c:v>13914.790415080652</c:v>
                </c:pt>
                <c:pt idx="111">
                  <c:v>15263.339990619352</c:v>
                </c:pt>
                <c:pt idx="112">
                  <c:v>15087.732814064455</c:v>
                </c:pt>
                <c:pt idx="113">
                  <c:v>16816.59529641099</c:v>
                </c:pt>
                <c:pt idx="114">
                  <c:v>17720.30613647268</c:v>
                </c:pt>
                <c:pt idx="115">
                  <c:v>19230.575119896843</c:v>
                </c:pt>
                <c:pt idx="116">
                  <c:v>17049.895848206485</c:v>
                </c:pt>
                <c:pt idx="117">
                  <c:v>19875.548594468924</c:v>
                </c:pt>
                <c:pt idx="118">
                  <c:v>20374.40837320052</c:v>
                </c:pt>
                <c:pt idx="119">
                  <c:v>21186.87981310087</c:v>
                </c:pt>
                <c:pt idx="120">
                  <c:v>18185.867829921663</c:v>
                </c:pt>
                <c:pt idx="121">
                  <c:v>16829.53447923762</c:v>
                </c:pt>
                <c:pt idx="122">
                  <c:v>17827.435536623456</c:v>
                </c:pt>
                <c:pt idx="123">
                  <c:v>14924.858186406967</c:v>
                </c:pt>
                <c:pt idx="124">
                  <c:v>14775.622724944997</c:v>
                </c:pt>
                <c:pt idx="125">
                  <c:v>12774.481277509803</c:v>
                </c:pt>
                <c:pt idx="126">
                  <c:v>14723.364352730474</c:v>
                </c:pt>
                <c:pt idx="127">
                  <c:v>13397.445720275353</c:v>
                </c:pt>
                <c:pt idx="128">
                  <c:v>10888.655498644679</c:v>
                </c:pt>
                <c:pt idx="129">
                  <c:v>12013.254377022567</c:v>
                </c:pt>
                <c:pt idx="130">
                  <c:v>13097.95948611552</c:v>
                </c:pt>
                <c:pt idx="131">
                  <c:v>11724.512352353322</c:v>
                </c:pt>
                <c:pt idx="132">
                  <c:v>13979.330876954225</c:v>
                </c:pt>
                <c:pt idx="133">
                  <c:v>13570.391890779305</c:v>
                </c:pt>
                <c:pt idx="134">
                  <c:v>15373.323579644155</c:v>
                </c:pt>
                <c:pt idx="135">
                  <c:v>15348.342716139787</c:v>
                </c:pt>
                <c:pt idx="136">
                  <c:v>17240.835918009543</c:v>
                </c:pt>
                <c:pt idx="137">
                  <c:v>19548.863475139104</c:v>
                </c:pt>
                <c:pt idx="138">
                  <c:v>21129.54815422634</c:v>
                </c:pt>
                <c:pt idx="139">
                  <c:v>20217.06530038733</c:v>
                </c:pt>
                <c:pt idx="140">
                  <c:v>17979.001649404843</c:v>
                </c:pt>
                <c:pt idx="141">
                  <c:v>16855.776759404544</c:v>
                </c:pt>
                <c:pt idx="142">
                  <c:v>20664.231645203687</c:v>
                </c:pt>
                <c:pt idx="143">
                  <c:v>23196.775945580433</c:v>
                </c:pt>
                <c:pt idx="144">
                  <c:v>23764.86462598617</c:v>
                </c:pt>
                <c:pt idx="145">
                  <c:v>26050.02264628845</c:v>
                </c:pt>
                <c:pt idx="146">
                  <c:v>26959.38488098316</c:v>
                </c:pt>
                <c:pt idx="147">
                  <c:v>24176.447192689197</c:v>
                </c:pt>
                <c:pt idx="148">
                  <c:v>27126.068625544995</c:v>
                </c:pt>
                <c:pt idx="149">
                  <c:v>30160.348944353656</c:v>
                </c:pt>
                <c:pt idx="150">
                  <c:v>29611.59985317849</c:v>
                </c:pt>
                <c:pt idx="151">
                  <c:v>29954.89060137559</c:v>
                </c:pt>
                <c:pt idx="152">
                  <c:v>31186.504174847687</c:v>
                </c:pt>
                <c:pt idx="153">
                  <c:v>30489.53097636652</c:v>
                </c:pt>
                <c:pt idx="154">
                  <c:v>33801.625298860476</c:v>
                </c:pt>
                <c:pt idx="155">
                  <c:v>32810.337585059286</c:v>
                </c:pt>
                <c:pt idx="156">
                  <c:v>33968.987851645885</c:v>
                </c:pt>
                <c:pt idx="157">
                  <c:v>32391.42250981959</c:v>
                </c:pt>
                <c:pt idx="158">
                  <c:v>27693.21657222894</c:v>
                </c:pt>
                <c:pt idx="159">
                  <c:v>26081.349281913863</c:v>
                </c:pt>
                <c:pt idx="160">
                  <c:v>28067.984730536336</c:v>
                </c:pt>
                <c:pt idx="161">
                  <c:v>31247.88880821155</c:v>
                </c:pt>
                <c:pt idx="162">
                  <c:v>32436.075898520423</c:v>
                </c:pt>
                <c:pt idx="163">
                  <c:v>33364.59514340872</c:v>
                </c:pt>
                <c:pt idx="164">
                  <c:v>36415.09111709079</c:v>
                </c:pt>
                <c:pt idx="165">
                  <c:v>38954.98908751115</c:v>
                </c:pt>
                <c:pt idx="166">
                  <c:v>37985.81945037128</c:v>
                </c:pt>
                <c:pt idx="167">
                  <c:v>37381.052547207975</c:v>
                </c:pt>
                <c:pt idx="168">
                  <c:v>39261.848778278596</c:v>
                </c:pt>
                <c:pt idx="169">
                  <c:v>38369.1749715144</c:v>
                </c:pt>
                <c:pt idx="170">
                  <c:v>34369.113306429135</c:v>
                </c:pt>
                <c:pt idx="171">
                  <c:v>44677.09263929368</c:v>
                </c:pt>
                <c:pt idx="172">
                  <c:v>53736.10141112706</c:v>
                </c:pt>
                <c:pt idx="173">
                  <c:v>52200.06809551722</c:v>
                </c:pt>
                <c:pt idx="174">
                  <c:v>49520.16742582117</c:v>
                </c:pt>
                <c:pt idx="175">
                  <c:v>52883.60979035443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고정 60/40 (TQQQ 60 · SCHD 40, 매달 맞춤)</c:v>
                </c:pt>
              </c:strCache>
            </c:strRef>
          </c:tx>
          <c:spPr>
            <a:ln w="19050">
              <a:solidFill>
                <a:srgbClr val="8E4FB0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Sheet1!$D$2:$D$177</c:f>
              <c:numCache>
                <c:formatCode>General</c:formatCode>
                <c:ptCount val="176"/>
                <c:pt idx="0">
                  <c:v>22.426844946153246</c:v>
                </c:pt>
                <c:pt idx="1">
                  <c:v>47.61096433452654</c:v>
                </c:pt>
                <c:pt idx="2">
                  <c:v>74.16182162523567</c:v>
                </c:pt>
                <c:pt idx="3">
                  <c:v>91.33649948005171</c:v>
                </c:pt>
                <c:pt idx="4">
                  <c:v>95.8703823642287</c:v>
                </c:pt>
                <c:pt idx="5">
                  <c:v>126.42996895383908</c:v>
                </c:pt>
                <c:pt idx="6">
                  <c:v>149.76985759830526</c:v>
                </c:pt>
                <c:pt idx="7">
                  <c:v>186.73751175634712</c:v>
                </c:pt>
                <c:pt idx="8">
                  <c:v>210.4322537955638</c:v>
                </c:pt>
                <c:pt idx="9">
                  <c:v>207.8826753267992</c:v>
                </c:pt>
                <c:pt idx="10">
                  <c:v>231.80668034937884</c:v>
                </c:pt>
                <c:pt idx="11">
                  <c:v>248.92414955380136</c:v>
                </c:pt>
                <c:pt idx="12">
                  <c:v>286.0320966629102</c:v>
                </c:pt>
                <c:pt idx="13">
                  <c:v>309.1893331359405</c:v>
                </c:pt>
                <c:pt idx="14">
                  <c:v>352.48591601133535</c:v>
                </c:pt>
                <c:pt idx="15">
                  <c:v>392.7235674816669</c:v>
                </c:pt>
                <c:pt idx="16">
                  <c:v>441.7765881294418</c:v>
                </c:pt>
                <c:pt idx="17">
                  <c:v>437.7960006664712</c:v>
                </c:pt>
                <c:pt idx="18">
                  <c:v>520.7837645357786</c:v>
                </c:pt>
                <c:pt idx="19">
                  <c:v>527.5047823074248</c:v>
                </c:pt>
                <c:pt idx="20">
                  <c:v>601.8929199413091</c:v>
                </c:pt>
                <c:pt idx="21">
                  <c:v>688.7860676046731</c:v>
                </c:pt>
                <c:pt idx="22">
                  <c:v>759.9279778237355</c:v>
                </c:pt>
                <c:pt idx="23">
                  <c:v>827.3459392914019</c:v>
                </c:pt>
                <c:pt idx="24">
                  <c:v>800.0798361517453</c:v>
                </c:pt>
                <c:pt idx="25">
                  <c:v>911.2163585383862</c:v>
                </c:pt>
                <c:pt idx="26">
                  <c:v>891.2305441207351</c:v>
                </c:pt>
                <c:pt idx="27">
                  <c:v>906.0476344080007</c:v>
                </c:pt>
                <c:pt idx="28">
                  <c:v>1005.3112924624897</c:v>
                </c:pt>
                <c:pt idx="29">
                  <c:v>1089.027215937303</c:v>
                </c:pt>
                <c:pt idx="30">
                  <c:v>1121.593273940045</c:v>
                </c:pt>
                <c:pt idx="31">
                  <c:v>1263.6272120147974</c:v>
                </c:pt>
                <c:pt idx="32">
                  <c:v>1261.4037890389266</c:v>
                </c:pt>
                <c:pt idx="33">
                  <c:v>1344.0921878033116</c:v>
                </c:pt>
                <c:pt idx="34">
                  <c:v>1497.060662717364</c:v>
                </c:pt>
                <c:pt idx="35">
                  <c:v>1442.1024709607937</c:v>
                </c:pt>
                <c:pt idx="36">
                  <c:v>1383.0161404746507</c:v>
                </c:pt>
                <c:pt idx="37">
                  <c:v>1622.4731624354247</c:v>
                </c:pt>
                <c:pt idx="38">
                  <c:v>1554.8025731773005</c:v>
                </c:pt>
                <c:pt idx="39">
                  <c:v>1629.0398150628182</c:v>
                </c:pt>
                <c:pt idx="40">
                  <c:v>1714.9073448544455</c:v>
                </c:pt>
                <c:pt idx="41">
                  <c:v>1632.4783716498894</c:v>
                </c:pt>
                <c:pt idx="42">
                  <c:v>1788.1979752515413</c:v>
                </c:pt>
                <c:pt idx="43">
                  <c:v>1538.2394302332211</c:v>
                </c:pt>
                <c:pt idx="44">
                  <c:v>1482.839008307027</c:v>
                </c:pt>
                <c:pt idx="45">
                  <c:v>1889.4363842569787</c:v>
                </c:pt>
                <c:pt idx="46">
                  <c:v>1928.1561460999455</c:v>
                </c:pt>
                <c:pt idx="47">
                  <c:v>1873.4672113269046</c:v>
                </c:pt>
                <c:pt idx="48">
                  <c:v>1634.7767469191556</c:v>
                </c:pt>
                <c:pt idx="49">
                  <c:v>1599.2945234297665</c:v>
                </c:pt>
                <c:pt idx="50">
                  <c:v>1858.794751107262</c:v>
                </c:pt>
                <c:pt idx="51">
                  <c:v>1771.4337835137553</c:v>
                </c:pt>
                <c:pt idx="52">
                  <c:v>1936.9155673278663</c:v>
                </c:pt>
                <c:pt idx="53">
                  <c:v>1887.543617179222</c:v>
                </c:pt>
                <c:pt idx="54">
                  <c:v>2184.8664988953137</c:v>
                </c:pt>
                <c:pt idx="55">
                  <c:v>2242.5375873382914</c:v>
                </c:pt>
                <c:pt idx="56">
                  <c:v>2342.7899442064895</c:v>
                </c:pt>
                <c:pt idx="57">
                  <c:v>2282.701913578458</c:v>
                </c:pt>
                <c:pt idx="58">
                  <c:v>2348.4106903590173</c:v>
                </c:pt>
                <c:pt idx="59">
                  <c:v>2428.7835265117556</c:v>
                </c:pt>
                <c:pt idx="60">
                  <c:v>2674.19307546789</c:v>
                </c:pt>
                <c:pt idx="61">
                  <c:v>2947.928854599363</c:v>
                </c:pt>
                <c:pt idx="62">
                  <c:v>3069.965786707231</c:v>
                </c:pt>
                <c:pt idx="63">
                  <c:v>3242.621860419939</c:v>
                </c:pt>
                <c:pt idx="64">
                  <c:v>3508.8930306567772</c:v>
                </c:pt>
                <c:pt idx="65">
                  <c:v>3357.234217246233</c:v>
                </c:pt>
                <c:pt idx="66">
                  <c:v>3660.1088587003374</c:v>
                </c:pt>
                <c:pt idx="67">
                  <c:v>3791.085053439</c:v>
                </c:pt>
                <c:pt idx="68">
                  <c:v>3830.063838601666</c:v>
                </c:pt>
                <c:pt idx="69">
                  <c:v>4223.109929847757</c:v>
                </c:pt>
                <c:pt idx="70">
                  <c:v>4453.894334794143</c:v>
                </c:pt>
                <c:pt idx="71">
                  <c:v>4540.558559258989</c:v>
                </c:pt>
                <c:pt idx="72">
                  <c:v>5391.931057004039</c:v>
                </c:pt>
                <c:pt idx="73">
                  <c:v>5086.203804962661</c:v>
                </c:pt>
                <c:pt idx="74">
                  <c:v>4642.72844598771</c:v>
                </c:pt>
                <c:pt idx="75">
                  <c:v>4643.024386403315</c:v>
                </c:pt>
                <c:pt idx="76">
                  <c:v>5170.121772160038</c:v>
                </c:pt>
                <c:pt idx="77">
                  <c:v>5276.956247058073</c:v>
                </c:pt>
                <c:pt idx="78">
                  <c:v>5632.525358823794</c:v>
                </c:pt>
                <c:pt idx="79">
                  <c:v>6300.499188239121</c:v>
                </c:pt>
                <c:pt idx="80">
                  <c:v>6288.387373157674</c:v>
                </c:pt>
                <c:pt idx="81">
                  <c:v>5152.929979557881</c:v>
                </c:pt>
                <c:pt idx="82">
                  <c:v>5144.689563417055</c:v>
                </c:pt>
                <c:pt idx="83">
                  <c:v>4172.955003648448</c:v>
                </c:pt>
                <c:pt idx="84">
                  <c:v>4962.881827508691</c:v>
                </c:pt>
                <c:pt idx="85">
                  <c:v>5317.58993892236</c:v>
                </c:pt>
                <c:pt idx="86">
                  <c:v>5723.658657387388</c:v>
                </c:pt>
                <c:pt idx="87">
                  <c:v>6389.12583694244</c:v>
                </c:pt>
                <c:pt idx="88">
                  <c:v>5289.683778825144</c:v>
                </c:pt>
                <c:pt idx="89">
                  <c:v>6243.806717136613</c:v>
                </c:pt>
                <c:pt idx="90">
                  <c:v>6546.125899093116</c:v>
                </c:pt>
                <c:pt idx="91">
                  <c:v>6225.407566156846</c:v>
                </c:pt>
                <c:pt idx="92">
                  <c:v>6413.598625391874</c:v>
                </c:pt>
                <c:pt idx="93">
                  <c:v>6950.605841605018</c:v>
                </c:pt>
                <c:pt idx="94">
                  <c:v>7559.69239972945</c:v>
                </c:pt>
                <c:pt idx="95">
                  <c:v>8168.707551254254</c:v>
                </c:pt>
                <c:pt idx="96">
                  <c:v>8537.67298444164</c:v>
                </c:pt>
                <c:pt idx="97">
                  <c:v>7338.35666324388</c:v>
                </c:pt>
                <c:pt idx="98">
                  <c:v>5357.717454616864</c:v>
                </c:pt>
                <c:pt idx="99">
                  <c:v>7286.653057308314</c:v>
                </c:pt>
                <c:pt idx="100">
                  <c:v>8211.61517374698</c:v>
                </c:pt>
                <c:pt idx="101">
                  <c:v>9098.467023260744</c:v>
                </c:pt>
                <c:pt idx="102">
                  <c:v>10533.090937979361</c:v>
                </c:pt>
                <c:pt idx="103">
                  <c:v>12983.115009997464</c:v>
                </c:pt>
                <c:pt idx="104">
                  <c:v>11455.769803134617</c:v>
                </c:pt>
                <c:pt idx="105">
                  <c:v>10774.978120672626</c:v>
                </c:pt>
                <c:pt idx="106">
                  <c:v>13623.749345932561</c:v>
                </c:pt>
                <c:pt idx="107">
                  <c:v>15049.271153195765</c:v>
                </c:pt>
                <c:pt idx="108">
                  <c:v>14966.667740921142</c:v>
                </c:pt>
                <c:pt idx="109">
                  <c:v>15260.754928477716</c:v>
                </c:pt>
                <c:pt idx="110">
                  <c:v>16032.309960132536</c:v>
                </c:pt>
                <c:pt idx="111">
                  <c:v>17881.34521330848</c:v>
                </c:pt>
                <c:pt idx="112">
                  <c:v>17608.17402098749</c:v>
                </c:pt>
                <c:pt idx="113">
                  <c:v>19622.08171787687</c:v>
                </c:pt>
                <c:pt idx="114">
                  <c:v>20673.05088619936</c:v>
                </c:pt>
                <c:pt idx="115">
                  <c:v>22431.36005018505</c:v>
                </c:pt>
                <c:pt idx="116">
                  <c:v>19884.778484154223</c:v>
                </c:pt>
                <c:pt idx="117">
                  <c:v>23176.441962838777</c:v>
                </c:pt>
                <c:pt idx="118">
                  <c:v>23754.77250986225</c:v>
                </c:pt>
                <c:pt idx="119">
                  <c:v>24698.475711087925</c:v>
                </c:pt>
                <c:pt idx="120">
                  <c:v>20685.176975348746</c:v>
                </c:pt>
                <c:pt idx="121">
                  <c:v>18650.165554030656</c:v>
                </c:pt>
                <c:pt idx="122">
                  <c:v>20150.258568933976</c:v>
                </c:pt>
                <c:pt idx="123">
                  <c:v>15316.411355691189</c:v>
                </c:pt>
                <c:pt idx="124">
                  <c:v>14658.809497497181</c:v>
                </c:pt>
                <c:pt idx="125">
                  <c:v>11796.930692000828</c:v>
                </c:pt>
                <c:pt idx="126">
                  <c:v>14748.78998279615</c:v>
                </c:pt>
                <c:pt idx="127">
                  <c:v>13127.398888455316</c:v>
                </c:pt>
                <c:pt idx="128">
                  <c:v>10347.136499113283</c:v>
                </c:pt>
                <c:pt idx="129">
                  <c:v>11329.227667530615</c:v>
                </c:pt>
                <c:pt idx="130">
                  <c:v>12522.853310298822</c:v>
                </c:pt>
                <c:pt idx="131">
                  <c:v>10403.504345264117</c:v>
                </c:pt>
                <c:pt idx="132">
                  <c:v>12571.238052785584</c:v>
                </c:pt>
                <c:pt idx="133">
                  <c:v>12218.770445969469</c:v>
                </c:pt>
                <c:pt idx="134">
                  <c:v>14303.53237709612</c:v>
                </c:pt>
                <c:pt idx="135">
                  <c:v>14260.692531934681</c:v>
                </c:pt>
                <c:pt idx="136">
                  <c:v>16020.650638972858</c:v>
                </c:pt>
                <c:pt idx="137">
                  <c:v>18166.896728146123</c:v>
                </c:pt>
                <c:pt idx="138">
                  <c:v>19637.355471987947</c:v>
                </c:pt>
                <c:pt idx="139">
                  <c:v>18790.672610158173</c:v>
                </c:pt>
                <c:pt idx="140">
                  <c:v>16711.768022036136</c:v>
                </c:pt>
                <c:pt idx="141">
                  <c:v>15669.019304371446</c:v>
                </c:pt>
                <c:pt idx="142">
                  <c:v>19211.00663418349</c:v>
                </c:pt>
                <c:pt idx="143">
                  <c:v>21567.011534120917</c:v>
                </c:pt>
                <c:pt idx="144">
                  <c:v>22096.668620488268</c:v>
                </c:pt>
                <c:pt idx="145">
                  <c:v>24222.917201737262</c:v>
                </c:pt>
                <c:pt idx="146">
                  <c:v>25069.905809911703</c:v>
                </c:pt>
                <c:pt idx="147">
                  <c:v>22483.26786747641</c:v>
                </c:pt>
                <c:pt idx="148">
                  <c:v>25227.905213994003</c:v>
                </c:pt>
                <c:pt idx="149">
                  <c:v>28051.408794376326</c:v>
                </c:pt>
                <c:pt idx="150">
                  <c:v>27542.391375175266</c:v>
                </c:pt>
                <c:pt idx="151">
                  <c:v>27989.340451672037</c:v>
                </c:pt>
                <c:pt idx="152">
                  <c:v>29171.733676725602</c:v>
                </c:pt>
                <c:pt idx="153">
                  <c:v>28438.110260909976</c:v>
                </c:pt>
                <c:pt idx="154">
                  <c:v>31534.61206749938</c:v>
                </c:pt>
                <c:pt idx="155">
                  <c:v>30611.100701923533</c:v>
                </c:pt>
                <c:pt idx="156">
                  <c:v>31693.482088156485</c:v>
                </c:pt>
                <c:pt idx="157">
                  <c:v>30222.89255090357</c:v>
                </c:pt>
                <c:pt idx="158">
                  <c:v>25840.411038202405</c:v>
                </c:pt>
                <c:pt idx="159">
                  <c:v>24378.96861169999</c:v>
                </c:pt>
                <c:pt idx="160">
                  <c:v>28517.16410497291</c:v>
                </c:pt>
                <c:pt idx="161">
                  <c:v>32035.363756283426</c:v>
                </c:pt>
                <c:pt idx="162">
                  <c:v>33252.13910294807</c:v>
                </c:pt>
                <c:pt idx="163">
                  <c:v>34203.47867388649</c:v>
                </c:pt>
                <c:pt idx="164">
                  <c:v>37330.11548222809</c:v>
                </c:pt>
                <c:pt idx="165">
                  <c:v>39933.303922678555</c:v>
                </c:pt>
                <c:pt idx="166">
                  <c:v>38939.30717872119</c:v>
                </c:pt>
                <c:pt idx="167">
                  <c:v>38285.18876402918</c:v>
                </c:pt>
                <c:pt idx="168">
                  <c:v>40194.823975019804</c:v>
                </c:pt>
                <c:pt idx="169">
                  <c:v>39280.50175968138</c:v>
                </c:pt>
                <c:pt idx="170">
                  <c:v>35185.00867352592</c:v>
                </c:pt>
                <c:pt idx="171">
                  <c:v>46696.68770967729</c:v>
                </c:pt>
                <c:pt idx="172">
                  <c:v>56268.030820018874</c:v>
                </c:pt>
                <c:pt idx="173">
                  <c:v>54658.84535963676</c:v>
                </c:pt>
                <c:pt idx="174">
                  <c:v>49148.52783534981</c:v>
                </c:pt>
                <c:pt idx="175">
                  <c:v>53174.049219670356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납입 원금 누계</c:v>
                </c:pt>
              </c:strCache>
            </c:strRef>
          </c:tx>
          <c:spPr>
            <a:ln w="12700">
              <a:solidFill>
                <a:srgbClr val="1A1A1A"/>
              </a:solidFill>
              <a:prstDash val="dash"/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Sheet1!$E$2:$E$177</c:f>
              <c:numCache>
                <c:formatCode>General</c:formatCode>
                <c:ptCount val="176"/>
                <c:pt idx="0">
                  <c:v>20.0</c:v>
                </c:pt>
                <c:pt idx="1">
                  <c:v>40.0</c:v>
                </c:pt>
                <c:pt idx="2">
                  <c:v>60.0</c:v>
                </c:pt>
                <c:pt idx="3">
                  <c:v>80.0</c:v>
                </c:pt>
                <c:pt idx="4">
                  <c:v>100.0</c:v>
                </c:pt>
                <c:pt idx="5">
                  <c:v>120.0</c:v>
                </c:pt>
                <c:pt idx="6">
                  <c:v>140.0</c:v>
                </c:pt>
                <c:pt idx="7">
                  <c:v>160.0</c:v>
                </c:pt>
                <c:pt idx="8">
                  <c:v>180.0</c:v>
                </c:pt>
                <c:pt idx="9">
                  <c:v>200.0</c:v>
                </c:pt>
                <c:pt idx="10">
                  <c:v>220.0</c:v>
                </c:pt>
                <c:pt idx="11">
                  <c:v>240.0</c:v>
                </c:pt>
                <c:pt idx="12">
                  <c:v>260.0</c:v>
                </c:pt>
                <c:pt idx="13">
                  <c:v>280.0</c:v>
                </c:pt>
                <c:pt idx="14">
                  <c:v>300.0</c:v>
                </c:pt>
                <c:pt idx="15">
                  <c:v>320.0</c:v>
                </c:pt>
                <c:pt idx="16">
                  <c:v>340.0</c:v>
                </c:pt>
                <c:pt idx="17">
                  <c:v>360.0</c:v>
                </c:pt>
                <c:pt idx="18">
                  <c:v>380.0</c:v>
                </c:pt>
                <c:pt idx="19">
                  <c:v>400.0</c:v>
                </c:pt>
                <c:pt idx="20">
                  <c:v>420.0</c:v>
                </c:pt>
                <c:pt idx="21">
                  <c:v>440.0</c:v>
                </c:pt>
                <c:pt idx="22">
                  <c:v>460.0</c:v>
                </c:pt>
                <c:pt idx="23">
                  <c:v>480.0</c:v>
                </c:pt>
                <c:pt idx="24">
                  <c:v>500.0</c:v>
                </c:pt>
                <c:pt idx="25">
                  <c:v>520.0</c:v>
                </c:pt>
                <c:pt idx="26">
                  <c:v>540.0</c:v>
                </c:pt>
                <c:pt idx="27">
                  <c:v>560.0</c:v>
                </c:pt>
                <c:pt idx="28">
                  <c:v>580.0</c:v>
                </c:pt>
                <c:pt idx="29">
                  <c:v>600.0</c:v>
                </c:pt>
                <c:pt idx="30">
                  <c:v>620.0</c:v>
                </c:pt>
                <c:pt idx="31">
                  <c:v>640.0</c:v>
                </c:pt>
                <c:pt idx="32">
                  <c:v>660.0</c:v>
                </c:pt>
                <c:pt idx="33">
                  <c:v>680.0</c:v>
                </c:pt>
                <c:pt idx="34">
                  <c:v>700.0</c:v>
                </c:pt>
                <c:pt idx="35">
                  <c:v>720.0</c:v>
                </c:pt>
                <c:pt idx="36">
                  <c:v>740.0</c:v>
                </c:pt>
                <c:pt idx="37">
                  <c:v>760.0</c:v>
                </c:pt>
                <c:pt idx="38">
                  <c:v>780.0</c:v>
                </c:pt>
                <c:pt idx="39">
                  <c:v>800.0</c:v>
                </c:pt>
                <c:pt idx="40">
                  <c:v>820.0</c:v>
                </c:pt>
                <c:pt idx="41">
                  <c:v>840.0</c:v>
                </c:pt>
                <c:pt idx="42">
                  <c:v>860.0</c:v>
                </c:pt>
                <c:pt idx="43">
                  <c:v>880.0</c:v>
                </c:pt>
                <c:pt idx="44">
                  <c:v>900.0</c:v>
                </c:pt>
                <c:pt idx="45">
                  <c:v>920.0</c:v>
                </c:pt>
                <c:pt idx="46">
                  <c:v>940.0</c:v>
                </c:pt>
                <c:pt idx="47">
                  <c:v>960.0</c:v>
                </c:pt>
                <c:pt idx="48">
                  <c:v>980.0</c:v>
                </c:pt>
                <c:pt idx="49">
                  <c:v>1000.0</c:v>
                </c:pt>
                <c:pt idx="50">
                  <c:v>1020.0</c:v>
                </c:pt>
                <c:pt idx="51">
                  <c:v>1040.0</c:v>
                </c:pt>
                <c:pt idx="52">
                  <c:v>1060.0</c:v>
                </c:pt>
                <c:pt idx="53">
                  <c:v>1080.0</c:v>
                </c:pt>
                <c:pt idx="54">
                  <c:v>1100.0</c:v>
                </c:pt>
                <c:pt idx="55">
                  <c:v>1120.0</c:v>
                </c:pt>
                <c:pt idx="56">
                  <c:v>1140.0</c:v>
                </c:pt>
                <c:pt idx="57">
                  <c:v>1160.0</c:v>
                </c:pt>
                <c:pt idx="58">
                  <c:v>1180.0</c:v>
                </c:pt>
                <c:pt idx="59">
                  <c:v>1200.0</c:v>
                </c:pt>
                <c:pt idx="60">
                  <c:v>1220.0</c:v>
                </c:pt>
                <c:pt idx="61">
                  <c:v>1240.0</c:v>
                </c:pt>
                <c:pt idx="62">
                  <c:v>1260.0</c:v>
                </c:pt>
                <c:pt idx="63">
                  <c:v>1280.0</c:v>
                </c:pt>
                <c:pt idx="64">
                  <c:v>1300.0</c:v>
                </c:pt>
                <c:pt idx="65">
                  <c:v>1320.0</c:v>
                </c:pt>
                <c:pt idx="66">
                  <c:v>1340.0</c:v>
                </c:pt>
                <c:pt idx="67">
                  <c:v>1360.0</c:v>
                </c:pt>
                <c:pt idx="68">
                  <c:v>1380.0</c:v>
                </c:pt>
                <c:pt idx="69">
                  <c:v>1400.0</c:v>
                </c:pt>
                <c:pt idx="70">
                  <c:v>1420.0</c:v>
                </c:pt>
                <c:pt idx="71">
                  <c:v>1440.0</c:v>
                </c:pt>
                <c:pt idx="72">
                  <c:v>1460.0</c:v>
                </c:pt>
                <c:pt idx="73">
                  <c:v>1480.0</c:v>
                </c:pt>
                <c:pt idx="74">
                  <c:v>1500.0</c:v>
                </c:pt>
                <c:pt idx="75">
                  <c:v>1520.0</c:v>
                </c:pt>
                <c:pt idx="76">
                  <c:v>1540.0</c:v>
                </c:pt>
                <c:pt idx="77">
                  <c:v>1560.0</c:v>
                </c:pt>
                <c:pt idx="78">
                  <c:v>1580.0</c:v>
                </c:pt>
                <c:pt idx="79">
                  <c:v>1600.0</c:v>
                </c:pt>
                <c:pt idx="80">
                  <c:v>1620.0</c:v>
                </c:pt>
                <c:pt idx="81">
                  <c:v>1640.0</c:v>
                </c:pt>
                <c:pt idx="82">
                  <c:v>1660.0</c:v>
                </c:pt>
                <c:pt idx="83">
                  <c:v>1680.0</c:v>
                </c:pt>
                <c:pt idx="84">
                  <c:v>1700.0</c:v>
                </c:pt>
                <c:pt idx="85">
                  <c:v>1720.0</c:v>
                </c:pt>
                <c:pt idx="86">
                  <c:v>1740.0</c:v>
                </c:pt>
                <c:pt idx="87">
                  <c:v>1760.0</c:v>
                </c:pt>
                <c:pt idx="88">
                  <c:v>1780.0</c:v>
                </c:pt>
                <c:pt idx="89">
                  <c:v>1800.0</c:v>
                </c:pt>
                <c:pt idx="90">
                  <c:v>1820.0</c:v>
                </c:pt>
                <c:pt idx="91">
                  <c:v>1840.0</c:v>
                </c:pt>
                <c:pt idx="92">
                  <c:v>1860.0</c:v>
                </c:pt>
                <c:pt idx="93">
                  <c:v>1880.0</c:v>
                </c:pt>
                <c:pt idx="94">
                  <c:v>1900.0</c:v>
                </c:pt>
                <c:pt idx="95">
                  <c:v>1920.0</c:v>
                </c:pt>
                <c:pt idx="96">
                  <c:v>1940.0</c:v>
                </c:pt>
                <c:pt idx="97">
                  <c:v>1960.0</c:v>
                </c:pt>
                <c:pt idx="98">
                  <c:v>1980.0</c:v>
                </c:pt>
                <c:pt idx="99">
                  <c:v>2000.0</c:v>
                </c:pt>
                <c:pt idx="100">
                  <c:v>2020.0</c:v>
                </c:pt>
                <c:pt idx="101">
                  <c:v>2040.0</c:v>
                </c:pt>
                <c:pt idx="102">
                  <c:v>2060.0</c:v>
                </c:pt>
                <c:pt idx="103">
                  <c:v>2080.0</c:v>
                </c:pt>
                <c:pt idx="104">
                  <c:v>2100.0</c:v>
                </c:pt>
                <c:pt idx="105">
                  <c:v>2120.0</c:v>
                </c:pt>
                <c:pt idx="106">
                  <c:v>2140.0</c:v>
                </c:pt>
                <c:pt idx="107">
                  <c:v>2160.0</c:v>
                </c:pt>
                <c:pt idx="108">
                  <c:v>2180.0</c:v>
                </c:pt>
                <c:pt idx="109">
                  <c:v>2200.0</c:v>
                </c:pt>
                <c:pt idx="110">
                  <c:v>2220.0</c:v>
                </c:pt>
                <c:pt idx="111">
                  <c:v>2240.0</c:v>
                </c:pt>
                <c:pt idx="112">
                  <c:v>2260.0</c:v>
                </c:pt>
                <c:pt idx="113">
                  <c:v>2280.0</c:v>
                </c:pt>
                <c:pt idx="114">
                  <c:v>2300.0</c:v>
                </c:pt>
                <c:pt idx="115">
                  <c:v>2320.0</c:v>
                </c:pt>
                <c:pt idx="116">
                  <c:v>2340.0</c:v>
                </c:pt>
                <c:pt idx="117">
                  <c:v>2360.0</c:v>
                </c:pt>
                <c:pt idx="118">
                  <c:v>2380.0</c:v>
                </c:pt>
                <c:pt idx="119">
                  <c:v>2400.0</c:v>
                </c:pt>
                <c:pt idx="120">
                  <c:v>2420.0</c:v>
                </c:pt>
                <c:pt idx="121">
                  <c:v>2440.0</c:v>
                </c:pt>
                <c:pt idx="122">
                  <c:v>2460.0</c:v>
                </c:pt>
                <c:pt idx="123">
                  <c:v>2480.0</c:v>
                </c:pt>
                <c:pt idx="124">
                  <c:v>2500.0</c:v>
                </c:pt>
                <c:pt idx="125">
                  <c:v>2520.0</c:v>
                </c:pt>
                <c:pt idx="126">
                  <c:v>2540.0</c:v>
                </c:pt>
                <c:pt idx="127">
                  <c:v>2560.0</c:v>
                </c:pt>
                <c:pt idx="128">
                  <c:v>2580.0</c:v>
                </c:pt>
                <c:pt idx="129">
                  <c:v>2600.0</c:v>
                </c:pt>
                <c:pt idx="130">
                  <c:v>2620.0</c:v>
                </c:pt>
                <c:pt idx="131">
                  <c:v>2640.0</c:v>
                </c:pt>
                <c:pt idx="132">
                  <c:v>2660.0</c:v>
                </c:pt>
                <c:pt idx="133">
                  <c:v>2680.0</c:v>
                </c:pt>
                <c:pt idx="134">
                  <c:v>2700.0</c:v>
                </c:pt>
                <c:pt idx="135">
                  <c:v>2720.0</c:v>
                </c:pt>
                <c:pt idx="136">
                  <c:v>2740.0</c:v>
                </c:pt>
                <c:pt idx="137">
                  <c:v>2760.0</c:v>
                </c:pt>
                <c:pt idx="138">
                  <c:v>2780.0</c:v>
                </c:pt>
                <c:pt idx="139">
                  <c:v>2800.0</c:v>
                </c:pt>
                <c:pt idx="140">
                  <c:v>2820.0</c:v>
                </c:pt>
                <c:pt idx="141">
                  <c:v>2840.0</c:v>
                </c:pt>
                <c:pt idx="142">
                  <c:v>2860.0</c:v>
                </c:pt>
                <c:pt idx="143">
                  <c:v>2880.0</c:v>
                </c:pt>
                <c:pt idx="144">
                  <c:v>2900.0</c:v>
                </c:pt>
                <c:pt idx="145">
                  <c:v>2920.0</c:v>
                </c:pt>
                <c:pt idx="146">
                  <c:v>2940.0</c:v>
                </c:pt>
                <c:pt idx="147">
                  <c:v>2960.0</c:v>
                </c:pt>
                <c:pt idx="148">
                  <c:v>2980.0</c:v>
                </c:pt>
                <c:pt idx="149">
                  <c:v>3000.0</c:v>
                </c:pt>
                <c:pt idx="150">
                  <c:v>3020.0</c:v>
                </c:pt>
                <c:pt idx="151">
                  <c:v>3040.0</c:v>
                </c:pt>
                <c:pt idx="152">
                  <c:v>3060.0</c:v>
                </c:pt>
                <c:pt idx="153">
                  <c:v>3080.0</c:v>
                </c:pt>
                <c:pt idx="154">
                  <c:v>3100.0</c:v>
                </c:pt>
                <c:pt idx="155">
                  <c:v>3120.0</c:v>
                </c:pt>
                <c:pt idx="156">
                  <c:v>3140.0</c:v>
                </c:pt>
                <c:pt idx="157">
                  <c:v>3160.0</c:v>
                </c:pt>
                <c:pt idx="158">
                  <c:v>3180.0</c:v>
                </c:pt>
                <c:pt idx="159">
                  <c:v>3200.0</c:v>
                </c:pt>
                <c:pt idx="160">
                  <c:v>3220.0</c:v>
                </c:pt>
                <c:pt idx="161">
                  <c:v>3240.0</c:v>
                </c:pt>
                <c:pt idx="162">
                  <c:v>3260.0</c:v>
                </c:pt>
                <c:pt idx="163">
                  <c:v>3280.0</c:v>
                </c:pt>
                <c:pt idx="164">
                  <c:v>3300.0</c:v>
                </c:pt>
                <c:pt idx="165">
                  <c:v>3320.0</c:v>
                </c:pt>
                <c:pt idx="166">
                  <c:v>3340.0</c:v>
                </c:pt>
                <c:pt idx="167">
                  <c:v>3360.0</c:v>
                </c:pt>
                <c:pt idx="168">
                  <c:v>3380.0</c:v>
                </c:pt>
                <c:pt idx="169">
                  <c:v>3400.0</c:v>
                </c:pt>
                <c:pt idx="170">
                  <c:v>3420.0</c:v>
                </c:pt>
                <c:pt idx="171">
                  <c:v>3440.0</c:v>
                </c:pt>
                <c:pt idx="172">
                  <c:v>3460.0</c:v>
                </c:pt>
                <c:pt idx="173">
                  <c:v>3480.0</c:v>
                </c:pt>
                <c:pt idx="174">
                  <c:v>3500.0</c:v>
                </c:pt>
                <c:pt idx="175">
                  <c:v>3520.0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80000.0"/>
          <c:min val="0.0"/>
        </c:scaling>
        <c:delete val="0"/>
        <c:axPos val="l"/>
        <c:majorGridlines>
          <c:spPr>
            <a:ln w="6350">
              <a:solidFill>
                <a:srgbClr val="D0D4D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18791784"/>
        <c:crosses val="autoZero"/>
        <c:majorUnit val="20000.0"/>
      </c:valAx>
    </c:plotArea>
    <c:legend>
      <c:legendPos val="t"/>
      <c:layout/>
      <c:overlay val="0"/>
      <c:txPr>
        <a:bodyPr/>
        <a:lstStyle/>
        <a:p>
          <a:pPr>
            <a:defRPr sz="850">
              <a:solidFill>
                <a:srgbClr val="1A1A1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Deneb</c:v>
                </c:pt>
              </c:strCache>
            </c:strRef>
          </c:tx>
          <c:spPr>
            <a:solidFill>
              <a:srgbClr val="174D3B"/>
            </a:solidFill>
          </c:spPr>
          <c:invertIfNegative val="0"/>
          <c:dLbls>
            <c:numFmt formatCode="0%;&quot;−&quot;0%" sourceLinked="0"/>
            <c:txPr>
              <a:bodyPr/>
              <a:lstStyle/>
              <a:p>
                <a:pPr>
                  <a:defRPr sz="750">
                    <a:solidFill>
                      <a:srgbClr val="1A1A1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2018 4분기</c:v>
                </c:pt>
                <c:pt idx="1">
                  <c:v>2020 코로나</c:v>
                </c:pt>
                <c:pt idx="2">
                  <c:v>2022 금리 인상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-0.30666693505537623</c:v>
                </c:pt>
                <c:pt idx="1">
                  <c:v>-0.312039641168779</c:v>
                </c:pt>
                <c:pt idx="2">
                  <c:v>-0.2763799129317335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 맞춤만</c:v>
                </c:pt>
              </c:strCache>
            </c:strRef>
          </c:tx>
          <c:spPr>
            <a:solidFill>
              <a:srgbClr val="2F6DB5"/>
            </a:solidFill>
          </c:spPr>
          <c:invertIfNegative val="0"/>
          <c:dLbls>
            <c:numFmt formatCode="0%;&quot;−&quot;0%" sourceLinked="0"/>
            <c:txPr>
              <a:bodyPr/>
              <a:lstStyle/>
              <a:p>
                <a:pPr>
                  <a:defRPr sz="750">
                    <a:solidFill>
                      <a:srgbClr val="1A1A1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2018 4분기</c:v>
                </c:pt>
                <c:pt idx="1">
                  <c:v>2020 코로나</c:v>
                </c:pt>
                <c:pt idx="2">
                  <c:v>2022 금리 인상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-0.3799172177703827</c:v>
                </c:pt>
                <c:pt idx="1">
                  <c:v>-0.5209800449954383</c:v>
                </c:pt>
                <c:pt idx="2">
                  <c:v>-0.5119355991435406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고정 60/40</c:v>
                </c:pt>
              </c:strCache>
            </c:strRef>
          </c:tx>
          <c:spPr>
            <a:solidFill>
              <a:srgbClr val="8E4FB0"/>
            </a:solidFill>
          </c:spPr>
          <c:invertIfNegative val="0"/>
          <c:dLbls>
            <c:numFmt formatCode="0%;&quot;−&quot;0%" sourceLinked="0"/>
            <c:txPr>
              <a:bodyPr/>
              <a:lstStyle/>
              <a:p>
                <a:pPr>
                  <a:defRPr sz="750">
                    <a:solidFill>
                      <a:srgbClr val="1A1A1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2018 4분기</c:v>
                </c:pt>
                <c:pt idx="1">
                  <c:v>2020 코로나</c:v>
                </c:pt>
                <c:pt idx="2">
                  <c:v>2022 금리 인상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-0.42718235300029206</c:v>
                </c:pt>
                <c:pt idx="1">
                  <c:v>-0.56725628644267</c:v>
                </c:pt>
                <c:pt idx="2">
                  <c:v>-0.6116534597880188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0.7"/>
        </c:scaling>
        <c:delete val="0"/>
        <c:axPos val="l"/>
        <c:majorGridlines>
          <c:spPr>
            <a:ln w="6350">
              <a:solidFill>
                <a:srgbClr val="D0D4D0"/>
              </a:solidFill>
            </a:ln>
          </c:spPr>
        </c:majorGridlines>
        <c:numFmt formatCode="0%;&quot;−&quot;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-2068027336"/>
        <c:crosses val="autoZero"/>
        <c:majorUnit val="0.1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174D3B"/>
            </a:solidFill>
          </c:spPr>
          <c:dLbls>
            <c:numFmt formatCode="0%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맞추기 전</c:v>
                </c:pt>
                <c:pt idx="1">
                  <c:v>맞춘 뒤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0.2808365180420306</c:v>
                </c:pt>
                <c:pt idx="1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나스닥 100</c:v>
                </c:pt>
              </c:strCache>
            </c:strRef>
          </c:tx>
          <c:spPr>
            <a:solidFill>
              <a:srgbClr val="4F9D78"/>
            </a:solidFill>
          </c:spPr>
          <c:dLbls>
            <c:numFmt formatCode="0%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맞추기 전</c:v>
                </c:pt>
                <c:pt idx="1">
                  <c:v>맞춘 뒤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0.29126785792055887</c:v>
                </c:pt>
                <c:pt idx="1">
                  <c:v>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미 국채</c:v>
                </c:pt>
              </c:strCache>
            </c:strRef>
          </c:tx>
          <c:spPr>
            <a:solidFill>
              <a:srgbClr val="2F6DB5"/>
            </a:solidFill>
          </c:spPr>
          <c:dLbls>
            <c:numFmt formatCode="0%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맞추기 전</c:v>
                </c:pt>
                <c:pt idx="1">
                  <c:v>맞춘 뒤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0.1740983441578237</c:v>
                </c:pt>
                <c:pt idx="1">
                  <c:v>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금</c:v>
                </c:pt>
              </c:strCache>
            </c:strRef>
          </c:tx>
          <c:spPr>
            <a:solidFill>
              <a:srgbClr val="C28A1E"/>
            </a:solidFill>
          </c:spPr>
          <c:dLbls>
            <c:numFmt formatCode="0%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맞추기 전</c:v>
                </c:pt>
                <c:pt idx="1">
                  <c:v>맞춘 뒤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0.25159910765382787</c:v>
                </c:pt>
                <c:pt idx="1">
                  <c:v>0.2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Polaris</c:v>
                </c:pt>
              </c:strCache>
            </c:strRef>
          </c:tx>
          <c:spPr>
            <a:ln w="25400">
              <a:solidFill>
                <a:srgbClr val="C28A1E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Sheet1!$B$2:$B$177</c:f>
              <c:numCache>
                <c:formatCode>General</c:formatCode>
                <c:ptCount val="176"/>
                <c:pt idx="0">
                  <c:v>20.934899765710625</c:v>
                </c:pt>
                <c:pt idx="1">
                  <c:v>41.79197299492857</c:v>
                </c:pt>
                <c:pt idx="2">
                  <c:v>62.81068397817331</c:v>
                </c:pt>
                <c:pt idx="3">
                  <c:v>82.58862558373468</c:v>
                </c:pt>
                <c:pt idx="4">
                  <c:v>97.81299404883926</c:v>
                </c:pt>
                <c:pt idx="5">
                  <c:v>121.23010372949315</c:v>
                </c:pt>
                <c:pt idx="6">
                  <c:v>142.7062196262704</c:v>
                </c:pt>
                <c:pt idx="7">
                  <c:v>168.07710095339414</c:v>
                </c:pt>
                <c:pt idx="8">
                  <c:v>191.6186490649381</c:v>
                </c:pt>
                <c:pt idx="9">
                  <c:v>205.6434506513255</c:v>
                </c:pt>
                <c:pt idx="10">
                  <c:v>226.9819696565698</c:v>
                </c:pt>
                <c:pt idx="11">
                  <c:v>245.65426537776725</c:v>
                </c:pt>
                <c:pt idx="12">
                  <c:v>270.52315086566426</c:v>
                </c:pt>
                <c:pt idx="13">
                  <c:v>289.4941336188909</c:v>
                </c:pt>
                <c:pt idx="14">
                  <c:v>316.5328147374102</c:v>
                </c:pt>
                <c:pt idx="15">
                  <c:v>337.0105843231718</c:v>
                </c:pt>
                <c:pt idx="16">
                  <c:v>356.85381888604303</c:v>
                </c:pt>
                <c:pt idx="17">
                  <c:v>362.2781783673809</c:v>
                </c:pt>
                <c:pt idx="18">
                  <c:v>400.5661199479396</c:v>
                </c:pt>
                <c:pt idx="19">
                  <c:v>419.54801869831186</c:v>
                </c:pt>
                <c:pt idx="20">
                  <c:v>447.2654919075228</c:v>
                </c:pt>
                <c:pt idx="21">
                  <c:v>481.20893424155025</c:v>
                </c:pt>
                <c:pt idx="22">
                  <c:v>504.5700275177589</c:v>
                </c:pt>
                <c:pt idx="23">
                  <c:v>527.2786179929209</c:v>
                </c:pt>
                <c:pt idx="24">
                  <c:v>545.227089855071</c:v>
                </c:pt>
                <c:pt idx="25">
                  <c:v>589.6420194072945</c:v>
                </c:pt>
                <c:pt idx="26">
                  <c:v>601.664718037362</c:v>
                </c:pt>
                <c:pt idx="27">
                  <c:v>623.8443491999041</c:v>
                </c:pt>
                <c:pt idx="28">
                  <c:v>655.322933276329</c:v>
                </c:pt>
                <c:pt idx="29">
                  <c:v>694.1393681393316</c:v>
                </c:pt>
                <c:pt idx="30">
                  <c:v>708.1367254902527</c:v>
                </c:pt>
                <c:pt idx="31">
                  <c:v>751.0125992859965</c:v>
                </c:pt>
                <c:pt idx="32">
                  <c:v>755.0426027365249</c:v>
                </c:pt>
                <c:pt idx="33">
                  <c:v>784.5576140665002</c:v>
                </c:pt>
                <c:pt idx="34">
                  <c:v>823.4579554496197</c:v>
                </c:pt>
                <c:pt idx="35">
                  <c:v>839.4285210773535</c:v>
                </c:pt>
                <c:pt idx="36">
                  <c:v>868.5955601349265</c:v>
                </c:pt>
                <c:pt idx="37">
                  <c:v>906.5773225665982</c:v>
                </c:pt>
                <c:pt idx="38">
                  <c:v>913.2857580915926</c:v>
                </c:pt>
                <c:pt idx="39">
                  <c:v>939.9636436384066</c:v>
                </c:pt>
                <c:pt idx="40">
                  <c:v>970.3973177259902</c:v>
                </c:pt>
                <c:pt idx="41">
                  <c:v>970.7375985326626</c:v>
                </c:pt>
                <c:pt idx="42">
                  <c:v>1000.636651506335</c:v>
                </c:pt>
                <c:pt idx="43">
                  <c:v>988.680501288492</c:v>
                </c:pt>
                <c:pt idx="44">
                  <c:v>994.5208731080646</c:v>
                </c:pt>
                <c:pt idx="45">
                  <c:v>1077.6138947009458</c:v>
                </c:pt>
                <c:pt idx="46">
                  <c:v>1085.1815005270155</c:v>
                </c:pt>
                <c:pt idx="47">
                  <c:v>1092.0774117086028</c:v>
                </c:pt>
                <c:pt idx="48">
                  <c:v>1091.808713393178</c:v>
                </c:pt>
                <c:pt idx="49">
                  <c:v>1135.2472373777384</c:v>
                </c:pt>
                <c:pt idx="50">
                  <c:v>1197.425195538599</c:v>
                </c:pt>
                <c:pt idx="51">
                  <c:v>1219.9820447055752</c:v>
                </c:pt>
                <c:pt idx="52">
                  <c:v>1244.9791250641308</c:v>
                </c:pt>
                <c:pt idx="53">
                  <c:v>1288.1504747165598</c:v>
                </c:pt>
                <c:pt idx="54">
                  <c:v>1355.6657745705575</c:v>
                </c:pt>
                <c:pt idx="55">
                  <c:v>1368.552339568234</c:v>
                </c:pt>
                <c:pt idx="56">
                  <c:v>1400.295537082589</c:v>
                </c:pt>
                <c:pt idx="57">
                  <c:v>1394.1040890117622</c:v>
                </c:pt>
                <c:pt idx="58">
                  <c:v>1396.371148013758</c:v>
                </c:pt>
                <c:pt idx="59">
                  <c:v>1424.0432759053926</c:v>
                </c:pt>
                <c:pt idx="60">
                  <c:v>1490.1811149304287</c:v>
                </c:pt>
                <c:pt idx="61">
                  <c:v>1559.6586401647671</c:v>
                </c:pt>
                <c:pt idx="62">
                  <c:v>1588.8506136988908</c:v>
                </c:pt>
                <c:pt idx="63">
                  <c:v>1635.9215567952297</c:v>
                </c:pt>
                <c:pt idx="64">
                  <c:v>1684.696893017191</c:v>
                </c:pt>
                <c:pt idx="65">
                  <c:v>1686.7843579032462</c:v>
                </c:pt>
                <c:pt idx="66">
                  <c:v>1747.5719750289097</c:v>
                </c:pt>
                <c:pt idx="67">
                  <c:v>1800.0962952063705</c:v>
                </c:pt>
                <c:pt idx="68">
                  <c:v>1811.716059410392</c:v>
                </c:pt>
                <c:pt idx="69">
                  <c:v>1866.6002448527754</c:v>
                </c:pt>
                <c:pt idx="70">
                  <c:v>1915.413594827456</c:v>
                </c:pt>
                <c:pt idx="71">
                  <c:v>1954.6685768377624</c:v>
                </c:pt>
                <c:pt idx="72">
                  <c:v>2063.6644847802104</c:v>
                </c:pt>
                <c:pt idx="73">
                  <c:v>2040.3165013952118</c:v>
                </c:pt>
                <c:pt idx="74">
                  <c:v>2025.101948100093</c:v>
                </c:pt>
                <c:pt idx="75">
                  <c:v>2042.70369203609</c:v>
                </c:pt>
                <c:pt idx="76">
                  <c:v>2111.9369678976545</c:v>
                </c:pt>
                <c:pt idx="77">
                  <c:v>2128.744687212477</c:v>
                </c:pt>
                <c:pt idx="78">
                  <c:v>2179.4260389820643</c:v>
                </c:pt>
                <c:pt idx="79">
                  <c:v>2255.312457979964</c:v>
                </c:pt>
                <c:pt idx="80">
                  <c:v>2269.2632729213983</c:v>
                </c:pt>
                <c:pt idx="81">
                  <c:v>2187.917853983324</c:v>
                </c:pt>
                <c:pt idx="82">
                  <c:v>2225.5550645845824</c:v>
                </c:pt>
                <c:pt idx="83">
                  <c:v>2163.0682456715112</c:v>
                </c:pt>
                <c:pt idx="84">
                  <c:v>2305.5442566644547</c:v>
                </c:pt>
                <c:pt idx="85">
                  <c:v>2362.8176180057935</c:v>
                </c:pt>
                <c:pt idx="86">
                  <c:v>2428.4628949895023</c:v>
                </c:pt>
                <c:pt idx="87">
                  <c:v>2512.935504900443</c:v>
                </c:pt>
                <c:pt idx="88">
                  <c:v>2444.453055791348</c:v>
                </c:pt>
                <c:pt idx="89">
                  <c:v>2616.607789933731</c:v>
                </c:pt>
                <c:pt idx="90">
                  <c:v>2666.788120116064</c:v>
                </c:pt>
                <c:pt idx="91">
                  <c:v>2722.2087621745127</c:v>
                </c:pt>
                <c:pt idx="92">
                  <c:v>2738.7355099852525</c:v>
                </c:pt>
                <c:pt idx="93">
                  <c:v>2828.6061781019184</c:v>
                </c:pt>
                <c:pt idx="94">
                  <c:v>2891.437732454304</c:v>
                </c:pt>
                <c:pt idx="95">
                  <c:v>2986.560363586091</c:v>
                </c:pt>
                <c:pt idx="96">
                  <c:v>3081.3331751621804</c:v>
                </c:pt>
                <c:pt idx="97">
                  <c:v>2986.20785466769</c:v>
                </c:pt>
                <c:pt idx="98">
                  <c:v>2855.7885782994013</c:v>
                </c:pt>
                <c:pt idx="99">
                  <c:v>3144.773639716383</c:v>
                </c:pt>
                <c:pt idx="100">
                  <c:v>3289.618124054075</c:v>
                </c:pt>
                <c:pt idx="101">
                  <c:v>3409.0516591286696</c:v>
                </c:pt>
                <c:pt idx="102">
                  <c:v>3647.350020769722</c:v>
                </c:pt>
                <c:pt idx="103">
                  <c:v>3857.516909258872</c:v>
                </c:pt>
                <c:pt idx="104">
                  <c:v>3730.9829016585873</c:v>
                </c:pt>
                <c:pt idx="105">
                  <c:v>3673.292948661966</c:v>
                </c:pt>
                <c:pt idx="106">
                  <c:v>3903.462167447413</c:v>
                </c:pt>
                <c:pt idx="107">
                  <c:v>4077.403476125821</c:v>
                </c:pt>
                <c:pt idx="108">
                  <c:v>4052.699186148596</c:v>
                </c:pt>
                <c:pt idx="109">
                  <c:v>4035.0174308749833</c:v>
                </c:pt>
                <c:pt idx="110">
                  <c:v>4105.257652190127</c:v>
                </c:pt>
                <c:pt idx="111">
                  <c:v>4304.046428846385</c:v>
                </c:pt>
                <c:pt idx="112">
                  <c:v>4382.50950923212</c:v>
                </c:pt>
                <c:pt idx="113">
                  <c:v>4462.074125781975</c:v>
                </c:pt>
                <c:pt idx="114">
                  <c:v>4594.240577348478</c:v>
                </c:pt>
                <c:pt idx="115">
                  <c:v>4714.094758904179</c:v>
                </c:pt>
                <c:pt idx="116">
                  <c:v>4537.240569992221</c:v>
                </c:pt>
                <c:pt idx="117">
                  <c:v>4777.232189560758</c:v>
                </c:pt>
                <c:pt idx="118">
                  <c:v>4818.929041662263</c:v>
                </c:pt>
                <c:pt idx="119">
                  <c:v>4946.49498155338</c:v>
                </c:pt>
                <c:pt idx="120">
                  <c:v>4719.586924416024</c:v>
                </c:pt>
                <c:pt idx="121">
                  <c:v>4692.424958297636</c:v>
                </c:pt>
                <c:pt idx="122">
                  <c:v>4802.163551048625</c:v>
                </c:pt>
                <c:pt idx="123">
                  <c:v>4443.820290100231</c:v>
                </c:pt>
                <c:pt idx="124">
                  <c:v>4419.044624290502</c:v>
                </c:pt>
                <c:pt idx="125">
                  <c:v>4196.995675615655</c:v>
                </c:pt>
                <c:pt idx="126">
                  <c:v>4472.424031270254</c:v>
                </c:pt>
                <c:pt idx="127">
                  <c:v>4308.446892306412</c:v>
                </c:pt>
                <c:pt idx="128">
                  <c:v>4010.3580958960406</c:v>
                </c:pt>
                <c:pt idx="129">
                  <c:v>4142.288304074974</c:v>
                </c:pt>
                <c:pt idx="130">
                  <c:v>4403.581873160562</c:v>
                </c:pt>
                <c:pt idx="131">
                  <c:v>4239.694640101067</c:v>
                </c:pt>
                <c:pt idx="132">
                  <c:v>4552.914949923149</c:v>
                </c:pt>
                <c:pt idx="133">
                  <c:v>4453.018207160321</c:v>
                </c:pt>
                <c:pt idx="134">
                  <c:v>4755.361154440882</c:v>
                </c:pt>
                <c:pt idx="135">
                  <c:v>4820.962009221414</c:v>
                </c:pt>
                <c:pt idx="136">
                  <c:v>4938.444341486638</c:v>
                </c:pt>
                <c:pt idx="137">
                  <c:v>5119.494668222403</c:v>
                </c:pt>
                <c:pt idx="138">
                  <c:v>5271.436089001366</c:v>
                </c:pt>
                <c:pt idx="139">
                  <c:v>5219.976438974119</c:v>
                </c:pt>
                <c:pt idx="140">
                  <c:v>5000.654569904551</c:v>
                </c:pt>
                <c:pt idx="141">
                  <c:v>5005.826209665896</c:v>
                </c:pt>
                <c:pt idx="142">
                  <c:v>5402.775324025417</c:v>
                </c:pt>
                <c:pt idx="143">
                  <c:v>5641.138501696632</c:v>
                </c:pt>
                <c:pt idx="144">
                  <c:v>5704.770710875622</c:v>
                </c:pt>
                <c:pt idx="145">
                  <c:v>5889.199130377137</c:v>
                </c:pt>
                <c:pt idx="146">
                  <c:v>6097.217992437275</c:v>
                </c:pt>
                <c:pt idx="147">
                  <c:v>5959.969424389911</c:v>
                </c:pt>
                <c:pt idx="148">
                  <c:v>6222.185330076141</c:v>
                </c:pt>
                <c:pt idx="149">
                  <c:v>6444.714897844024</c:v>
                </c:pt>
                <c:pt idx="150">
                  <c:v>6557.621986927759</c:v>
                </c:pt>
                <c:pt idx="151">
                  <c:v>6690.936888191993</c:v>
                </c:pt>
                <c:pt idx="152">
                  <c:v>6894.28811752345</c:v>
                </c:pt>
                <c:pt idx="153">
                  <c:v>6895.023724988168</c:v>
                </c:pt>
                <c:pt idx="154">
                  <c:v>7114.727743324999</c:v>
                </c:pt>
                <c:pt idx="155">
                  <c:v>7040.447408893844</c:v>
                </c:pt>
                <c:pt idx="156">
                  <c:v>7268.2015283996925</c:v>
                </c:pt>
                <c:pt idx="157">
                  <c:v>7269.197218136234</c:v>
                </c:pt>
                <c:pt idx="158">
                  <c:v>7159.017034949137</c:v>
                </c:pt>
                <c:pt idx="159">
                  <c:v>7296.201964869479</c:v>
                </c:pt>
                <c:pt idx="160">
                  <c:v>7609.684797638423</c:v>
                </c:pt>
                <c:pt idx="161">
                  <c:v>7912.904207089687</c:v>
                </c:pt>
                <c:pt idx="162">
                  <c:v>8022.8111526995835</c:v>
                </c:pt>
                <c:pt idx="163">
                  <c:v>8227.57292329677</c:v>
                </c:pt>
                <c:pt idx="164">
                  <c:v>8694.29861691535</c:v>
                </c:pt>
                <c:pt idx="165">
                  <c:v>8982.254472256342</c:v>
                </c:pt>
                <c:pt idx="166">
                  <c:v>9096.687134686448</c:v>
                </c:pt>
                <c:pt idx="167">
                  <c:v>9129.107312306336</c:v>
                </c:pt>
                <c:pt idx="168">
                  <c:v>9446.068122417275</c:v>
                </c:pt>
                <c:pt idx="169">
                  <c:v>9603.194110532493</c:v>
                </c:pt>
                <c:pt idx="170">
                  <c:v>9061.781711968239</c:v>
                </c:pt>
                <c:pt idx="171">
                  <c:v>9732.869548569459</c:v>
                </c:pt>
                <c:pt idx="172">
                  <c:v>10193.178360351732</c:v>
                </c:pt>
                <c:pt idx="173">
                  <c:v>9952.921487511036</c:v>
                </c:pt>
                <c:pt idx="174">
                  <c:v>9744.753576915715</c:v>
                </c:pt>
                <c:pt idx="175">
                  <c:v>10153.479637233437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적금 4%</c:v>
                </c:pt>
              </c:strCache>
            </c:strRef>
          </c:tx>
          <c:spPr>
            <a:ln w="19050">
              <a:solidFill>
                <a:srgbClr val="2F6DB5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Sheet1!$C$2:$C$177</c:f>
              <c:numCache>
                <c:formatCode>General</c:formatCode>
                <c:ptCount val="176"/>
                <c:pt idx="0">
                  <c:v>20.06666666666667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80.66666666666667</c:v>
                </c:pt>
                <c:pt idx="4">
                  <c:v>101.0</c:v>
                </c:pt>
                <c:pt idx="5">
                  <c:v>121.4</c:v>
                </c:pt>
                <c:pt idx="6">
                  <c:v>141.86666666666667</c:v>
                </c:pt>
                <c:pt idx="7">
                  <c:v>162.4</c:v>
                </c:pt>
                <c:pt idx="8">
                  <c:v>183.0</c:v>
                </c:pt>
                <c:pt idx="9">
                  <c:v>203.66666666666669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287.0346666666666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350.28666666666663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478.5906666666666</c:v>
                </c:pt>
                <c:pt idx="23">
                  <c:v>500.208</c:v>
                </c:pt>
                <c:pt idx="24">
                  <c:v>521.9420266666667</c:v>
                </c:pt>
                <c:pt idx="25">
                  <c:v>543.74272</c:v>
                </c:pt>
                <c:pt idx="26">
                  <c:v>565.6100799999999</c:v>
                </c:pt>
                <c:pt idx="27">
                  <c:v>587.5441066666667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653.7461866666667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720.5482666666668</c:v>
                </c:pt>
                <c:pt idx="34">
                  <c:v>742.9489599999999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810.7190954666667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879.1732586666666</c:v>
                </c:pt>
                <c:pt idx="41">
                  <c:v>902.1246464000002</c:v>
                </c:pt>
                <c:pt idx="42">
                  <c:v>925.1427008000002</c:v>
                </c:pt>
                <c:pt idx="43">
                  <c:v>948.2274218666665</c:v>
                </c:pt>
                <c:pt idx="44">
                  <c:v>971.3788096000001</c:v>
                </c:pt>
                <c:pt idx="45">
                  <c:v>994.5968640000001</c:v>
                </c:pt>
                <c:pt idx="46">
                  <c:v>1017.8815850666666</c:v>
                </c:pt>
                <c:pt idx="47">
                  <c:v>1041.2329728</c:v>
                </c:pt>
                <c:pt idx="48">
                  <c:v>1064.7704160426667</c:v>
                </c:pt>
                <c:pt idx="49">
                  <c:v>1088.3745259519999</c:v>
                </c:pt>
                <c:pt idx="50">
                  <c:v>1112.045302528</c:v>
                </c:pt>
                <c:pt idx="51">
                  <c:v>1135.7827457706667</c:v>
                </c:pt>
                <c:pt idx="52">
                  <c:v>1159.58685568</c:v>
                </c:pt>
                <c:pt idx="53">
                  <c:v>1183.4576322560001</c:v>
                </c:pt>
                <c:pt idx="54">
                  <c:v>1207.3950754986668</c:v>
                </c:pt>
                <c:pt idx="55">
                  <c:v>1231.399185408</c:v>
                </c:pt>
                <c:pt idx="56">
                  <c:v>1255.469961984</c:v>
                </c:pt>
                <c:pt idx="57">
                  <c:v>1279.6074052266667</c:v>
                </c:pt>
                <c:pt idx="58">
                  <c:v>1303.811515136</c:v>
                </c:pt>
                <c:pt idx="59">
                  <c:v>1328.0822917120001</c:v>
                </c:pt>
                <c:pt idx="60">
                  <c:v>1352.57589935104</c:v>
                </c:pt>
                <c:pt idx="61">
                  <c:v>1377.1361736567465</c:v>
                </c:pt>
                <c:pt idx="62">
                  <c:v>1401.76311462912</c:v>
                </c:pt>
                <c:pt idx="63">
                  <c:v>1426.45672226816</c:v>
                </c:pt>
                <c:pt idx="64">
                  <c:v>1451.2169965738665</c:v>
                </c:pt>
                <c:pt idx="65">
                  <c:v>1476.04393754624</c:v>
                </c:pt>
                <c:pt idx="66">
                  <c:v>1500.93754518528</c:v>
                </c:pt>
                <c:pt idx="67">
                  <c:v>1525.8978194909866</c:v>
                </c:pt>
                <c:pt idx="68">
                  <c:v>1550.9247604633601</c:v>
                </c:pt>
                <c:pt idx="69">
                  <c:v>1576.0183681024002</c:v>
                </c:pt>
                <c:pt idx="70">
                  <c:v>1601.1786424081067</c:v>
                </c:pt>
                <c:pt idx="71">
                  <c:v>1626.40558338048</c:v>
                </c:pt>
                <c:pt idx="72">
                  <c:v>1651.8936019917485</c:v>
                </c:pt>
                <c:pt idx="73">
                  <c:v>1677.448287269683</c:v>
                </c:pt>
                <c:pt idx="74">
                  <c:v>1703.0696392142847</c:v>
                </c:pt>
                <c:pt idx="75">
                  <c:v>1728.7576578255535</c:v>
                </c:pt>
                <c:pt idx="76">
                  <c:v>1754.5123431034879</c:v>
                </c:pt>
                <c:pt idx="77">
                  <c:v>1780.3336950480898</c:v>
                </c:pt>
                <c:pt idx="78">
                  <c:v>1806.221713659358</c:v>
                </c:pt>
                <c:pt idx="79">
                  <c:v>1832.1763989372928</c:v>
                </c:pt>
                <c:pt idx="80">
                  <c:v>1858.1977508818948</c:v>
                </c:pt>
                <c:pt idx="81">
                  <c:v>1884.2857694931631</c:v>
                </c:pt>
                <c:pt idx="82">
                  <c:v>1910.4404547710978</c:v>
                </c:pt>
                <c:pt idx="83">
                  <c:v>1936.6618067156992</c:v>
                </c:pt>
                <c:pt idx="84">
                  <c:v>1963.1840127380851</c:v>
                </c:pt>
                <c:pt idx="85">
                  <c:v>1989.772885427137</c:v>
                </c:pt>
                <c:pt idx="86">
                  <c:v>2016.4284247828562</c:v>
                </c:pt>
                <c:pt idx="87">
                  <c:v>2043.1506308052421</c:v>
                </c:pt>
                <c:pt idx="88">
                  <c:v>2069.939503494294</c:v>
                </c:pt>
                <c:pt idx="89">
                  <c:v>2096.7950428500135</c:v>
                </c:pt>
                <c:pt idx="90">
                  <c:v>2123.7172488723995</c:v>
                </c:pt>
                <c:pt idx="91">
                  <c:v>2150.7061215614513</c:v>
                </c:pt>
                <c:pt idx="92">
                  <c:v>2177.7616609171705</c:v>
                </c:pt>
                <c:pt idx="93">
                  <c:v>2204.8838669395564</c:v>
                </c:pt>
                <c:pt idx="94">
                  <c:v>2232.0727396286084</c:v>
                </c:pt>
                <c:pt idx="95">
                  <c:v>2259.3282789843274</c:v>
                </c:pt>
                <c:pt idx="96">
                  <c:v>2286.9260399142754</c:v>
                </c:pt>
                <c:pt idx="97">
                  <c:v>2314.590467510889</c:v>
                </c:pt>
                <c:pt idx="98">
                  <c:v>2342.3215617741703</c:v>
                </c:pt>
                <c:pt idx="99">
                  <c:v>2370.1193227041185</c:v>
                </c:pt>
                <c:pt idx="100">
                  <c:v>2397.9837503007325</c:v>
                </c:pt>
                <c:pt idx="101">
                  <c:v>2425.914844564014</c:v>
                </c:pt>
                <c:pt idx="102">
                  <c:v>2453.912605493962</c:v>
                </c:pt>
                <c:pt idx="103">
                  <c:v>2481.977033090576</c:v>
                </c:pt>
                <c:pt idx="104">
                  <c:v>2510.108127353857</c:v>
                </c:pt>
                <c:pt idx="105">
                  <c:v>2538.305888283805</c:v>
                </c:pt>
                <c:pt idx="106">
                  <c:v>2566.5703158804195</c:v>
                </c:pt>
                <c:pt idx="107">
                  <c:v>2594.9014101437</c:v>
                </c:pt>
                <c:pt idx="108">
                  <c:v>2623.6177481775126</c:v>
                </c:pt>
                <c:pt idx="109">
                  <c:v>2652.400752877991</c:v>
                </c:pt>
                <c:pt idx="110">
                  <c:v>2681.2504242451373</c:v>
                </c:pt>
                <c:pt idx="111">
                  <c:v>2710.16676227895</c:v>
                </c:pt>
                <c:pt idx="112">
                  <c:v>2739.1497669794285</c:v>
                </c:pt>
                <c:pt idx="113">
                  <c:v>2768.1994383465744</c:v>
                </c:pt>
                <c:pt idx="114">
                  <c:v>2797.315776380387</c:v>
                </c:pt>
                <c:pt idx="115">
                  <c:v>2826.4987810808657</c:v>
                </c:pt>
                <c:pt idx="116">
                  <c:v>2855.748452448011</c:v>
                </c:pt>
                <c:pt idx="117">
                  <c:v>2885.0647904818243</c:v>
                </c:pt>
                <c:pt idx="118">
                  <c:v>2914.447795182303</c:v>
                </c:pt>
                <c:pt idx="119">
                  <c:v>2943.8974665494484</c:v>
                </c:pt>
                <c:pt idx="120">
                  <c:v>2973.7771247712803</c:v>
                </c:pt>
                <c:pt idx="121">
                  <c:v>3003.723449659778</c:v>
                </c:pt>
                <c:pt idx="122">
                  <c:v>3033.7364412149427</c:v>
                </c:pt>
                <c:pt idx="123">
                  <c:v>3063.8160994367745</c:v>
                </c:pt>
                <c:pt idx="124">
                  <c:v>3093.9624243252724</c:v>
                </c:pt>
                <c:pt idx="125">
                  <c:v>3124.1754158804374</c:v>
                </c:pt>
                <c:pt idx="126">
                  <c:v>3154.455074102269</c:v>
                </c:pt>
                <c:pt idx="127">
                  <c:v>3184.8013989907668</c:v>
                </c:pt>
                <c:pt idx="128">
                  <c:v>3215.214390545932</c:v>
                </c:pt>
                <c:pt idx="129">
                  <c:v>3245.694048767764</c:v>
                </c:pt>
                <c:pt idx="130">
                  <c:v>3276.2403736562615</c:v>
                </c:pt>
                <c:pt idx="131">
                  <c:v>3306.8533652114265</c:v>
                </c:pt>
                <c:pt idx="132">
                  <c:v>3337.942876428798</c:v>
                </c:pt>
                <c:pt idx="133">
                  <c:v>3369.0990543128355</c:v>
                </c:pt>
                <c:pt idx="134">
                  <c:v>3400.321898863541</c:v>
                </c:pt>
                <c:pt idx="135">
                  <c:v>3431.6114100809127</c:v>
                </c:pt>
                <c:pt idx="136">
                  <c:v>3462.96758796495</c:v>
                </c:pt>
                <c:pt idx="137">
                  <c:v>3494.3904325156545</c:v>
                </c:pt>
                <c:pt idx="138">
                  <c:v>3525.8799437330267</c:v>
                </c:pt>
                <c:pt idx="139">
                  <c:v>3557.4361216170646</c:v>
                </c:pt>
                <c:pt idx="140">
                  <c:v>3589.0589661677695</c:v>
                </c:pt>
                <c:pt idx="141">
                  <c:v>3620.748477385141</c:v>
                </c:pt>
                <c:pt idx="142">
                  <c:v>3652.504655269179</c:v>
                </c:pt>
                <c:pt idx="143">
                  <c:v>3684.3274998198835</c:v>
                </c:pt>
                <c:pt idx="144">
                  <c:v>3716.6752581526166</c:v>
                </c:pt>
                <c:pt idx="145">
                  <c:v>3749.0896831520163</c:v>
                </c:pt>
                <c:pt idx="146">
                  <c:v>3781.570774818083</c:v>
                </c:pt>
                <c:pt idx="147">
                  <c:v>3814.1185331508154</c:v>
                </c:pt>
                <c:pt idx="148">
                  <c:v>3846.732958150215</c:v>
                </c:pt>
                <c:pt idx="149">
                  <c:v>3879.4140498162815</c:v>
                </c:pt>
                <c:pt idx="150">
                  <c:v>3912.1618081490146</c:v>
                </c:pt>
                <c:pt idx="151">
                  <c:v>3944.976233148414</c:v>
                </c:pt>
                <c:pt idx="152">
                  <c:v>3977.8573248144808</c:v>
                </c:pt>
                <c:pt idx="153">
                  <c:v>4010.8050831472137</c:v>
                </c:pt>
                <c:pt idx="154">
                  <c:v>4043.8195081466124</c:v>
                </c:pt>
                <c:pt idx="155">
                  <c:v>4076.900599812679</c:v>
                </c:pt>
                <c:pt idx="156">
                  <c:v>4110.556935145388</c:v>
                </c:pt>
                <c:pt idx="157">
                  <c:v>4144.279937144763</c:v>
                </c:pt>
                <c:pt idx="158">
                  <c:v>4178.069605810806</c:v>
                </c:pt>
                <c:pt idx="159">
                  <c:v>4211.925941143515</c:v>
                </c:pt>
                <c:pt idx="160">
                  <c:v>4245.84894314289</c:v>
                </c:pt>
                <c:pt idx="161">
                  <c:v>4279.838611808933</c:v>
                </c:pt>
                <c:pt idx="162">
                  <c:v>4313.894947141642</c:v>
                </c:pt>
                <c:pt idx="163">
                  <c:v>4348.017949141016</c:v>
                </c:pt>
                <c:pt idx="164">
                  <c:v>4382.20761780706</c:v>
                </c:pt>
                <c:pt idx="165">
                  <c:v>4416.463953139769</c:v>
                </c:pt>
                <c:pt idx="166">
                  <c:v>4450.786955139144</c:v>
                </c:pt>
                <c:pt idx="167">
                  <c:v>4485.176623805186</c:v>
                </c:pt>
                <c:pt idx="168">
                  <c:v>4520.193879217871</c:v>
                </c:pt>
                <c:pt idx="169">
                  <c:v>4555.27780129722</c:v>
                </c:pt>
                <c:pt idx="170">
                  <c:v>4590.428390043237</c:v>
                </c:pt>
                <c:pt idx="171">
                  <c:v>4625.645645455922</c:v>
                </c:pt>
                <c:pt idx="172">
                  <c:v>4660.929567535272</c:v>
                </c:pt>
                <c:pt idx="173">
                  <c:v>4696.28015628129</c:v>
                </c:pt>
                <c:pt idx="174">
                  <c:v>4731.697411693974</c:v>
                </c:pt>
                <c:pt idx="175">
                  <c:v>4767.181333773324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적금 3%</c:v>
                </c:pt>
              </c:strCache>
            </c:strRef>
          </c:tx>
          <c:spPr>
            <a:ln w="19050">
              <a:solidFill>
                <a:srgbClr val="7FB3E6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Sheet1!$D$2:$D$177</c:f>
              <c:numCache>
                <c:formatCode>General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285.26949999999994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368.60849999999994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645.1815475000001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732.0327175000001</c:v>
                </c:pt>
                <c:pt idx="35">
                  <c:v>753.8705100000001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819.8245388250001</c:v>
                </c:pt>
                <c:pt idx="39">
                  <c:v>841.9092151000001</c:v>
                </c:pt>
                <c:pt idx="40">
                  <c:v>864.043891375</c:v>
                </c:pt>
                <c:pt idx="41">
                  <c:v>886.2285676500001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975.4672727499999</c:v>
                </c:pt>
                <c:pt idx="46">
                  <c:v>997.901949025</c:v>
                </c:pt>
                <c:pt idx="47">
                  <c:v>1020.3866253000001</c:v>
                </c:pt>
                <c:pt idx="48">
                  <c:v>1042.98759186325</c:v>
                </c:pt>
                <c:pt idx="49">
                  <c:v>1065.6385584265</c:v>
                </c:pt>
                <c:pt idx="50">
                  <c:v>1088.33952498975</c:v>
                </c:pt>
                <c:pt idx="51">
                  <c:v>1111.090491553</c:v>
                </c:pt>
                <c:pt idx="52">
                  <c:v>1133.8914581162499</c:v>
                </c:pt>
                <c:pt idx="53">
                  <c:v>1156.7424246795</c:v>
                </c:pt>
                <c:pt idx="54">
                  <c:v>1179.64339124275</c:v>
                </c:pt>
                <c:pt idx="55">
                  <c:v>1202.594357806</c:v>
                </c:pt>
                <c:pt idx="56">
                  <c:v>1225.59532436925</c:v>
                </c:pt>
                <c:pt idx="57">
                  <c:v>1248.6462909325</c:v>
                </c:pt>
                <c:pt idx="58">
                  <c:v>1271.74725749575</c:v>
                </c:pt>
                <c:pt idx="59">
                  <c:v>1294.898224059</c:v>
                </c:pt>
                <c:pt idx="60">
                  <c:v>1318.1854696191474</c:v>
                </c:pt>
                <c:pt idx="61">
                  <c:v>1341.522715179295</c:v>
                </c:pt>
                <c:pt idx="62">
                  <c:v>1364.9099607394428</c:v>
                </c:pt>
                <c:pt idx="63">
                  <c:v>1388.3472062995902</c:v>
                </c:pt>
                <c:pt idx="64">
                  <c:v>1411.8344518597376</c:v>
                </c:pt>
                <c:pt idx="65">
                  <c:v>1435.371697419885</c:v>
                </c:pt>
                <c:pt idx="66">
                  <c:v>1458.9589429800326</c:v>
                </c:pt>
                <c:pt idx="67">
                  <c:v>1482.59618854018</c:v>
                </c:pt>
                <c:pt idx="68">
                  <c:v>1506.2834341003274</c:v>
                </c:pt>
                <c:pt idx="69">
                  <c:v>1530.0206796604748</c:v>
                </c:pt>
                <c:pt idx="70">
                  <c:v>1553.8079252206228</c:v>
                </c:pt>
                <c:pt idx="71">
                  <c:v>1577.64517078077</c:v>
                </c:pt>
                <c:pt idx="72">
                  <c:v>1601.639283707722</c:v>
                </c:pt>
                <c:pt idx="73">
                  <c:v>1625.6833966346737</c:v>
                </c:pt>
                <c:pt idx="74">
                  <c:v>1649.777509561626</c:v>
                </c:pt>
                <c:pt idx="75">
                  <c:v>1673.921622488578</c:v>
                </c:pt>
                <c:pt idx="76">
                  <c:v>1698.1157354155296</c:v>
                </c:pt>
                <c:pt idx="77">
                  <c:v>1722.3598483424812</c:v>
                </c:pt>
                <c:pt idx="78">
                  <c:v>1746.6539612694337</c:v>
                </c:pt>
                <c:pt idx="79">
                  <c:v>1770.9980741963857</c:v>
                </c:pt>
                <c:pt idx="80">
                  <c:v>1795.3921871233374</c:v>
                </c:pt>
                <c:pt idx="81">
                  <c:v>1819.836300050289</c:v>
                </c:pt>
                <c:pt idx="82">
                  <c:v>1844.3304129772414</c:v>
                </c:pt>
                <c:pt idx="83">
                  <c:v>1868.8745259041934</c:v>
                </c:pt>
                <c:pt idx="84">
                  <c:v>1893.596712218954</c:v>
                </c:pt>
                <c:pt idx="85">
                  <c:v>1918.3688985337142</c:v>
                </c:pt>
                <c:pt idx="86">
                  <c:v>1943.1910848484752</c:v>
                </c:pt>
                <c:pt idx="87">
                  <c:v>1968.0632711632356</c:v>
                </c:pt>
                <c:pt idx="88">
                  <c:v>1992.9854574779959</c:v>
                </c:pt>
                <c:pt idx="89">
                  <c:v>2017.9576437927562</c:v>
                </c:pt>
                <c:pt idx="90">
                  <c:v>2042.9798301075173</c:v>
                </c:pt>
                <c:pt idx="91">
                  <c:v>2068.052016422277</c:v>
                </c:pt>
                <c:pt idx="92">
                  <c:v>2093.174202737038</c:v>
                </c:pt>
                <c:pt idx="93">
                  <c:v>2118.3463890517983</c:v>
                </c:pt>
                <c:pt idx="94">
                  <c:v>2143.568575366559</c:v>
                </c:pt>
                <c:pt idx="95">
                  <c:v>2168.8407616813192</c:v>
                </c:pt>
                <c:pt idx="96">
                  <c:v>2194.3128635855223</c:v>
                </c:pt>
                <c:pt idx="97">
                  <c:v>2219.8349654897256</c:v>
                </c:pt>
                <c:pt idx="98">
                  <c:v>2245.4070673939295</c:v>
                </c:pt>
                <c:pt idx="99">
                  <c:v>2271.0291692981327</c:v>
                </c:pt>
                <c:pt idx="100">
                  <c:v>2296.701271202336</c:v>
                </c:pt>
                <c:pt idx="101">
                  <c:v>2322.4233731065387</c:v>
                </c:pt>
                <c:pt idx="102">
                  <c:v>2348.1954750107425</c:v>
                </c:pt>
                <c:pt idx="103">
                  <c:v>2374.017576914946</c:v>
                </c:pt>
                <c:pt idx="104">
                  <c:v>2399.889678819149</c:v>
                </c:pt>
                <c:pt idx="105">
                  <c:v>2425.8117807233525</c:v>
                </c:pt>
                <c:pt idx="106">
                  <c:v>2451.7838826275556</c:v>
                </c:pt>
                <c:pt idx="107">
                  <c:v>2477.805984531759</c:v>
                </c:pt>
                <c:pt idx="108">
                  <c:v>2504.0504994930884</c:v>
                </c:pt>
                <c:pt idx="109">
                  <c:v>2530.3450144544177</c:v>
                </c:pt>
                <c:pt idx="110">
                  <c:v>2556.6895294157475</c:v>
                </c:pt>
                <c:pt idx="111">
                  <c:v>2583.0840443770767</c:v>
                </c:pt>
                <c:pt idx="112">
                  <c:v>2609.528559338406</c:v>
                </c:pt>
                <c:pt idx="113">
                  <c:v>2636.023074299735</c:v>
                </c:pt>
                <c:pt idx="114">
                  <c:v>2662.567589261065</c:v>
                </c:pt>
                <c:pt idx="115">
                  <c:v>2689.162104222394</c:v>
                </c:pt>
                <c:pt idx="116">
                  <c:v>2715.806619183724</c:v>
                </c:pt>
                <c:pt idx="117">
                  <c:v>2742.5011341450527</c:v>
                </c:pt>
                <c:pt idx="118">
                  <c:v>2769.2456491063826</c:v>
                </c:pt>
                <c:pt idx="119">
                  <c:v>2796.040164067712</c:v>
                </c:pt>
                <c:pt idx="120">
                  <c:v>2823.080264477881</c:v>
                </c:pt>
                <c:pt idx="121">
                  <c:v>2850.1703648880502</c:v>
                </c:pt>
                <c:pt idx="122">
                  <c:v>2877.31046529822</c:v>
                </c:pt>
                <c:pt idx="123">
                  <c:v>2904.5005657083893</c:v>
                </c:pt>
                <c:pt idx="124">
                  <c:v>2931.7406661185587</c:v>
                </c:pt>
                <c:pt idx="125">
                  <c:v>2959.0307665287273</c:v>
                </c:pt>
                <c:pt idx="126">
                  <c:v>2986.370866938897</c:v>
                </c:pt>
                <c:pt idx="127">
                  <c:v>3013.760967349066</c:v>
                </c:pt>
                <c:pt idx="128">
                  <c:v>3041.2010677592357</c:v>
                </c:pt>
                <c:pt idx="129">
                  <c:v>3068.6911681694046</c:v>
                </c:pt>
                <c:pt idx="130">
                  <c:v>3096.231268579574</c:v>
                </c:pt>
                <c:pt idx="131">
                  <c:v>3123.821368989744</c:v>
                </c:pt>
                <c:pt idx="132">
                  <c:v>3151.6809224122176</c:v>
                </c:pt>
                <c:pt idx="133">
                  <c:v>3179.590475834692</c:v>
                </c:pt>
                <c:pt idx="134">
                  <c:v>3207.550029257167</c:v>
                </c:pt>
                <c:pt idx="135">
                  <c:v>3235.559582679641</c:v>
                </c:pt>
                <c:pt idx="136">
                  <c:v>3263.6191361021156</c:v>
                </c:pt>
                <c:pt idx="137">
                  <c:v>3291.7286895245893</c:v>
                </c:pt>
                <c:pt idx="138">
                  <c:v>3319.8882429470646</c:v>
                </c:pt>
                <c:pt idx="139">
                  <c:v>3348.0977963695386</c:v>
                </c:pt>
                <c:pt idx="140">
                  <c:v>3376.3573497920124</c:v>
                </c:pt>
                <c:pt idx="141">
                  <c:v>3404.6669032144873</c:v>
                </c:pt>
                <c:pt idx="142">
                  <c:v>3433.0264566369624</c:v>
                </c:pt>
                <c:pt idx="143">
                  <c:v>3461.436010059436</c:v>
                </c:pt>
                <c:pt idx="144">
                  <c:v>3490.1396000845843</c:v>
                </c:pt>
                <c:pt idx="145">
                  <c:v>3518.8931901097326</c:v>
                </c:pt>
                <c:pt idx="146">
                  <c:v>3547.6967801348815</c:v>
                </c:pt>
                <c:pt idx="147">
                  <c:v>3576.5503701600296</c:v>
                </c:pt>
                <c:pt idx="148">
                  <c:v>3605.4539601851784</c:v>
                </c:pt>
                <c:pt idx="149">
                  <c:v>3634.407550210327</c:v>
                </c:pt>
                <c:pt idx="150">
                  <c:v>3663.411140235476</c:v>
                </c:pt>
                <c:pt idx="151">
                  <c:v>3692.464730260625</c:v>
                </c:pt>
                <c:pt idx="152">
                  <c:v>3721.5683202857726</c:v>
                </c:pt>
                <c:pt idx="153">
                  <c:v>3750.721910310921</c:v>
                </c:pt>
                <c:pt idx="154">
                  <c:v>3779.9255003360704</c:v>
                </c:pt>
                <c:pt idx="155">
                  <c:v>3809.179090361219</c:v>
                </c:pt>
                <c:pt idx="156">
                  <c:v>3838.7520380871215</c:v>
                </c:pt>
                <c:pt idx="157">
                  <c:v>3868.3749858130245</c:v>
                </c:pt>
                <c:pt idx="158">
                  <c:v>3898.0479335389286</c:v>
                </c:pt>
                <c:pt idx="159">
                  <c:v>3927.770881264831</c:v>
                </c:pt>
                <c:pt idx="160">
                  <c:v>3957.543828990734</c:v>
                </c:pt>
                <c:pt idx="161">
                  <c:v>3987.3667767166367</c:v>
                </c:pt>
                <c:pt idx="162">
                  <c:v>4017.239724442541</c:v>
                </c:pt>
                <c:pt idx="163">
                  <c:v>4047.1626721684434</c:v>
                </c:pt>
                <c:pt idx="164">
                  <c:v>4077.135619894346</c:v>
                </c:pt>
                <c:pt idx="165">
                  <c:v>4107.158567620249</c:v>
                </c:pt>
                <c:pt idx="166">
                  <c:v>4137.231515346153</c:v>
                </c:pt>
                <c:pt idx="167">
                  <c:v>4167.354463072055</c:v>
                </c:pt>
                <c:pt idx="168">
                  <c:v>4197.822849229735</c:v>
                </c:pt>
                <c:pt idx="169">
                  <c:v>4228.3412353874155</c:v>
                </c:pt>
                <c:pt idx="170">
                  <c:v>4258.909621545096</c:v>
                </c:pt>
                <c:pt idx="171">
                  <c:v>4289.528007702776</c:v>
                </c:pt>
                <c:pt idx="172">
                  <c:v>4320.196393860457</c:v>
                </c:pt>
                <c:pt idx="173">
                  <c:v>4350.914780018136</c:v>
                </c:pt>
                <c:pt idx="174">
                  <c:v>4381.683166175817</c:v>
                </c:pt>
                <c:pt idx="175">
                  <c:v>4412.501552333497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납입 원금</c:v>
                </c:pt>
              </c:strCache>
            </c:strRef>
          </c:tx>
          <c:spPr>
            <a:ln w="12700">
              <a:solidFill>
                <a:srgbClr val="1A1A1A"/>
              </a:solidFill>
              <a:prstDash val="dash"/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Sheet1!$E$2:$E$177</c:f>
              <c:numCache>
                <c:formatCode>General</c:formatCode>
                <c:ptCount val="176"/>
                <c:pt idx="0">
                  <c:v>20.0</c:v>
                </c:pt>
                <c:pt idx="1">
                  <c:v>40.0</c:v>
                </c:pt>
                <c:pt idx="2">
                  <c:v>60.0</c:v>
                </c:pt>
                <c:pt idx="3">
                  <c:v>80.0</c:v>
                </c:pt>
                <c:pt idx="4">
                  <c:v>100.0</c:v>
                </c:pt>
                <c:pt idx="5">
                  <c:v>120.0</c:v>
                </c:pt>
                <c:pt idx="6">
                  <c:v>140.0</c:v>
                </c:pt>
                <c:pt idx="7">
                  <c:v>160.0</c:v>
                </c:pt>
                <c:pt idx="8">
                  <c:v>180.0</c:v>
                </c:pt>
                <c:pt idx="9">
                  <c:v>200.0</c:v>
                </c:pt>
                <c:pt idx="10">
                  <c:v>220.0</c:v>
                </c:pt>
                <c:pt idx="11">
                  <c:v>240.0</c:v>
                </c:pt>
                <c:pt idx="12">
                  <c:v>260.0</c:v>
                </c:pt>
                <c:pt idx="13">
                  <c:v>280.0</c:v>
                </c:pt>
                <c:pt idx="14">
                  <c:v>300.0</c:v>
                </c:pt>
                <c:pt idx="15">
                  <c:v>320.0</c:v>
                </c:pt>
                <c:pt idx="16">
                  <c:v>340.0</c:v>
                </c:pt>
                <c:pt idx="17">
                  <c:v>360.0</c:v>
                </c:pt>
                <c:pt idx="18">
                  <c:v>380.0</c:v>
                </c:pt>
                <c:pt idx="19">
                  <c:v>400.0</c:v>
                </c:pt>
                <c:pt idx="20">
                  <c:v>420.0</c:v>
                </c:pt>
                <c:pt idx="21">
                  <c:v>440.0</c:v>
                </c:pt>
                <c:pt idx="22">
                  <c:v>460.0</c:v>
                </c:pt>
                <c:pt idx="23">
                  <c:v>480.0</c:v>
                </c:pt>
                <c:pt idx="24">
                  <c:v>500.0</c:v>
                </c:pt>
                <c:pt idx="25">
                  <c:v>520.0</c:v>
                </c:pt>
                <c:pt idx="26">
                  <c:v>540.0</c:v>
                </c:pt>
                <c:pt idx="27">
                  <c:v>560.0</c:v>
                </c:pt>
                <c:pt idx="28">
                  <c:v>580.0</c:v>
                </c:pt>
                <c:pt idx="29">
                  <c:v>600.0</c:v>
                </c:pt>
                <c:pt idx="30">
                  <c:v>620.0</c:v>
                </c:pt>
                <c:pt idx="31">
                  <c:v>640.0</c:v>
                </c:pt>
                <c:pt idx="32">
                  <c:v>660.0</c:v>
                </c:pt>
                <c:pt idx="33">
                  <c:v>680.0</c:v>
                </c:pt>
                <c:pt idx="34">
                  <c:v>700.0</c:v>
                </c:pt>
                <c:pt idx="35">
                  <c:v>720.0</c:v>
                </c:pt>
                <c:pt idx="36">
                  <c:v>740.0</c:v>
                </c:pt>
                <c:pt idx="37">
                  <c:v>760.0</c:v>
                </c:pt>
                <c:pt idx="38">
                  <c:v>780.0</c:v>
                </c:pt>
                <c:pt idx="39">
                  <c:v>800.0</c:v>
                </c:pt>
                <c:pt idx="40">
                  <c:v>820.0</c:v>
                </c:pt>
                <c:pt idx="41">
                  <c:v>840.0</c:v>
                </c:pt>
                <c:pt idx="42">
                  <c:v>860.0</c:v>
                </c:pt>
                <c:pt idx="43">
                  <c:v>880.0</c:v>
                </c:pt>
                <c:pt idx="44">
                  <c:v>900.0</c:v>
                </c:pt>
                <c:pt idx="45">
                  <c:v>920.0</c:v>
                </c:pt>
                <c:pt idx="46">
                  <c:v>940.0</c:v>
                </c:pt>
                <c:pt idx="47">
                  <c:v>960.0</c:v>
                </c:pt>
                <c:pt idx="48">
                  <c:v>980.0</c:v>
                </c:pt>
                <c:pt idx="49">
                  <c:v>1000.0</c:v>
                </c:pt>
                <c:pt idx="50">
                  <c:v>1020.0</c:v>
                </c:pt>
                <c:pt idx="51">
                  <c:v>1040.0</c:v>
                </c:pt>
                <c:pt idx="52">
                  <c:v>1060.0</c:v>
                </c:pt>
                <c:pt idx="53">
                  <c:v>1080.0</c:v>
                </c:pt>
                <c:pt idx="54">
                  <c:v>1100.0</c:v>
                </c:pt>
                <c:pt idx="55">
                  <c:v>1120.0</c:v>
                </c:pt>
                <c:pt idx="56">
                  <c:v>1140.0</c:v>
                </c:pt>
                <c:pt idx="57">
                  <c:v>1160.0</c:v>
                </c:pt>
                <c:pt idx="58">
                  <c:v>1180.0</c:v>
                </c:pt>
                <c:pt idx="59">
                  <c:v>1200.0</c:v>
                </c:pt>
                <c:pt idx="60">
                  <c:v>1220.0</c:v>
                </c:pt>
                <c:pt idx="61">
                  <c:v>1240.0</c:v>
                </c:pt>
                <c:pt idx="62">
                  <c:v>1260.0</c:v>
                </c:pt>
                <c:pt idx="63">
                  <c:v>1280.0</c:v>
                </c:pt>
                <c:pt idx="64">
                  <c:v>1300.0</c:v>
                </c:pt>
                <c:pt idx="65">
                  <c:v>1320.0</c:v>
                </c:pt>
                <c:pt idx="66">
                  <c:v>1340.0</c:v>
                </c:pt>
                <c:pt idx="67">
                  <c:v>1360.0</c:v>
                </c:pt>
                <c:pt idx="68">
                  <c:v>1380.0</c:v>
                </c:pt>
                <c:pt idx="69">
                  <c:v>1400.0</c:v>
                </c:pt>
                <c:pt idx="70">
                  <c:v>1420.0</c:v>
                </c:pt>
                <c:pt idx="71">
                  <c:v>1440.0</c:v>
                </c:pt>
                <c:pt idx="72">
                  <c:v>1460.0</c:v>
                </c:pt>
                <c:pt idx="73">
                  <c:v>1480.0</c:v>
                </c:pt>
                <c:pt idx="74">
                  <c:v>1500.0</c:v>
                </c:pt>
                <c:pt idx="75">
                  <c:v>1520.0</c:v>
                </c:pt>
                <c:pt idx="76">
                  <c:v>1540.0</c:v>
                </c:pt>
                <c:pt idx="77">
                  <c:v>1560.0</c:v>
                </c:pt>
                <c:pt idx="78">
                  <c:v>1580.0</c:v>
                </c:pt>
                <c:pt idx="79">
                  <c:v>1600.0</c:v>
                </c:pt>
                <c:pt idx="80">
                  <c:v>1620.0</c:v>
                </c:pt>
                <c:pt idx="81">
                  <c:v>1640.0</c:v>
                </c:pt>
                <c:pt idx="82">
                  <c:v>1660.0</c:v>
                </c:pt>
                <c:pt idx="83">
                  <c:v>1680.0</c:v>
                </c:pt>
                <c:pt idx="84">
                  <c:v>1700.0</c:v>
                </c:pt>
                <c:pt idx="85">
                  <c:v>1720.0</c:v>
                </c:pt>
                <c:pt idx="86">
                  <c:v>1740.0</c:v>
                </c:pt>
                <c:pt idx="87">
                  <c:v>1760.0</c:v>
                </c:pt>
                <c:pt idx="88">
                  <c:v>1780.0</c:v>
                </c:pt>
                <c:pt idx="89">
                  <c:v>1800.0</c:v>
                </c:pt>
                <c:pt idx="90">
                  <c:v>1820.0</c:v>
                </c:pt>
                <c:pt idx="91">
                  <c:v>1840.0</c:v>
                </c:pt>
                <c:pt idx="92">
                  <c:v>1860.0</c:v>
                </c:pt>
                <c:pt idx="93">
                  <c:v>1880.0</c:v>
                </c:pt>
                <c:pt idx="94">
                  <c:v>1900.0</c:v>
                </c:pt>
                <c:pt idx="95">
                  <c:v>1920.0</c:v>
                </c:pt>
                <c:pt idx="96">
                  <c:v>1940.0</c:v>
                </c:pt>
                <c:pt idx="97">
                  <c:v>1960.0</c:v>
                </c:pt>
                <c:pt idx="98">
                  <c:v>1980.0</c:v>
                </c:pt>
                <c:pt idx="99">
                  <c:v>2000.0</c:v>
                </c:pt>
                <c:pt idx="100">
                  <c:v>2020.0</c:v>
                </c:pt>
                <c:pt idx="101">
                  <c:v>2040.0</c:v>
                </c:pt>
                <c:pt idx="102">
                  <c:v>2060.0</c:v>
                </c:pt>
                <c:pt idx="103">
                  <c:v>2080.0</c:v>
                </c:pt>
                <c:pt idx="104">
                  <c:v>2100.0</c:v>
                </c:pt>
                <c:pt idx="105">
                  <c:v>2120.0</c:v>
                </c:pt>
                <c:pt idx="106">
                  <c:v>2140.0</c:v>
                </c:pt>
                <c:pt idx="107">
                  <c:v>2160.0</c:v>
                </c:pt>
                <c:pt idx="108">
                  <c:v>2180.0</c:v>
                </c:pt>
                <c:pt idx="109">
                  <c:v>2200.0</c:v>
                </c:pt>
                <c:pt idx="110">
                  <c:v>2220.0</c:v>
                </c:pt>
                <c:pt idx="111">
                  <c:v>2240.0</c:v>
                </c:pt>
                <c:pt idx="112">
                  <c:v>2260.0</c:v>
                </c:pt>
                <c:pt idx="113">
                  <c:v>2280.0</c:v>
                </c:pt>
                <c:pt idx="114">
                  <c:v>2300.0</c:v>
                </c:pt>
                <c:pt idx="115">
                  <c:v>2320.0</c:v>
                </c:pt>
                <c:pt idx="116">
                  <c:v>2340.0</c:v>
                </c:pt>
                <c:pt idx="117">
                  <c:v>2360.0</c:v>
                </c:pt>
                <c:pt idx="118">
                  <c:v>2380.0</c:v>
                </c:pt>
                <c:pt idx="119">
                  <c:v>2400.0</c:v>
                </c:pt>
                <c:pt idx="120">
                  <c:v>2420.0</c:v>
                </c:pt>
                <c:pt idx="121">
                  <c:v>2440.0</c:v>
                </c:pt>
                <c:pt idx="122">
                  <c:v>2460.0</c:v>
                </c:pt>
                <c:pt idx="123">
                  <c:v>2480.0</c:v>
                </c:pt>
                <c:pt idx="124">
                  <c:v>2500.0</c:v>
                </c:pt>
                <c:pt idx="125">
                  <c:v>2520.0</c:v>
                </c:pt>
                <c:pt idx="126">
                  <c:v>2540.0</c:v>
                </c:pt>
                <c:pt idx="127">
                  <c:v>2560.0</c:v>
                </c:pt>
                <c:pt idx="128">
                  <c:v>2580.0</c:v>
                </c:pt>
                <c:pt idx="129">
                  <c:v>2600.0</c:v>
                </c:pt>
                <c:pt idx="130">
                  <c:v>2620.0</c:v>
                </c:pt>
                <c:pt idx="131">
                  <c:v>2640.0</c:v>
                </c:pt>
                <c:pt idx="132">
                  <c:v>2660.0</c:v>
                </c:pt>
                <c:pt idx="133">
                  <c:v>2680.0</c:v>
                </c:pt>
                <c:pt idx="134">
                  <c:v>2700.0</c:v>
                </c:pt>
                <c:pt idx="135">
                  <c:v>2720.0</c:v>
                </c:pt>
                <c:pt idx="136">
                  <c:v>2740.0</c:v>
                </c:pt>
                <c:pt idx="137">
                  <c:v>2760.0</c:v>
                </c:pt>
                <c:pt idx="138">
                  <c:v>2780.0</c:v>
                </c:pt>
                <c:pt idx="139">
                  <c:v>2800.0</c:v>
                </c:pt>
                <c:pt idx="140">
                  <c:v>2820.0</c:v>
                </c:pt>
                <c:pt idx="141">
                  <c:v>2840.0</c:v>
                </c:pt>
                <c:pt idx="142">
                  <c:v>2860.0</c:v>
                </c:pt>
                <c:pt idx="143">
                  <c:v>2880.0</c:v>
                </c:pt>
                <c:pt idx="144">
                  <c:v>2900.0</c:v>
                </c:pt>
                <c:pt idx="145">
                  <c:v>2920.0</c:v>
                </c:pt>
                <c:pt idx="146">
                  <c:v>2940.0</c:v>
                </c:pt>
                <c:pt idx="147">
                  <c:v>2960.0</c:v>
                </c:pt>
                <c:pt idx="148">
                  <c:v>2980.0</c:v>
                </c:pt>
                <c:pt idx="149">
                  <c:v>3000.0</c:v>
                </c:pt>
                <c:pt idx="150">
                  <c:v>3020.0</c:v>
                </c:pt>
                <c:pt idx="151">
                  <c:v>3040.0</c:v>
                </c:pt>
                <c:pt idx="152">
                  <c:v>3060.0</c:v>
                </c:pt>
                <c:pt idx="153">
                  <c:v>3080.0</c:v>
                </c:pt>
                <c:pt idx="154">
                  <c:v>3100.0</c:v>
                </c:pt>
                <c:pt idx="155">
                  <c:v>3120.0</c:v>
                </c:pt>
                <c:pt idx="156">
                  <c:v>3140.0</c:v>
                </c:pt>
                <c:pt idx="157">
                  <c:v>3160.0</c:v>
                </c:pt>
                <c:pt idx="158">
                  <c:v>3180.0</c:v>
                </c:pt>
                <c:pt idx="159">
                  <c:v>3200.0</c:v>
                </c:pt>
                <c:pt idx="160">
                  <c:v>3220.0</c:v>
                </c:pt>
                <c:pt idx="161">
                  <c:v>3240.0</c:v>
                </c:pt>
                <c:pt idx="162">
                  <c:v>3260.0</c:v>
                </c:pt>
                <c:pt idx="163">
                  <c:v>3280.0</c:v>
                </c:pt>
                <c:pt idx="164">
                  <c:v>3300.0</c:v>
                </c:pt>
                <c:pt idx="165">
                  <c:v>3320.0</c:v>
                </c:pt>
                <c:pt idx="166">
                  <c:v>3340.0</c:v>
                </c:pt>
                <c:pt idx="167">
                  <c:v>3360.0</c:v>
                </c:pt>
                <c:pt idx="168">
                  <c:v>3380.0</c:v>
                </c:pt>
                <c:pt idx="169">
                  <c:v>3400.0</c:v>
                </c:pt>
                <c:pt idx="170">
                  <c:v>3420.0</c:v>
                </c:pt>
                <c:pt idx="171">
                  <c:v>3440.0</c:v>
                </c:pt>
                <c:pt idx="172">
                  <c:v>3460.0</c:v>
                </c:pt>
                <c:pt idx="173">
                  <c:v>3480.0</c:v>
                </c:pt>
                <c:pt idx="174">
                  <c:v>3500.0</c:v>
                </c:pt>
                <c:pt idx="175">
                  <c:v>3520.0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12000.0"/>
          <c:min val="0.0"/>
        </c:scaling>
        <c:delete val="0"/>
        <c:axPos val="l"/>
        <c:majorGridlines>
          <c:spPr>
            <a:ln w="6350">
              <a:solidFill>
                <a:srgbClr val="D0D4D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18791784"/>
        <c:crosses val="autoZero"/>
        <c:majorUnit val="3000.0"/>
      </c:valAx>
    </c:plotArea>
    <c:legend>
      <c:legendPos val="t"/>
      <c:layout/>
      <c:overlay val="0"/>
      <c:txPr>
        <a:bodyPr/>
        <a:lstStyle/>
        <a:p>
          <a:pPr>
            <a:defRPr sz="850">
              <a:solidFill>
                <a:srgbClr val="1A1A1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Deneb</c:v>
                </c:pt>
              </c:strCache>
            </c:strRef>
          </c:tx>
          <c:spPr>
            <a:ln w="25400">
              <a:solidFill>
                <a:srgbClr val="174D3B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Sheet1!$B$2:$B$177</c:f>
              <c:numCache>
                <c:formatCode>General</c:formatCode>
                <c:ptCount val="176"/>
                <c:pt idx="0">
                  <c:v>22.426844946153246</c:v>
                </c:pt>
                <c:pt idx="1">
                  <c:v>47.61096433452654</c:v>
                </c:pt>
                <c:pt idx="2">
                  <c:v>74.16182162523567</c:v>
                </c:pt>
                <c:pt idx="3">
                  <c:v>90.93367463676606</c:v>
                </c:pt>
                <c:pt idx="4">
                  <c:v>103.83707107582232</c:v>
                </c:pt>
                <c:pt idx="5">
                  <c:v>128.50936647501845</c:v>
                </c:pt>
                <c:pt idx="6">
                  <c:v>151.64363231320402</c:v>
                </c:pt>
                <c:pt idx="7">
                  <c:v>188.8494266407046</c:v>
                </c:pt>
                <c:pt idx="8">
                  <c:v>212.5814375184585</c:v>
                </c:pt>
                <c:pt idx="9">
                  <c:v>212.05046277285973</c:v>
                </c:pt>
                <c:pt idx="10">
                  <c:v>227.03692199750625</c:v>
                </c:pt>
                <c:pt idx="11">
                  <c:v>244.20324016791415</c:v>
                </c:pt>
                <c:pt idx="12">
                  <c:v>280.98730325798624</c:v>
                </c:pt>
                <c:pt idx="13">
                  <c:v>304.0844045421333</c:v>
                </c:pt>
                <c:pt idx="14">
                  <c:v>347.01671711853487</c:v>
                </c:pt>
                <c:pt idx="15">
                  <c:v>386.9607047442411</c:v>
                </c:pt>
                <c:pt idx="16">
                  <c:v>435.6107822852663</c:v>
                </c:pt>
                <c:pt idx="17">
                  <c:v>426.74259802042906</c:v>
                </c:pt>
                <c:pt idx="18">
                  <c:v>476.9815054515201</c:v>
                </c:pt>
                <c:pt idx="19">
                  <c:v>485.62230470540885</c:v>
                </c:pt>
                <c:pt idx="20">
                  <c:v>529.8081852105298</c:v>
                </c:pt>
                <c:pt idx="21">
                  <c:v>583.4883355484333</c:v>
                </c:pt>
                <c:pt idx="22">
                  <c:v>627.0168679725979</c:v>
                </c:pt>
                <c:pt idx="23">
                  <c:v>668.0192899995325</c:v>
                </c:pt>
                <c:pt idx="24">
                  <c:v>659.6646946083592</c:v>
                </c:pt>
                <c:pt idx="25">
                  <c:v>722.3606314065162</c:v>
                </c:pt>
                <c:pt idx="26">
                  <c:v>734.9753950818002</c:v>
                </c:pt>
                <c:pt idx="27">
                  <c:v>722.6799635768566</c:v>
                </c:pt>
                <c:pt idx="28">
                  <c:v>805.9699005470552</c:v>
                </c:pt>
                <c:pt idx="29">
                  <c:v>877.31497497189</c:v>
                </c:pt>
                <c:pt idx="30">
                  <c:v>907.3982496517513</c:v>
                </c:pt>
                <c:pt idx="31">
                  <c:v>1026.5621099111986</c:v>
                </c:pt>
                <c:pt idx="32">
                  <c:v>1028.4296949433726</c:v>
                </c:pt>
                <c:pt idx="33">
                  <c:v>1065.0572005929214</c:v>
                </c:pt>
                <c:pt idx="34">
                  <c:v>1186.700806101343</c:v>
                </c:pt>
                <c:pt idx="35">
                  <c:v>1131.0822218940455</c:v>
                </c:pt>
                <c:pt idx="36">
                  <c:v>1114.8196618710222</c:v>
                </c:pt>
                <c:pt idx="37">
                  <c:v>1271.5563981564903</c:v>
                </c:pt>
                <c:pt idx="38">
                  <c:v>1219.6645530781948</c:v>
                </c:pt>
                <c:pt idx="39">
                  <c:v>1282.4141190616604</c:v>
                </c:pt>
                <c:pt idx="40">
                  <c:v>1354.3179362124451</c:v>
                </c:pt>
                <c:pt idx="41">
                  <c:v>1293.1585057074856</c:v>
                </c:pt>
                <c:pt idx="42">
                  <c:v>1420.9432497149833</c:v>
                </c:pt>
                <c:pt idx="43">
                  <c:v>1160.4446418734651</c:v>
                </c:pt>
                <c:pt idx="44">
                  <c:v>1131.1546019233056</c:v>
                </c:pt>
                <c:pt idx="45">
                  <c:v>1423.2473269032487</c:v>
                </c:pt>
                <c:pt idx="46">
                  <c:v>1455.1977523555513</c:v>
                </c:pt>
                <c:pt idx="47">
                  <c:v>1418.5344298081102</c:v>
                </c:pt>
                <c:pt idx="48">
                  <c:v>1258.3660921860949</c:v>
                </c:pt>
                <c:pt idx="49">
                  <c:v>1305.045551727914</c:v>
                </c:pt>
                <c:pt idx="50">
                  <c:v>1511.8245799383114</c:v>
                </c:pt>
                <c:pt idx="51">
                  <c:v>1441.0196434989189</c:v>
                </c:pt>
                <c:pt idx="52">
                  <c:v>1525.9306800447807</c:v>
                </c:pt>
                <c:pt idx="53">
                  <c:v>1432.130263484757</c:v>
                </c:pt>
                <c:pt idx="54">
                  <c:v>1586.6636391195102</c:v>
                </c:pt>
                <c:pt idx="55">
                  <c:v>1629.3746129462777</c:v>
                </c:pt>
                <c:pt idx="56">
                  <c:v>1707.8495967258061</c:v>
                </c:pt>
                <c:pt idx="57">
                  <c:v>1669.2993428205739</c:v>
                </c:pt>
                <c:pt idx="58">
                  <c:v>1722.912794657129</c:v>
                </c:pt>
                <c:pt idx="59">
                  <c:v>1787.5393584690262</c:v>
                </c:pt>
                <c:pt idx="60">
                  <c:v>1973.8295049253334</c:v>
                </c:pt>
                <c:pt idx="61">
                  <c:v>2181.5500733553076</c:v>
                </c:pt>
                <c:pt idx="62">
                  <c:v>2277.1158742867215</c:v>
                </c:pt>
                <c:pt idx="63">
                  <c:v>2410.6170510682136</c:v>
                </c:pt>
                <c:pt idx="64">
                  <c:v>2614.007417200153</c:v>
                </c:pt>
                <c:pt idx="65">
                  <c:v>2505.8365367874053</c:v>
                </c:pt>
                <c:pt idx="66">
                  <c:v>2737.479157973903</c:v>
                </c:pt>
                <c:pt idx="67">
                  <c:v>2840.6123046812922</c:v>
                </c:pt>
                <c:pt idx="68">
                  <c:v>2874.858665448449</c:v>
                </c:pt>
                <c:pt idx="69">
                  <c:v>3175.3316012290425</c:v>
                </c:pt>
                <c:pt idx="70">
                  <c:v>3354.064485576143</c:v>
                </c:pt>
                <c:pt idx="71">
                  <c:v>3424.37667030194</c:v>
                </c:pt>
                <c:pt idx="72">
                  <c:v>4072.095164284031</c:v>
                </c:pt>
                <c:pt idx="73">
                  <c:v>3762.3799033066675</c:v>
                </c:pt>
                <c:pt idx="74">
                  <c:v>3632.970458511505</c:v>
                </c:pt>
                <c:pt idx="75">
                  <c:v>3527.7138396997975</c:v>
                </c:pt>
                <c:pt idx="76">
                  <c:v>3895.8903422123312</c:v>
                </c:pt>
                <c:pt idx="77">
                  <c:v>3977.3641408914737</c:v>
                </c:pt>
                <c:pt idx="78">
                  <c:v>4250.523964384853</c:v>
                </c:pt>
                <c:pt idx="79">
                  <c:v>4760.047963483623</c:v>
                </c:pt>
                <c:pt idx="80">
                  <c:v>4755.801598273385</c:v>
                </c:pt>
                <c:pt idx="81">
                  <c:v>3958.7432895794154</c:v>
                </c:pt>
                <c:pt idx="82">
                  <c:v>3804.5368033150553</c:v>
                </c:pt>
                <c:pt idx="83">
                  <c:v>3482.373647803937</c:v>
                </c:pt>
                <c:pt idx="84">
                  <c:v>3797.6053328655375</c:v>
                </c:pt>
                <c:pt idx="85">
                  <c:v>4057.4159787775634</c:v>
                </c:pt>
                <c:pt idx="86">
                  <c:v>4362.140652537801</c:v>
                </c:pt>
                <c:pt idx="87">
                  <c:v>4874.437249955563</c:v>
                </c:pt>
                <c:pt idx="88">
                  <c:v>4178.280799979332</c:v>
                </c:pt>
                <c:pt idx="89">
                  <c:v>4749.763503588186</c:v>
                </c:pt>
                <c:pt idx="90">
                  <c:v>4969.251678093399</c:v>
                </c:pt>
                <c:pt idx="91">
                  <c:v>4622.332692682558</c:v>
                </c:pt>
                <c:pt idx="92">
                  <c:v>4763.2363569539575</c:v>
                </c:pt>
                <c:pt idx="93">
                  <c:v>5174.200555790038</c:v>
                </c:pt>
                <c:pt idx="94">
                  <c:v>5633.03855030884</c:v>
                </c:pt>
                <c:pt idx="95">
                  <c:v>6092.456797576977</c:v>
                </c:pt>
                <c:pt idx="96">
                  <c:v>6372.779727954323</c:v>
                </c:pt>
                <c:pt idx="97">
                  <c:v>5697.275603938668</c:v>
                </c:pt>
                <c:pt idx="98">
                  <c:v>5431.517185556119</c:v>
                </c:pt>
                <c:pt idx="99">
                  <c:v>6917.996123572324</c:v>
                </c:pt>
                <c:pt idx="100">
                  <c:v>7374.228006601088</c:v>
                </c:pt>
                <c:pt idx="101">
                  <c:v>8132.190443399776</c:v>
                </c:pt>
                <c:pt idx="102">
                  <c:v>9277.483221548595</c:v>
                </c:pt>
                <c:pt idx="103">
                  <c:v>11232.314838240847</c:v>
                </c:pt>
                <c:pt idx="104">
                  <c:v>10122.605896171257</c:v>
                </c:pt>
                <c:pt idx="105">
                  <c:v>10159.807159535003</c:v>
                </c:pt>
                <c:pt idx="106">
                  <c:v>11490.052347484501</c:v>
                </c:pt>
                <c:pt idx="107">
                  <c:v>12576.73173468732</c:v>
                </c:pt>
                <c:pt idx="108">
                  <c:v>12540.305897376975</c:v>
                </c:pt>
                <c:pt idx="109">
                  <c:v>12860.817131153992</c:v>
                </c:pt>
                <c:pt idx="110">
                  <c:v>14245.852026930645</c:v>
                </c:pt>
                <c:pt idx="111">
                  <c:v>15583.80353360433</c:v>
                </c:pt>
                <c:pt idx="112">
                  <c:v>15264.164787616815</c:v>
                </c:pt>
                <c:pt idx="113">
                  <c:v>17013.44699105081</c:v>
                </c:pt>
                <c:pt idx="114">
                  <c:v>17927.491004573672</c:v>
                </c:pt>
                <c:pt idx="115">
                  <c:v>19455.164192246473</c:v>
                </c:pt>
                <c:pt idx="116">
                  <c:v>17296.740725847674</c:v>
                </c:pt>
                <c:pt idx="117">
                  <c:v>20090.771363284635</c:v>
                </c:pt>
                <c:pt idx="118">
                  <c:v>20579.56727686081</c:v>
                </c:pt>
                <c:pt idx="119">
                  <c:v>20900.575223616022</c:v>
                </c:pt>
                <c:pt idx="120">
                  <c:v>19458.126488427824</c:v>
                </c:pt>
                <c:pt idx="121">
                  <c:v>19265.89119637285</c:v>
                </c:pt>
                <c:pt idx="122">
                  <c:v>19782.604557590043</c:v>
                </c:pt>
                <c:pt idx="123">
                  <c:v>17682.20414536561</c:v>
                </c:pt>
                <c:pt idx="124">
                  <c:v>18169.001055909837</c:v>
                </c:pt>
                <c:pt idx="125">
                  <c:v>17197.9547455185</c:v>
                </c:pt>
                <c:pt idx="126">
                  <c:v>17666.814862500367</c:v>
                </c:pt>
                <c:pt idx="127">
                  <c:v>16464.376103752358</c:v>
                </c:pt>
                <c:pt idx="128">
                  <c:v>15489.741556553134</c:v>
                </c:pt>
                <c:pt idx="129">
                  <c:v>16596.32068726985</c:v>
                </c:pt>
                <c:pt idx="130">
                  <c:v>17354.518182866916</c:v>
                </c:pt>
                <c:pt idx="131">
                  <c:v>15680.414368433178</c:v>
                </c:pt>
                <c:pt idx="132">
                  <c:v>16683.034519965353</c:v>
                </c:pt>
                <c:pt idx="133">
                  <c:v>15934.042411147562</c:v>
                </c:pt>
                <c:pt idx="134">
                  <c:v>18046.7460779182</c:v>
                </c:pt>
                <c:pt idx="135">
                  <c:v>18013.948549942408</c:v>
                </c:pt>
                <c:pt idx="136">
                  <c:v>20231.215217446934</c:v>
                </c:pt>
                <c:pt idx="137">
                  <c:v>22935.730437820697</c:v>
                </c:pt>
                <c:pt idx="138">
                  <c:v>24786.552281393047</c:v>
                </c:pt>
                <c:pt idx="139">
                  <c:v>23365.71675409962</c:v>
                </c:pt>
                <c:pt idx="140">
                  <c:v>22082.434937095324</c:v>
                </c:pt>
                <c:pt idx="141">
                  <c:v>21049.549624754123</c:v>
                </c:pt>
                <c:pt idx="142">
                  <c:v>25691.463910742135</c:v>
                </c:pt>
                <c:pt idx="143">
                  <c:v>28834.736466419636</c:v>
                </c:pt>
                <c:pt idx="144">
                  <c:v>29535.774607797957</c:v>
                </c:pt>
                <c:pt idx="145">
                  <c:v>32370.659437587423</c:v>
                </c:pt>
                <c:pt idx="146">
                  <c:v>33495.795228080664</c:v>
                </c:pt>
                <c:pt idx="147">
                  <c:v>29335.160562425488</c:v>
                </c:pt>
                <c:pt idx="148">
                  <c:v>32915.16131992121</c:v>
                </c:pt>
                <c:pt idx="149">
                  <c:v>36592.27137498888</c:v>
                </c:pt>
                <c:pt idx="150">
                  <c:v>36774.26429059866</c:v>
                </c:pt>
                <c:pt idx="151">
                  <c:v>38227.89089207058</c:v>
                </c:pt>
                <c:pt idx="152">
                  <c:v>38064.29328558409</c:v>
                </c:pt>
                <c:pt idx="153">
                  <c:v>37239.65694453445</c:v>
                </c:pt>
                <c:pt idx="154">
                  <c:v>41280.13915418871</c:v>
                </c:pt>
                <c:pt idx="155">
                  <c:v>40065.3114920493</c:v>
                </c:pt>
                <c:pt idx="156">
                  <c:v>41408.03652473993</c:v>
                </c:pt>
                <c:pt idx="157">
                  <c:v>41023.43832023137</c:v>
                </c:pt>
                <c:pt idx="158">
                  <c:v>38976.86728545582</c:v>
                </c:pt>
                <c:pt idx="159">
                  <c:v>37510.19133144354</c:v>
                </c:pt>
                <c:pt idx="160">
                  <c:v>37987.39690415388</c:v>
                </c:pt>
                <c:pt idx="161">
                  <c:v>42558.51200312021</c:v>
                </c:pt>
                <c:pt idx="162">
                  <c:v>44168.48192736505</c:v>
                </c:pt>
                <c:pt idx="163">
                  <c:v>45425.11031311106</c:v>
                </c:pt>
                <c:pt idx="164">
                  <c:v>49570.27279493259</c:v>
                </c:pt>
                <c:pt idx="165">
                  <c:v>53020.08930243414</c:v>
                </c:pt>
                <c:pt idx="166">
                  <c:v>50225.44698840695</c:v>
                </c:pt>
                <c:pt idx="167">
                  <c:v>49981.13020802131</c:v>
                </c:pt>
                <c:pt idx="168">
                  <c:v>52513.595658761355</c:v>
                </c:pt>
                <c:pt idx="169">
                  <c:v>53692.858143116595</c:v>
                </c:pt>
                <c:pt idx="170">
                  <c:v>48964.58813903916</c:v>
                </c:pt>
                <c:pt idx="171">
                  <c:v>59260.27289526415</c:v>
                </c:pt>
                <c:pt idx="172">
                  <c:v>71092.67330505305</c:v>
                </c:pt>
                <c:pt idx="173">
                  <c:v>67796.618711583</c:v>
                </c:pt>
                <c:pt idx="174">
                  <c:v>67375.52972443435</c:v>
                </c:pt>
                <c:pt idx="175">
                  <c:v>72222.45154569182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적금 4%</c:v>
                </c:pt>
              </c:strCache>
            </c:strRef>
          </c:tx>
          <c:spPr>
            <a:ln w="19050">
              <a:solidFill>
                <a:srgbClr val="2F6DB5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Sheet1!$C$2:$C$177</c:f>
              <c:numCache>
                <c:formatCode>General</c:formatCode>
                <c:ptCount val="176"/>
                <c:pt idx="0">
                  <c:v>20.06666666666667</c:v>
                </c:pt>
                <c:pt idx="1">
                  <c:v>40.2</c:v>
                </c:pt>
                <c:pt idx="2">
                  <c:v>60.4</c:v>
                </c:pt>
                <c:pt idx="3">
                  <c:v>80.66666666666667</c:v>
                </c:pt>
                <c:pt idx="4">
                  <c:v>101.0</c:v>
                </c:pt>
                <c:pt idx="5">
                  <c:v>121.4</c:v>
                </c:pt>
                <c:pt idx="6">
                  <c:v>141.86666666666667</c:v>
                </c:pt>
                <c:pt idx="7">
                  <c:v>162.4</c:v>
                </c:pt>
                <c:pt idx="8">
                  <c:v>183.0</c:v>
                </c:pt>
                <c:pt idx="9">
                  <c:v>203.66666666666669</c:v>
                </c:pt>
                <c:pt idx="10">
                  <c:v>224.4</c:v>
                </c:pt>
                <c:pt idx="11">
                  <c:v>245.2</c:v>
                </c:pt>
                <c:pt idx="12">
                  <c:v>266.084</c:v>
                </c:pt>
                <c:pt idx="13">
                  <c:v>287.0346666666666</c:v>
                </c:pt>
                <c:pt idx="14">
                  <c:v>308.052</c:v>
                </c:pt>
                <c:pt idx="15">
                  <c:v>329.136</c:v>
                </c:pt>
                <c:pt idx="16">
                  <c:v>350.28666666666663</c:v>
                </c:pt>
                <c:pt idx="17">
                  <c:v>371.504</c:v>
                </c:pt>
                <c:pt idx="18">
                  <c:v>392.788</c:v>
                </c:pt>
                <c:pt idx="19">
                  <c:v>414.13866666666667</c:v>
                </c:pt>
                <c:pt idx="20">
                  <c:v>435.556</c:v>
                </c:pt>
                <c:pt idx="21">
                  <c:v>457.04</c:v>
                </c:pt>
                <c:pt idx="22">
                  <c:v>478.5906666666666</c:v>
                </c:pt>
                <c:pt idx="23">
                  <c:v>500.208</c:v>
                </c:pt>
                <c:pt idx="24">
                  <c:v>521.9420266666667</c:v>
                </c:pt>
                <c:pt idx="25">
                  <c:v>543.74272</c:v>
                </c:pt>
                <c:pt idx="26">
                  <c:v>565.6100799999999</c:v>
                </c:pt>
                <c:pt idx="27">
                  <c:v>587.5441066666667</c:v>
                </c:pt>
                <c:pt idx="28">
                  <c:v>609.5448</c:v>
                </c:pt>
                <c:pt idx="29">
                  <c:v>631.61216</c:v>
                </c:pt>
                <c:pt idx="30">
                  <c:v>653.7461866666667</c:v>
                </c:pt>
                <c:pt idx="31">
                  <c:v>675.94688</c:v>
                </c:pt>
                <c:pt idx="32">
                  <c:v>698.21424</c:v>
                </c:pt>
                <c:pt idx="33">
                  <c:v>720.5482666666668</c:v>
                </c:pt>
                <c:pt idx="34">
                  <c:v>742.9489599999999</c:v>
                </c:pt>
                <c:pt idx="35">
                  <c:v>765.41632</c:v>
                </c:pt>
                <c:pt idx="36">
                  <c:v>788.0343744</c:v>
                </c:pt>
                <c:pt idx="37">
                  <c:v>810.7190954666667</c:v>
                </c:pt>
                <c:pt idx="38">
                  <c:v>833.4704832</c:v>
                </c:pt>
                <c:pt idx="39">
                  <c:v>856.2885376</c:v>
                </c:pt>
                <c:pt idx="40">
                  <c:v>879.1732586666666</c:v>
                </c:pt>
                <c:pt idx="41">
                  <c:v>902.1246464000002</c:v>
                </c:pt>
                <c:pt idx="42">
                  <c:v>925.1427008000002</c:v>
                </c:pt>
                <c:pt idx="43">
                  <c:v>948.2274218666665</c:v>
                </c:pt>
                <c:pt idx="44">
                  <c:v>971.3788096000001</c:v>
                </c:pt>
                <c:pt idx="45">
                  <c:v>994.5968640000001</c:v>
                </c:pt>
                <c:pt idx="46">
                  <c:v>1017.8815850666666</c:v>
                </c:pt>
                <c:pt idx="47">
                  <c:v>1041.2329728</c:v>
                </c:pt>
                <c:pt idx="48">
                  <c:v>1064.7704160426667</c:v>
                </c:pt>
                <c:pt idx="49">
                  <c:v>1088.3745259519999</c:v>
                </c:pt>
                <c:pt idx="50">
                  <c:v>1112.045302528</c:v>
                </c:pt>
                <c:pt idx="51">
                  <c:v>1135.7827457706667</c:v>
                </c:pt>
                <c:pt idx="52">
                  <c:v>1159.58685568</c:v>
                </c:pt>
                <c:pt idx="53">
                  <c:v>1183.4576322560001</c:v>
                </c:pt>
                <c:pt idx="54">
                  <c:v>1207.3950754986668</c:v>
                </c:pt>
                <c:pt idx="55">
                  <c:v>1231.399185408</c:v>
                </c:pt>
                <c:pt idx="56">
                  <c:v>1255.469961984</c:v>
                </c:pt>
                <c:pt idx="57">
                  <c:v>1279.6074052266667</c:v>
                </c:pt>
                <c:pt idx="58">
                  <c:v>1303.811515136</c:v>
                </c:pt>
                <c:pt idx="59">
                  <c:v>1328.0822917120001</c:v>
                </c:pt>
                <c:pt idx="60">
                  <c:v>1352.57589935104</c:v>
                </c:pt>
                <c:pt idx="61">
                  <c:v>1377.1361736567465</c:v>
                </c:pt>
                <c:pt idx="62">
                  <c:v>1401.76311462912</c:v>
                </c:pt>
                <c:pt idx="63">
                  <c:v>1426.45672226816</c:v>
                </c:pt>
                <c:pt idx="64">
                  <c:v>1451.2169965738665</c:v>
                </c:pt>
                <c:pt idx="65">
                  <c:v>1476.04393754624</c:v>
                </c:pt>
                <c:pt idx="66">
                  <c:v>1500.93754518528</c:v>
                </c:pt>
                <c:pt idx="67">
                  <c:v>1525.8978194909866</c:v>
                </c:pt>
                <c:pt idx="68">
                  <c:v>1550.9247604633601</c:v>
                </c:pt>
                <c:pt idx="69">
                  <c:v>1576.0183681024002</c:v>
                </c:pt>
                <c:pt idx="70">
                  <c:v>1601.1786424081067</c:v>
                </c:pt>
                <c:pt idx="71">
                  <c:v>1626.40558338048</c:v>
                </c:pt>
                <c:pt idx="72">
                  <c:v>1651.8936019917485</c:v>
                </c:pt>
                <c:pt idx="73">
                  <c:v>1677.448287269683</c:v>
                </c:pt>
                <c:pt idx="74">
                  <c:v>1703.0696392142847</c:v>
                </c:pt>
                <c:pt idx="75">
                  <c:v>1728.7576578255535</c:v>
                </c:pt>
                <c:pt idx="76">
                  <c:v>1754.5123431034879</c:v>
                </c:pt>
                <c:pt idx="77">
                  <c:v>1780.3336950480898</c:v>
                </c:pt>
                <c:pt idx="78">
                  <c:v>1806.221713659358</c:v>
                </c:pt>
                <c:pt idx="79">
                  <c:v>1832.1763989372928</c:v>
                </c:pt>
                <c:pt idx="80">
                  <c:v>1858.1977508818948</c:v>
                </c:pt>
                <c:pt idx="81">
                  <c:v>1884.2857694931631</c:v>
                </c:pt>
                <c:pt idx="82">
                  <c:v>1910.4404547710978</c:v>
                </c:pt>
                <c:pt idx="83">
                  <c:v>1936.6618067156992</c:v>
                </c:pt>
                <c:pt idx="84">
                  <c:v>1963.1840127380851</c:v>
                </c:pt>
                <c:pt idx="85">
                  <c:v>1989.772885427137</c:v>
                </c:pt>
                <c:pt idx="86">
                  <c:v>2016.4284247828562</c:v>
                </c:pt>
                <c:pt idx="87">
                  <c:v>2043.1506308052421</c:v>
                </c:pt>
                <c:pt idx="88">
                  <c:v>2069.939503494294</c:v>
                </c:pt>
                <c:pt idx="89">
                  <c:v>2096.7950428500135</c:v>
                </c:pt>
                <c:pt idx="90">
                  <c:v>2123.7172488723995</c:v>
                </c:pt>
                <c:pt idx="91">
                  <c:v>2150.7061215614513</c:v>
                </c:pt>
                <c:pt idx="92">
                  <c:v>2177.7616609171705</c:v>
                </c:pt>
                <c:pt idx="93">
                  <c:v>2204.8838669395564</c:v>
                </c:pt>
                <c:pt idx="94">
                  <c:v>2232.0727396286084</c:v>
                </c:pt>
                <c:pt idx="95">
                  <c:v>2259.3282789843274</c:v>
                </c:pt>
                <c:pt idx="96">
                  <c:v>2286.9260399142754</c:v>
                </c:pt>
                <c:pt idx="97">
                  <c:v>2314.590467510889</c:v>
                </c:pt>
                <c:pt idx="98">
                  <c:v>2342.3215617741703</c:v>
                </c:pt>
                <c:pt idx="99">
                  <c:v>2370.1193227041185</c:v>
                </c:pt>
                <c:pt idx="100">
                  <c:v>2397.9837503007325</c:v>
                </c:pt>
                <c:pt idx="101">
                  <c:v>2425.914844564014</c:v>
                </c:pt>
                <c:pt idx="102">
                  <c:v>2453.912605493962</c:v>
                </c:pt>
                <c:pt idx="103">
                  <c:v>2481.977033090576</c:v>
                </c:pt>
                <c:pt idx="104">
                  <c:v>2510.108127353857</c:v>
                </c:pt>
                <c:pt idx="105">
                  <c:v>2538.305888283805</c:v>
                </c:pt>
                <c:pt idx="106">
                  <c:v>2566.5703158804195</c:v>
                </c:pt>
                <c:pt idx="107">
                  <c:v>2594.9014101437</c:v>
                </c:pt>
                <c:pt idx="108">
                  <c:v>2623.6177481775126</c:v>
                </c:pt>
                <c:pt idx="109">
                  <c:v>2652.400752877991</c:v>
                </c:pt>
                <c:pt idx="110">
                  <c:v>2681.2504242451373</c:v>
                </c:pt>
                <c:pt idx="111">
                  <c:v>2710.16676227895</c:v>
                </c:pt>
                <c:pt idx="112">
                  <c:v>2739.1497669794285</c:v>
                </c:pt>
                <c:pt idx="113">
                  <c:v>2768.1994383465744</c:v>
                </c:pt>
                <c:pt idx="114">
                  <c:v>2797.315776380387</c:v>
                </c:pt>
                <c:pt idx="115">
                  <c:v>2826.4987810808657</c:v>
                </c:pt>
                <c:pt idx="116">
                  <c:v>2855.748452448011</c:v>
                </c:pt>
                <c:pt idx="117">
                  <c:v>2885.0647904818243</c:v>
                </c:pt>
                <c:pt idx="118">
                  <c:v>2914.447795182303</c:v>
                </c:pt>
                <c:pt idx="119">
                  <c:v>2943.8974665494484</c:v>
                </c:pt>
                <c:pt idx="120">
                  <c:v>2973.7771247712803</c:v>
                </c:pt>
                <c:pt idx="121">
                  <c:v>3003.723449659778</c:v>
                </c:pt>
                <c:pt idx="122">
                  <c:v>3033.7364412149427</c:v>
                </c:pt>
                <c:pt idx="123">
                  <c:v>3063.8160994367745</c:v>
                </c:pt>
                <c:pt idx="124">
                  <c:v>3093.9624243252724</c:v>
                </c:pt>
                <c:pt idx="125">
                  <c:v>3124.1754158804374</c:v>
                </c:pt>
                <c:pt idx="126">
                  <c:v>3154.455074102269</c:v>
                </c:pt>
                <c:pt idx="127">
                  <c:v>3184.8013989907668</c:v>
                </c:pt>
                <c:pt idx="128">
                  <c:v>3215.214390545932</c:v>
                </c:pt>
                <c:pt idx="129">
                  <c:v>3245.694048767764</c:v>
                </c:pt>
                <c:pt idx="130">
                  <c:v>3276.2403736562615</c:v>
                </c:pt>
                <c:pt idx="131">
                  <c:v>3306.8533652114265</c:v>
                </c:pt>
                <c:pt idx="132">
                  <c:v>3337.942876428798</c:v>
                </c:pt>
                <c:pt idx="133">
                  <c:v>3369.0990543128355</c:v>
                </c:pt>
                <c:pt idx="134">
                  <c:v>3400.321898863541</c:v>
                </c:pt>
                <c:pt idx="135">
                  <c:v>3431.6114100809127</c:v>
                </c:pt>
                <c:pt idx="136">
                  <c:v>3462.96758796495</c:v>
                </c:pt>
                <c:pt idx="137">
                  <c:v>3494.3904325156545</c:v>
                </c:pt>
                <c:pt idx="138">
                  <c:v>3525.8799437330267</c:v>
                </c:pt>
                <c:pt idx="139">
                  <c:v>3557.4361216170646</c:v>
                </c:pt>
                <c:pt idx="140">
                  <c:v>3589.0589661677695</c:v>
                </c:pt>
                <c:pt idx="141">
                  <c:v>3620.748477385141</c:v>
                </c:pt>
                <c:pt idx="142">
                  <c:v>3652.504655269179</c:v>
                </c:pt>
                <c:pt idx="143">
                  <c:v>3684.3274998198835</c:v>
                </c:pt>
                <c:pt idx="144">
                  <c:v>3716.6752581526166</c:v>
                </c:pt>
                <c:pt idx="145">
                  <c:v>3749.0896831520163</c:v>
                </c:pt>
                <c:pt idx="146">
                  <c:v>3781.570774818083</c:v>
                </c:pt>
                <c:pt idx="147">
                  <c:v>3814.1185331508154</c:v>
                </c:pt>
                <c:pt idx="148">
                  <c:v>3846.732958150215</c:v>
                </c:pt>
                <c:pt idx="149">
                  <c:v>3879.4140498162815</c:v>
                </c:pt>
                <c:pt idx="150">
                  <c:v>3912.1618081490146</c:v>
                </c:pt>
                <c:pt idx="151">
                  <c:v>3944.976233148414</c:v>
                </c:pt>
                <c:pt idx="152">
                  <c:v>3977.8573248144808</c:v>
                </c:pt>
                <c:pt idx="153">
                  <c:v>4010.8050831472137</c:v>
                </c:pt>
                <c:pt idx="154">
                  <c:v>4043.8195081466124</c:v>
                </c:pt>
                <c:pt idx="155">
                  <c:v>4076.900599812679</c:v>
                </c:pt>
                <c:pt idx="156">
                  <c:v>4110.556935145388</c:v>
                </c:pt>
                <c:pt idx="157">
                  <c:v>4144.279937144763</c:v>
                </c:pt>
                <c:pt idx="158">
                  <c:v>4178.069605810806</c:v>
                </c:pt>
                <c:pt idx="159">
                  <c:v>4211.925941143515</c:v>
                </c:pt>
                <c:pt idx="160">
                  <c:v>4245.84894314289</c:v>
                </c:pt>
                <c:pt idx="161">
                  <c:v>4279.838611808933</c:v>
                </c:pt>
                <c:pt idx="162">
                  <c:v>4313.894947141642</c:v>
                </c:pt>
                <c:pt idx="163">
                  <c:v>4348.017949141016</c:v>
                </c:pt>
                <c:pt idx="164">
                  <c:v>4382.20761780706</c:v>
                </c:pt>
                <c:pt idx="165">
                  <c:v>4416.463953139769</c:v>
                </c:pt>
                <c:pt idx="166">
                  <c:v>4450.786955139144</c:v>
                </c:pt>
                <c:pt idx="167">
                  <c:v>4485.176623805186</c:v>
                </c:pt>
                <c:pt idx="168">
                  <c:v>4520.193879217871</c:v>
                </c:pt>
                <c:pt idx="169">
                  <c:v>4555.27780129722</c:v>
                </c:pt>
                <c:pt idx="170">
                  <c:v>4590.428390043237</c:v>
                </c:pt>
                <c:pt idx="171">
                  <c:v>4625.645645455922</c:v>
                </c:pt>
                <c:pt idx="172">
                  <c:v>4660.929567535272</c:v>
                </c:pt>
                <c:pt idx="173">
                  <c:v>4696.28015628129</c:v>
                </c:pt>
                <c:pt idx="174">
                  <c:v>4731.697411693974</c:v>
                </c:pt>
                <c:pt idx="175">
                  <c:v>4767.181333773324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적금 3%</c:v>
                </c:pt>
              </c:strCache>
            </c:strRef>
          </c:tx>
          <c:spPr>
            <a:ln w="19050">
              <a:solidFill>
                <a:srgbClr val="7FB3E6"/>
              </a:solidFill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Sheet1!$D$2:$D$177</c:f>
              <c:numCache>
                <c:formatCode>General</c:formatCode>
                <c:ptCount val="176"/>
                <c:pt idx="0">
                  <c:v>20.05</c:v>
                </c:pt>
                <c:pt idx="1">
                  <c:v>40.15</c:v>
                </c:pt>
                <c:pt idx="2">
                  <c:v>60.3</c:v>
                </c:pt>
                <c:pt idx="3">
                  <c:v>80.5</c:v>
                </c:pt>
                <c:pt idx="4">
                  <c:v>100.75</c:v>
                </c:pt>
                <c:pt idx="5">
                  <c:v>121.05</c:v>
                </c:pt>
                <c:pt idx="6">
                  <c:v>141.4</c:v>
                </c:pt>
                <c:pt idx="7">
                  <c:v>161.8</c:v>
                </c:pt>
                <c:pt idx="8">
                  <c:v>182.25</c:v>
                </c:pt>
                <c:pt idx="9">
                  <c:v>202.75</c:v>
                </c:pt>
                <c:pt idx="10">
                  <c:v>223.3</c:v>
                </c:pt>
                <c:pt idx="11">
                  <c:v>243.9</c:v>
                </c:pt>
                <c:pt idx="12">
                  <c:v>264.55975</c:v>
                </c:pt>
                <c:pt idx="13">
                  <c:v>285.26949999999994</c:v>
                </c:pt>
                <c:pt idx="14">
                  <c:v>306.02925</c:v>
                </c:pt>
                <c:pt idx="15">
                  <c:v>326.839</c:v>
                </c:pt>
                <c:pt idx="16">
                  <c:v>347.69875</c:v>
                </c:pt>
                <c:pt idx="17">
                  <c:v>368.60849999999994</c:v>
                </c:pt>
                <c:pt idx="18">
                  <c:v>389.56825</c:v>
                </c:pt>
                <c:pt idx="19">
                  <c:v>410.578</c:v>
                </c:pt>
                <c:pt idx="20">
                  <c:v>431.63775</c:v>
                </c:pt>
                <c:pt idx="21">
                  <c:v>452.7475</c:v>
                </c:pt>
                <c:pt idx="22">
                  <c:v>473.90725</c:v>
                </c:pt>
                <c:pt idx="23">
                  <c:v>495.117</c:v>
                </c:pt>
                <c:pt idx="24">
                  <c:v>516.4047925</c:v>
                </c:pt>
                <c:pt idx="25">
                  <c:v>537.742585</c:v>
                </c:pt>
                <c:pt idx="26">
                  <c:v>559.1303775</c:v>
                </c:pt>
                <c:pt idx="27">
                  <c:v>580.56817</c:v>
                </c:pt>
                <c:pt idx="28">
                  <c:v>602.0559625</c:v>
                </c:pt>
                <c:pt idx="29">
                  <c:v>623.593755</c:v>
                </c:pt>
                <c:pt idx="30">
                  <c:v>645.1815475000001</c:v>
                </c:pt>
                <c:pt idx="31">
                  <c:v>666.81934</c:v>
                </c:pt>
                <c:pt idx="32">
                  <c:v>688.5071325</c:v>
                </c:pt>
                <c:pt idx="33">
                  <c:v>710.244925</c:v>
                </c:pt>
                <c:pt idx="34">
                  <c:v>732.0327175000001</c:v>
                </c:pt>
                <c:pt idx="35">
                  <c:v>753.8705100000001</c:v>
                </c:pt>
                <c:pt idx="36">
                  <c:v>775.805186275</c:v>
                </c:pt>
                <c:pt idx="37">
                  <c:v>797.78986255</c:v>
                </c:pt>
                <c:pt idx="38">
                  <c:v>819.8245388250001</c:v>
                </c:pt>
                <c:pt idx="39">
                  <c:v>841.9092151000001</c:v>
                </c:pt>
                <c:pt idx="40">
                  <c:v>864.043891375</c:v>
                </c:pt>
                <c:pt idx="41">
                  <c:v>886.2285676500001</c:v>
                </c:pt>
                <c:pt idx="42">
                  <c:v>908.463243925</c:v>
                </c:pt>
                <c:pt idx="43">
                  <c:v>930.7479202</c:v>
                </c:pt>
                <c:pt idx="44">
                  <c:v>953.082596475</c:v>
                </c:pt>
                <c:pt idx="45">
                  <c:v>975.4672727499999</c:v>
                </c:pt>
                <c:pt idx="46">
                  <c:v>997.901949025</c:v>
                </c:pt>
                <c:pt idx="47">
                  <c:v>1020.3866253000001</c:v>
                </c:pt>
                <c:pt idx="48">
                  <c:v>1042.98759186325</c:v>
                </c:pt>
                <c:pt idx="49">
                  <c:v>1065.6385584265</c:v>
                </c:pt>
                <c:pt idx="50">
                  <c:v>1088.33952498975</c:v>
                </c:pt>
                <c:pt idx="51">
                  <c:v>1111.090491553</c:v>
                </c:pt>
                <c:pt idx="52">
                  <c:v>1133.8914581162499</c:v>
                </c:pt>
                <c:pt idx="53">
                  <c:v>1156.7424246795</c:v>
                </c:pt>
                <c:pt idx="54">
                  <c:v>1179.64339124275</c:v>
                </c:pt>
                <c:pt idx="55">
                  <c:v>1202.594357806</c:v>
                </c:pt>
                <c:pt idx="56">
                  <c:v>1225.59532436925</c:v>
                </c:pt>
                <c:pt idx="57">
                  <c:v>1248.6462909325</c:v>
                </c:pt>
                <c:pt idx="58">
                  <c:v>1271.74725749575</c:v>
                </c:pt>
                <c:pt idx="59">
                  <c:v>1294.898224059</c:v>
                </c:pt>
                <c:pt idx="60">
                  <c:v>1318.1854696191474</c:v>
                </c:pt>
                <c:pt idx="61">
                  <c:v>1341.522715179295</c:v>
                </c:pt>
                <c:pt idx="62">
                  <c:v>1364.9099607394428</c:v>
                </c:pt>
                <c:pt idx="63">
                  <c:v>1388.3472062995902</c:v>
                </c:pt>
                <c:pt idx="64">
                  <c:v>1411.8344518597376</c:v>
                </c:pt>
                <c:pt idx="65">
                  <c:v>1435.371697419885</c:v>
                </c:pt>
                <c:pt idx="66">
                  <c:v>1458.9589429800326</c:v>
                </c:pt>
                <c:pt idx="67">
                  <c:v>1482.59618854018</c:v>
                </c:pt>
                <c:pt idx="68">
                  <c:v>1506.2834341003274</c:v>
                </c:pt>
                <c:pt idx="69">
                  <c:v>1530.0206796604748</c:v>
                </c:pt>
                <c:pt idx="70">
                  <c:v>1553.8079252206228</c:v>
                </c:pt>
                <c:pt idx="71">
                  <c:v>1577.64517078077</c:v>
                </c:pt>
                <c:pt idx="72">
                  <c:v>1601.639283707722</c:v>
                </c:pt>
                <c:pt idx="73">
                  <c:v>1625.6833966346737</c:v>
                </c:pt>
                <c:pt idx="74">
                  <c:v>1649.777509561626</c:v>
                </c:pt>
                <c:pt idx="75">
                  <c:v>1673.921622488578</c:v>
                </c:pt>
                <c:pt idx="76">
                  <c:v>1698.1157354155296</c:v>
                </c:pt>
                <c:pt idx="77">
                  <c:v>1722.3598483424812</c:v>
                </c:pt>
                <c:pt idx="78">
                  <c:v>1746.6539612694337</c:v>
                </c:pt>
                <c:pt idx="79">
                  <c:v>1770.9980741963857</c:v>
                </c:pt>
                <c:pt idx="80">
                  <c:v>1795.3921871233374</c:v>
                </c:pt>
                <c:pt idx="81">
                  <c:v>1819.836300050289</c:v>
                </c:pt>
                <c:pt idx="82">
                  <c:v>1844.3304129772414</c:v>
                </c:pt>
                <c:pt idx="83">
                  <c:v>1868.8745259041934</c:v>
                </c:pt>
                <c:pt idx="84">
                  <c:v>1893.596712218954</c:v>
                </c:pt>
                <c:pt idx="85">
                  <c:v>1918.3688985337142</c:v>
                </c:pt>
                <c:pt idx="86">
                  <c:v>1943.1910848484752</c:v>
                </c:pt>
                <c:pt idx="87">
                  <c:v>1968.0632711632356</c:v>
                </c:pt>
                <c:pt idx="88">
                  <c:v>1992.9854574779959</c:v>
                </c:pt>
                <c:pt idx="89">
                  <c:v>2017.9576437927562</c:v>
                </c:pt>
                <c:pt idx="90">
                  <c:v>2042.9798301075173</c:v>
                </c:pt>
                <c:pt idx="91">
                  <c:v>2068.052016422277</c:v>
                </c:pt>
                <c:pt idx="92">
                  <c:v>2093.174202737038</c:v>
                </c:pt>
                <c:pt idx="93">
                  <c:v>2118.3463890517983</c:v>
                </c:pt>
                <c:pt idx="94">
                  <c:v>2143.568575366559</c:v>
                </c:pt>
                <c:pt idx="95">
                  <c:v>2168.8407616813192</c:v>
                </c:pt>
                <c:pt idx="96">
                  <c:v>2194.3128635855223</c:v>
                </c:pt>
                <c:pt idx="97">
                  <c:v>2219.8349654897256</c:v>
                </c:pt>
                <c:pt idx="98">
                  <c:v>2245.4070673939295</c:v>
                </c:pt>
                <c:pt idx="99">
                  <c:v>2271.0291692981327</c:v>
                </c:pt>
                <c:pt idx="100">
                  <c:v>2296.701271202336</c:v>
                </c:pt>
                <c:pt idx="101">
                  <c:v>2322.4233731065387</c:v>
                </c:pt>
                <c:pt idx="102">
                  <c:v>2348.1954750107425</c:v>
                </c:pt>
                <c:pt idx="103">
                  <c:v>2374.017576914946</c:v>
                </c:pt>
                <c:pt idx="104">
                  <c:v>2399.889678819149</c:v>
                </c:pt>
                <c:pt idx="105">
                  <c:v>2425.8117807233525</c:v>
                </c:pt>
                <c:pt idx="106">
                  <c:v>2451.7838826275556</c:v>
                </c:pt>
                <c:pt idx="107">
                  <c:v>2477.805984531759</c:v>
                </c:pt>
                <c:pt idx="108">
                  <c:v>2504.0504994930884</c:v>
                </c:pt>
                <c:pt idx="109">
                  <c:v>2530.3450144544177</c:v>
                </c:pt>
                <c:pt idx="110">
                  <c:v>2556.6895294157475</c:v>
                </c:pt>
                <c:pt idx="111">
                  <c:v>2583.0840443770767</c:v>
                </c:pt>
                <c:pt idx="112">
                  <c:v>2609.528559338406</c:v>
                </c:pt>
                <c:pt idx="113">
                  <c:v>2636.023074299735</c:v>
                </c:pt>
                <c:pt idx="114">
                  <c:v>2662.567589261065</c:v>
                </c:pt>
                <c:pt idx="115">
                  <c:v>2689.162104222394</c:v>
                </c:pt>
                <c:pt idx="116">
                  <c:v>2715.806619183724</c:v>
                </c:pt>
                <c:pt idx="117">
                  <c:v>2742.5011341450527</c:v>
                </c:pt>
                <c:pt idx="118">
                  <c:v>2769.2456491063826</c:v>
                </c:pt>
                <c:pt idx="119">
                  <c:v>2796.040164067712</c:v>
                </c:pt>
                <c:pt idx="120">
                  <c:v>2823.080264477881</c:v>
                </c:pt>
                <c:pt idx="121">
                  <c:v>2850.1703648880502</c:v>
                </c:pt>
                <c:pt idx="122">
                  <c:v>2877.31046529822</c:v>
                </c:pt>
                <c:pt idx="123">
                  <c:v>2904.5005657083893</c:v>
                </c:pt>
                <c:pt idx="124">
                  <c:v>2931.7406661185587</c:v>
                </c:pt>
                <c:pt idx="125">
                  <c:v>2959.0307665287273</c:v>
                </c:pt>
                <c:pt idx="126">
                  <c:v>2986.370866938897</c:v>
                </c:pt>
                <c:pt idx="127">
                  <c:v>3013.760967349066</c:v>
                </c:pt>
                <c:pt idx="128">
                  <c:v>3041.2010677592357</c:v>
                </c:pt>
                <c:pt idx="129">
                  <c:v>3068.6911681694046</c:v>
                </c:pt>
                <c:pt idx="130">
                  <c:v>3096.231268579574</c:v>
                </c:pt>
                <c:pt idx="131">
                  <c:v>3123.821368989744</c:v>
                </c:pt>
                <c:pt idx="132">
                  <c:v>3151.6809224122176</c:v>
                </c:pt>
                <c:pt idx="133">
                  <c:v>3179.590475834692</c:v>
                </c:pt>
                <c:pt idx="134">
                  <c:v>3207.550029257167</c:v>
                </c:pt>
                <c:pt idx="135">
                  <c:v>3235.559582679641</c:v>
                </c:pt>
                <c:pt idx="136">
                  <c:v>3263.6191361021156</c:v>
                </c:pt>
                <c:pt idx="137">
                  <c:v>3291.7286895245893</c:v>
                </c:pt>
                <c:pt idx="138">
                  <c:v>3319.8882429470646</c:v>
                </c:pt>
                <c:pt idx="139">
                  <c:v>3348.0977963695386</c:v>
                </c:pt>
                <c:pt idx="140">
                  <c:v>3376.3573497920124</c:v>
                </c:pt>
                <c:pt idx="141">
                  <c:v>3404.6669032144873</c:v>
                </c:pt>
                <c:pt idx="142">
                  <c:v>3433.0264566369624</c:v>
                </c:pt>
                <c:pt idx="143">
                  <c:v>3461.436010059436</c:v>
                </c:pt>
                <c:pt idx="144">
                  <c:v>3490.1396000845843</c:v>
                </c:pt>
                <c:pt idx="145">
                  <c:v>3518.8931901097326</c:v>
                </c:pt>
                <c:pt idx="146">
                  <c:v>3547.6967801348815</c:v>
                </c:pt>
                <c:pt idx="147">
                  <c:v>3576.5503701600296</c:v>
                </c:pt>
                <c:pt idx="148">
                  <c:v>3605.4539601851784</c:v>
                </c:pt>
                <c:pt idx="149">
                  <c:v>3634.407550210327</c:v>
                </c:pt>
                <c:pt idx="150">
                  <c:v>3663.411140235476</c:v>
                </c:pt>
                <c:pt idx="151">
                  <c:v>3692.464730260625</c:v>
                </c:pt>
                <c:pt idx="152">
                  <c:v>3721.5683202857726</c:v>
                </c:pt>
                <c:pt idx="153">
                  <c:v>3750.721910310921</c:v>
                </c:pt>
                <c:pt idx="154">
                  <c:v>3779.9255003360704</c:v>
                </c:pt>
                <c:pt idx="155">
                  <c:v>3809.179090361219</c:v>
                </c:pt>
                <c:pt idx="156">
                  <c:v>3838.7520380871215</c:v>
                </c:pt>
                <c:pt idx="157">
                  <c:v>3868.3749858130245</c:v>
                </c:pt>
                <c:pt idx="158">
                  <c:v>3898.0479335389286</c:v>
                </c:pt>
                <c:pt idx="159">
                  <c:v>3927.770881264831</c:v>
                </c:pt>
                <c:pt idx="160">
                  <c:v>3957.543828990734</c:v>
                </c:pt>
                <c:pt idx="161">
                  <c:v>3987.3667767166367</c:v>
                </c:pt>
                <c:pt idx="162">
                  <c:v>4017.239724442541</c:v>
                </c:pt>
                <c:pt idx="163">
                  <c:v>4047.1626721684434</c:v>
                </c:pt>
                <c:pt idx="164">
                  <c:v>4077.135619894346</c:v>
                </c:pt>
                <c:pt idx="165">
                  <c:v>4107.158567620249</c:v>
                </c:pt>
                <c:pt idx="166">
                  <c:v>4137.231515346153</c:v>
                </c:pt>
                <c:pt idx="167">
                  <c:v>4167.354463072055</c:v>
                </c:pt>
                <c:pt idx="168">
                  <c:v>4197.822849229735</c:v>
                </c:pt>
                <c:pt idx="169">
                  <c:v>4228.3412353874155</c:v>
                </c:pt>
                <c:pt idx="170">
                  <c:v>4258.909621545096</c:v>
                </c:pt>
                <c:pt idx="171">
                  <c:v>4289.528007702776</c:v>
                </c:pt>
                <c:pt idx="172">
                  <c:v>4320.196393860457</c:v>
                </c:pt>
                <c:pt idx="173">
                  <c:v>4350.914780018136</c:v>
                </c:pt>
                <c:pt idx="174">
                  <c:v>4381.683166175817</c:v>
                </c:pt>
                <c:pt idx="175">
                  <c:v>4412.501552333497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납입 원금</c:v>
                </c:pt>
              </c:strCache>
            </c:strRef>
          </c:tx>
          <c:spPr>
            <a:ln w="12700">
              <a:solidFill>
                <a:srgbClr val="1A1A1A"/>
              </a:solidFill>
              <a:prstDash val="dash"/>
            </a:ln>
          </c:spPr>
          <c:marker>
            <c:symbol val="none"/>
          </c:marker>
          <c:cat>
            <c:strRef>
              <c:f>Sheet1!$A$2:$A$177</c:f>
              <c:strCache>
                <c:ptCount val="176"/>
                <c:pt idx="0">
                  <c:v>2012</c:v>
                </c:pt>
                <c:pt idx="1">
                  <c:v>2012-02</c:v>
                </c:pt>
                <c:pt idx="2">
                  <c:v>2012-03</c:v>
                </c:pt>
                <c:pt idx="3">
                  <c:v>2012-04</c:v>
                </c:pt>
                <c:pt idx="4">
                  <c:v>2012-05</c:v>
                </c:pt>
                <c:pt idx="5">
                  <c:v>2012-06</c:v>
                </c:pt>
                <c:pt idx="6">
                  <c:v>2012-07</c:v>
                </c:pt>
                <c:pt idx="7">
                  <c:v>2012-08</c:v>
                </c:pt>
                <c:pt idx="8">
                  <c:v>2012-09</c:v>
                </c:pt>
                <c:pt idx="9">
                  <c:v>2012-10</c:v>
                </c:pt>
                <c:pt idx="10">
                  <c:v>2012-11</c:v>
                </c:pt>
                <c:pt idx="11">
                  <c:v>2012-12</c:v>
                </c:pt>
                <c:pt idx="12">
                  <c:v>2013</c:v>
                </c:pt>
                <c:pt idx="13">
                  <c:v>2013-02</c:v>
                </c:pt>
                <c:pt idx="14">
                  <c:v>2013-03</c:v>
                </c:pt>
                <c:pt idx="15">
                  <c:v>2013-04</c:v>
                </c:pt>
                <c:pt idx="16">
                  <c:v>2013-05</c:v>
                </c:pt>
                <c:pt idx="17">
                  <c:v>2013-06</c:v>
                </c:pt>
                <c:pt idx="18">
                  <c:v>2013-07</c:v>
                </c:pt>
                <c:pt idx="19">
                  <c:v>2013-08</c:v>
                </c:pt>
                <c:pt idx="20">
                  <c:v>2013-09</c:v>
                </c:pt>
                <c:pt idx="21">
                  <c:v>2013-10</c:v>
                </c:pt>
                <c:pt idx="22">
                  <c:v>2013-11</c:v>
                </c:pt>
                <c:pt idx="23">
                  <c:v>2013-12</c:v>
                </c:pt>
                <c:pt idx="24">
                  <c:v>2014</c:v>
                </c:pt>
                <c:pt idx="25">
                  <c:v>2014-02</c:v>
                </c:pt>
                <c:pt idx="26">
                  <c:v>2014-03</c:v>
                </c:pt>
                <c:pt idx="27">
                  <c:v>2014-04</c:v>
                </c:pt>
                <c:pt idx="28">
                  <c:v>2014-05</c:v>
                </c:pt>
                <c:pt idx="29">
                  <c:v>2014-06</c:v>
                </c:pt>
                <c:pt idx="30">
                  <c:v>2014-07</c:v>
                </c:pt>
                <c:pt idx="31">
                  <c:v>2014-08</c:v>
                </c:pt>
                <c:pt idx="32">
                  <c:v>2014-09</c:v>
                </c:pt>
                <c:pt idx="33">
                  <c:v>2014-10</c:v>
                </c:pt>
                <c:pt idx="34">
                  <c:v>2014-11</c:v>
                </c:pt>
                <c:pt idx="35">
                  <c:v>2014-12</c:v>
                </c:pt>
                <c:pt idx="36">
                  <c:v>2015</c:v>
                </c:pt>
                <c:pt idx="37">
                  <c:v>2015-02</c:v>
                </c:pt>
                <c:pt idx="38">
                  <c:v>2015-03</c:v>
                </c:pt>
                <c:pt idx="39">
                  <c:v>2015-04</c:v>
                </c:pt>
                <c:pt idx="40">
                  <c:v>2015-05</c:v>
                </c:pt>
                <c:pt idx="41">
                  <c:v>2015-06</c:v>
                </c:pt>
                <c:pt idx="42">
                  <c:v>2015-07</c:v>
                </c:pt>
                <c:pt idx="43">
                  <c:v>2015-08</c:v>
                </c:pt>
                <c:pt idx="44">
                  <c:v>2015-09</c:v>
                </c:pt>
                <c:pt idx="45">
                  <c:v>2015-10</c:v>
                </c:pt>
                <c:pt idx="46">
                  <c:v>2015-11</c:v>
                </c:pt>
                <c:pt idx="47">
                  <c:v>2015-12</c:v>
                </c:pt>
                <c:pt idx="48">
                  <c:v>2016</c:v>
                </c:pt>
                <c:pt idx="49">
                  <c:v>2016-02</c:v>
                </c:pt>
                <c:pt idx="50">
                  <c:v>2016-03</c:v>
                </c:pt>
                <c:pt idx="51">
                  <c:v>2016-04</c:v>
                </c:pt>
                <c:pt idx="52">
                  <c:v>2016-05</c:v>
                </c:pt>
                <c:pt idx="53">
                  <c:v>2016-06</c:v>
                </c:pt>
                <c:pt idx="54">
                  <c:v>2016-07</c:v>
                </c:pt>
                <c:pt idx="55">
                  <c:v>2016-08</c:v>
                </c:pt>
                <c:pt idx="56">
                  <c:v>2016-09</c:v>
                </c:pt>
                <c:pt idx="57">
                  <c:v>2016-10</c:v>
                </c:pt>
                <c:pt idx="58">
                  <c:v>2016-11</c:v>
                </c:pt>
                <c:pt idx="59">
                  <c:v>2016-12</c:v>
                </c:pt>
                <c:pt idx="60">
                  <c:v>2017</c:v>
                </c:pt>
                <c:pt idx="61">
                  <c:v>2017-02</c:v>
                </c:pt>
                <c:pt idx="62">
                  <c:v>2017-03</c:v>
                </c:pt>
                <c:pt idx="63">
                  <c:v>2017-04</c:v>
                </c:pt>
                <c:pt idx="64">
                  <c:v>2017-05</c:v>
                </c:pt>
                <c:pt idx="65">
                  <c:v>2017-06</c:v>
                </c:pt>
                <c:pt idx="66">
                  <c:v>2017-07</c:v>
                </c:pt>
                <c:pt idx="67">
                  <c:v>2017-08</c:v>
                </c:pt>
                <c:pt idx="68">
                  <c:v>2017-09</c:v>
                </c:pt>
                <c:pt idx="69">
                  <c:v>2017-10</c:v>
                </c:pt>
                <c:pt idx="70">
                  <c:v>2017-11</c:v>
                </c:pt>
                <c:pt idx="71">
                  <c:v>2017-12</c:v>
                </c:pt>
                <c:pt idx="72">
                  <c:v>2018</c:v>
                </c:pt>
                <c:pt idx="73">
                  <c:v>2018-02</c:v>
                </c:pt>
                <c:pt idx="74">
                  <c:v>2018-03</c:v>
                </c:pt>
                <c:pt idx="75">
                  <c:v>2018-04</c:v>
                </c:pt>
                <c:pt idx="76">
                  <c:v>2018-05</c:v>
                </c:pt>
                <c:pt idx="77">
                  <c:v>2018-06</c:v>
                </c:pt>
                <c:pt idx="78">
                  <c:v>2018-07</c:v>
                </c:pt>
                <c:pt idx="79">
                  <c:v>2018-08</c:v>
                </c:pt>
                <c:pt idx="80">
                  <c:v>2018-09</c:v>
                </c:pt>
                <c:pt idx="81">
                  <c:v>2018-10</c:v>
                </c:pt>
                <c:pt idx="82">
                  <c:v>2018-11</c:v>
                </c:pt>
                <c:pt idx="83">
                  <c:v>2018-12</c:v>
                </c:pt>
                <c:pt idx="84">
                  <c:v>2019</c:v>
                </c:pt>
                <c:pt idx="85">
                  <c:v>2019-02</c:v>
                </c:pt>
                <c:pt idx="86">
                  <c:v>2019-03</c:v>
                </c:pt>
                <c:pt idx="87">
                  <c:v>2019-04</c:v>
                </c:pt>
                <c:pt idx="88">
                  <c:v>2019-05</c:v>
                </c:pt>
                <c:pt idx="89">
                  <c:v>2019-06</c:v>
                </c:pt>
                <c:pt idx="90">
                  <c:v>2019-07</c:v>
                </c:pt>
                <c:pt idx="91">
                  <c:v>2019-08</c:v>
                </c:pt>
                <c:pt idx="92">
                  <c:v>2019-09</c:v>
                </c:pt>
                <c:pt idx="93">
                  <c:v>2019-10</c:v>
                </c:pt>
                <c:pt idx="94">
                  <c:v>2019-11</c:v>
                </c:pt>
                <c:pt idx="95">
                  <c:v>2019-12</c:v>
                </c:pt>
                <c:pt idx="96">
                  <c:v>2020</c:v>
                </c:pt>
                <c:pt idx="97">
                  <c:v>2020-02</c:v>
                </c:pt>
                <c:pt idx="98">
                  <c:v>2020-03</c:v>
                </c:pt>
                <c:pt idx="99">
                  <c:v>2020-04</c:v>
                </c:pt>
                <c:pt idx="100">
                  <c:v>2020-05</c:v>
                </c:pt>
                <c:pt idx="101">
                  <c:v>2020-06</c:v>
                </c:pt>
                <c:pt idx="102">
                  <c:v>2020-07</c:v>
                </c:pt>
                <c:pt idx="103">
                  <c:v>2020-08</c:v>
                </c:pt>
                <c:pt idx="104">
                  <c:v>2020-09</c:v>
                </c:pt>
                <c:pt idx="105">
                  <c:v>2020-10</c:v>
                </c:pt>
                <c:pt idx="106">
                  <c:v>2020-11</c:v>
                </c:pt>
                <c:pt idx="107">
                  <c:v>2020-12</c:v>
                </c:pt>
                <c:pt idx="108">
                  <c:v>2021</c:v>
                </c:pt>
                <c:pt idx="109">
                  <c:v>2021-02</c:v>
                </c:pt>
                <c:pt idx="110">
                  <c:v>2021-03</c:v>
                </c:pt>
                <c:pt idx="111">
                  <c:v>2021-04</c:v>
                </c:pt>
                <c:pt idx="112">
                  <c:v>2021-05</c:v>
                </c:pt>
                <c:pt idx="113">
                  <c:v>2021-06</c:v>
                </c:pt>
                <c:pt idx="114">
                  <c:v>2021-07</c:v>
                </c:pt>
                <c:pt idx="115">
                  <c:v>2021-08</c:v>
                </c:pt>
                <c:pt idx="116">
                  <c:v>2021-09</c:v>
                </c:pt>
                <c:pt idx="117">
                  <c:v>2021-10</c:v>
                </c:pt>
                <c:pt idx="118">
                  <c:v>2021-11</c:v>
                </c:pt>
                <c:pt idx="119">
                  <c:v>2021-12</c:v>
                </c:pt>
                <c:pt idx="120">
                  <c:v>2022</c:v>
                </c:pt>
                <c:pt idx="121">
                  <c:v>2022-02</c:v>
                </c:pt>
                <c:pt idx="122">
                  <c:v>2022-03</c:v>
                </c:pt>
                <c:pt idx="123">
                  <c:v>2022-04</c:v>
                </c:pt>
                <c:pt idx="124">
                  <c:v>2022-05</c:v>
                </c:pt>
                <c:pt idx="125">
                  <c:v>2022-06</c:v>
                </c:pt>
                <c:pt idx="126">
                  <c:v>2022-07</c:v>
                </c:pt>
                <c:pt idx="127">
                  <c:v>2022-08</c:v>
                </c:pt>
                <c:pt idx="128">
                  <c:v>2022-09</c:v>
                </c:pt>
                <c:pt idx="129">
                  <c:v>2022-10</c:v>
                </c:pt>
                <c:pt idx="130">
                  <c:v>2022-11</c:v>
                </c:pt>
                <c:pt idx="131">
                  <c:v>2022-12</c:v>
                </c:pt>
                <c:pt idx="132">
                  <c:v>2023</c:v>
                </c:pt>
                <c:pt idx="133">
                  <c:v>2023-02</c:v>
                </c:pt>
                <c:pt idx="134">
                  <c:v>2023-03</c:v>
                </c:pt>
                <c:pt idx="135">
                  <c:v>2023-04</c:v>
                </c:pt>
                <c:pt idx="136">
                  <c:v>2023-05</c:v>
                </c:pt>
                <c:pt idx="137">
                  <c:v>2023-06</c:v>
                </c:pt>
                <c:pt idx="138">
                  <c:v>2023-07</c:v>
                </c:pt>
                <c:pt idx="139">
                  <c:v>2023-08</c:v>
                </c:pt>
                <c:pt idx="140">
                  <c:v>2023-09</c:v>
                </c:pt>
                <c:pt idx="141">
                  <c:v>2023-10</c:v>
                </c:pt>
                <c:pt idx="142">
                  <c:v>2023-11</c:v>
                </c:pt>
                <c:pt idx="143">
                  <c:v>2023-12</c:v>
                </c:pt>
                <c:pt idx="144">
                  <c:v>2024</c:v>
                </c:pt>
                <c:pt idx="145">
                  <c:v>2024-02</c:v>
                </c:pt>
                <c:pt idx="146">
                  <c:v>2024-03</c:v>
                </c:pt>
                <c:pt idx="147">
                  <c:v>2024-04</c:v>
                </c:pt>
                <c:pt idx="148">
                  <c:v>2024-05</c:v>
                </c:pt>
                <c:pt idx="149">
                  <c:v>2024-06</c:v>
                </c:pt>
                <c:pt idx="150">
                  <c:v>2024-07</c:v>
                </c:pt>
                <c:pt idx="151">
                  <c:v>2024-08</c:v>
                </c:pt>
                <c:pt idx="152">
                  <c:v>2024-09</c:v>
                </c:pt>
                <c:pt idx="153">
                  <c:v>2024-10</c:v>
                </c:pt>
                <c:pt idx="154">
                  <c:v>2024-11</c:v>
                </c:pt>
                <c:pt idx="155">
                  <c:v>2024-12</c:v>
                </c:pt>
                <c:pt idx="156">
                  <c:v>2025</c:v>
                </c:pt>
                <c:pt idx="157">
                  <c:v>2025-02</c:v>
                </c:pt>
                <c:pt idx="158">
                  <c:v>2025-03</c:v>
                </c:pt>
                <c:pt idx="159">
                  <c:v>2025-04</c:v>
                </c:pt>
                <c:pt idx="160">
                  <c:v>2025-05</c:v>
                </c:pt>
                <c:pt idx="161">
                  <c:v>2025-06</c:v>
                </c:pt>
                <c:pt idx="162">
                  <c:v>2025-07</c:v>
                </c:pt>
                <c:pt idx="163">
                  <c:v>2025-08</c:v>
                </c:pt>
                <c:pt idx="164">
                  <c:v>2025-09</c:v>
                </c:pt>
                <c:pt idx="165">
                  <c:v>2025-10</c:v>
                </c:pt>
                <c:pt idx="166">
                  <c:v>2025-11</c:v>
                </c:pt>
                <c:pt idx="167">
                  <c:v>2025-12</c:v>
                </c:pt>
                <c:pt idx="168">
                  <c:v>2026</c:v>
                </c:pt>
                <c:pt idx="169">
                  <c:v>2026-02</c:v>
                </c:pt>
                <c:pt idx="170">
                  <c:v>2026-03</c:v>
                </c:pt>
                <c:pt idx="171">
                  <c:v>2026-04</c:v>
                </c:pt>
                <c:pt idx="172">
                  <c:v>2026-05</c:v>
                </c:pt>
                <c:pt idx="173">
                  <c:v>2026-06</c:v>
                </c:pt>
                <c:pt idx="174">
                  <c:v>2026-07</c:v>
                </c:pt>
                <c:pt idx="175">
                  <c:v>2026-08</c:v>
                </c:pt>
              </c:strCache>
            </c:strRef>
          </c:cat>
          <c:val>
            <c:numRef>
              <c:f>Sheet1!$E$2:$E$177</c:f>
              <c:numCache>
                <c:formatCode>General</c:formatCode>
                <c:ptCount val="176"/>
                <c:pt idx="0">
                  <c:v>20.0</c:v>
                </c:pt>
                <c:pt idx="1">
                  <c:v>40.0</c:v>
                </c:pt>
                <c:pt idx="2">
                  <c:v>60.0</c:v>
                </c:pt>
                <c:pt idx="3">
                  <c:v>80.0</c:v>
                </c:pt>
                <c:pt idx="4">
                  <c:v>100.0</c:v>
                </c:pt>
                <c:pt idx="5">
                  <c:v>120.0</c:v>
                </c:pt>
                <c:pt idx="6">
                  <c:v>140.0</c:v>
                </c:pt>
                <c:pt idx="7">
                  <c:v>160.0</c:v>
                </c:pt>
                <c:pt idx="8">
                  <c:v>180.0</c:v>
                </c:pt>
                <c:pt idx="9">
                  <c:v>200.0</c:v>
                </c:pt>
                <c:pt idx="10">
                  <c:v>220.0</c:v>
                </c:pt>
                <c:pt idx="11">
                  <c:v>240.0</c:v>
                </c:pt>
                <c:pt idx="12">
                  <c:v>260.0</c:v>
                </c:pt>
                <c:pt idx="13">
                  <c:v>280.0</c:v>
                </c:pt>
                <c:pt idx="14">
                  <c:v>300.0</c:v>
                </c:pt>
                <c:pt idx="15">
                  <c:v>320.0</c:v>
                </c:pt>
                <c:pt idx="16">
                  <c:v>340.0</c:v>
                </c:pt>
                <c:pt idx="17">
                  <c:v>360.0</c:v>
                </c:pt>
                <c:pt idx="18">
                  <c:v>380.0</c:v>
                </c:pt>
                <c:pt idx="19">
                  <c:v>400.0</c:v>
                </c:pt>
                <c:pt idx="20">
                  <c:v>420.0</c:v>
                </c:pt>
                <c:pt idx="21">
                  <c:v>440.0</c:v>
                </c:pt>
                <c:pt idx="22">
                  <c:v>460.0</c:v>
                </c:pt>
                <c:pt idx="23">
                  <c:v>480.0</c:v>
                </c:pt>
                <c:pt idx="24">
                  <c:v>500.0</c:v>
                </c:pt>
                <c:pt idx="25">
                  <c:v>520.0</c:v>
                </c:pt>
                <c:pt idx="26">
                  <c:v>540.0</c:v>
                </c:pt>
                <c:pt idx="27">
                  <c:v>560.0</c:v>
                </c:pt>
                <c:pt idx="28">
                  <c:v>580.0</c:v>
                </c:pt>
                <c:pt idx="29">
                  <c:v>600.0</c:v>
                </c:pt>
                <c:pt idx="30">
                  <c:v>620.0</c:v>
                </c:pt>
                <c:pt idx="31">
                  <c:v>640.0</c:v>
                </c:pt>
                <c:pt idx="32">
                  <c:v>660.0</c:v>
                </c:pt>
                <c:pt idx="33">
                  <c:v>680.0</c:v>
                </c:pt>
                <c:pt idx="34">
                  <c:v>700.0</c:v>
                </c:pt>
                <c:pt idx="35">
                  <c:v>720.0</c:v>
                </c:pt>
                <c:pt idx="36">
                  <c:v>740.0</c:v>
                </c:pt>
                <c:pt idx="37">
                  <c:v>760.0</c:v>
                </c:pt>
                <c:pt idx="38">
                  <c:v>780.0</c:v>
                </c:pt>
                <c:pt idx="39">
                  <c:v>800.0</c:v>
                </c:pt>
                <c:pt idx="40">
                  <c:v>820.0</c:v>
                </c:pt>
                <c:pt idx="41">
                  <c:v>840.0</c:v>
                </c:pt>
                <c:pt idx="42">
                  <c:v>860.0</c:v>
                </c:pt>
                <c:pt idx="43">
                  <c:v>880.0</c:v>
                </c:pt>
                <c:pt idx="44">
                  <c:v>900.0</c:v>
                </c:pt>
                <c:pt idx="45">
                  <c:v>920.0</c:v>
                </c:pt>
                <c:pt idx="46">
                  <c:v>940.0</c:v>
                </c:pt>
                <c:pt idx="47">
                  <c:v>960.0</c:v>
                </c:pt>
                <c:pt idx="48">
                  <c:v>980.0</c:v>
                </c:pt>
                <c:pt idx="49">
                  <c:v>1000.0</c:v>
                </c:pt>
                <c:pt idx="50">
                  <c:v>1020.0</c:v>
                </c:pt>
                <c:pt idx="51">
                  <c:v>1040.0</c:v>
                </c:pt>
                <c:pt idx="52">
                  <c:v>1060.0</c:v>
                </c:pt>
                <c:pt idx="53">
                  <c:v>1080.0</c:v>
                </c:pt>
                <c:pt idx="54">
                  <c:v>1100.0</c:v>
                </c:pt>
                <c:pt idx="55">
                  <c:v>1120.0</c:v>
                </c:pt>
                <c:pt idx="56">
                  <c:v>1140.0</c:v>
                </c:pt>
                <c:pt idx="57">
                  <c:v>1160.0</c:v>
                </c:pt>
                <c:pt idx="58">
                  <c:v>1180.0</c:v>
                </c:pt>
                <c:pt idx="59">
                  <c:v>1200.0</c:v>
                </c:pt>
                <c:pt idx="60">
                  <c:v>1220.0</c:v>
                </c:pt>
                <c:pt idx="61">
                  <c:v>1240.0</c:v>
                </c:pt>
                <c:pt idx="62">
                  <c:v>1260.0</c:v>
                </c:pt>
                <c:pt idx="63">
                  <c:v>1280.0</c:v>
                </c:pt>
                <c:pt idx="64">
                  <c:v>1300.0</c:v>
                </c:pt>
                <c:pt idx="65">
                  <c:v>1320.0</c:v>
                </c:pt>
                <c:pt idx="66">
                  <c:v>1340.0</c:v>
                </c:pt>
                <c:pt idx="67">
                  <c:v>1360.0</c:v>
                </c:pt>
                <c:pt idx="68">
                  <c:v>1380.0</c:v>
                </c:pt>
                <c:pt idx="69">
                  <c:v>1400.0</c:v>
                </c:pt>
                <c:pt idx="70">
                  <c:v>1420.0</c:v>
                </c:pt>
                <c:pt idx="71">
                  <c:v>1440.0</c:v>
                </c:pt>
                <c:pt idx="72">
                  <c:v>1460.0</c:v>
                </c:pt>
                <c:pt idx="73">
                  <c:v>1480.0</c:v>
                </c:pt>
                <c:pt idx="74">
                  <c:v>1500.0</c:v>
                </c:pt>
                <c:pt idx="75">
                  <c:v>1520.0</c:v>
                </c:pt>
                <c:pt idx="76">
                  <c:v>1540.0</c:v>
                </c:pt>
                <c:pt idx="77">
                  <c:v>1560.0</c:v>
                </c:pt>
                <c:pt idx="78">
                  <c:v>1580.0</c:v>
                </c:pt>
                <c:pt idx="79">
                  <c:v>1600.0</c:v>
                </c:pt>
                <c:pt idx="80">
                  <c:v>1620.0</c:v>
                </c:pt>
                <c:pt idx="81">
                  <c:v>1640.0</c:v>
                </c:pt>
                <c:pt idx="82">
                  <c:v>1660.0</c:v>
                </c:pt>
                <c:pt idx="83">
                  <c:v>1680.0</c:v>
                </c:pt>
                <c:pt idx="84">
                  <c:v>1700.0</c:v>
                </c:pt>
                <c:pt idx="85">
                  <c:v>1720.0</c:v>
                </c:pt>
                <c:pt idx="86">
                  <c:v>1740.0</c:v>
                </c:pt>
                <c:pt idx="87">
                  <c:v>1760.0</c:v>
                </c:pt>
                <c:pt idx="88">
                  <c:v>1780.0</c:v>
                </c:pt>
                <c:pt idx="89">
                  <c:v>1800.0</c:v>
                </c:pt>
                <c:pt idx="90">
                  <c:v>1820.0</c:v>
                </c:pt>
                <c:pt idx="91">
                  <c:v>1840.0</c:v>
                </c:pt>
                <c:pt idx="92">
                  <c:v>1860.0</c:v>
                </c:pt>
                <c:pt idx="93">
                  <c:v>1880.0</c:v>
                </c:pt>
                <c:pt idx="94">
                  <c:v>1900.0</c:v>
                </c:pt>
                <c:pt idx="95">
                  <c:v>1920.0</c:v>
                </c:pt>
                <c:pt idx="96">
                  <c:v>1940.0</c:v>
                </c:pt>
                <c:pt idx="97">
                  <c:v>1960.0</c:v>
                </c:pt>
                <c:pt idx="98">
                  <c:v>1980.0</c:v>
                </c:pt>
                <c:pt idx="99">
                  <c:v>2000.0</c:v>
                </c:pt>
                <c:pt idx="100">
                  <c:v>2020.0</c:v>
                </c:pt>
                <c:pt idx="101">
                  <c:v>2040.0</c:v>
                </c:pt>
                <c:pt idx="102">
                  <c:v>2060.0</c:v>
                </c:pt>
                <c:pt idx="103">
                  <c:v>2080.0</c:v>
                </c:pt>
                <c:pt idx="104">
                  <c:v>2100.0</c:v>
                </c:pt>
                <c:pt idx="105">
                  <c:v>2120.0</c:v>
                </c:pt>
                <c:pt idx="106">
                  <c:v>2140.0</c:v>
                </c:pt>
                <c:pt idx="107">
                  <c:v>2160.0</c:v>
                </c:pt>
                <c:pt idx="108">
                  <c:v>2180.0</c:v>
                </c:pt>
                <c:pt idx="109">
                  <c:v>2200.0</c:v>
                </c:pt>
                <c:pt idx="110">
                  <c:v>2220.0</c:v>
                </c:pt>
                <c:pt idx="111">
                  <c:v>2240.0</c:v>
                </c:pt>
                <c:pt idx="112">
                  <c:v>2260.0</c:v>
                </c:pt>
                <c:pt idx="113">
                  <c:v>2280.0</c:v>
                </c:pt>
                <c:pt idx="114">
                  <c:v>2300.0</c:v>
                </c:pt>
                <c:pt idx="115">
                  <c:v>2320.0</c:v>
                </c:pt>
                <c:pt idx="116">
                  <c:v>2340.0</c:v>
                </c:pt>
                <c:pt idx="117">
                  <c:v>2360.0</c:v>
                </c:pt>
                <c:pt idx="118">
                  <c:v>2380.0</c:v>
                </c:pt>
                <c:pt idx="119">
                  <c:v>2400.0</c:v>
                </c:pt>
                <c:pt idx="120">
                  <c:v>2420.0</c:v>
                </c:pt>
                <c:pt idx="121">
                  <c:v>2440.0</c:v>
                </c:pt>
                <c:pt idx="122">
                  <c:v>2460.0</c:v>
                </c:pt>
                <c:pt idx="123">
                  <c:v>2480.0</c:v>
                </c:pt>
                <c:pt idx="124">
                  <c:v>2500.0</c:v>
                </c:pt>
                <c:pt idx="125">
                  <c:v>2520.0</c:v>
                </c:pt>
                <c:pt idx="126">
                  <c:v>2540.0</c:v>
                </c:pt>
                <c:pt idx="127">
                  <c:v>2560.0</c:v>
                </c:pt>
                <c:pt idx="128">
                  <c:v>2580.0</c:v>
                </c:pt>
                <c:pt idx="129">
                  <c:v>2600.0</c:v>
                </c:pt>
                <c:pt idx="130">
                  <c:v>2620.0</c:v>
                </c:pt>
                <c:pt idx="131">
                  <c:v>2640.0</c:v>
                </c:pt>
                <c:pt idx="132">
                  <c:v>2660.0</c:v>
                </c:pt>
                <c:pt idx="133">
                  <c:v>2680.0</c:v>
                </c:pt>
                <c:pt idx="134">
                  <c:v>2700.0</c:v>
                </c:pt>
                <c:pt idx="135">
                  <c:v>2720.0</c:v>
                </c:pt>
                <c:pt idx="136">
                  <c:v>2740.0</c:v>
                </c:pt>
                <c:pt idx="137">
                  <c:v>2760.0</c:v>
                </c:pt>
                <c:pt idx="138">
                  <c:v>2780.0</c:v>
                </c:pt>
                <c:pt idx="139">
                  <c:v>2800.0</c:v>
                </c:pt>
                <c:pt idx="140">
                  <c:v>2820.0</c:v>
                </c:pt>
                <c:pt idx="141">
                  <c:v>2840.0</c:v>
                </c:pt>
                <c:pt idx="142">
                  <c:v>2860.0</c:v>
                </c:pt>
                <c:pt idx="143">
                  <c:v>2880.0</c:v>
                </c:pt>
                <c:pt idx="144">
                  <c:v>2900.0</c:v>
                </c:pt>
                <c:pt idx="145">
                  <c:v>2920.0</c:v>
                </c:pt>
                <c:pt idx="146">
                  <c:v>2940.0</c:v>
                </c:pt>
                <c:pt idx="147">
                  <c:v>2960.0</c:v>
                </c:pt>
                <c:pt idx="148">
                  <c:v>2980.0</c:v>
                </c:pt>
                <c:pt idx="149">
                  <c:v>3000.0</c:v>
                </c:pt>
                <c:pt idx="150">
                  <c:v>3020.0</c:v>
                </c:pt>
                <c:pt idx="151">
                  <c:v>3040.0</c:v>
                </c:pt>
                <c:pt idx="152">
                  <c:v>3060.0</c:v>
                </c:pt>
                <c:pt idx="153">
                  <c:v>3080.0</c:v>
                </c:pt>
                <c:pt idx="154">
                  <c:v>3100.0</c:v>
                </c:pt>
                <c:pt idx="155">
                  <c:v>3120.0</c:v>
                </c:pt>
                <c:pt idx="156">
                  <c:v>3140.0</c:v>
                </c:pt>
                <c:pt idx="157">
                  <c:v>3160.0</c:v>
                </c:pt>
                <c:pt idx="158">
                  <c:v>3180.0</c:v>
                </c:pt>
                <c:pt idx="159">
                  <c:v>3200.0</c:v>
                </c:pt>
                <c:pt idx="160">
                  <c:v>3220.0</c:v>
                </c:pt>
                <c:pt idx="161">
                  <c:v>3240.0</c:v>
                </c:pt>
                <c:pt idx="162">
                  <c:v>3260.0</c:v>
                </c:pt>
                <c:pt idx="163">
                  <c:v>3280.0</c:v>
                </c:pt>
                <c:pt idx="164">
                  <c:v>3300.0</c:v>
                </c:pt>
                <c:pt idx="165">
                  <c:v>3320.0</c:v>
                </c:pt>
                <c:pt idx="166">
                  <c:v>3340.0</c:v>
                </c:pt>
                <c:pt idx="167">
                  <c:v>3360.0</c:v>
                </c:pt>
                <c:pt idx="168">
                  <c:v>3380.0</c:v>
                </c:pt>
                <c:pt idx="169">
                  <c:v>3400.0</c:v>
                </c:pt>
                <c:pt idx="170">
                  <c:v>3420.0</c:v>
                </c:pt>
                <c:pt idx="171">
                  <c:v>3440.0</c:v>
                </c:pt>
                <c:pt idx="172">
                  <c:v>3460.0</c:v>
                </c:pt>
                <c:pt idx="173">
                  <c:v>3480.0</c:v>
                </c:pt>
                <c:pt idx="174">
                  <c:v>3500.0</c:v>
                </c:pt>
                <c:pt idx="175">
                  <c:v>3520.0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1A1A1A"/>
            </a:solidFill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80000.0"/>
          <c:min val="0.0"/>
        </c:scaling>
        <c:delete val="0"/>
        <c:axPos val="l"/>
        <c:majorGridlines>
          <c:spPr>
            <a:ln w="6350">
              <a:solidFill>
                <a:srgbClr val="D0D4D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 lang="ko-KR">
                <a:latin typeface="Noto Sans KR"/>
                <a:ea typeface="Noto Sans KR"/>
              </a:defRPr>
            </a:pPr>
          </a:p>
        </c:txPr>
        <c:crossAx val="2118791784"/>
        <c:crosses val="autoZero"/>
        <c:majorUnit val="20000.0"/>
      </c:valAx>
    </c:plotArea>
    <c:legend>
      <c:legendPos val="t"/>
      <c:layout/>
      <c:overlay val="0"/>
      <c:txPr>
        <a:bodyPr/>
        <a:lstStyle/>
        <a:p>
          <a:pPr>
            <a:defRPr sz="850">
              <a:solidFill>
                <a:srgbClr val="1A1A1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 lang="ko-KR">
          <a:solidFill>
            <a:srgbClr val="5F6368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000" y="846000"/>
            <a:ext cx="6191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전략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000"/>
            <a:ext cx="3456000" cy="6930000"/>
          </a:xfrm>
          <a:prstGeom prst="rect">
            <a:avLst/>
          </a:prstGeom>
          <a:solidFill>
            <a:srgbClr val="17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936000"/>
            <a:ext cx="2592000" cy="50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1400"/>
              </a:spcAft>
            </a:pPr>
            <a:r>
              <a:rPr sz="135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Deneb은 나스닥 100의 3배 상품(TQQQ)과 미국 배당주(SCHD)를 섞어 높은 성장을 노린다. 크게 빠지면 TQQQ를 팔고 달러로 기다린다.</a:t>
            </a:r>
          </a:p>
          <a:p>
            <a:pPr algn="l" latinLnBrk="0">
              <a:lnSpc>
                <a:spcPct val="130000"/>
              </a:lnSpc>
              <a:spcAft>
                <a:spcPts val="1400"/>
              </a:spcAft>
            </a:pPr>
            <a:r>
              <a:rPr sz="135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Polaris는 미국 주식·국채·금을 30·30·20·20으로 나눠 든다. 새 돈으로 모자란 쪽을 사고, 1년에 한 번 비율을 맞춘다.</a:t>
            </a:r>
          </a:p>
          <a:p>
            <a:pPr algn="l" latinLnBrk="0">
              <a:lnSpc>
                <a:spcPct val="130000"/>
              </a:lnSpc>
              <a:spcAft>
                <a:spcPts val="1400"/>
              </a:spcAft>
            </a:pPr>
            <a:r>
              <a:rPr sz="135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두 전략은 증권사와 계좌가 다르다. Deneb은 토스증권, Polaris는 나무증권에서 따로 운용한다.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720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24000" y="1548000"/>
          <a:ext cx="6120000" cy="410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36000"/>
                <a:gridCol w="2592000"/>
                <a:gridCol w="2592000"/>
              </a:tblGrid>
              <a:tr h="324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105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105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Deneb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105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Polaris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목적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높은 장기 성장. 긴 하락의 일부는 피한다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낮은 낙폭으로 꾸준히 쌓는다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보유 자산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TQQQ(나스닥 100 하루 수익의 3배), SCHD(미국 배당주). 하락 매도 뒤에는 달러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SPYM(S&amp;P 500) 30, QQQM(나스닥 100) 30, IEF(미 국채 7~10년) 20, GLDM(금) 20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매달 입금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TQQQ 목표 비중까지 채우고 나머지는 SCHD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목표보다 모자란 종목부터 정수 주로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비중 조정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매달. 양쪽을 사고팔아 목표로. TQQQ 목표 = 60% × 변동성 조정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매년 12월 한 번. 목표보다 1주 넘게 많은 종목을 팔고 모자란 종목을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매도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매일 확인. TQQQ가 고점보다 15% 빠지면 절반, 30% 빠지면 전부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12월 비율 맞추기 말고는 자동 매도·손절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재매수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나스닥 추세가 꺼졌다가 다시 켜진 날, 보관한 달러 전부로 TQQQ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따로 없음 (하락에 팔지 않으므로)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주요 위험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3배 상품의 큰 낙폭. 늦은 복귀로 반등을 놓침. 나스닥 한 곳에 기댐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주식·채권이 함께 빠지는 해(2022). 낮은 성장률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846000"/>
            <a:ext cx="9539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공통 비교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1386000"/>
            <a:ext cx="612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0"/>
              </a:spcAft>
            </a:pPr>
            <a:r>
              <a:rPr sz="11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모든 전략에 같은 돈을 같은 날 넣는다. 그래야 결과의 차이가 규칙의 차이로만 남는다. 이 시안의 숫자는 모두 아래 조건을 따른 과거 모의 계산이다.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00" y="2015999"/>
          <a:ext cx="9539996" cy="235799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7999"/>
                <a:gridCol w="3761999"/>
                <a:gridCol w="1007999"/>
                <a:gridCol w="3761999"/>
              </a:tblGrid>
              <a:tr h="288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이 보고서의 가정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이 보고서의 가정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월 납입액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20만 원 (본문 대표값)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비용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사고팔 때마다 거래 금액의 0.15%. 모든 전략 같음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기간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2012-01 ~ 2026-08, 176개월. 원금 3,520만 원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세금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세전. 양도세·배당세·이자세는 넣지 않았다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납입일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매달 첫 거래일. 그날 종가에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환율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고정. 환전 비용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배당·분배금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수정 종가에 이미 포함(재투자). 따로 더하지 않는다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소수 주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허용 (실제 운용은 정수 주)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자료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실제 ETF 일간 종가만. Polaris의 SPYM·QQQM·GLDM은 같은 지수의 SPY·QQQ·GLD로 대신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적금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5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1년 만기 단리 적금. 만기금은 같은 금리 예금으로 매년 이월. 세전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6000" y="4788000"/>
            <a:ext cx="3036000" cy="1404000"/>
          </a:xfrm>
          <a:prstGeom prst="rect">
            <a:avLst/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6000" y="4788000"/>
            <a:ext cx="0" cy="1404000"/>
          </a:xfrm>
          <a:prstGeom prst="line">
            <a:avLst/>
          </a:prstGeom>
          <a:ln w="38100">
            <a:solidFill>
              <a:srgbClr val="174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2000" y="4932000"/>
            <a:ext cx="2676000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과거 모의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5256000"/>
            <a:ext cx="2676000" cy="93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5000"/>
              </a:lnSpc>
              <a:spcAft>
                <a:spcPts val="0"/>
              </a:spcAft>
            </a:pPr>
            <a:r>
              <a:rPr sz="10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지난 가격에 현행 규칙을 그대로 적용한 결과. 실제 주문·체결이 아니다. 이 시안의 숫자는 모두 여기에 속한다.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8000" y="4788000"/>
            <a:ext cx="3036000" cy="1404000"/>
          </a:xfrm>
          <a:prstGeom prst="rect">
            <a:avLst/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828000" y="4788000"/>
            <a:ext cx="0" cy="1404000"/>
          </a:xfrm>
          <a:prstGeom prst="line">
            <a:avLst/>
          </a:prstGeom>
          <a:ln w="38100">
            <a:solidFill>
              <a:srgbClr val="174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43999" y="4932000"/>
            <a:ext cx="2676000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미래 시나리오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3999" y="5256000"/>
            <a:ext cx="2676000" cy="93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5000"/>
              </a:lnSpc>
              <a:spcAft>
                <a:spcPts val="0"/>
              </a:spcAft>
            </a:pPr>
            <a:r>
              <a:rPr sz="10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과거 수익을 다시 뽑아 만든 범위. 방법과 가정은 결과를 보기 전에 고정한다. 이 시안에는 아직 없다.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0000" y="4788000"/>
            <a:ext cx="3036000" cy="1404000"/>
          </a:xfrm>
          <a:prstGeom prst="rect">
            <a:avLst/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80000" y="4788000"/>
            <a:ext cx="0" cy="1404000"/>
          </a:xfrm>
          <a:prstGeom prst="line">
            <a:avLst/>
          </a:prstGeom>
          <a:ln w="38100">
            <a:solidFill>
              <a:srgbClr val="174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96000" y="4932000"/>
            <a:ext cx="2676000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실제 운용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000" y="5256000"/>
            <a:ext cx="2676000" cy="93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5000"/>
              </a:lnSpc>
              <a:spcAft>
                <a:spcPts val="0"/>
              </a:spcAft>
            </a:pPr>
            <a:r>
              <a:rPr sz="10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 실거래는 2026년 10월에 시작해 기록이 짧다. Polaris는 2026년 11월 시작 예정이다. 성과 숫자에 섞지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846000"/>
            <a:ext cx="9539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Deneb의 TQQQ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404000"/>
            <a:ext cx="9540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00" y="1475999"/>
            <a:ext cx="954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 계좌에서 TQQQ와 보관 달러가 차지한 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1663200"/>
            <a:ext cx="954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2012-01 ~ 2026-08 · 매달 20만 원 · 월말 · 계좌 평가액 대비 % · 나머지는 SCHD · 과거 모의 계산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76000" y="1835999"/>
          <a:ext cx="954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6000" y="4680000"/>
            <a:ext cx="2963999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두 자산의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4968000"/>
            <a:ext cx="2963999" cy="21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5000"/>
              </a:lnSpc>
              <a:spcAft>
                <a:spcPts val="6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TQQQ는 나스닥 100의 하루 수익을 3배로 따라간다. 계좌의 성장은 주로 여기서 나온다.</a:t>
            </a:r>
          </a:p>
          <a:p>
            <a:pPr algn="l" latinLnBrk="0">
              <a:lnSpc>
                <a:spcPct val="135000"/>
              </a:lnSpc>
              <a:spcAft>
                <a:spcPts val="6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SCHD는 나머지를 채우는 미국 배당주다. 다만 SCHD도 주식이라 2020년 같은 폭락에서는 함께 빠진다. 큰 하락을 줄이는 일은 주로 TQQQ 비중 축소와 하락 매도가 맡는다.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3999" y="4680000"/>
            <a:ext cx="2963999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TQQQ 목표가 바뀌는 규칙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863999" y="4986000"/>
          <a:ext cx="2963998" cy="165599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5999"/>
                <a:gridCol w="1307999"/>
              </a:tblGrid>
              <a:tr h="251999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상태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TQQQ 목표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나스닥 변동성 연 20% 이하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60%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변동성 30%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40%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변동성 40%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30%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TQQQ 고점 −15% (1단계)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가진 TQQQ 절반 매도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TQQQ 고점 −30% (2단계)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0%, 판 돈은 달러 보관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152000" y="4680000"/>
            <a:ext cx="2963999" cy="21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150" b="1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그래프에서 보이는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2000" y="4968000"/>
            <a:ext cx="2963999" cy="21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5000"/>
              </a:lnSpc>
              <a:spcAft>
                <a:spcPts val="6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TQQQ 비중은 60%에 머문 기간이 길지만, 평균은 45%였다. 176개월 중 21개월은 월말 TQQQ가 거의 0이었다.</a:t>
            </a:r>
          </a:p>
          <a:p>
            <a:pPr algn="l" latinLnBrk="0">
              <a:lnSpc>
                <a:spcPct val="135000"/>
              </a:lnSpc>
              <a:spcAft>
                <a:spcPts val="6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2022년에는 대부분의 달에 TQQQ를 모두 팔고 계좌의 30~40%를 달러로 들고 있었다. 실제 비중은 시장 상태에 따라 크게 움직인다.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846000"/>
            <a:ext cx="9539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Deneb의 손실 방어와 복귀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404000"/>
            <a:ext cx="6192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00" y="1475999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매달 20만 원을 넣은 계좌 평가액 — 세 가지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1663200"/>
            <a:ext cx="6192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2012-01 ~ 2026-08 · 월말 · 단위 만 원 · 세전 · 비용 0.15% · 과거 모의 계산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76000" y="1835999"/>
          <a:ext cx="6192000" cy="291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7056000" y="1404000"/>
            <a:ext cx="3060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56000" y="1475999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위기 구간 최대 낙폭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1663200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구간 안 고점 대비 · 단위 가치 기준 · 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056000" y="1835999"/>
          <a:ext cx="3060000" cy="29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6000" y="4950000"/>
          <a:ext cx="9540000" cy="903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40000"/>
                <a:gridCol w="936000"/>
                <a:gridCol w="1080000"/>
                <a:gridCol w="1080000"/>
                <a:gridCol w="936000"/>
                <a:gridCol w="1188000"/>
                <a:gridCol w="1080000"/>
              </a:tblGrid>
              <a:tr h="234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납입 원금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최종 평가액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이익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최대 낙폭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고점 회복까지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매도 횟수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Deneb (변동성 맞춤 + 하락 매도·복귀)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3,520만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72,222만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68,702만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−31.7%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19개월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179번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변동성 맞춤만 (하락 매도 없음)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3,520만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52,884만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49,364만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−52.1%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6개월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147번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고정 60/40 (TQQQ 60 · SCHD 40, 매달 맞춤)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3,520만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53,174만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49,654만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−61.4%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30개월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146번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576000" y="6083999"/>
            <a:ext cx="0" cy="720000"/>
          </a:xfrm>
          <a:prstGeom prst="line">
            <a:avLst/>
          </a:prstGeom>
          <a:ln w="38100">
            <a:solidFill>
              <a:srgbClr val="174D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6000" y="6066000"/>
            <a:ext cx="9360000" cy="1007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4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 기간에는 하락 매도가 낙폭을 −52%에서 −32%로 줄이면서 최종 금액도 늘렸다. 2020년과 2022년의 큰 하락을 상당 부분 피했기 때문이다.</a:t>
            </a:r>
          </a:p>
          <a:p>
            <a:pPr algn="l" latinLnBrk="0">
              <a:lnSpc>
                <a:spcPct val="130000"/>
              </a:lnSpc>
              <a:spcAft>
                <a:spcPts val="4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대가도 있었다. 반등이 빠른 해에는 덜 벌었다(2013년 연 수익 52% vs 하락 매도 없음 91%, 연구 184). 1986년부터의 합성 자료에서는 하락 매도가 세후 수익을 오히려 낮췄다(연구 184). 이 우위는 지난 15년에 기댄 결과다.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846000"/>
            <a:ext cx="9539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Polaris의 채권·금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1386000"/>
            <a:ext cx="954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0"/>
              </a:spcAft>
            </a:pPr>
            <a:r>
              <a:rPr sz="10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Polaris에는 채권·금만을 위한 익절·손절 규칙이 없다. 채권과 금은 매년 12월 비율 맞추기 때만 팔린다. 그때도 목표보다 많은 만큼만 판다. 12월 맞추기는 텔레그램 버튼을 눌러야 실행되며, 미국 정규장에 지정가로 주문한다.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00" y="1925999"/>
          <a:ext cx="9539999" cy="2602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1872000"/>
                <a:gridCol w="2736000"/>
                <a:gridCol w="3131999"/>
              </a:tblGrid>
              <a:tr h="270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상황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현행 규칙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실행되는 행동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위험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새 돈이 들어올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모자란 종목부터 산다. 팔지 않는다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목표 비율에 가장 모자란 종목을 정수 주로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사기만 하면 주식 비중이 점점 커진다(12월 맞춤이 없으면 82~90%까지, 참고 계산)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채권·금 값이 올라 비중이 커졌을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고정 수익률 익절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12월에 목표보다 1주 넘게 많은 만큼만 판다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12월 전에 값이 다시 내리면 그 이익은 줄어든다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주식이 빠져 채권·금 비중이 커졌을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12월 비율 맞추기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넘친 채권·금을 팔고, 그 달러로 모자란 주식을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주식이 더 빠지면 새로 산 몫도 함께 손실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채권·금 자체가 빠졌을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손절·추가 매수 규칙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새 돈이 모자란 쪽으로 먼저 간다. 12월에 모자란 만큼 산다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2022년처럼 주식과 채권이 함께 빠지면 분산 효과가 작다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계좌 전체가 크게 빠졌을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자동 매도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그대로 들고 다음 매수를 이어간다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회복이 오래 걸릴 수 있다(2022년 고점 회복까지 24개월, 이 계산)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분배금·배당이 들어올 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현행 코드에 재투자 규칙 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달러로 계좌에 남는다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과거 계산은 재투자를 가정했다. 실제와 차이가 난다 (확인 필요)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576000" y="5004000"/>
            <a:ext cx="9540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6000" y="5076000"/>
            <a:ext cx="342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12월 맞추기 전후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5274000"/>
            <a:ext cx="342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2025-12-01 · 과거 모의 계산 · 계좌 대비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5580000"/>
            <a:ext cx="3348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4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그해 금값이 크게 올라 금 비중이 25%까지 커졌다. 12월 맞추기에서 넘친 금 469만 원어치를 팔고, 그 돈으로 모자란 주식과 국채를 샀다.</a:t>
            </a:r>
          </a:p>
          <a:p>
            <a:pPr algn="l" latinLnBrk="0">
              <a:lnSpc>
                <a:spcPct val="130000"/>
              </a:lnSpc>
              <a:spcAft>
                <a:spcPts val="40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실제 프로그램은 정수 주로, 1주 넘게 넘친 종목만 판다. 그래서 결과는 이 예시와 조금 다르다.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48000" y="5094000"/>
          <a:ext cx="5868000" cy="194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2160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900" b="0" lang="ko-KR" altLang="en-US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· 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5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2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8000" y="288000"/>
            <a:ext cx="827999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전망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846000"/>
            <a:ext cx="9539999" cy="46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250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적금과 두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7200000"/>
            <a:ext cx="43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Deneb · Polaris 투자전략 보고서 — 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000" y="7200000"/>
            <a:ext cx="720000" cy="14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>
              <a:lnSpc>
                <a:spcPct val="125000"/>
              </a:lnSpc>
              <a:spcAft>
                <a:spcPts val="0"/>
              </a:spcAft>
            </a:pPr>
            <a:r>
              <a:rPr sz="7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1386000"/>
            <a:ext cx="9540000" cy="43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0"/>
              </a:spcAft>
            </a:pPr>
            <a:r>
              <a:rPr sz="10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같은 날 같은 돈을 넣었을 때, 2012~2026년에는 두 전략 모두 적금보다 많이 남았다. 대신 적금에는 없는 중간 손실을 견뎌야 했다. 이 기간은 미국 주식, 특히 나스닥이 강했던 때다.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00" y="1872000"/>
            <a:ext cx="4608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6000" y="1944000"/>
            <a:ext cx="4608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Polaris와 적금 — 매달 20만 원의 평가액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2131200"/>
            <a:ext cx="4608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2012-01 ~ 2026-08 · 월말 · 단위 만 원 · 세전 · 과거 모의 계산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76000" y="2304000"/>
          <a:ext cx="4608000" cy="23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5508000" y="1872000"/>
            <a:ext cx="460800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08000" y="1944000"/>
            <a:ext cx="4608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1000" b="1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Deneb과 적금 — 매달 20만 원의 평가액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8000" y="2131200"/>
            <a:ext cx="4608000" cy="1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25000"/>
              </a:lnSpc>
              <a:spcAft>
                <a:spcPts val="0"/>
              </a:spcAft>
            </a:pPr>
            <a:r>
              <a:rPr sz="850" b="0" lang="ko-KR" altLang="en-US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2012-01 ~ 2026-08 · 월말 · 단위 만 원 · 세전 · 과거 모의 계산 · 왼쪽과 세로축 다름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508000" y="2304000"/>
          <a:ext cx="4608000" cy="237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00" y="4896000"/>
          <a:ext cx="9540000" cy="112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972000"/>
                <a:gridCol w="972000"/>
                <a:gridCol w="972000"/>
                <a:gridCol w="1044000"/>
                <a:gridCol w="1044000"/>
                <a:gridCol w="1368000"/>
                <a:gridCol w="1368000"/>
              </a:tblGrid>
              <a:tr h="2340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시점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납입 원금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적금 3%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적금 4%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Polaris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Deneb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Polaris − 적금 4%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</a:rPr>
                        <a:t>Deneb − 적금 4%</a:t>
                      </a:r>
                    </a:p>
                  </a:txBody>
                  <a:tcPr marL="54000" marR="54000" marT="28800" marB="2880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1A1A1A"/>
                      </a:solidFill>
                    </a:lnT>
                    <a:lnB w="12700">
                      <a:solidFill>
                        <a:srgbClr val="174D3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5년 (2016-12)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1,200만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1,295만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1,328만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1,424만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1,788만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+96만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+459만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10년 (2021-12)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2,400만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2,796만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2,944만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4,946만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20,901만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+2,003만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+17,957만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14년 8개월 (2026-08)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3,520만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4,413만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4,767만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10,153만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72,222만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+5,386만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+67,455만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3200">
                <a:tc>
                  <a:txBody>
                    <a:bodyPr wrap="square"/>
                    <a:lstStyle/>
                    <a:p>
                      <a:pPr latinLnBrk="0" algn="l">
                        <a:lnSpc>
                          <a:spcPct val="115000"/>
                        </a:lnSpc>
                      </a:pPr>
                      <a:r>
                        <a:rPr sz="900" b="1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가장 큰 중간 낙폭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없음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−23.4%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>−31.7%</a:t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0" algn="r">
                        <a:lnSpc>
                          <a:spcPct val="115000"/>
                        </a:lnSpc>
                      </a:pPr>
                      <a:r>
                        <a:rPr sz="900" b="0" lang="ko-KR" altLang="en-US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54000" marR="54000" marT="28800" marB="288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4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6000" y="6263999"/>
            <a:ext cx="9540000" cy="8279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>
              <a:lnSpc>
                <a:spcPct val="130000"/>
              </a:lnSpc>
              <a:spcAft>
                <a:spcPts val="0"/>
              </a:spcAft>
            </a:pPr>
            <a:r>
              <a:rPr sz="950" b="0" lang="ko-KR" altLang="en-US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적금은 매달 넣은 돈을 1년 만기 적금으로 굴리고, 만기금은 같은 금리 예금으로 매년 다시 맡긴다고 가정했다. 이자세 15.4%와 중도 해지 금리는 넣지 않았다. 투자 쪽도 세전이라 두 쪽 모두 실제 받는 돈보다 크게 나온다.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