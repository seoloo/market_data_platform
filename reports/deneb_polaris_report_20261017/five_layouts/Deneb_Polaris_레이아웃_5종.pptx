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b6bf37e0a14159" /><Relationship Type="http://schemas.openxmlformats.org/officeDocument/2006/relationships/extended-properties" Target="/docProps/app.xml" Id="R4739bebc01e6403e" /><Relationship Type="http://schemas.openxmlformats.org/officeDocument/2006/relationships/officeDocument" Target="/ppt/presentation.xml" Id="R17e3b291ecec41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965e15a334839"/>
  </p:sldMasterIdLst>
  <p:notesMasterIdLst>
    <p:notesMasterId xmlns:r="http://schemas.openxmlformats.org/officeDocument/2006/relationships" r:id="R11785ac23e6c409f"/>
  </p:notesMasterIdLst>
  <p:sldIdLst>
    <p:sldId xmlns:r="http://schemas.openxmlformats.org/officeDocument/2006/relationships" id="256" r:id="R68d9588b61164aa1"/>
    <p:sldId xmlns:r="http://schemas.openxmlformats.org/officeDocument/2006/relationships" id="257" r:id="R1f69f1352834481f"/>
    <p:sldId xmlns:r="http://schemas.openxmlformats.org/officeDocument/2006/relationships" id="258" r:id="R4eb49984e94846ec"/>
    <p:sldId xmlns:r="http://schemas.openxmlformats.org/officeDocument/2006/relationships" id="259" r:id="R973daa7f00434f15"/>
    <p:sldId xmlns:r="http://schemas.openxmlformats.org/officeDocument/2006/relationships" id="260" r:id="R494a171e65b94d77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747c38f8c46f0" /><Relationship Type="http://schemas.openxmlformats.org/officeDocument/2006/relationships/slideMaster" Target="/ppt/slideMasters/slideMaster1.xml" Id="Ra89965e15a334839" /><Relationship Type="http://schemas.openxmlformats.org/officeDocument/2006/relationships/notesMaster" Target="/ppt/notesMasters/notesMaster1.xml" Id="R11785ac23e6c409f" /><Relationship Type="http://schemas.openxmlformats.org/officeDocument/2006/relationships/presProps" Target="/ppt/presProps.xml" Id="Rb6ab84453ce64e5d" /><Relationship Type="http://schemas.openxmlformats.org/officeDocument/2006/relationships/tableStyles" Target="/ppt/tableStyles.xml" Id="Reff7373078e840b9" /><Relationship Type="http://schemas.openxmlformats.org/officeDocument/2006/relationships/slide" Target="/ppt/slides/slide1.xml" Id="R68d9588b61164aa1" /><Relationship Type="http://schemas.openxmlformats.org/officeDocument/2006/relationships/slide" Target="/ppt/slides/slide2.xml" Id="R1f69f1352834481f" /><Relationship Type="http://schemas.openxmlformats.org/officeDocument/2006/relationships/slide" Target="/ppt/slides/slide3.xml" Id="R4eb49984e94846ec" /><Relationship Type="http://schemas.openxmlformats.org/officeDocument/2006/relationships/slide" Target="/ppt/slides/slide4.xml" Id="R973daa7f00434f15" /><Relationship Type="http://schemas.openxmlformats.org/officeDocument/2006/relationships/slide" Target="/ppt/slides/slide5.xml" Id="R494a171e65b9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077d06fd543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6acf127aa4d0d" /><Relationship Type="http://schemas.openxmlformats.org/officeDocument/2006/relationships/notesMaster" Target="/ppt/notesMasters/notesMaster1.xml" Id="R864d5e5046d9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ae051f5714ff0" /><Relationship Type="http://schemas.openxmlformats.org/officeDocument/2006/relationships/notesMaster" Target="/ppt/notesMasters/notesMaster1.xml" Id="Rc154b5aca1f1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5037746e44c1c" /><Relationship Type="http://schemas.openxmlformats.org/officeDocument/2006/relationships/notesMaster" Target="/ppt/notesMasters/notesMaster1.xml" Id="Rf30d47fcc3354c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76bdbcbda4b05" /><Relationship Type="http://schemas.openxmlformats.org/officeDocument/2006/relationships/notesMaster" Target="/ppt/notesMasters/notesMaster1.xml" Id="Rd65a9e9da95e47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6f8b8d8d4347d8" /><Relationship Type="http://schemas.openxmlformats.org/officeDocument/2006/relationships/notesMaster" Target="/ppt/notesMasters/notesMaster1.xml" Id="Rf800f58abb0d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C:/Users/seolh/Documents/GitHub/Auto_Trading/data/research/div_mix_180/QQQ.csv</a:t>
            </a:r>
          </a:p>
          <a:p xmlns:a="http://schemas.openxmlformats.org/drawingml/2006/main">
            <a:r>
              <a:t>C:/Users/seolh/Documents/GitHub/Auto_Trading/data/research/div_mix_180/SPY.csv</a:t>
            </a:r>
          </a:p>
          <a:p xmlns:a="http://schemas.openxmlformats.org/drawingml/2006/main">
            <a:r>
              <a:t>C:/Users/seolh/Documents/GitHub/Auto_Trading/data/research/div_mix_180/SCHD.csv</a:t>
            </a:r>
          </a:p>
          <a:p xmlns:a="http://schemas.openxmlformats.org/drawingml/2006/main">
            <a:r>
              <a:t>보고서의 공통 적립 비교는 두 전략 모두 매달 지속 납입하는 가정이다. 실제 프로그램 설정은 별개다.</a:t>
            </a:r>
          </a:p>
          <a:p xmlns:a="http://schemas.openxmlformats.org/drawingml/2006/main">
            <a:r>
              <a:t>디자인 참고: UBS Global Wealth Report 2025. 기존 결과는 새 OOS·전향 예측이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https://www.schwabassetmanagement.com/products/schd</a:t>
            </a:r>
          </a:p>
          <a:p xmlns:a="http://schemas.openxmlformats.org/drawingml/2006/main">
            <a:r>
              <a:t>보고서의 공통 적립 비교는 두 전략 모두 매달 지속 납입하는 가정이다. 실제 프로그램 설정은 별개다.</a:t>
            </a:r>
          </a:p>
          <a:p xmlns:a="http://schemas.openxmlformats.org/drawingml/2006/main">
            <a:r>
              <a:t>디자인 참고: UBS Global Wealth Report 2025. 기존 결과는 새 OOS·전향 예측이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C:/Users/seolh/Documents/GitHub/Auto_Trading/reports/brake_184/result.json</a:t>
            </a:r>
          </a:p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보고서의 공통 적립 비교는 두 전략 모두 매달 지속 납입하는 가정이다. 실제 프로그램 설정은 별개다.</a:t>
            </a:r>
          </a:p>
          <a:p xmlns:a="http://schemas.openxmlformats.org/drawingml/2006/main">
            <a:r>
              <a:t>디자인 참고: UBS Global Wealth Report 2025. 기존 결과는 새 OOS·전향 예측이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보고서의 공통 적립 비교는 두 전략 모두 매달 지속 납입하는 가정이다. 실제 프로그램 설정은 별개다.</a:t>
            </a:r>
          </a:p>
          <a:p xmlns:a="http://schemas.openxmlformats.org/drawingml/2006/main">
            <a:r>
              <a:t>디자인 참고: UBS Global Wealth Report 2025. 기존 결과는 새 OOS·전향 예측이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C:/Users/seolh/Documents/GitHub/Auto_Trading/reports/namu_core_compare/result_dca20.json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보고서의 공통 적립 비교는 두 전략 모두 매달 지속 납입하는 가정이다. 실제 프로그램 설정은 별개다.</a:t>
            </a:r>
          </a:p>
          <a:p xmlns:a="http://schemas.openxmlformats.org/drawingml/2006/main">
            <a:r>
              <a:t>디자인 참고: UBS Global Wealth Report 2025. 기존 결과는 새 OOS·전향 예측이 아니다.</a:t>
            </a:r>
          </a:p>
          <a:p xmlns:a="http://schemas.openxmlformats.org/drawingml/2006/main">
            <a:r>
              <a:t>표는 기존 월 20만원·20년 Polaris 참고 모형의 p10/p50/p90를 월 납입액에 선형 환산한 설명용 예시다. 원 모형은 소수점 매수·매달 비중 조정·편도 0.09% 비용·환율 고정·세전이다. 12개월 블록 재표집 10,000회, seed 20261017. 현재 전략의 동일조건 5/10/20년 예측이 아니다. 10%는 꼬리 평균이 아니라 분위수 경계다.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aee9bc61e42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b37348b9b4e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96a22b89547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efe9f386846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a6b295ef544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5aac28f59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FE0672-A43A-4DB3-9A16-61DC7AFD4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9715"/>
            <a:ext cx="12192000" cy="1556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01B74-B023-425E-A45C-C513D6E50E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925026"/>
            <a:ext cx="1066800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8B7683-E8BB-4499-A55B-73B5EF00F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488656"/>
            <a:ext cx="12192000" cy="17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375A1-D0B2-4EDA-979C-A4DBFB22E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140347-601A-4C6C-A0AE-FBD850314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13525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3583E2-2EE7-41C0-BBFE-46D02C657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28D780-4E3E-40A8-AD0D-CA83CCE003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491D1F-D236-4327-ABBF-385417F26F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EF6986-6D82-4389-ABCB-1DB8D0901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6B0975-5EA2-4C80-936E-6017EFF958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98453a3b454774" /><Relationship Type="http://schemas.openxmlformats.org/officeDocument/2006/relationships/slideLayout" Target="/ppt/slideLayouts/slideLayout1.xml" Id="R3a99c3172723474f" /><Relationship Type="http://schemas.openxmlformats.org/officeDocument/2006/relationships/slideLayout" Target="/ppt/slideLayouts/slideLayout2.xml" Id="R69d831ea273740f1" /><Relationship Type="http://schemas.openxmlformats.org/officeDocument/2006/relationships/slideLayout" Target="/ppt/slideLayouts/slideLayout3.xml" Id="Rc6c57828438f4004" /><Relationship Type="http://schemas.openxmlformats.org/officeDocument/2006/relationships/slideLayout" Target="/ppt/slideLayouts/slideLayout4.xml" Id="R45334c679e2a427b" /><Relationship Type="http://schemas.openxmlformats.org/officeDocument/2006/relationships/slideLayout" Target="/ppt/slideLayouts/slideLayout5.xml" Id="R793956a49e664694" /><Relationship Type="http://schemas.openxmlformats.org/officeDocument/2006/relationships/slideLayout" Target="/ppt/slideLayouts/slideLayout6.xml" Id="R75ff4f8040f7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9c3172723474f"/>
    <p:sldLayoutId xmlns:r="http://schemas.openxmlformats.org/officeDocument/2006/relationships" id="2147483650" r:id="R69d831ea273740f1"/>
    <p:sldLayoutId xmlns:r="http://schemas.openxmlformats.org/officeDocument/2006/relationships" id="2147483651" r:id="Rc6c57828438f4004"/>
    <p:sldLayoutId xmlns:r="http://schemas.openxmlformats.org/officeDocument/2006/relationships" id="2147483652" r:id="R45334c679e2a427b"/>
    <p:sldLayoutId xmlns:r="http://schemas.openxmlformats.org/officeDocument/2006/relationships" id="2147483653" r:id="R793956a49e664694"/>
    <p:sldLayoutId xmlns:r="http://schemas.openxmlformats.org/officeDocument/2006/relationships" id="2147483654" r:id="R75ff4f8040f7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613f05c334ebf" /><Relationship Type="http://schemas.openxmlformats.org/officeDocument/2006/relationships/chart" Target="/ppt/slides/charts/chart1.xml" Id="R1a5953bb0d944ca4" /><Relationship Type="http://schemas.openxmlformats.org/officeDocument/2006/relationships/notesSlide" Target="/ppt/notesSlides/notesSlide1.xml" Id="R318c2a9a34b4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4492b545442f3" /><Relationship Type="http://schemas.openxmlformats.org/officeDocument/2006/relationships/chart" Target="/ppt/slides/charts/chart2.xml" Id="R031383d6ab284174" /><Relationship Type="http://schemas.openxmlformats.org/officeDocument/2006/relationships/chart" Target="/ppt/slides/charts/chart3.xml" Id="R902fb027f28343a0" /><Relationship Type="http://schemas.openxmlformats.org/officeDocument/2006/relationships/notesSlide" Target="/ppt/notesSlides/notesSlide2.xml" Id="Re2ce314762f646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2c29cca374508" /><Relationship Type="http://schemas.openxmlformats.org/officeDocument/2006/relationships/chart" Target="/ppt/slides/charts/chart4.xml" Id="Raabdfcef386b4e61" /><Relationship Type="http://schemas.openxmlformats.org/officeDocument/2006/relationships/chart" Target="/ppt/slides/charts/chart5.xml" Id="R8eefddf1a0e545ef" /><Relationship Type="http://schemas.openxmlformats.org/officeDocument/2006/relationships/notesSlide" Target="/ppt/notesSlides/notesSlide3.xml" Id="R63ca338647de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2b7942a90405b" /><Relationship Type="http://schemas.openxmlformats.org/officeDocument/2006/relationships/chart" Target="/ppt/slides/charts/chart6.xml" Id="R2f9b2e28f7484080" /><Relationship Type="http://schemas.openxmlformats.org/officeDocument/2006/relationships/notesSlide" Target="/ppt/notesSlides/notesSlide4.xml" Id="R00adec2d59b14b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b3b430c624711" /><Relationship Type="http://schemas.openxmlformats.org/officeDocument/2006/relationships/chart" Target="/ppt/slides/charts/chart7.xml" Id="R9db6bc708276486d" /><Relationship Type="http://schemas.openxmlformats.org/officeDocument/2006/relationships/notesSlide" Target="/ppt/notesSlides/notesSlide5.xml" Id="R1ff2c497957542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나스닥 100 (QQQ)</c:v>
          </c:tx>
          <c:spPr>
            <a:ln xmlns:a="http://schemas.openxmlformats.org/drawingml/2006/main" w="16193">
              <a:solidFill>
                <a:srgbClr val="2864B7"/>
              </a:solidFill>
              <a:prstDash val="solid"/>
            </a:ln>
          </c:spPr>
          <c:marker>
            <c:symbol val="none"/>
          </c:marker>
          <c:xVal>
            <c:numRef>
              <c:f>'Chart Data'!$A$2:$A$2703</c:f>
              <c:numCache>
                <c:formatCode>General</c:formatCode>
                <c:ptCount val="2702"/>
                <c:pt idx="0">
                  <c:v>2016</c:v>
                </c:pt>
                <c:pt idx="1">
                  <c:v>2016.01092896</c:v>
                </c:pt>
                <c:pt idx="2">
                  <c:v>2016.0136612</c:v>
                </c:pt>
                <c:pt idx="3">
                  <c:v>2016.01639344</c:v>
                </c:pt>
                <c:pt idx="4">
                  <c:v>2016.01912568</c:v>
                </c:pt>
                <c:pt idx="5">
                  <c:v>2016.02185792</c:v>
                </c:pt>
                <c:pt idx="6">
                  <c:v>2016.03005464</c:v>
                </c:pt>
                <c:pt idx="7">
                  <c:v>2016.03278689</c:v>
                </c:pt>
                <c:pt idx="8">
                  <c:v>2016.03551913</c:v>
                </c:pt>
                <c:pt idx="9">
                  <c:v>2016.03825137</c:v>
                </c:pt>
                <c:pt idx="10">
                  <c:v>2016.04098361</c:v>
                </c:pt>
                <c:pt idx="11">
                  <c:v>2016.05191257</c:v>
                </c:pt>
                <c:pt idx="12">
                  <c:v>2016.05464481</c:v>
                </c:pt>
                <c:pt idx="13">
                  <c:v>2016.05737705</c:v>
                </c:pt>
                <c:pt idx="14">
                  <c:v>2016.06010929</c:v>
                </c:pt>
                <c:pt idx="15">
                  <c:v>2016.06830601</c:v>
                </c:pt>
                <c:pt idx="16">
                  <c:v>2016.07103825</c:v>
                </c:pt>
                <c:pt idx="17">
                  <c:v>2016.07377049</c:v>
                </c:pt>
                <c:pt idx="18">
                  <c:v>2016.07650273</c:v>
                </c:pt>
                <c:pt idx="19">
                  <c:v>2016.07923497</c:v>
                </c:pt>
                <c:pt idx="20">
                  <c:v>2016.08743169</c:v>
                </c:pt>
                <c:pt idx="21">
                  <c:v>2016.09016393</c:v>
                </c:pt>
                <c:pt idx="22">
                  <c:v>2016.09289617</c:v>
                </c:pt>
                <c:pt idx="23">
                  <c:v>2016.09562842</c:v>
                </c:pt>
                <c:pt idx="24">
                  <c:v>2016.09836066</c:v>
                </c:pt>
                <c:pt idx="25">
                  <c:v>2016.10655738</c:v>
                </c:pt>
                <c:pt idx="26">
                  <c:v>2016.10928962</c:v>
                </c:pt>
                <c:pt idx="27">
                  <c:v>2016.11202186</c:v>
                </c:pt>
                <c:pt idx="28">
                  <c:v>2016.1147541</c:v>
                </c:pt>
                <c:pt idx="29">
                  <c:v>2016.11748634</c:v>
                </c:pt>
                <c:pt idx="30">
                  <c:v>2016.1284153</c:v>
                </c:pt>
                <c:pt idx="31">
                  <c:v>2016.13114754</c:v>
                </c:pt>
                <c:pt idx="32">
                  <c:v>2016.13387978</c:v>
                </c:pt>
                <c:pt idx="33">
                  <c:v>2016.13661202</c:v>
                </c:pt>
                <c:pt idx="34">
                  <c:v>2016.14480874</c:v>
                </c:pt>
                <c:pt idx="35">
                  <c:v>2016.14754098</c:v>
                </c:pt>
                <c:pt idx="36">
                  <c:v>2016.15027322</c:v>
                </c:pt>
                <c:pt idx="37">
                  <c:v>2016.15300546</c:v>
                </c:pt>
                <c:pt idx="38">
                  <c:v>2016.1557377</c:v>
                </c:pt>
                <c:pt idx="39">
                  <c:v>2016.16393443</c:v>
                </c:pt>
                <c:pt idx="40">
                  <c:v>2016.16666667</c:v>
                </c:pt>
                <c:pt idx="41">
                  <c:v>2016.16939891</c:v>
                </c:pt>
                <c:pt idx="42">
                  <c:v>2016.17213115</c:v>
                </c:pt>
                <c:pt idx="43">
                  <c:v>2016.17486339</c:v>
                </c:pt>
                <c:pt idx="44">
                  <c:v>2016.18306011</c:v>
                </c:pt>
                <c:pt idx="45">
                  <c:v>2016.18579235</c:v>
                </c:pt>
                <c:pt idx="46">
                  <c:v>2016.18852459</c:v>
                </c:pt>
                <c:pt idx="47">
                  <c:v>2016.19125683</c:v>
                </c:pt>
                <c:pt idx="48">
                  <c:v>2016.19398907</c:v>
                </c:pt>
                <c:pt idx="49">
                  <c:v>2016.20218579</c:v>
                </c:pt>
                <c:pt idx="50">
                  <c:v>2016.20491803</c:v>
                </c:pt>
                <c:pt idx="51">
                  <c:v>2016.20765027</c:v>
                </c:pt>
                <c:pt idx="52">
                  <c:v>2016.21038251</c:v>
                </c:pt>
                <c:pt idx="53">
                  <c:v>2016.21311475</c:v>
                </c:pt>
                <c:pt idx="54">
                  <c:v>2016.22131148</c:v>
                </c:pt>
                <c:pt idx="55">
                  <c:v>2016.22404372</c:v>
                </c:pt>
                <c:pt idx="56">
                  <c:v>2016.22677596</c:v>
                </c:pt>
                <c:pt idx="57">
                  <c:v>2016.2295082</c:v>
                </c:pt>
                <c:pt idx="58">
                  <c:v>2016.24043716</c:v>
                </c:pt>
                <c:pt idx="59">
                  <c:v>2016.2431694</c:v>
                </c:pt>
                <c:pt idx="60">
                  <c:v>2016.24590164</c:v>
                </c:pt>
                <c:pt idx="61">
                  <c:v>2016.24863388</c:v>
                </c:pt>
                <c:pt idx="62">
                  <c:v>2016.25136612</c:v>
                </c:pt>
                <c:pt idx="63">
                  <c:v>2016.25956284</c:v>
                </c:pt>
                <c:pt idx="64">
                  <c:v>2016.26229508</c:v>
                </c:pt>
                <c:pt idx="65">
                  <c:v>2016.26502732</c:v>
                </c:pt>
                <c:pt idx="66">
                  <c:v>2016.26775956</c:v>
                </c:pt>
                <c:pt idx="67">
                  <c:v>2016.2704918</c:v>
                </c:pt>
                <c:pt idx="68">
                  <c:v>2016.27868852</c:v>
                </c:pt>
                <c:pt idx="69">
                  <c:v>2016.28142077</c:v>
                </c:pt>
                <c:pt idx="70">
                  <c:v>2016.28415301</c:v>
                </c:pt>
                <c:pt idx="71">
                  <c:v>2016.28688525</c:v>
                </c:pt>
                <c:pt idx="72">
                  <c:v>2016.28961749</c:v>
                </c:pt>
                <c:pt idx="73">
                  <c:v>2016.29781421</c:v>
                </c:pt>
                <c:pt idx="74">
                  <c:v>2016.30054645</c:v>
                </c:pt>
                <c:pt idx="75">
                  <c:v>2016.30327869</c:v>
                </c:pt>
                <c:pt idx="76">
                  <c:v>2016.30601093</c:v>
                </c:pt>
                <c:pt idx="77">
                  <c:v>2016.30874317</c:v>
                </c:pt>
                <c:pt idx="78">
                  <c:v>2016.31693989</c:v>
                </c:pt>
                <c:pt idx="79">
                  <c:v>2016.31967213</c:v>
                </c:pt>
                <c:pt idx="80">
                  <c:v>2016.32240437</c:v>
                </c:pt>
                <c:pt idx="81">
                  <c:v>2016.32513661</c:v>
                </c:pt>
                <c:pt idx="82">
                  <c:v>2016.32786885</c:v>
                </c:pt>
                <c:pt idx="83">
                  <c:v>2016.33606557</c:v>
                </c:pt>
                <c:pt idx="84">
                  <c:v>2016.33879781</c:v>
                </c:pt>
                <c:pt idx="85">
                  <c:v>2016.34153005</c:v>
                </c:pt>
                <c:pt idx="86">
                  <c:v>2016.3442623</c:v>
                </c:pt>
                <c:pt idx="87">
                  <c:v>2016.34699454</c:v>
                </c:pt>
                <c:pt idx="88">
                  <c:v>2016.35519126</c:v>
                </c:pt>
                <c:pt idx="89">
                  <c:v>2016.3579235</c:v>
                </c:pt>
                <c:pt idx="90">
                  <c:v>2016.36065574</c:v>
                </c:pt>
                <c:pt idx="91">
                  <c:v>2016.36338798</c:v>
                </c:pt>
                <c:pt idx="92">
                  <c:v>2016.36612022</c:v>
                </c:pt>
                <c:pt idx="93">
                  <c:v>2016.37431694</c:v>
                </c:pt>
                <c:pt idx="94">
                  <c:v>2016.37704918</c:v>
                </c:pt>
                <c:pt idx="95">
                  <c:v>2016.37978142</c:v>
                </c:pt>
                <c:pt idx="96">
                  <c:v>2016.38251366</c:v>
                </c:pt>
                <c:pt idx="97">
                  <c:v>2016.3852459</c:v>
                </c:pt>
                <c:pt idx="98">
                  <c:v>2016.39344262</c:v>
                </c:pt>
                <c:pt idx="99">
                  <c:v>2016.39617486</c:v>
                </c:pt>
                <c:pt idx="100">
                  <c:v>2016.3989071</c:v>
                </c:pt>
                <c:pt idx="101">
                  <c:v>2016.40163934</c:v>
                </c:pt>
                <c:pt idx="102">
                  <c:v>2016.40437158</c:v>
                </c:pt>
                <c:pt idx="103">
                  <c:v>2016.41530055</c:v>
                </c:pt>
                <c:pt idx="104">
                  <c:v>2016.41803279</c:v>
                </c:pt>
                <c:pt idx="105">
                  <c:v>2016.42076503</c:v>
                </c:pt>
                <c:pt idx="106">
                  <c:v>2016.42349727</c:v>
                </c:pt>
                <c:pt idx="107">
                  <c:v>2016.43169399</c:v>
                </c:pt>
                <c:pt idx="108">
                  <c:v>2016.43442623</c:v>
                </c:pt>
                <c:pt idx="109">
                  <c:v>2016.43715847</c:v>
                </c:pt>
                <c:pt idx="110">
                  <c:v>2016.43989071</c:v>
                </c:pt>
                <c:pt idx="111">
                  <c:v>2016.44262295</c:v>
                </c:pt>
                <c:pt idx="112">
                  <c:v>2016.45081967</c:v>
                </c:pt>
                <c:pt idx="113">
                  <c:v>2016.45355191</c:v>
                </c:pt>
                <c:pt idx="114">
                  <c:v>2016.45628415</c:v>
                </c:pt>
                <c:pt idx="115">
                  <c:v>2016.45901639</c:v>
                </c:pt>
                <c:pt idx="116">
                  <c:v>2016.46174863</c:v>
                </c:pt>
                <c:pt idx="117">
                  <c:v>2016.46994536</c:v>
                </c:pt>
                <c:pt idx="118">
                  <c:v>2016.4726776</c:v>
                </c:pt>
                <c:pt idx="119">
                  <c:v>2016.47540984</c:v>
                </c:pt>
                <c:pt idx="120">
                  <c:v>2016.47814208</c:v>
                </c:pt>
                <c:pt idx="121">
                  <c:v>2016.48087432</c:v>
                </c:pt>
                <c:pt idx="122">
                  <c:v>2016.48907104</c:v>
                </c:pt>
                <c:pt idx="123">
                  <c:v>2016.49180328</c:v>
                </c:pt>
                <c:pt idx="124">
                  <c:v>2016.49453552</c:v>
                </c:pt>
                <c:pt idx="125">
                  <c:v>2016.49726776</c:v>
                </c:pt>
                <c:pt idx="126">
                  <c:v>2016.5</c:v>
                </c:pt>
                <c:pt idx="127">
                  <c:v>2016.51092896</c:v>
                </c:pt>
                <c:pt idx="128">
                  <c:v>2016.5136612</c:v>
                </c:pt>
                <c:pt idx="129">
                  <c:v>2016.51639344</c:v>
                </c:pt>
                <c:pt idx="130">
                  <c:v>2016.51912568</c:v>
                </c:pt>
                <c:pt idx="131">
                  <c:v>2016.5273224</c:v>
                </c:pt>
                <c:pt idx="132">
                  <c:v>2016.53005464</c:v>
                </c:pt>
                <c:pt idx="133">
                  <c:v>2016.53278689</c:v>
                </c:pt>
                <c:pt idx="134">
                  <c:v>2016.53551913</c:v>
                </c:pt>
                <c:pt idx="135">
                  <c:v>2016.53825137</c:v>
                </c:pt>
                <c:pt idx="136">
                  <c:v>2016.54644809</c:v>
                </c:pt>
                <c:pt idx="137">
                  <c:v>2016.54918033</c:v>
                </c:pt>
                <c:pt idx="138">
                  <c:v>2016.55191257</c:v>
                </c:pt>
                <c:pt idx="139">
                  <c:v>2016.55464481</c:v>
                </c:pt>
                <c:pt idx="140">
                  <c:v>2016.55737705</c:v>
                </c:pt>
                <c:pt idx="141">
                  <c:v>2016.56557377</c:v>
                </c:pt>
                <c:pt idx="142">
                  <c:v>2016.56830601</c:v>
                </c:pt>
                <c:pt idx="143">
                  <c:v>2016.57103825</c:v>
                </c:pt>
                <c:pt idx="144">
                  <c:v>2016.57377049</c:v>
                </c:pt>
                <c:pt idx="145">
                  <c:v>2016.57650273</c:v>
                </c:pt>
                <c:pt idx="146">
                  <c:v>2016.58469945</c:v>
                </c:pt>
                <c:pt idx="147">
                  <c:v>2016.58743169</c:v>
                </c:pt>
                <c:pt idx="148">
                  <c:v>2016.59016393</c:v>
                </c:pt>
                <c:pt idx="149">
                  <c:v>2016.59289617</c:v>
                </c:pt>
                <c:pt idx="150">
                  <c:v>2016.59562842</c:v>
                </c:pt>
                <c:pt idx="151">
                  <c:v>2016.60382514</c:v>
                </c:pt>
                <c:pt idx="152">
                  <c:v>2016.60655738</c:v>
                </c:pt>
                <c:pt idx="153">
                  <c:v>2016.60928962</c:v>
                </c:pt>
                <c:pt idx="154">
                  <c:v>2016.61202186</c:v>
                </c:pt>
                <c:pt idx="155">
                  <c:v>2016.6147541</c:v>
                </c:pt>
                <c:pt idx="156">
                  <c:v>2016.62295082</c:v>
                </c:pt>
                <c:pt idx="157">
                  <c:v>2016.62568306</c:v>
                </c:pt>
                <c:pt idx="158">
                  <c:v>2016.6284153</c:v>
                </c:pt>
                <c:pt idx="159">
                  <c:v>2016.63114754</c:v>
                </c:pt>
                <c:pt idx="160">
                  <c:v>2016.63387978</c:v>
                </c:pt>
                <c:pt idx="161">
                  <c:v>2016.6420765</c:v>
                </c:pt>
                <c:pt idx="162">
                  <c:v>2016.64480874</c:v>
                </c:pt>
                <c:pt idx="163">
                  <c:v>2016.64754098</c:v>
                </c:pt>
                <c:pt idx="164">
                  <c:v>2016.65027322</c:v>
                </c:pt>
                <c:pt idx="165">
                  <c:v>2016.65300546</c:v>
                </c:pt>
                <c:pt idx="166">
                  <c:v>2016.66120219</c:v>
                </c:pt>
                <c:pt idx="167">
                  <c:v>2016.66393443</c:v>
                </c:pt>
                <c:pt idx="168">
                  <c:v>2016.66666667</c:v>
                </c:pt>
                <c:pt idx="169">
                  <c:v>2016.66939891</c:v>
                </c:pt>
                <c:pt idx="170">
                  <c:v>2016.67213115</c:v>
                </c:pt>
                <c:pt idx="171">
                  <c:v>2016.68306011</c:v>
                </c:pt>
                <c:pt idx="172">
                  <c:v>2016.68579235</c:v>
                </c:pt>
                <c:pt idx="173">
                  <c:v>2016.68852459</c:v>
                </c:pt>
                <c:pt idx="174">
                  <c:v>2016.69125683</c:v>
                </c:pt>
                <c:pt idx="175">
                  <c:v>2016.69945355</c:v>
                </c:pt>
                <c:pt idx="176">
                  <c:v>2016.70218579</c:v>
                </c:pt>
                <c:pt idx="177">
                  <c:v>2016.70491803</c:v>
                </c:pt>
                <c:pt idx="178">
                  <c:v>2016.70765027</c:v>
                </c:pt>
                <c:pt idx="179">
                  <c:v>2016.71038251</c:v>
                </c:pt>
                <c:pt idx="180">
                  <c:v>2016.71857923</c:v>
                </c:pt>
                <c:pt idx="181">
                  <c:v>2016.72131148</c:v>
                </c:pt>
                <c:pt idx="182">
                  <c:v>2016.72404372</c:v>
                </c:pt>
                <c:pt idx="183">
                  <c:v>2016.72677596</c:v>
                </c:pt>
                <c:pt idx="184">
                  <c:v>2016.7295082</c:v>
                </c:pt>
                <c:pt idx="185">
                  <c:v>2016.73770492</c:v>
                </c:pt>
                <c:pt idx="186">
                  <c:v>2016.74043716</c:v>
                </c:pt>
                <c:pt idx="187">
                  <c:v>2016.7431694</c:v>
                </c:pt>
                <c:pt idx="188">
                  <c:v>2016.74590164</c:v>
                </c:pt>
                <c:pt idx="189">
                  <c:v>2016.74863388</c:v>
                </c:pt>
                <c:pt idx="190">
                  <c:v>2016.7568306</c:v>
                </c:pt>
                <c:pt idx="191">
                  <c:v>2016.75956284</c:v>
                </c:pt>
                <c:pt idx="192">
                  <c:v>2016.76229508</c:v>
                </c:pt>
                <c:pt idx="193">
                  <c:v>2016.76502732</c:v>
                </c:pt>
                <c:pt idx="194">
                  <c:v>2016.76775956</c:v>
                </c:pt>
                <c:pt idx="195">
                  <c:v>2016.77595628</c:v>
                </c:pt>
                <c:pt idx="196">
                  <c:v>2016.77868852</c:v>
                </c:pt>
                <c:pt idx="197">
                  <c:v>2016.78142077</c:v>
                </c:pt>
                <c:pt idx="198">
                  <c:v>2016.78415301</c:v>
                </c:pt>
                <c:pt idx="199">
                  <c:v>2016.78688525</c:v>
                </c:pt>
                <c:pt idx="200">
                  <c:v>2016.79508197</c:v>
                </c:pt>
                <c:pt idx="201">
                  <c:v>2016.79781421</c:v>
                </c:pt>
                <c:pt idx="202">
                  <c:v>2016.80054645</c:v>
                </c:pt>
                <c:pt idx="203">
                  <c:v>2016.80327869</c:v>
                </c:pt>
                <c:pt idx="204">
                  <c:v>2016.80601093</c:v>
                </c:pt>
                <c:pt idx="205">
                  <c:v>2016.81420765</c:v>
                </c:pt>
                <c:pt idx="206">
                  <c:v>2016.81693989</c:v>
                </c:pt>
                <c:pt idx="207">
                  <c:v>2016.81967213</c:v>
                </c:pt>
                <c:pt idx="208">
                  <c:v>2016.82240437</c:v>
                </c:pt>
                <c:pt idx="209">
                  <c:v>2016.82513661</c:v>
                </c:pt>
                <c:pt idx="210">
                  <c:v>2016.83333333</c:v>
                </c:pt>
                <c:pt idx="211">
                  <c:v>2016.83606557</c:v>
                </c:pt>
                <c:pt idx="212">
                  <c:v>2016.83879781</c:v>
                </c:pt>
                <c:pt idx="213">
                  <c:v>2016.84153005</c:v>
                </c:pt>
                <c:pt idx="214">
                  <c:v>2016.8442623</c:v>
                </c:pt>
                <c:pt idx="215">
                  <c:v>2016.85245902</c:v>
                </c:pt>
                <c:pt idx="216">
                  <c:v>2016.85519126</c:v>
                </c:pt>
                <c:pt idx="217">
                  <c:v>2016.8579235</c:v>
                </c:pt>
                <c:pt idx="218">
                  <c:v>2016.86065574</c:v>
                </c:pt>
                <c:pt idx="219">
                  <c:v>2016.86338798</c:v>
                </c:pt>
                <c:pt idx="220">
                  <c:v>2016.8715847</c:v>
                </c:pt>
                <c:pt idx="221">
                  <c:v>2016.87431694</c:v>
                </c:pt>
                <c:pt idx="222">
                  <c:v>2016.87704918</c:v>
                </c:pt>
                <c:pt idx="223">
                  <c:v>2016.87978142</c:v>
                </c:pt>
                <c:pt idx="224">
                  <c:v>2016.88251366</c:v>
                </c:pt>
                <c:pt idx="225">
                  <c:v>2016.89071038</c:v>
                </c:pt>
                <c:pt idx="226">
                  <c:v>2016.89344262</c:v>
                </c:pt>
                <c:pt idx="227">
                  <c:v>2016.89617486</c:v>
                </c:pt>
                <c:pt idx="228">
                  <c:v>2016.90163934</c:v>
                </c:pt>
                <c:pt idx="229">
                  <c:v>2016.90983607</c:v>
                </c:pt>
                <c:pt idx="230">
                  <c:v>2016.91256831</c:v>
                </c:pt>
                <c:pt idx="231">
                  <c:v>2016.91530055</c:v>
                </c:pt>
                <c:pt idx="232">
                  <c:v>2016.91803279</c:v>
                </c:pt>
                <c:pt idx="233">
                  <c:v>2016.92076503</c:v>
                </c:pt>
                <c:pt idx="234">
                  <c:v>2016.92896175</c:v>
                </c:pt>
                <c:pt idx="235">
                  <c:v>2016.93169399</c:v>
                </c:pt>
                <c:pt idx="236">
                  <c:v>2016.93442623</c:v>
                </c:pt>
                <c:pt idx="237">
                  <c:v>2016.93715847</c:v>
                </c:pt>
                <c:pt idx="238">
                  <c:v>2016.93989071</c:v>
                </c:pt>
                <c:pt idx="239">
                  <c:v>2016.94808743</c:v>
                </c:pt>
                <c:pt idx="240">
                  <c:v>2016.95081967</c:v>
                </c:pt>
                <c:pt idx="241">
                  <c:v>2016.95355191</c:v>
                </c:pt>
                <c:pt idx="242">
                  <c:v>2016.95628415</c:v>
                </c:pt>
                <c:pt idx="243">
                  <c:v>2016.95901639</c:v>
                </c:pt>
                <c:pt idx="244">
                  <c:v>2016.96721311</c:v>
                </c:pt>
                <c:pt idx="245">
                  <c:v>2016.96994536</c:v>
                </c:pt>
                <c:pt idx="246">
                  <c:v>2016.9726776</c:v>
                </c:pt>
                <c:pt idx="247">
                  <c:v>2016.97540984</c:v>
                </c:pt>
                <c:pt idx="248">
                  <c:v>2016.97814208</c:v>
                </c:pt>
                <c:pt idx="249">
                  <c:v>2016.98907104</c:v>
                </c:pt>
                <c:pt idx="250">
                  <c:v>2016.99180328</c:v>
                </c:pt>
                <c:pt idx="251">
                  <c:v>2016.99453552</c:v>
                </c:pt>
                <c:pt idx="252">
                  <c:v>2016.99726776</c:v>
                </c:pt>
                <c:pt idx="253">
                  <c:v>2017.00821918</c:v>
                </c:pt>
                <c:pt idx="254">
                  <c:v>2017.0109589</c:v>
                </c:pt>
                <c:pt idx="255">
                  <c:v>2017.01369863</c:v>
                </c:pt>
                <c:pt idx="256">
                  <c:v>2017.01643836</c:v>
                </c:pt>
                <c:pt idx="257">
                  <c:v>2017.02465753</c:v>
                </c:pt>
                <c:pt idx="258">
                  <c:v>2017.02739726</c:v>
                </c:pt>
                <c:pt idx="259">
                  <c:v>2017.03013699</c:v>
                </c:pt>
                <c:pt idx="260">
                  <c:v>2017.03287671</c:v>
                </c:pt>
                <c:pt idx="261">
                  <c:v>2017.03561644</c:v>
                </c:pt>
                <c:pt idx="262">
                  <c:v>2017.04657534</c:v>
                </c:pt>
                <c:pt idx="263">
                  <c:v>2017.04931507</c:v>
                </c:pt>
                <c:pt idx="264">
                  <c:v>2017.05205479</c:v>
                </c:pt>
                <c:pt idx="265">
                  <c:v>2017.05479452</c:v>
                </c:pt>
                <c:pt idx="266">
                  <c:v>2017.0630137</c:v>
                </c:pt>
                <c:pt idx="267">
                  <c:v>2017.06575342</c:v>
                </c:pt>
                <c:pt idx="268">
                  <c:v>2017.06849315</c:v>
                </c:pt>
                <c:pt idx="269">
                  <c:v>2017.07123288</c:v>
                </c:pt>
                <c:pt idx="270">
                  <c:v>2017.0739726</c:v>
                </c:pt>
                <c:pt idx="271">
                  <c:v>2017.08219178</c:v>
                </c:pt>
                <c:pt idx="272">
                  <c:v>2017.08493151</c:v>
                </c:pt>
                <c:pt idx="273">
                  <c:v>2017.08767123</c:v>
                </c:pt>
                <c:pt idx="274">
                  <c:v>2017.09041096</c:v>
                </c:pt>
                <c:pt idx="275">
                  <c:v>2017.09315068</c:v>
                </c:pt>
                <c:pt idx="276">
                  <c:v>2017.10136986</c:v>
                </c:pt>
                <c:pt idx="277">
                  <c:v>2017.10410959</c:v>
                </c:pt>
                <c:pt idx="278">
                  <c:v>2017.10684932</c:v>
                </c:pt>
                <c:pt idx="279">
                  <c:v>2017.10958904</c:v>
                </c:pt>
                <c:pt idx="280">
                  <c:v>2017.11232877</c:v>
                </c:pt>
                <c:pt idx="281">
                  <c:v>2017.12054795</c:v>
                </c:pt>
                <c:pt idx="282">
                  <c:v>2017.12328767</c:v>
                </c:pt>
                <c:pt idx="283">
                  <c:v>2017.1260274</c:v>
                </c:pt>
                <c:pt idx="284">
                  <c:v>2017.12876712</c:v>
                </c:pt>
                <c:pt idx="285">
                  <c:v>2017.13150685</c:v>
                </c:pt>
                <c:pt idx="286">
                  <c:v>2017.14246575</c:v>
                </c:pt>
                <c:pt idx="287">
                  <c:v>2017.14520548</c:v>
                </c:pt>
                <c:pt idx="288">
                  <c:v>2017.14794521</c:v>
                </c:pt>
                <c:pt idx="289">
                  <c:v>2017.15068493</c:v>
                </c:pt>
                <c:pt idx="290">
                  <c:v>2017.15890411</c:v>
                </c:pt>
                <c:pt idx="291">
                  <c:v>2017.16164384</c:v>
                </c:pt>
                <c:pt idx="292">
                  <c:v>2017.16438356</c:v>
                </c:pt>
                <c:pt idx="293">
                  <c:v>2017.16712329</c:v>
                </c:pt>
                <c:pt idx="294">
                  <c:v>2017.16986301</c:v>
                </c:pt>
                <c:pt idx="295">
                  <c:v>2017.17808219</c:v>
                </c:pt>
                <c:pt idx="296">
                  <c:v>2017.18082192</c:v>
                </c:pt>
                <c:pt idx="297">
                  <c:v>2017.18356164</c:v>
                </c:pt>
                <c:pt idx="298">
                  <c:v>2017.18630137</c:v>
                </c:pt>
                <c:pt idx="299">
                  <c:v>2017.1890411</c:v>
                </c:pt>
                <c:pt idx="300">
                  <c:v>2017.19726027</c:v>
                </c:pt>
                <c:pt idx="301">
                  <c:v>2017.2</c:v>
                </c:pt>
                <c:pt idx="302">
                  <c:v>2017.20273973</c:v>
                </c:pt>
                <c:pt idx="303">
                  <c:v>2017.20547945</c:v>
                </c:pt>
                <c:pt idx="304">
                  <c:v>2017.20821918</c:v>
                </c:pt>
                <c:pt idx="305">
                  <c:v>2017.21643836</c:v>
                </c:pt>
                <c:pt idx="306">
                  <c:v>2017.21917808</c:v>
                </c:pt>
                <c:pt idx="307">
                  <c:v>2017.22191781</c:v>
                </c:pt>
                <c:pt idx="308">
                  <c:v>2017.22465753</c:v>
                </c:pt>
                <c:pt idx="309">
                  <c:v>2017.22739726</c:v>
                </c:pt>
                <c:pt idx="310">
                  <c:v>2017.23561644</c:v>
                </c:pt>
                <c:pt idx="311">
                  <c:v>2017.23835616</c:v>
                </c:pt>
                <c:pt idx="312">
                  <c:v>2017.24109589</c:v>
                </c:pt>
                <c:pt idx="313">
                  <c:v>2017.24383562</c:v>
                </c:pt>
                <c:pt idx="314">
                  <c:v>2017.24657534</c:v>
                </c:pt>
                <c:pt idx="315">
                  <c:v>2017.25479452</c:v>
                </c:pt>
                <c:pt idx="316">
                  <c:v>2017.25753425</c:v>
                </c:pt>
                <c:pt idx="317">
                  <c:v>2017.26027397</c:v>
                </c:pt>
                <c:pt idx="318">
                  <c:v>2017.2630137</c:v>
                </c:pt>
                <c:pt idx="319">
                  <c:v>2017.26575342</c:v>
                </c:pt>
                <c:pt idx="320">
                  <c:v>2017.2739726</c:v>
                </c:pt>
                <c:pt idx="321">
                  <c:v>2017.27671233</c:v>
                </c:pt>
                <c:pt idx="322">
                  <c:v>2017.27945205</c:v>
                </c:pt>
                <c:pt idx="323">
                  <c:v>2017.28219178</c:v>
                </c:pt>
                <c:pt idx="324">
                  <c:v>2017.29315068</c:v>
                </c:pt>
                <c:pt idx="325">
                  <c:v>2017.29589041</c:v>
                </c:pt>
                <c:pt idx="326">
                  <c:v>2017.29863014</c:v>
                </c:pt>
                <c:pt idx="327">
                  <c:v>2017.30136986</c:v>
                </c:pt>
                <c:pt idx="328">
                  <c:v>2017.30410959</c:v>
                </c:pt>
                <c:pt idx="329">
                  <c:v>2017.31232877</c:v>
                </c:pt>
                <c:pt idx="330">
                  <c:v>2017.31506849</c:v>
                </c:pt>
                <c:pt idx="331">
                  <c:v>2017.31780822</c:v>
                </c:pt>
                <c:pt idx="332">
                  <c:v>2017.32054795</c:v>
                </c:pt>
                <c:pt idx="333">
                  <c:v>2017.32328767</c:v>
                </c:pt>
                <c:pt idx="334">
                  <c:v>2017.33150685</c:v>
                </c:pt>
                <c:pt idx="335">
                  <c:v>2017.33424658</c:v>
                </c:pt>
                <c:pt idx="336">
                  <c:v>2017.3369863</c:v>
                </c:pt>
                <c:pt idx="337">
                  <c:v>2017.33972603</c:v>
                </c:pt>
                <c:pt idx="338">
                  <c:v>2017.34246575</c:v>
                </c:pt>
                <c:pt idx="339">
                  <c:v>2017.35068493</c:v>
                </c:pt>
                <c:pt idx="340">
                  <c:v>2017.35342466</c:v>
                </c:pt>
                <c:pt idx="341">
                  <c:v>2017.35616438</c:v>
                </c:pt>
                <c:pt idx="342">
                  <c:v>2017.35890411</c:v>
                </c:pt>
                <c:pt idx="343">
                  <c:v>2017.36164384</c:v>
                </c:pt>
                <c:pt idx="344">
                  <c:v>2017.36986301</c:v>
                </c:pt>
                <c:pt idx="345">
                  <c:v>2017.37260274</c:v>
                </c:pt>
                <c:pt idx="346">
                  <c:v>2017.37534247</c:v>
                </c:pt>
                <c:pt idx="347">
                  <c:v>2017.37808219</c:v>
                </c:pt>
                <c:pt idx="348">
                  <c:v>2017.38082192</c:v>
                </c:pt>
                <c:pt idx="349">
                  <c:v>2017.3890411</c:v>
                </c:pt>
                <c:pt idx="350">
                  <c:v>2017.39178082</c:v>
                </c:pt>
                <c:pt idx="351">
                  <c:v>2017.39452055</c:v>
                </c:pt>
                <c:pt idx="352">
                  <c:v>2017.39726027</c:v>
                </c:pt>
                <c:pt idx="353">
                  <c:v>2017.4</c:v>
                </c:pt>
                <c:pt idx="354">
                  <c:v>2017.4109589</c:v>
                </c:pt>
                <c:pt idx="355">
                  <c:v>2017.41369863</c:v>
                </c:pt>
                <c:pt idx="356">
                  <c:v>2017.41643836</c:v>
                </c:pt>
                <c:pt idx="357">
                  <c:v>2017.41917808</c:v>
                </c:pt>
                <c:pt idx="358">
                  <c:v>2017.42739726</c:v>
                </c:pt>
                <c:pt idx="359">
                  <c:v>2017.43013699</c:v>
                </c:pt>
                <c:pt idx="360">
                  <c:v>2017.43287671</c:v>
                </c:pt>
                <c:pt idx="361">
                  <c:v>2017.43561644</c:v>
                </c:pt>
                <c:pt idx="362">
                  <c:v>2017.43835616</c:v>
                </c:pt>
                <c:pt idx="363">
                  <c:v>2017.44657534</c:v>
                </c:pt>
                <c:pt idx="364">
                  <c:v>2017.44931507</c:v>
                </c:pt>
                <c:pt idx="365">
                  <c:v>2017.45205479</c:v>
                </c:pt>
                <c:pt idx="366">
                  <c:v>2017.45479452</c:v>
                </c:pt>
                <c:pt idx="367">
                  <c:v>2017.45753425</c:v>
                </c:pt>
                <c:pt idx="368">
                  <c:v>2017.46575342</c:v>
                </c:pt>
                <c:pt idx="369">
                  <c:v>2017.46849315</c:v>
                </c:pt>
                <c:pt idx="370">
                  <c:v>2017.47123288</c:v>
                </c:pt>
                <c:pt idx="371">
                  <c:v>2017.4739726</c:v>
                </c:pt>
                <c:pt idx="372">
                  <c:v>2017.47671233</c:v>
                </c:pt>
                <c:pt idx="373">
                  <c:v>2017.48493151</c:v>
                </c:pt>
                <c:pt idx="374">
                  <c:v>2017.48767123</c:v>
                </c:pt>
                <c:pt idx="375">
                  <c:v>2017.49041096</c:v>
                </c:pt>
                <c:pt idx="376">
                  <c:v>2017.49315068</c:v>
                </c:pt>
                <c:pt idx="377">
                  <c:v>2017.49589041</c:v>
                </c:pt>
                <c:pt idx="378">
                  <c:v>2017.50410959</c:v>
                </c:pt>
                <c:pt idx="379">
                  <c:v>2017.50958904</c:v>
                </c:pt>
                <c:pt idx="380">
                  <c:v>2017.51232877</c:v>
                </c:pt>
                <c:pt idx="381">
                  <c:v>2017.51506849</c:v>
                </c:pt>
                <c:pt idx="382">
                  <c:v>2017.52328767</c:v>
                </c:pt>
                <c:pt idx="383">
                  <c:v>2017.5260274</c:v>
                </c:pt>
                <c:pt idx="384">
                  <c:v>2017.52876712</c:v>
                </c:pt>
                <c:pt idx="385">
                  <c:v>2017.53150685</c:v>
                </c:pt>
                <c:pt idx="386">
                  <c:v>2017.53424658</c:v>
                </c:pt>
                <c:pt idx="387">
                  <c:v>2017.54246575</c:v>
                </c:pt>
                <c:pt idx="388">
                  <c:v>2017.54520548</c:v>
                </c:pt>
                <c:pt idx="389">
                  <c:v>2017.54794521</c:v>
                </c:pt>
                <c:pt idx="390">
                  <c:v>2017.55068493</c:v>
                </c:pt>
                <c:pt idx="391">
                  <c:v>2017.55342466</c:v>
                </c:pt>
                <c:pt idx="392">
                  <c:v>2017.56164384</c:v>
                </c:pt>
                <c:pt idx="393">
                  <c:v>2017.56438356</c:v>
                </c:pt>
                <c:pt idx="394">
                  <c:v>2017.56712329</c:v>
                </c:pt>
                <c:pt idx="395">
                  <c:v>2017.56986301</c:v>
                </c:pt>
                <c:pt idx="396">
                  <c:v>2017.57260274</c:v>
                </c:pt>
                <c:pt idx="397">
                  <c:v>2017.58082192</c:v>
                </c:pt>
                <c:pt idx="398">
                  <c:v>2017.58356164</c:v>
                </c:pt>
                <c:pt idx="399">
                  <c:v>2017.58630137</c:v>
                </c:pt>
                <c:pt idx="400">
                  <c:v>2017.5890411</c:v>
                </c:pt>
                <c:pt idx="401">
                  <c:v>2017.59178082</c:v>
                </c:pt>
                <c:pt idx="402">
                  <c:v>2017.6</c:v>
                </c:pt>
                <c:pt idx="403">
                  <c:v>2017.60273973</c:v>
                </c:pt>
                <c:pt idx="404">
                  <c:v>2017.60547945</c:v>
                </c:pt>
                <c:pt idx="405">
                  <c:v>2017.60821918</c:v>
                </c:pt>
                <c:pt idx="406">
                  <c:v>2017.6109589</c:v>
                </c:pt>
                <c:pt idx="407">
                  <c:v>2017.61917808</c:v>
                </c:pt>
                <c:pt idx="408">
                  <c:v>2017.62191781</c:v>
                </c:pt>
                <c:pt idx="409">
                  <c:v>2017.62465753</c:v>
                </c:pt>
                <c:pt idx="410">
                  <c:v>2017.62739726</c:v>
                </c:pt>
                <c:pt idx="411">
                  <c:v>2017.63013699</c:v>
                </c:pt>
                <c:pt idx="412">
                  <c:v>2017.63835616</c:v>
                </c:pt>
                <c:pt idx="413">
                  <c:v>2017.64109589</c:v>
                </c:pt>
                <c:pt idx="414">
                  <c:v>2017.64383562</c:v>
                </c:pt>
                <c:pt idx="415">
                  <c:v>2017.64657534</c:v>
                </c:pt>
                <c:pt idx="416">
                  <c:v>2017.64931507</c:v>
                </c:pt>
                <c:pt idx="417">
                  <c:v>2017.65753425</c:v>
                </c:pt>
                <c:pt idx="418">
                  <c:v>2017.66027397</c:v>
                </c:pt>
                <c:pt idx="419">
                  <c:v>2017.6630137</c:v>
                </c:pt>
                <c:pt idx="420">
                  <c:v>2017.66575342</c:v>
                </c:pt>
                <c:pt idx="421">
                  <c:v>2017.66849315</c:v>
                </c:pt>
                <c:pt idx="422">
                  <c:v>2017.67945205</c:v>
                </c:pt>
                <c:pt idx="423">
                  <c:v>2017.68219178</c:v>
                </c:pt>
                <c:pt idx="424">
                  <c:v>2017.68493151</c:v>
                </c:pt>
                <c:pt idx="425">
                  <c:v>2017.68767123</c:v>
                </c:pt>
                <c:pt idx="426">
                  <c:v>2017.69589041</c:v>
                </c:pt>
                <c:pt idx="427">
                  <c:v>2017.69863014</c:v>
                </c:pt>
                <c:pt idx="428">
                  <c:v>2017.70136986</c:v>
                </c:pt>
                <c:pt idx="429">
                  <c:v>2017.70410959</c:v>
                </c:pt>
                <c:pt idx="430">
                  <c:v>2017.70684932</c:v>
                </c:pt>
                <c:pt idx="431">
                  <c:v>2017.71506849</c:v>
                </c:pt>
                <c:pt idx="432">
                  <c:v>2017.71780822</c:v>
                </c:pt>
                <c:pt idx="433">
                  <c:v>2017.72054795</c:v>
                </c:pt>
                <c:pt idx="434">
                  <c:v>2017.72328767</c:v>
                </c:pt>
                <c:pt idx="435">
                  <c:v>2017.7260274</c:v>
                </c:pt>
                <c:pt idx="436">
                  <c:v>2017.73424658</c:v>
                </c:pt>
                <c:pt idx="437">
                  <c:v>2017.7369863</c:v>
                </c:pt>
                <c:pt idx="438">
                  <c:v>2017.73972603</c:v>
                </c:pt>
                <c:pt idx="439">
                  <c:v>2017.74246575</c:v>
                </c:pt>
                <c:pt idx="440">
                  <c:v>2017.74520548</c:v>
                </c:pt>
                <c:pt idx="441">
                  <c:v>2017.75342466</c:v>
                </c:pt>
                <c:pt idx="442">
                  <c:v>2017.75616438</c:v>
                </c:pt>
                <c:pt idx="443">
                  <c:v>2017.75890411</c:v>
                </c:pt>
                <c:pt idx="444">
                  <c:v>2017.76164384</c:v>
                </c:pt>
                <c:pt idx="445">
                  <c:v>2017.76438356</c:v>
                </c:pt>
                <c:pt idx="446">
                  <c:v>2017.77260274</c:v>
                </c:pt>
                <c:pt idx="447">
                  <c:v>2017.77534247</c:v>
                </c:pt>
                <c:pt idx="448">
                  <c:v>2017.77808219</c:v>
                </c:pt>
                <c:pt idx="449">
                  <c:v>2017.78082192</c:v>
                </c:pt>
                <c:pt idx="450">
                  <c:v>2017.78356164</c:v>
                </c:pt>
                <c:pt idx="451">
                  <c:v>2017.79178082</c:v>
                </c:pt>
                <c:pt idx="452">
                  <c:v>2017.79452055</c:v>
                </c:pt>
                <c:pt idx="453">
                  <c:v>2017.79726027</c:v>
                </c:pt>
                <c:pt idx="454">
                  <c:v>2017.8</c:v>
                </c:pt>
                <c:pt idx="455">
                  <c:v>2017.80273973</c:v>
                </c:pt>
                <c:pt idx="456">
                  <c:v>2017.8109589</c:v>
                </c:pt>
                <c:pt idx="457">
                  <c:v>2017.81369863</c:v>
                </c:pt>
                <c:pt idx="458">
                  <c:v>2017.81643836</c:v>
                </c:pt>
                <c:pt idx="459">
                  <c:v>2017.81917808</c:v>
                </c:pt>
                <c:pt idx="460">
                  <c:v>2017.82191781</c:v>
                </c:pt>
                <c:pt idx="461">
                  <c:v>2017.83013699</c:v>
                </c:pt>
                <c:pt idx="462">
                  <c:v>2017.83287671</c:v>
                </c:pt>
                <c:pt idx="463">
                  <c:v>2017.83561644</c:v>
                </c:pt>
                <c:pt idx="464">
                  <c:v>2017.83835616</c:v>
                </c:pt>
                <c:pt idx="465">
                  <c:v>2017.84109589</c:v>
                </c:pt>
                <c:pt idx="466">
                  <c:v>2017.84931507</c:v>
                </c:pt>
                <c:pt idx="467">
                  <c:v>2017.85205479</c:v>
                </c:pt>
                <c:pt idx="468">
                  <c:v>2017.85479452</c:v>
                </c:pt>
                <c:pt idx="469">
                  <c:v>2017.85753425</c:v>
                </c:pt>
                <c:pt idx="470">
                  <c:v>2017.86027397</c:v>
                </c:pt>
                <c:pt idx="471">
                  <c:v>2017.86849315</c:v>
                </c:pt>
                <c:pt idx="472">
                  <c:v>2017.87123288</c:v>
                </c:pt>
                <c:pt idx="473">
                  <c:v>2017.8739726</c:v>
                </c:pt>
                <c:pt idx="474">
                  <c:v>2017.87671233</c:v>
                </c:pt>
                <c:pt idx="475">
                  <c:v>2017.87945205</c:v>
                </c:pt>
                <c:pt idx="476">
                  <c:v>2017.88767123</c:v>
                </c:pt>
                <c:pt idx="477">
                  <c:v>2017.89041096</c:v>
                </c:pt>
                <c:pt idx="478">
                  <c:v>2017.89315068</c:v>
                </c:pt>
                <c:pt idx="479">
                  <c:v>2017.89863014</c:v>
                </c:pt>
                <c:pt idx="480">
                  <c:v>2017.90684932</c:v>
                </c:pt>
                <c:pt idx="481">
                  <c:v>2017.90958904</c:v>
                </c:pt>
                <c:pt idx="482">
                  <c:v>2017.91232877</c:v>
                </c:pt>
                <c:pt idx="483">
                  <c:v>2017.91506849</c:v>
                </c:pt>
                <c:pt idx="484">
                  <c:v>2017.91780822</c:v>
                </c:pt>
                <c:pt idx="485">
                  <c:v>2017.9260274</c:v>
                </c:pt>
                <c:pt idx="486">
                  <c:v>2017.92876712</c:v>
                </c:pt>
                <c:pt idx="487">
                  <c:v>2017.93150685</c:v>
                </c:pt>
                <c:pt idx="488">
                  <c:v>2017.93424658</c:v>
                </c:pt>
                <c:pt idx="489">
                  <c:v>2017.9369863</c:v>
                </c:pt>
                <c:pt idx="490">
                  <c:v>2017.94520548</c:v>
                </c:pt>
                <c:pt idx="491">
                  <c:v>2017.94794521</c:v>
                </c:pt>
                <c:pt idx="492">
                  <c:v>2017.95068493</c:v>
                </c:pt>
                <c:pt idx="493">
                  <c:v>2017.95342466</c:v>
                </c:pt>
                <c:pt idx="494">
                  <c:v>2017.95616438</c:v>
                </c:pt>
                <c:pt idx="495">
                  <c:v>2017.96438356</c:v>
                </c:pt>
                <c:pt idx="496">
                  <c:v>2017.96712329</c:v>
                </c:pt>
                <c:pt idx="497">
                  <c:v>2017.96986301</c:v>
                </c:pt>
                <c:pt idx="498">
                  <c:v>2017.97260274</c:v>
                </c:pt>
                <c:pt idx="499">
                  <c:v>2017.97534247</c:v>
                </c:pt>
                <c:pt idx="500">
                  <c:v>2017.98630137</c:v>
                </c:pt>
                <c:pt idx="501">
                  <c:v>2017.9890411</c:v>
                </c:pt>
                <c:pt idx="502">
                  <c:v>2017.99178082</c:v>
                </c:pt>
                <c:pt idx="503">
                  <c:v>2017.99452055</c:v>
                </c:pt>
                <c:pt idx="504">
                  <c:v>2018.00547945</c:v>
                </c:pt>
                <c:pt idx="505">
                  <c:v>2018.00821918</c:v>
                </c:pt>
                <c:pt idx="506">
                  <c:v>2018.0109589</c:v>
                </c:pt>
                <c:pt idx="507">
                  <c:v>2018.01369863</c:v>
                </c:pt>
                <c:pt idx="508">
                  <c:v>2018.02191781</c:v>
                </c:pt>
                <c:pt idx="509">
                  <c:v>2018.02465753</c:v>
                </c:pt>
                <c:pt idx="510">
                  <c:v>2018.02739726</c:v>
                </c:pt>
                <c:pt idx="511">
                  <c:v>2018.03013699</c:v>
                </c:pt>
                <c:pt idx="512">
                  <c:v>2018.03287671</c:v>
                </c:pt>
                <c:pt idx="513">
                  <c:v>2018.04383562</c:v>
                </c:pt>
                <c:pt idx="514">
                  <c:v>2018.04657534</c:v>
                </c:pt>
                <c:pt idx="515">
                  <c:v>2018.04931507</c:v>
                </c:pt>
                <c:pt idx="516">
                  <c:v>2018.05205479</c:v>
                </c:pt>
                <c:pt idx="517">
                  <c:v>2018.06027397</c:v>
                </c:pt>
                <c:pt idx="518">
                  <c:v>2018.0630137</c:v>
                </c:pt>
                <c:pt idx="519">
                  <c:v>2018.06575342</c:v>
                </c:pt>
                <c:pt idx="520">
                  <c:v>2018.06849315</c:v>
                </c:pt>
                <c:pt idx="521">
                  <c:v>2018.07123288</c:v>
                </c:pt>
                <c:pt idx="522">
                  <c:v>2018.07945205</c:v>
                </c:pt>
                <c:pt idx="523">
                  <c:v>2018.08219178</c:v>
                </c:pt>
                <c:pt idx="524">
                  <c:v>2018.08493151</c:v>
                </c:pt>
                <c:pt idx="525">
                  <c:v>2018.08767123</c:v>
                </c:pt>
                <c:pt idx="526">
                  <c:v>2018.09041096</c:v>
                </c:pt>
                <c:pt idx="527">
                  <c:v>2018.09863014</c:v>
                </c:pt>
                <c:pt idx="528">
                  <c:v>2018.10136986</c:v>
                </c:pt>
                <c:pt idx="529">
                  <c:v>2018.10410959</c:v>
                </c:pt>
                <c:pt idx="530">
                  <c:v>2018.10684932</c:v>
                </c:pt>
                <c:pt idx="531">
                  <c:v>2018.10958904</c:v>
                </c:pt>
                <c:pt idx="532">
                  <c:v>2018.11780822</c:v>
                </c:pt>
                <c:pt idx="533">
                  <c:v>2018.12054795</c:v>
                </c:pt>
                <c:pt idx="534">
                  <c:v>2018.12328767</c:v>
                </c:pt>
                <c:pt idx="535">
                  <c:v>2018.1260274</c:v>
                </c:pt>
                <c:pt idx="536">
                  <c:v>2018.12876712</c:v>
                </c:pt>
                <c:pt idx="537">
                  <c:v>2018.13972603</c:v>
                </c:pt>
                <c:pt idx="538">
                  <c:v>2018.14246575</c:v>
                </c:pt>
                <c:pt idx="539">
                  <c:v>2018.14520548</c:v>
                </c:pt>
                <c:pt idx="540">
                  <c:v>2018.14794521</c:v>
                </c:pt>
                <c:pt idx="541">
                  <c:v>2018.15616438</c:v>
                </c:pt>
                <c:pt idx="542">
                  <c:v>2018.15890411</c:v>
                </c:pt>
                <c:pt idx="543">
                  <c:v>2018.16164384</c:v>
                </c:pt>
                <c:pt idx="544">
                  <c:v>2018.16438356</c:v>
                </c:pt>
                <c:pt idx="545">
                  <c:v>2018.16712329</c:v>
                </c:pt>
                <c:pt idx="546">
                  <c:v>2018.17534247</c:v>
                </c:pt>
                <c:pt idx="547">
                  <c:v>2018.17808219</c:v>
                </c:pt>
                <c:pt idx="548">
                  <c:v>2018.18082192</c:v>
                </c:pt>
                <c:pt idx="549">
                  <c:v>2018.18356164</c:v>
                </c:pt>
                <c:pt idx="550">
                  <c:v>2018.18630137</c:v>
                </c:pt>
                <c:pt idx="551">
                  <c:v>2018.19452055</c:v>
                </c:pt>
                <c:pt idx="552">
                  <c:v>2018.19726027</c:v>
                </c:pt>
                <c:pt idx="553">
                  <c:v>2018.2</c:v>
                </c:pt>
                <c:pt idx="554">
                  <c:v>2018.20273973</c:v>
                </c:pt>
                <c:pt idx="555">
                  <c:v>2018.20547945</c:v>
                </c:pt>
                <c:pt idx="556">
                  <c:v>2018.21369863</c:v>
                </c:pt>
                <c:pt idx="557">
                  <c:v>2018.21643836</c:v>
                </c:pt>
                <c:pt idx="558">
                  <c:v>2018.21917808</c:v>
                </c:pt>
                <c:pt idx="559">
                  <c:v>2018.22191781</c:v>
                </c:pt>
                <c:pt idx="560">
                  <c:v>2018.22465753</c:v>
                </c:pt>
                <c:pt idx="561">
                  <c:v>2018.23287671</c:v>
                </c:pt>
                <c:pt idx="562">
                  <c:v>2018.23561644</c:v>
                </c:pt>
                <c:pt idx="563">
                  <c:v>2018.23835616</c:v>
                </c:pt>
                <c:pt idx="564">
                  <c:v>2018.24109589</c:v>
                </c:pt>
                <c:pt idx="565">
                  <c:v>2018.25205479</c:v>
                </c:pt>
                <c:pt idx="566">
                  <c:v>2018.25479452</c:v>
                </c:pt>
                <c:pt idx="567">
                  <c:v>2018.25753425</c:v>
                </c:pt>
                <c:pt idx="568">
                  <c:v>2018.26027397</c:v>
                </c:pt>
                <c:pt idx="569">
                  <c:v>2018.2630137</c:v>
                </c:pt>
                <c:pt idx="570">
                  <c:v>2018.27123288</c:v>
                </c:pt>
                <c:pt idx="571">
                  <c:v>2018.2739726</c:v>
                </c:pt>
                <c:pt idx="572">
                  <c:v>2018.27671233</c:v>
                </c:pt>
                <c:pt idx="573">
                  <c:v>2018.27945205</c:v>
                </c:pt>
                <c:pt idx="574">
                  <c:v>2018.28219178</c:v>
                </c:pt>
                <c:pt idx="575">
                  <c:v>2018.29041096</c:v>
                </c:pt>
                <c:pt idx="576">
                  <c:v>2018.29315068</c:v>
                </c:pt>
                <c:pt idx="577">
                  <c:v>2018.29589041</c:v>
                </c:pt>
                <c:pt idx="578">
                  <c:v>2018.29863014</c:v>
                </c:pt>
                <c:pt idx="579">
                  <c:v>2018.30136986</c:v>
                </c:pt>
                <c:pt idx="580">
                  <c:v>2018.30958904</c:v>
                </c:pt>
                <c:pt idx="581">
                  <c:v>2018.31232877</c:v>
                </c:pt>
                <c:pt idx="582">
                  <c:v>2018.31506849</c:v>
                </c:pt>
                <c:pt idx="583">
                  <c:v>2018.31780822</c:v>
                </c:pt>
                <c:pt idx="584">
                  <c:v>2018.32054795</c:v>
                </c:pt>
                <c:pt idx="585">
                  <c:v>2018.32876712</c:v>
                </c:pt>
                <c:pt idx="586">
                  <c:v>2018.33150685</c:v>
                </c:pt>
                <c:pt idx="587">
                  <c:v>2018.33424658</c:v>
                </c:pt>
                <c:pt idx="588">
                  <c:v>2018.3369863</c:v>
                </c:pt>
                <c:pt idx="589">
                  <c:v>2018.33972603</c:v>
                </c:pt>
                <c:pt idx="590">
                  <c:v>2018.34794521</c:v>
                </c:pt>
                <c:pt idx="591">
                  <c:v>2018.35068493</c:v>
                </c:pt>
                <c:pt idx="592">
                  <c:v>2018.35342466</c:v>
                </c:pt>
                <c:pt idx="593">
                  <c:v>2018.35616438</c:v>
                </c:pt>
                <c:pt idx="594">
                  <c:v>2018.35890411</c:v>
                </c:pt>
                <c:pt idx="595">
                  <c:v>2018.36712329</c:v>
                </c:pt>
                <c:pt idx="596">
                  <c:v>2018.36986301</c:v>
                </c:pt>
                <c:pt idx="597">
                  <c:v>2018.37260274</c:v>
                </c:pt>
                <c:pt idx="598">
                  <c:v>2018.37534247</c:v>
                </c:pt>
                <c:pt idx="599">
                  <c:v>2018.37808219</c:v>
                </c:pt>
                <c:pt idx="600">
                  <c:v>2018.38630137</c:v>
                </c:pt>
                <c:pt idx="601">
                  <c:v>2018.3890411</c:v>
                </c:pt>
                <c:pt idx="602">
                  <c:v>2018.39178082</c:v>
                </c:pt>
                <c:pt idx="603">
                  <c:v>2018.39452055</c:v>
                </c:pt>
                <c:pt idx="604">
                  <c:v>2018.39726027</c:v>
                </c:pt>
                <c:pt idx="605">
                  <c:v>2018.40821918</c:v>
                </c:pt>
                <c:pt idx="606">
                  <c:v>2018.4109589</c:v>
                </c:pt>
                <c:pt idx="607">
                  <c:v>2018.41369863</c:v>
                </c:pt>
                <c:pt idx="608">
                  <c:v>2018.41643836</c:v>
                </c:pt>
                <c:pt idx="609">
                  <c:v>2018.42465753</c:v>
                </c:pt>
                <c:pt idx="610">
                  <c:v>2018.42739726</c:v>
                </c:pt>
                <c:pt idx="611">
                  <c:v>2018.43013699</c:v>
                </c:pt>
                <c:pt idx="612">
                  <c:v>2018.43287671</c:v>
                </c:pt>
                <c:pt idx="613">
                  <c:v>2018.43561644</c:v>
                </c:pt>
                <c:pt idx="614">
                  <c:v>2018.44383562</c:v>
                </c:pt>
                <c:pt idx="615">
                  <c:v>2018.44657534</c:v>
                </c:pt>
                <c:pt idx="616">
                  <c:v>2018.44931507</c:v>
                </c:pt>
                <c:pt idx="617">
                  <c:v>2018.45205479</c:v>
                </c:pt>
                <c:pt idx="618">
                  <c:v>2018.45479452</c:v>
                </c:pt>
                <c:pt idx="619">
                  <c:v>2018.4630137</c:v>
                </c:pt>
                <c:pt idx="620">
                  <c:v>2018.46575342</c:v>
                </c:pt>
                <c:pt idx="621">
                  <c:v>2018.46849315</c:v>
                </c:pt>
                <c:pt idx="622">
                  <c:v>2018.47123288</c:v>
                </c:pt>
                <c:pt idx="623">
                  <c:v>2018.4739726</c:v>
                </c:pt>
                <c:pt idx="624">
                  <c:v>2018.48219178</c:v>
                </c:pt>
                <c:pt idx="625">
                  <c:v>2018.48493151</c:v>
                </c:pt>
                <c:pt idx="626">
                  <c:v>2018.48767123</c:v>
                </c:pt>
                <c:pt idx="627">
                  <c:v>2018.49041096</c:v>
                </c:pt>
                <c:pt idx="628">
                  <c:v>2018.49315068</c:v>
                </c:pt>
                <c:pt idx="629">
                  <c:v>2018.50136986</c:v>
                </c:pt>
                <c:pt idx="630">
                  <c:v>2018.50410959</c:v>
                </c:pt>
                <c:pt idx="631">
                  <c:v>2018.50958904</c:v>
                </c:pt>
                <c:pt idx="632">
                  <c:v>2018.51232877</c:v>
                </c:pt>
                <c:pt idx="633">
                  <c:v>2018.52054795</c:v>
                </c:pt>
                <c:pt idx="634">
                  <c:v>2018.52328767</c:v>
                </c:pt>
                <c:pt idx="635">
                  <c:v>2018.5260274</c:v>
                </c:pt>
                <c:pt idx="636">
                  <c:v>2018.52876712</c:v>
                </c:pt>
                <c:pt idx="637">
                  <c:v>2018.53150685</c:v>
                </c:pt>
                <c:pt idx="638">
                  <c:v>2018.53972603</c:v>
                </c:pt>
                <c:pt idx="639">
                  <c:v>2018.54246575</c:v>
                </c:pt>
                <c:pt idx="640">
                  <c:v>2018.54520548</c:v>
                </c:pt>
                <c:pt idx="641">
                  <c:v>2018.54794521</c:v>
                </c:pt>
                <c:pt idx="642">
                  <c:v>2018.55068493</c:v>
                </c:pt>
                <c:pt idx="643">
                  <c:v>2018.55890411</c:v>
                </c:pt>
                <c:pt idx="644">
                  <c:v>2018.56164384</c:v>
                </c:pt>
                <c:pt idx="645">
                  <c:v>2018.56438356</c:v>
                </c:pt>
                <c:pt idx="646">
                  <c:v>2018.56712329</c:v>
                </c:pt>
                <c:pt idx="647">
                  <c:v>2018.56986301</c:v>
                </c:pt>
                <c:pt idx="648">
                  <c:v>2018.57808219</c:v>
                </c:pt>
                <c:pt idx="649">
                  <c:v>2018.58082192</c:v>
                </c:pt>
                <c:pt idx="650">
                  <c:v>2018.58356164</c:v>
                </c:pt>
                <c:pt idx="651">
                  <c:v>2018.58630137</c:v>
                </c:pt>
                <c:pt idx="652">
                  <c:v>2018.5890411</c:v>
                </c:pt>
                <c:pt idx="653">
                  <c:v>2018.59726027</c:v>
                </c:pt>
                <c:pt idx="654">
                  <c:v>2018.6</c:v>
                </c:pt>
                <c:pt idx="655">
                  <c:v>2018.60273973</c:v>
                </c:pt>
                <c:pt idx="656">
                  <c:v>2018.60547945</c:v>
                </c:pt>
                <c:pt idx="657">
                  <c:v>2018.60821918</c:v>
                </c:pt>
                <c:pt idx="658">
                  <c:v>2018.61643836</c:v>
                </c:pt>
                <c:pt idx="659">
                  <c:v>2018.61917808</c:v>
                </c:pt>
                <c:pt idx="660">
                  <c:v>2018.62191781</c:v>
                </c:pt>
                <c:pt idx="661">
                  <c:v>2018.62465753</c:v>
                </c:pt>
                <c:pt idx="662">
                  <c:v>2018.62739726</c:v>
                </c:pt>
                <c:pt idx="663">
                  <c:v>2018.63561644</c:v>
                </c:pt>
                <c:pt idx="664">
                  <c:v>2018.63835616</c:v>
                </c:pt>
                <c:pt idx="665">
                  <c:v>2018.64109589</c:v>
                </c:pt>
                <c:pt idx="666">
                  <c:v>2018.64383562</c:v>
                </c:pt>
                <c:pt idx="667">
                  <c:v>2018.64657534</c:v>
                </c:pt>
                <c:pt idx="668">
                  <c:v>2018.65479452</c:v>
                </c:pt>
                <c:pt idx="669">
                  <c:v>2018.65753425</c:v>
                </c:pt>
                <c:pt idx="670">
                  <c:v>2018.66027397</c:v>
                </c:pt>
                <c:pt idx="671">
                  <c:v>2018.6630137</c:v>
                </c:pt>
                <c:pt idx="672">
                  <c:v>2018.66575342</c:v>
                </c:pt>
                <c:pt idx="673">
                  <c:v>2018.67671233</c:v>
                </c:pt>
                <c:pt idx="674">
                  <c:v>2018.67945205</c:v>
                </c:pt>
                <c:pt idx="675">
                  <c:v>2018.68219178</c:v>
                </c:pt>
                <c:pt idx="676">
                  <c:v>2018.68493151</c:v>
                </c:pt>
                <c:pt idx="677">
                  <c:v>2018.69315068</c:v>
                </c:pt>
                <c:pt idx="678">
                  <c:v>2018.69589041</c:v>
                </c:pt>
                <c:pt idx="679">
                  <c:v>2018.69863014</c:v>
                </c:pt>
                <c:pt idx="680">
                  <c:v>2018.70136986</c:v>
                </c:pt>
                <c:pt idx="681">
                  <c:v>2018.70410959</c:v>
                </c:pt>
                <c:pt idx="682">
                  <c:v>2018.71232877</c:v>
                </c:pt>
                <c:pt idx="683">
                  <c:v>2018.71506849</c:v>
                </c:pt>
                <c:pt idx="684">
                  <c:v>2018.71780822</c:v>
                </c:pt>
                <c:pt idx="685">
                  <c:v>2018.72054795</c:v>
                </c:pt>
                <c:pt idx="686">
                  <c:v>2018.72328767</c:v>
                </c:pt>
                <c:pt idx="687">
                  <c:v>2018.73150685</c:v>
                </c:pt>
                <c:pt idx="688">
                  <c:v>2018.73424658</c:v>
                </c:pt>
                <c:pt idx="689">
                  <c:v>2018.7369863</c:v>
                </c:pt>
                <c:pt idx="690">
                  <c:v>2018.73972603</c:v>
                </c:pt>
                <c:pt idx="691">
                  <c:v>2018.74246575</c:v>
                </c:pt>
                <c:pt idx="692">
                  <c:v>2018.75068493</c:v>
                </c:pt>
                <c:pt idx="693">
                  <c:v>2018.75342466</c:v>
                </c:pt>
                <c:pt idx="694">
                  <c:v>2018.75616438</c:v>
                </c:pt>
                <c:pt idx="695">
                  <c:v>2018.75890411</c:v>
                </c:pt>
                <c:pt idx="696">
                  <c:v>2018.76164384</c:v>
                </c:pt>
                <c:pt idx="697">
                  <c:v>2018.76986301</c:v>
                </c:pt>
                <c:pt idx="698">
                  <c:v>2018.77260274</c:v>
                </c:pt>
                <c:pt idx="699">
                  <c:v>2018.77534247</c:v>
                </c:pt>
                <c:pt idx="700">
                  <c:v>2018.77808219</c:v>
                </c:pt>
                <c:pt idx="701">
                  <c:v>2018.78082192</c:v>
                </c:pt>
                <c:pt idx="702">
                  <c:v>2018.7890411</c:v>
                </c:pt>
                <c:pt idx="703">
                  <c:v>2018.79178082</c:v>
                </c:pt>
                <c:pt idx="704">
                  <c:v>2018.79452055</c:v>
                </c:pt>
                <c:pt idx="705">
                  <c:v>2018.79726027</c:v>
                </c:pt>
                <c:pt idx="706">
                  <c:v>2018.8</c:v>
                </c:pt>
                <c:pt idx="707">
                  <c:v>2018.80821918</c:v>
                </c:pt>
                <c:pt idx="708">
                  <c:v>2018.8109589</c:v>
                </c:pt>
                <c:pt idx="709">
                  <c:v>2018.81369863</c:v>
                </c:pt>
                <c:pt idx="710">
                  <c:v>2018.81643836</c:v>
                </c:pt>
                <c:pt idx="711">
                  <c:v>2018.81917808</c:v>
                </c:pt>
                <c:pt idx="712">
                  <c:v>2018.82739726</c:v>
                </c:pt>
                <c:pt idx="713">
                  <c:v>2018.83013699</c:v>
                </c:pt>
                <c:pt idx="714">
                  <c:v>2018.83287671</c:v>
                </c:pt>
                <c:pt idx="715">
                  <c:v>2018.83561644</c:v>
                </c:pt>
                <c:pt idx="716">
                  <c:v>2018.83835616</c:v>
                </c:pt>
                <c:pt idx="717">
                  <c:v>2018.84657534</c:v>
                </c:pt>
                <c:pt idx="718">
                  <c:v>2018.84931507</c:v>
                </c:pt>
                <c:pt idx="719">
                  <c:v>2018.85205479</c:v>
                </c:pt>
                <c:pt idx="720">
                  <c:v>2018.85479452</c:v>
                </c:pt>
                <c:pt idx="721">
                  <c:v>2018.85753425</c:v>
                </c:pt>
                <c:pt idx="722">
                  <c:v>2018.86575342</c:v>
                </c:pt>
                <c:pt idx="723">
                  <c:v>2018.86849315</c:v>
                </c:pt>
                <c:pt idx="724">
                  <c:v>2018.87123288</c:v>
                </c:pt>
                <c:pt idx="725">
                  <c:v>2018.8739726</c:v>
                </c:pt>
                <c:pt idx="726">
                  <c:v>2018.87671233</c:v>
                </c:pt>
                <c:pt idx="727">
                  <c:v>2018.88493151</c:v>
                </c:pt>
                <c:pt idx="728">
                  <c:v>2018.88767123</c:v>
                </c:pt>
                <c:pt idx="729">
                  <c:v>2018.89041096</c:v>
                </c:pt>
                <c:pt idx="730">
                  <c:v>2018.89589041</c:v>
                </c:pt>
                <c:pt idx="731">
                  <c:v>2018.90410959</c:v>
                </c:pt>
                <c:pt idx="732">
                  <c:v>2018.90684932</c:v>
                </c:pt>
                <c:pt idx="733">
                  <c:v>2018.90958904</c:v>
                </c:pt>
                <c:pt idx="734">
                  <c:v>2018.91232877</c:v>
                </c:pt>
                <c:pt idx="735">
                  <c:v>2018.91506849</c:v>
                </c:pt>
                <c:pt idx="736">
                  <c:v>2018.92328767</c:v>
                </c:pt>
                <c:pt idx="737">
                  <c:v>2018.9260274</c:v>
                </c:pt>
                <c:pt idx="738">
                  <c:v>2018.93150685</c:v>
                </c:pt>
                <c:pt idx="739">
                  <c:v>2018.93424658</c:v>
                </c:pt>
                <c:pt idx="740">
                  <c:v>2018.94246575</c:v>
                </c:pt>
                <c:pt idx="741">
                  <c:v>2018.94520548</c:v>
                </c:pt>
                <c:pt idx="742">
                  <c:v>2018.94794521</c:v>
                </c:pt>
                <c:pt idx="743">
                  <c:v>2018.95068493</c:v>
                </c:pt>
                <c:pt idx="744">
                  <c:v>2018.95342466</c:v>
                </c:pt>
                <c:pt idx="745">
                  <c:v>2018.96164384</c:v>
                </c:pt>
                <c:pt idx="746">
                  <c:v>2018.96438356</c:v>
                </c:pt>
                <c:pt idx="747">
                  <c:v>2018.96712329</c:v>
                </c:pt>
                <c:pt idx="748">
                  <c:v>2018.96986301</c:v>
                </c:pt>
                <c:pt idx="749">
                  <c:v>2018.97260274</c:v>
                </c:pt>
                <c:pt idx="750">
                  <c:v>2018.98082192</c:v>
                </c:pt>
                <c:pt idx="751">
                  <c:v>2018.98630137</c:v>
                </c:pt>
                <c:pt idx="752">
                  <c:v>2018.9890411</c:v>
                </c:pt>
                <c:pt idx="753">
                  <c:v>2018.99178082</c:v>
                </c:pt>
                <c:pt idx="754">
                  <c:v>2019</c:v>
                </c:pt>
                <c:pt idx="755">
                  <c:v>2019.00547945</c:v>
                </c:pt>
                <c:pt idx="756">
                  <c:v>2019.00821918</c:v>
                </c:pt>
                <c:pt idx="757">
                  <c:v>2019.0109589</c:v>
                </c:pt>
                <c:pt idx="758">
                  <c:v>2019.01917808</c:v>
                </c:pt>
                <c:pt idx="759">
                  <c:v>2019.02191781</c:v>
                </c:pt>
                <c:pt idx="760">
                  <c:v>2019.02465753</c:v>
                </c:pt>
                <c:pt idx="761">
                  <c:v>2019.02739726</c:v>
                </c:pt>
                <c:pt idx="762">
                  <c:v>2019.03013699</c:v>
                </c:pt>
                <c:pt idx="763">
                  <c:v>2019.03835616</c:v>
                </c:pt>
                <c:pt idx="764">
                  <c:v>2019.04109589</c:v>
                </c:pt>
                <c:pt idx="765">
                  <c:v>2019.04383562</c:v>
                </c:pt>
                <c:pt idx="766">
                  <c:v>2019.04657534</c:v>
                </c:pt>
                <c:pt idx="767">
                  <c:v>2019.04931507</c:v>
                </c:pt>
                <c:pt idx="768">
                  <c:v>2019.06027397</c:v>
                </c:pt>
                <c:pt idx="769">
                  <c:v>2019.0630137</c:v>
                </c:pt>
                <c:pt idx="770">
                  <c:v>2019.06575342</c:v>
                </c:pt>
                <c:pt idx="771">
                  <c:v>2019.06849315</c:v>
                </c:pt>
                <c:pt idx="772">
                  <c:v>2019.07671233</c:v>
                </c:pt>
                <c:pt idx="773">
                  <c:v>2019.07945205</c:v>
                </c:pt>
                <c:pt idx="774">
                  <c:v>2019.08219178</c:v>
                </c:pt>
                <c:pt idx="775">
                  <c:v>2019.08493151</c:v>
                </c:pt>
                <c:pt idx="776">
                  <c:v>2019.08767123</c:v>
                </c:pt>
                <c:pt idx="777">
                  <c:v>2019.09589041</c:v>
                </c:pt>
                <c:pt idx="778">
                  <c:v>2019.09863014</c:v>
                </c:pt>
                <c:pt idx="779">
                  <c:v>2019.10136986</c:v>
                </c:pt>
                <c:pt idx="780">
                  <c:v>2019.10410959</c:v>
                </c:pt>
                <c:pt idx="781">
                  <c:v>2019.10684932</c:v>
                </c:pt>
                <c:pt idx="782">
                  <c:v>2019.11506849</c:v>
                </c:pt>
                <c:pt idx="783">
                  <c:v>2019.11780822</c:v>
                </c:pt>
                <c:pt idx="784">
                  <c:v>2019.12054795</c:v>
                </c:pt>
                <c:pt idx="785">
                  <c:v>2019.12328767</c:v>
                </c:pt>
                <c:pt idx="786">
                  <c:v>2019.1260274</c:v>
                </c:pt>
                <c:pt idx="787">
                  <c:v>2019.1369863</c:v>
                </c:pt>
                <c:pt idx="788">
                  <c:v>2019.13972603</c:v>
                </c:pt>
                <c:pt idx="789">
                  <c:v>2019.14246575</c:v>
                </c:pt>
                <c:pt idx="790">
                  <c:v>2019.14520548</c:v>
                </c:pt>
                <c:pt idx="791">
                  <c:v>2019.15342466</c:v>
                </c:pt>
                <c:pt idx="792">
                  <c:v>2019.15616438</c:v>
                </c:pt>
                <c:pt idx="793">
                  <c:v>2019.15890411</c:v>
                </c:pt>
                <c:pt idx="794">
                  <c:v>2019.16164384</c:v>
                </c:pt>
                <c:pt idx="795">
                  <c:v>2019.16438356</c:v>
                </c:pt>
                <c:pt idx="796">
                  <c:v>2019.17260274</c:v>
                </c:pt>
                <c:pt idx="797">
                  <c:v>2019.17534247</c:v>
                </c:pt>
                <c:pt idx="798">
                  <c:v>2019.17808219</c:v>
                </c:pt>
                <c:pt idx="799">
                  <c:v>2019.18082192</c:v>
                </c:pt>
                <c:pt idx="800">
                  <c:v>2019.18356164</c:v>
                </c:pt>
                <c:pt idx="801">
                  <c:v>2019.19178082</c:v>
                </c:pt>
                <c:pt idx="802">
                  <c:v>2019.19452055</c:v>
                </c:pt>
                <c:pt idx="803">
                  <c:v>2019.19726027</c:v>
                </c:pt>
                <c:pt idx="804">
                  <c:v>2019.2</c:v>
                </c:pt>
                <c:pt idx="805">
                  <c:v>2019.20273973</c:v>
                </c:pt>
                <c:pt idx="806">
                  <c:v>2019.2109589</c:v>
                </c:pt>
                <c:pt idx="807">
                  <c:v>2019.21369863</c:v>
                </c:pt>
                <c:pt idx="808">
                  <c:v>2019.21643836</c:v>
                </c:pt>
                <c:pt idx="809">
                  <c:v>2019.21917808</c:v>
                </c:pt>
                <c:pt idx="810">
                  <c:v>2019.22191781</c:v>
                </c:pt>
                <c:pt idx="811">
                  <c:v>2019.23013699</c:v>
                </c:pt>
                <c:pt idx="812">
                  <c:v>2019.23287671</c:v>
                </c:pt>
                <c:pt idx="813">
                  <c:v>2019.23561644</c:v>
                </c:pt>
                <c:pt idx="814">
                  <c:v>2019.23835616</c:v>
                </c:pt>
                <c:pt idx="815">
                  <c:v>2019.24109589</c:v>
                </c:pt>
                <c:pt idx="816">
                  <c:v>2019.24931507</c:v>
                </c:pt>
                <c:pt idx="817">
                  <c:v>2019.25205479</c:v>
                </c:pt>
                <c:pt idx="818">
                  <c:v>2019.25479452</c:v>
                </c:pt>
                <c:pt idx="819">
                  <c:v>2019.25753425</c:v>
                </c:pt>
                <c:pt idx="820">
                  <c:v>2019.26027397</c:v>
                </c:pt>
                <c:pt idx="821">
                  <c:v>2019.26849315</c:v>
                </c:pt>
                <c:pt idx="822">
                  <c:v>2019.27123288</c:v>
                </c:pt>
                <c:pt idx="823">
                  <c:v>2019.2739726</c:v>
                </c:pt>
                <c:pt idx="824">
                  <c:v>2019.27671233</c:v>
                </c:pt>
                <c:pt idx="825">
                  <c:v>2019.27945205</c:v>
                </c:pt>
                <c:pt idx="826">
                  <c:v>2019.28767123</c:v>
                </c:pt>
                <c:pt idx="827">
                  <c:v>2019.29041096</c:v>
                </c:pt>
                <c:pt idx="828">
                  <c:v>2019.29315068</c:v>
                </c:pt>
                <c:pt idx="829">
                  <c:v>2019.29589041</c:v>
                </c:pt>
                <c:pt idx="830">
                  <c:v>2019.30684932</c:v>
                </c:pt>
                <c:pt idx="831">
                  <c:v>2019.30958904</c:v>
                </c:pt>
                <c:pt idx="832">
                  <c:v>2019.31232877</c:v>
                </c:pt>
                <c:pt idx="833">
                  <c:v>2019.31506849</c:v>
                </c:pt>
                <c:pt idx="834">
                  <c:v>2019.31780822</c:v>
                </c:pt>
                <c:pt idx="835">
                  <c:v>2019.3260274</c:v>
                </c:pt>
                <c:pt idx="836">
                  <c:v>2019.32876712</c:v>
                </c:pt>
                <c:pt idx="837">
                  <c:v>2019.33150685</c:v>
                </c:pt>
                <c:pt idx="838">
                  <c:v>2019.33424658</c:v>
                </c:pt>
                <c:pt idx="839">
                  <c:v>2019.3369863</c:v>
                </c:pt>
                <c:pt idx="840">
                  <c:v>2019.34520548</c:v>
                </c:pt>
                <c:pt idx="841">
                  <c:v>2019.34794521</c:v>
                </c:pt>
                <c:pt idx="842">
                  <c:v>2019.35068493</c:v>
                </c:pt>
                <c:pt idx="843">
                  <c:v>2019.35342466</c:v>
                </c:pt>
                <c:pt idx="844">
                  <c:v>2019.35616438</c:v>
                </c:pt>
                <c:pt idx="845">
                  <c:v>2019.36438356</c:v>
                </c:pt>
                <c:pt idx="846">
                  <c:v>2019.36712329</c:v>
                </c:pt>
                <c:pt idx="847">
                  <c:v>2019.36986301</c:v>
                </c:pt>
                <c:pt idx="848">
                  <c:v>2019.37260274</c:v>
                </c:pt>
                <c:pt idx="849">
                  <c:v>2019.37534247</c:v>
                </c:pt>
                <c:pt idx="850">
                  <c:v>2019.38356164</c:v>
                </c:pt>
                <c:pt idx="851">
                  <c:v>2019.38630137</c:v>
                </c:pt>
                <c:pt idx="852">
                  <c:v>2019.3890411</c:v>
                </c:pt>
                <c:pt idx="853">
                  <c:v>2019.39178082</c:v>
                </c:pt>
                <c:pt idx="854">
                  <c:v>2019.39452055</c:v>
                </c:pt>
                <c:pt idx="855">
                  <c:v>2019.40547945</c:v>
                </c:pt>
                <c:pt idx="856">
                  <c:v>2019.40821918</c:v>
                </c:pt>
                <c:pt idx="857">
                  <c:v>2019.4109589</c:v>
                </c:pt>
                <c:pt idx="858">
                  <c:v>2019.41369863</c:v>
                </c:pt>
                <c:pt idx="859">
                  <c:v>2019.42191781</c:v>
                </c:pt>
                <c:pt idx="860">
                  <c:v>2019.42465753</c:v>
                </c:pt>
                <c:pt idx="861">
                  <c:v>2019.42739726</c:v>
                </c:pt>
                <c:pt idx="862">
                  <c:v>2019.43013699</c:v>
                </c:pt>
                <c:pt idx="863">
                  <c:v>2019.43287671</c:v>
                </c:pt>
                <c:pt idx="864">
                  <c:v>2019.44109589</c:v>
                </c:pt>
                <c:pt idx="865">
                  <c:v>2019.44383562</c:v>
                </c:pt>
                <c:pt idx="866">
                  <c:v>2019.44657534</c:v>
                </c:pt>
                <c:pt idx="867">
                  <c:v>2019.44931507</c:v>
                </c:pt>
                <c:pt idx="868">
                  <c:v>2019.45205479</c:v>
                </c:pt>
                <c:pt idx="869">
                  <c:v>2019.46027397</c:v>
                </c:pt>
                <c:pt idx="870">
                  <c:v>2019.4630137</c:v>
                </c:pt>
                <c:pt idx="871">
                  <c:v>2019.46575342</c:v>
                </c:pt>
                <c:pt idx="872">
                  <c:v>2019.46849315</c:v>
                </c:pt>
                <c:pt idx="873">
                  <c:v>2019.47123288</c:v>
                </c:pt>
                <c:pt idx="874">
                  <c:v>2019.47945205</c:v>
                </c:pt>
                <c:pt idx="875">
                  <c:v>2019.48219178</c:v>
                </c:pt>
                <c:pt idx="876">
                  <c:v>2019.48493151</c:v>
                </c:pt>
                <c:pt idx="877">
                  <c:v>2019.48767123</c:v>
                </c:pt>
                <c:pt idx="878">
                  <c:v>2019.49041096</c:v>
                </c:pt>
                <c:pt idx="879">
                  <c:v>2019.49863014</c:v>
                </c:pt>
                <c:pt idx="880">
                  <c:v>2019.50136986</c:v>
                </c:pt>
                <c:pt idx="881">
                  <c:v>2019.50410959</c:v>
                </c:pt>
                <c:pt idx="882">
                  <c:v>2019.50958904</c:v>
                </c:pt>
                <c:pt idx="883">
                  <c:v>2019.51780822</c:v>
                </c:pt>
                <c:pt idx="884">
                  <c:v>2019.52054795</c:v>
                </c:pt>
                <c:pt idx="885">
                  <c:v>2019.52328767</c:v>
                </c:pt>
                <c:pt idx="886">
                  <c:v>2019.5260274</c:v>
                </c:pt>
                <c:pt idx="887">
                  <c:v>2019.52876712</c:v>
                </c:pt>
                <c:pt idx="888">
                  <c:v>2019.5369863</c:v>
                </c:pt>
                <c:pt idx="889">
                  <c:v>2019.53972603</c:v>
                </c:pt>
                <c:pt idx="890">
                  <c:v>2019.54246575</c:v>
                </c:pt>
                <c:pt idx="891">
                  <c:v>2019.54520548</c:v>
                </c:pt>
                <c:pt idx="892">
                  <c:v>2019.54794521</c:v>
                </c:pt>
                <c:pt idx="893">
                  <c:v>2019.55616438</c:v>
                </c:pt>
                <c:pt idx="894">
                  <c:v>2019.55890411</c:v>
                </c:pt>
                <c:pt idx="895">
                  <c:v>2019.56164384</c:v>
                </c:pt>
                <c:pt idx="896">
                  <c:v>2019.56438356</c:v>
                </c:pt>
                <c:pt idx="897">
                  <c:v>2019.56712329</c:v>
                </c:pt>
                <c:pt idx="898">
                  <c:v>2019.57534247</c:v>
                </c:pt>
                <c:pt idx="899">
                  <c:v>2019.57808219</c:v>
                </c:pt>
                <c:pt idx="900">
                  <c:v>2019.58082192</c:v>
                </c:pt>
                <c:pt idx="901">
                  <c:v>2019.58356164</c:v>
                </c:pt>
                <c:pt idx="902">
                  <c:v>2019.58630137</c:v>
                </c:pt>
                <c:pt idx="903">
                  <c:v>2019.59452055</c:v>
                </c:pt>
                <c:pt idx="904">
                  <c:v>2019.59726027</c:v>
                </c:pt>
                <c:pt idx="905">
                  <c:v>2019.6</c:v>
                </c:pt>
                <c:pt idx="906">
                  <c:v>2019.60273973</c:v>
                </c:pt>
                <c:pt idx="907">
                  <c:v>2019.60547945</c:v>
                </c:pt>
                <c:pt idx="908">
                  <c:v>2019.61369863</c:v>
                </c:pt>
                <c:pt idx="909">
                  <c:v>2019.61643836</c:v>
                </c:pt>
                <c:pt idx="910">
                  <c:v>2019.61917808</c:v>
                </c:pt>
                <c:pt idx="911">
                  <c:v>2019.62191781</c:v>
                </c:pt>
                <c:pt idx="912">
                  <c:v>2019.62465753</c:v>
                </c:pt>
                <c:pt idx="913">
                  <c:v>2019.63287671</c:v>
                </c:pt>
                <c:pt idx="914">
                  <c:v>2019.63561644</c:v>
                </c:pt>
                <c:pt idx="915">
                  <c:v>2019.63835616</c:v>
                </c:pt>
                <c:pt idx="916">
                  <c:v>2019.64109589</c:v>
                </c:pt>
                <c:pt idx="917">
                  <c:v>2019.64383562</c:v>
                </c:pt>
                <c:pt idx="918">
                  <c:v>2019.65205479</c:v>
                </c:pt>
                <c:pt idx="919">
                  <c:v>2019.65479452</c:v>
                </c:pt>
                <c:pt idx="920">
                  <c:v>2019.65753425</c:v>
                </c:pt>
                <c:pt idx="921">
                  <c:v>2019.66027397</c:v>
                </c:pt>
                <c:pt idx="922">
                  <c:v>2019.6630137</c:v>
                </c:pt>
                <c:pt idx="923">
                  <c:v>2019.6739726</c:v>
                </c:pt>
                <c:pt idx="924">
                  <c:v>2019.67671233</c:v>
                </c:pt>
                <c:pt idx="925">
                  <c:v>2019.67945205</c:v>
                </c:pt>
                <c:pt idx="926">
                  <c:v>2019.68219178</c:v>
                </c:pt>
                <c:pt idx="927">
                  <c:v>2019.69041096</c:v>
                </c:pt>
                <c:pt idx="928">
                  <c:v>2019.69315068</c:v>
                </c:pt>
                <c:pt idx="929">
                  <c:v>2019.69589041</c:v>
                </c:pt>
                <c:pt idx="930">
                  <c:v>2019.69863014</c:v>
                </c:pt>
                <c:pt idx="931">
                  <c:v>2019.70136986</c:v>
                </c:pt>
                <c:pt idx="932">
                  <c:v>2019.70958904</c:v>
                </c:pt>
                <c:pt idx="933">
                  <c:v>2019.71232877</c:v>
                </c:pt>
                <c:pt idx="934">
                  <c:v>2019.71506849</c:v>
                </c:pt>
                <c:pt idx="935">
                  <c:v>2019.71780822</c:v>
                </c:pt>
                <c:pt idx="936">
                  <c:v>2019.72054795</c:v>
                </c:pt>
                <c:pt idx="937">
                  <c:v>2019.72876712</c:v>
                </c:pt>
                <c:pt idx="938">
                  <c:v>2019.73150685</c:v>
                </c:pt>
                <c:pt idx="939">
                  <c:v>2019.73424658</c:v>
                </c:pt>
                <c:pt idx="940">
                  <c:v>2019.7369863</c:v>
                </c:pt>
                <c:pt idx="941">
                  <c:v>2019.73972603</c:v>
                </c:pt>
                <c:pt idx="942">
                  <c:v>2019.74794521</c:v>
                </c:pt>
                <c:pt idx="943">
                  <c:v>2019.75068493</c:v>
                </c:pt>
                <c:pt idx="944">
                  <c:v>2019.75342466</c:v>
                </c:pt>
                <c:pt idx="945">
                  <c:v>2019.75616438</c:v>
                </c:pt>
                <c:pt idx="946">
                  <c:v>2019.75890411</c:v>
                </c:pt>
                <c:pt idx="947">
                  <c:v>2019.76712329</c:v>
                </c:pt>
                <c:pt idx="948">
                  <c:v>2019.76986301</c:v>
                </c:pt>
                <c:pt idx="949">
                  <c:v>2019.77260274</c:v>
                </c:pt>
                <c:pt idx="950">
                  <c:v>2019.77534247</c:v>
                </c:pt>
                <c:pt idx="951">
                  <c:v>2019.77808219</c:v>
                </c:pt>
                <c:pt idx="952">
                  <c:v>2019.78630137</c:v>
                </c:pt>
                <c:pt idx="953">
                  <c:v>2019.7890411</c:v>
                </c:pt>
                <c:pt idx="954">
                  <c:v>2019.79178082</c:v>
                </c:pt>
                <c:pt idx="955">
                  <c:v>2019.79452055</c:v>
                </c:pt>
                <c:pt idx="956">
                  <c:v>2019.79726027</c:v>
                </c:pt>
                <c:pt idx="957">
                  <c:v>2019.80547945</c:v>
                </c:pt>
                <c:pt idx="958">
                  <c:v>2019.80821918</c:v>
                </c:pt>
                <c:pt idx="959">
                  <c:v>2019.8109589</c:v>
                </c:pt>
                <c:pt idx="960">
                  <c:v>2019.81369863</c:v>
                </c:pt>
                <c:pt idx="961">
                  <c:v>2019.81643836</c:v>
                </c:pt>
                <c:pt idx="962">
                  <c:v>2019.82465753</c:v>
                </c:pt>
                <c:pt idx="963">
                  <c:v>2019.82739726</c:v>
                </c:pt>
                <c:pt idx="964">
                  <c:v>2019.83013699</c:v>
                </c:pt>
                <c:pt idx="965">
                  <c:v>2019.83287671</c:v>
                </c:pt>
                <c:pt idx="966">
                  <c:v>2019.83561644</c:v>
                </c:pt>
                <c:pt idx="967">
                  <c:v>2019.84383562</c:v>
                </c:pt>
                <c:pt idx="968">
                  <c:v>2019.84657534</c:v>
                </c:pt>
                <c:pt idx="969">
                  <c:v>2019.84931507</c:v>
                </c:pt>
                <c:pt idx="970">
                  <c:v>2019.85205479</c:v>
                </c:pt>
                <c:pt idx="971">
                  <c:v>2019.85479452</c:v>
                </c:pt>
                <c:pt idx="972">
                  <c:v>2019.8630137</c:v>
                </c:pt>
                <c:pt idx="973">
                  <c:v>2019.86575342</c:v>
                </c:pt>
                <c:pt idx="974">
                  <c:v>2019.86849315</c:v>
                </c:pt>
                <c:pt idx="975">
                  <c:v>2019.87123288</c:v>
                </c:pt>
                <c:pt idx="976">
                  <c:v>2019.8739726</c:v>
                </c:pt>
                <c:pt idx="977">
                  <c:v>2019.88219178</c:v>
                </c:pt>
                <c:pt idx="978">
                  <c:v>2019.88493151</c:v>
                </c:pt>
                <c:pt idx="979">
                  <c:v>2019.88767123</c:v>
                </c:pt>
                <c:pt idx="980">
                  <c:v>2019.89041096</c:v>
                </c:pt>
                <c:pt idx="981">
                  <c:v>2019.89315068</c:v>
                </c:pt>
                <c:pt idx="982">
                  <c:v>2019.90136986</c:v>
                </c:pt>
                <c:pt idx="983">
                  <c:v>2019.90410959</c:v>
                </c:pt>
                <c:pt idx="984">
                  <c:v>2019.90684932</c:v>
                </c:pt>
                <c:pt idx="985">
                  <c:v>2019.91232877</c:v>
                </c:pt>
                <c:pt idx="986">
                  <c:v>2019.92054795</c:v>
                </c:pt>
                <c:pt idx="987">
                  <c:v>2019.92328767</c:v>
                </c:pt>
                <c:pt idx="988">
                  <c:v>2019.9260274</c:v>
                </c:pt>
                <c:pt idx="989">
                  <c:v>2019.92876712</c:v>
                </c:pt>
                <c:pt idx="990">
                  <c:v>2019.93150685</c:v>
                </c:pt>
                <c:pt idx="991">
                  <c:v>2019.93972603</c:v>
                </c:pt>
                <c:pt idx="992">
                  <c:v>2019.94246575</c:v>
                </c:pt>
                <c:pt idx="993">
                  <c:v>2019.94520548</c:v>
                </c:pt>
                <c:pt idx="994">
                  <c:v>2019.94794521</c:v>
                </c:pt>
                <c:pt idx="995">
                  <c:v>2019.95068493</c:v>
                </c:pt>
                <c:pt idx="996">
                  <c:v>2019.95890411</c:v>
                </c:pt>
                <c:pt idx="997">
                  <c:v>2019.96164384</c:v>
                </c:pt>
                <c:pt idx="998">
                  <c:v>2019.96438356</c:v>
                </c:pt>
                <c:pt idx="999">
                  <c:v>2019.96712329</c:v>
                </c:pt>
                <c:pt idx="1000">
                  <c:v>2019.96986301</c:v>
                </c:pt>
                <c:pt idx="1001">
                  <c:v>2019.97808219</c:v>
                </c:pt>
                <c:pt idx="1002">
                  <c:v>2019.98082192</c:v>
                </c:pt>
                <c:pt idx="1003">
                  <c:v>2019.98630137</c:v>
                </c:pt>
                <c:pt idx="1004">
                  <c:v>2019.9890411</c:v>
                </c:pt>
                <c:pt idx="1005">
                  <c:v>2019.99726027</c:v>
                </c:pt>
                <c:pt idx="1006">
                  <c:v>2020</c:v>
                </c:pt>
                <c:pt idx="1007">
                  <c:v>2020.00546448</c:v>
                </c:pt>
                <c:pt idx="1008">
                  <c:v>2020.00819672</c:v>
                </c:pt>
                <c:pt idx="1009">
                  <c:v>2020.01639344</c:v>
                </c:pt>
                <c:pt idx="1010">
                  <c:v>2020.01912568</c:v>
                </c:pt>
                <c:pt idx="1011">
                  <c:v>2020.02185792</c:v>
                </c:pt>
                <c:pt idx="1012">
                  <c:v>2020.02459016</c:v>
                </c:pt>
                <c:pt idx="1013">
                  <c:v>2020.0273224</c:v>
                </c:pt>
                <c:pt idx="1014">
                  <c:v>2020.03551913</c:v>
                </c:pt>
                <c:pt idx="1015">
                  <c:v>2020.03825137</c:v>
                </c:pt>
                <c:pt idx="1016">
                  <c:v>2020.04098361</c:v>
                </c:pt>
                <c:pt idx="1017">
                  <c:v>2020.04371585</c:v>
                </c:pt>
                <c:pt idx="1018">
                  <c:v>2020.04644809</c:v>
                </c:pt>
                <c:pt idx="1019">
                  <c:v>2020.05737705</c:v>
                </c:pt>
                <c:pt idx="1020">
                  <c:v>2020.06010929</c:v>
                </c:pt>
                <c:pt idx="1021">
                  <c:v>2020.06284153</c:v>
                </c:pt>
                <c:pt idx="1022">
                  <c:v>2020.06557377</c:v>
                </c:pt>
                <c:pt idx="1023">
                  <c:v>2020.07377049</c:v>
                </c:pt>
                <c:pt idx="1024">
                  <c:v>2020.07650273</c:v>
                </c:pt>
                <c:pt idx="1025">
                  <c:v>2020.07923497</c:v>
                </c:pt>
                <c:pt idx="1026">
                  <c:v>2020.08196721</c:v>
                </c:pt>
                <c:pt idx="1027">
                  <c:v>2020.08469945</c:v>
                </c:pt>
                <c:pt idx="1028">
                  <c:v>2020.09289617</c:v>
                </c:pt>
                <c:pt idx="1029">
                  <c:v>2020.09562842</c:v>
                </c:pt>
                <c:pt idx="1030">
                  <c:v>2020.09836066</c:v>
                </c:pt>
                <c:pt idx="1031">
                  <c:v>2020.1010929</c:v>
                </c:pt>
                <c:pt idx="1032">
                  <c:v>2020.10382514</c:v>
                </c:pt>
                <c:pt idx="1033">
                  <c:v>2020.11202186</c:v>
                </c:pt>
                <c:pt idx="1034">
                  <c:v>2020.1147541</c:v>
                </c:pt>
                <c:pt idx="1035">
                  <c:v>2020.11748634</c:v>
                </c:pt>
                <c:pt idx="1036">
                  <c:v>2020.12021858</c:v>
                </c:pt>
                <c:pt idx="1037">
                  <c:v>2020.12295082</c:v>
                </c:pt>
                <c:pt idx="1038">
                  <c:v>2020.13387978</c:v>
                </c:pt>
                <c:pt idx="1039">
                  <c:v>2020.13661202</c:v>
                </c:pt>
                <c:pt idx="1040">
                  <c:v>2020.13934426</c:v>
                </c:pt>
                <c:pt idx="1041">
                  <c:v>2020.1420765</c:v>
                </c:pt>
                <c:pt idx="1042">
                  <c:v>2020.15027322</c:v>
                </c:pt>
                <c:pt idx="1043">
                  <c:v>2020.15300546</c:v>
                </c:pt>
                <c:pt idx="1044">
                  <c:v>2020.1557377</c:v>
                </c:pt>
                <c:pt idx="1045">
                  <c:v>2020.15846995</c:v>
                </c:pt>
                <c:pt idx="1046">
                  <c:v>2020.16120219</c:v>
                </c:pt>
                <c:pt idx="1047">
                  <c:v>2020.16939891</c:v>
                </c:pt>
                <c:pt idx="1048">
                  <c:v>2020.17213115</c:v>
                </c:pt>
                <c:pt idx="1049">
                  <c:v>2020.17486339</c:v>
                </c:pt>
                <c:pt idx="1050">
                  <c:v>2020.17759563</c:v>
                </c:pt>
                <c:pt idx="1051">
                  <c:v>2020.18032787</c:v>
                </c:pt>
                <c:pt idx="1052">
                  <c:v>2020.18852459</c:v>
                </c:pt>
                <c:pt idx="1053">
                  <c:v>2020.19125683</c:v>
                </c:pt>
                <c:pt idx="1054">
                  <c:v>2020.19398907</c:v>
                </c:pt>
                <c:pt idx="1055">
                  <c:v>2020.19672131</c:v>
                </c:pt>
                <c:pt idx="1056">
                  <c:v>2020.19945355</c:v>
                </c:pt>
                <c:pt idx="1057">
                  <c:v>2020.20765027</c:v>
                </c:pt>
                <c:pt idx="1058">
                  <c:v>2020.21038251</c:v>
                </c:pt>
                <c:pt idx="1059">
                  <c:v>2020.21311475</c:v>
                </c:pt>
                <c:pt idx="1060">
                  <c:v>2020.21584699</c:v>
                </c:pt>
                <c:pt idx="1061">
                  <c:v>2020.21857923</c:v>
                </c:pt>
                <c:pt idx="1062">
                  <c:v>2020.22677596</c:v>
                </c:pt>
                <c:pt idx="1063">
                  <c:v>2020.2295082</c:v>
                </c:pt>
                <c:pt idx="1064">
                  <c:v>2020.23224044</c:v>
                </c:pt>
                <c:pt idx="1065">
                  <c:v>2020.23497268</c:v>
                </c:pt>
                <c:pt idx="1066">
                  <c:v>2020.23770492</c:v>
                </c:pt>
                <c:pt idx="1067">
                  <c:v>2020.24590164</c:v>
                </c:pt>
                <c:pt idx="1068">
                  <c:v>2020.24863388</c:v>
                </c:pt>
                <c:pt idx="1069">
                  <c:v>2020.25136612</c:v>
                </c:pt>
                <c:pt idx="1070">
                  <c:v>2020.25409836</c:v>
                </c:pt>
                <c:pt idx="1071">
                  <c:v>2020.2568306</c:v>
                </c:pt>
                <c:pt idx="1072">
                  <c:v>2020.26502732</c:v>
                </c:pt>
                <c:pt idx="1073">
                  <c:v>2020.26775956</c:v>
                </c:pt>
                <c:pt idx="1074">
                  <c:v>2020.2704918</c:v>
                </c:pt>
                <c:pt idx="1075">
                  <c:v>2020.27322404</c:v>
                </c:pt>
                <c:pt idx="1076">
                  <c:v>2020.28415301</c:v>
                </c:pt>
                <c:pt idx="1077">
                  <c:v>2020.28688525</c:v>
                </c:pt>
                <c:pt idx="1078">
                  <c:v>2020.28961749</c:v>
                </c:pt>
                <c:pt idx="1079">
                  <c:v>2020.29234973</c:v>
                </c:pt>
                <c:pt idx="1080">
                  <c:v>2020.29508197</c:v>
                </c:pt>
                <c:pt idx="1081">
                  <c:v>2020.30327869</c:v>
                </c:pt>
                <c:pt idx="1082">
                  <c:v>2020.30601093</c:v>
                </c:pt>
                <c:pt idx="1083">
                  <c:v>2020.30874317</c:v>
                </c:pt>
                <c:pt idx="1084">
                  <c:v>2020.31147541</c:v>
                </c:pt>
                <c:pt idx="1085">
                  <c:v>2020.31420765</c:v>
                </c:pt>
                <c:pt idx="1086">
                  <c:v>2020.32240437</c:v>
                </c:pt>
                <c:pt idx="1087">
                  <c:v>2020.32513661</c:v>
                </c:pt>
                <c:pt idx="1088">
                  <c:v>2020.32786885</c:v>
                </c:pt>
                <c:pt idx="1089">
                  <c:v>2020.33060109</c:v>
                </c:pt>
                <c:pt idx="1090">
                  <c:v>2020.33333333</c:v>
                </c:pt>
                <c:pt idx="1091">
                  <c:v>2020.34153005</c:v>
                </c:pt>
                <c:pt idx="1092">
                  <c:v>2020.3442623</c:v>
                </c:pt>
                <c:pt idx="1093">
                  <c:v>2020.34699454</c:v>
                </c:pt>
                <c:pt idx="1094">
                  <c:v>2020.34972678</c:v>
                </c:pt>
                <c:pt idx="1095">
                  <c:v>2020.35245902</c:v>
                </c:pt>
                <c:pt idx="1096">
                  <c:v>2020.36065574</c:v>
                </c:pt>
                <c:pt idx="1097">
                  <c:v>2020.36338798</c:v>
                </c:pt>
                <c:pt idx="1098">
                  <c:v>2020.36612022</c:v>
                </c:pt>
                <c:pt idx="1099">
                  <c:v>2020.36885246</c:v>
                </c:pt>
                <c:pt idx="1100">
                  <c:v>2020.3715847</c:v>
                </c:pt>
                <c:pt idx="1101">
                  <c:v>2020.37978142</c:v>
                </c:pt>
                <c:pt idx="1102">
                  <c:v>2020.38251366</c:v>
                </c:pt>
                <c:pt idx="1103">
                  <c:v>2020.3852459</c:v>
                </c:pt>
                <c:pt idx="1104">
                  <c:v>2020.38797814</c:v>
                </c:pt>
                <c:pt idx="1105">
                  <c:v>2020.39071038</c:v>
                </c:pt>
                <c:pt idx="1106">
                  <c:v>2020.40163934</c:v>
                </c:pt>
                <c:pt idx="1107">
                  <c:v>2020.40437158</c:v>
                </c:pt>
                <c:pt idx="1108">
                  <c:v>2020.40710383</c:v>
                </c:pt>
                <c:pt idx="1109">
                  <c:v>2020.40983607</c:v>
                </c:pt>
                <c:pt idx="1110">
                  <c:v>2020.41803279</c:v>
                </c:pt>
                <c:pt idx="1111">
                  <c:v>2020.42076503</c:v>
                </c:pt>
                <c:pt idx="1112">
                  <c:v>2020.42349727</c:v>
                </c:pt>
                <c:pt idx="1113">
                  <c:v>2020.42622951</c:v>
                </c:pt>
                <c:pt idx="1114">
                  <c:v>2020.42896175</c:v>
                </c:pt>
                <c:pt idx="1115">
                  <c:v>2020.43715847</c:v>
                </c:pt>
                <c:pt idx="1116">
                  <c:v>2020.43989071</c:v>
                </c:pt>
                <c:pt idx="1117">
                  <c:v>2020.44262295</c:v>
                </c:pt>
                <c:pt idx="1118">
                  <c:v>2020.44535519</c:v>
                </c:pt>
                <c:pt idx="1119">
                  <c:v>2020.44808743</c:v>
                </c:pt>
                <c:pt idx="1120">
                  <c:v>2020.45628415</c:v>
                </c:pt>
                <c:pt idx="1121">
                  <c:v>2020.45901639</c:v>
                </c:pt>
                <c:pt idx="1122">
                  <c:v>2020.46174863</c:v>
                </c:pt>
                <c:pt idx="1123">
                  <c:v>2020.46448087</c:v>
                </c:pt>
                <c:pt idx="1124">
                  <c:v>2020.46721311</c:v>
                </c:pt>
                <c:pt idx="1125">
                  <c:v>2020.47540984</c:v>
                </c:pt>
                <c:pt idx="1126">
                  <c:v>2020.47814208</c:v>
                </c:pt>
                <c:pt idx="1127">
                  <c:v>2020.48087432</c:v>
                </c:pt>
                <c:pt idx="1128">
                  <c:v>2020.48360656</c:v>
                </c:pt>
                <c:pt idx="1129">
                  <c:v>2020.4863388</c:v>
                </c:pt>
                <c:pt idx="1130">
                  <c:v>2020.49453552</c:v>
                </c:pt>
                <c:pt idx="1131">
                  <c:v>2020.49726776</c:v>
                </c:pt>
                <c:pt idx="1132">
                  <c:v>2020.5</c:v>
                </c:pt>
                <c:pt idx="1133">
                  <c:v>2020.50273224</c:v>
                </c:pt>
                <c:pt idx="1134">
                  <c:v>2020.5136612</c:v>
                </c:pt>
                <c:pt idx="1135">
                  <c:v>2020.51639344</c:v>
                </c:pt>
                <c:pt idx="1136">
                  <c:v>2020.51912568</c:v>
                </c:pt>
                <c:pt idx="1137">
                  <c:v>2020.52185792</c:v>
                </c:pt>
                <c:pt idx="1138">
                  <c:v>2020.52459016</c:v>
                </c:pt>
                <c:pt idx="1139">
                  <c:v>2020.53278689</c:v>
                </c:pt>
                <c:pt idx="1140">
                  <c:v>2020.53551913</c:v>
                </c:pt>
                <c:pt idx="1141">
                  <c:v>2020.53825137</c:v>
                </c:pt>
                <c:pt idx="1142">
                  <c:v>2020.54098361</c:v>
                </c:pt>
                <c:pt idx="1143">
                  <c:v>2020.54371585</c:v>
                </c:pt>
                <c:pt idx="1144">
                  <c:v>2020.55191257</c:v>
                </c:pt>
                <c:pt idx="1145">
                  <c:v>2020.55464481</c:v>
                </c:pt>
                <c:pt idx="1146">
                  <c:v>2020.55737705</c:v>
                </c:pt>
                <c:pt idx="1147">
                  <c:v>2020.56010929</c:v>
                </c:pt>
                <c:pt idx="1148">
                  <c:v>2020.56284153</c:v>
                </c:pt>
                <c:pt idx="1149">
                  <c:v>2020.57103825</c:v>
                </c:pt>
                <c:pt idx="1150">
                  <c:v>2020.57377049</c:v>
                </c:pt>
                <c:pt idx="1151">
                  <c:v>2020.57650273</c:v>
                </c:pt>
                <c:pt idx="1152">
                  <c:v>2020.57923497</c:v>
                </c:pt>
                <c:pt idx="1153">
                  <c:v>2020.58196721</c:v>
                </c:pt>
                <c:pt idx="1154">
                  <c:v>2020.59016393</c:v>
                </c:pt>
                <c:pt idx="1155">
                  <c:v>2020.59289617</c:v>
                </c:pt>
                <c:pt idx="1156">
                  <c:v>2020.59562842</c:v>
                </c:pt>
                <c:pt idx="1157">
                  <c:v>2020.59836066</c:v>
                </c:pt>
                <c:pt idx="1158">
                  <c:v>2020.6010929</c:v>
                </c:pt>
                <c:pt idx="1159">
                  <c:v>2020.60928962</c:v>
                </c:pt>
                <c:pt idx="1160">
                  <c:v>2020.61202186</c:v>
                </c:pt>
                <c:pt idx="1161">
                  <c:v>2020.6147541</c:v>
                </c:pt>
                <c:pt idx="1162">
                  <c:v>2020.61748634</c:v>
                </c:pt>
                <c:pt idx="1163">
                  <c:v>2020.62021858</c:v>
                </c:pt>
                <c:pt idx="1164">
                  <c:v>2020.6284153</c:v>
                </c:pt>
                <c:pt idx="1165">
                  <c:v>2020.63114754</c:v>
                </c:pt>
                <c:pt idx="1166">
                  <c:v>2020.63387978</c:v>
                </c:pt>
                <c:pt idx="1167">
                  <c:v>2020.63661202</c:v>
                </c:pt>
                <c:pt idx="1168">
                  <c:v>2020.63934426</c:v>
                </c:pt>
                <c:pt idx="1169">
                  <c:v>2020.64754098</c:v>
                </c:pt>
                <c:pt idx="1170">
                  <c:v>2020.65027322</c:v>
                </c:pt>
                <c:pt idx="1171">
                  <c:v>2020.65300546</c:v>
                </c:pt>
                <c:pt idx="1172">
                  <c:v>2020.6557377</c:v>
                </c:pt>
                <c:pt idx="1173">
                  <c:v>2020.65846995</c:v>
                </c:pt>
                <c:pt idx="1174">
                  <c:v>2020.66666667</c:v>
                </c:pt>
                <c:pt idx="1175">
                  <c:v>2020.66939891</c:v>
                </c:pt>
                <c:pt idx="1176">
                  <c:v>2020.67213115</c:v>
                </c:pt>
                <c:pt idx="1177">
                  <c:v>2020.67486339</c:v>
                </c:pt>
                <c:pt idx="1178">
                  <c:v>2020.67759563</c:v>
                </c:pt>
                <c:pt idx="1179">
                  <c:v>2020.68852459</c:v>
                </c:pt>
                <c:pt idx="1180">
                  <c:v>2020.69125683</c:v>
                </c:pt>
                <c:pt idx="1181">
                  <c:v>2020.69398907</c:v>
                </c:pt>
                <c:pt idx="1182">
                  <c:v>2020.69672131</c:v>
                </c:pt>
                <c:pt idx="1183">
                  <c:v>2020.70491803</c:v>
                </c:pt>
                <c:pt idx="1184">
                  <c:v>2020.70765027</c:v>
                </c:pt>
                <c:pt idx="1185">
                  <c:v>2020.71038251</c:v>
                </c:pt>
                <c:pt idx="1186">
                  <c:v>2020.71311475</c:v>
                </c:pt>
                <c:pt idx="1187">
                  <c:v>2020.71584699</c:v>
                </c:pt>
                <c:pt idx="1188">
                  <c:v>2020.72404372</c:v>
                </c:pt>
                <c:pt idx="1189">
                  <c:v>2020.72677596</c:v>
                </c:pt>
                <c:pt idx="1190">
                  <c:v>2020.7295082</c:v>
                </c:pt>
                <c:pt idx="1191">
                  <c:v>2020.73224044</c:v>
                </c:pt>
                <c:pt idx="1192">
                  <c:v>2020.73497268</c:v>
                </c:pt>
                <c:pt idx="1193">
                  <c:v>2020.7431694</c:v>
                </c:pt>
                <c:pt idx="1194">
                  <c:v>2020.74590164</c:v>
                </c:pt>
                <c:pt idx="1195">
                  <c:v>2020.74863388</c:v>
                </c:pt>
                <c:pt idx="1196">
                  <c:v>2020.75136612</c:v>
                </c:pt>
                <c:pt idx="1197">
                  <c:v>2020.75409836</c:v>
                </c:pt>
                <c:pt idx="1198">
                  <c:v>2020.76229508</c:v>
                </c:pt>
                <c:pt idx="1199">
                  <c:v>2020.76502732</c:v>
                </c:pt>
                <c:pt idx="1200">
                  <c:v>2020.76775956</c:v>
                </c:pt>
                <c:pt idx="1201">
                  <c:v>2020.7704918</c:v>
                </c:pt>
                <c:pt idx="1202">
                  <c:v>2020.77322404</c:v>
                </c:pt>
                <c:pt idx="1203">
                  <c:v>2020.78142077</c:v>
                </c:pt>
                <c:pt idx="1204">
                  <c:v>2020.78415301</c:v>
                </c:pt>
                <c:pt idx="1205">
                  <c:v>2020.78688525</c:v>
                </c:pt>
                <c:pt idx="1206">
                  <c:v>2020.78961749</c:v>
                </c:pt>
                <c:pt idx="1207">
                  <c:v>2020.79234973</c:v>
                </c:pt>
                <c:pt idx="1208">
                  <c:v>2020.80054645</c:v>
                </c:pt>
                <c:pt idx="1209">
                  <c:v>2020.80327869</c:v>
                </c:pt>
                <c:pt idx="1210">
                  <c:v>2020.80601093</c:v>
                </c:pt>
                <c:pt idx="1211">
                  <c:v>2020.80874317</c:v>
                </c:pt>
                <c:pt idx="1212">
                  <c:v>2020.81147541</c:v>
                </c:pt>
                <c:pt idx="1213">
                  <c:v>2020.81967213</c:v>
                </c:pt>
                <c:pt idx="1214">
                  <c:v>2020.82240437</c:v>
                </c:pt>
                <c:pt idx="1215">
                  <c:v>2020.82513661</c:v>
                </c:pt>
                <c:pt idx="1216">
                  <c:v>2020.82786885</c:v>
                </c:pt>
                <c:pt idx="1217">
                  <c:v>2020.83060109</c:v>
                </c:pt>
                <c:pt idx="1218">
                  <c:v>2020.83879781</c:v>
                </c:pt>
                <c:pt idx="1219">
                  <c:v>2020.84153005</c:v>
                </c:pt>
                <c:pt idx="1220">
                  <c:v>2020.8442623</c:v>
                </c:pt>
                <c:pt idx="1221">
                  <c:v>2020.84699454</c:v>
                </c:pt>
                <c:pt idx="1222">
                  <c:v>2020.84972678</c:v>
                </c:pt>
                <c:pt idx="1223">
                  <c:v>2020.8579235</c:v>
                </c:pt>
                <c:pt idx="1224">
                  <c:v>2020.86065574</c:v>
                </c:pt>
                <c:pt idx="1225">
                  <c:v>2020.86338798</c:v>
                </c:pt>
                <c:pt idx="1226">
                  <c:v>2020.86612022</c:v>
                </c:pt>
                <c:pt idx="1227">
                  <c:v>2020.86885246</c:v>
                </c:pt>
                <c:pt idx="1228">
                  <c:v>2020.87704918</c:v>
                </c:pt>
                <c:pt idx="1229">
                  <c:v>2020.87978142</c:v>
                </c:pt>
                <c:pt idx="1230">
                  <c:v>2020.88251366</c:v>
                </c:pt>
                <c:pt idx="1231">
                  <c:v>2020.8852459</c:v>
                </c:pt>
                <c:pt idx="1232">
                  <c:v>2020.88797814</c:v>
                </c:pt>
                <c:pt idx="1233">
                  <c:v>2020.89617486</c:v>
                </c:pt>
                <c:pt idx="1234">
                  <c:v>2020.8989071</c:v>
                </c:pt>
                <c:pt idx="1235">
                  <c:v>2020.90163934</c:v>
                </c:pt>
                <c:pt idx="1236">
                  <c:v>2020.90710383</c:v>
                </c:pt>
                <c:pt idx="1237">
                  <c:v>2020.91530055</c:v>
                </c:pt>
                <c:pt idx="1238">
                  <c:v>2020.91803279</c:v>
                </c:pt>
                <c:pt idx="1239">
                  <c:v>2020.92076503</c:v>
                </c:pt>
                <c:pt idx="1240">
                  <c:v>2020.92349727</c:v>
                </c:pt>
                <c:pt idx="1241">
                  <c:v>2020.92622951</c:v>
                </c:pt>
                <c:pt idx="1242">
                  <c:v>2020.93442623</c:v>
                </c:pt>
                <c:pt idx="1243">
                  <c:v>2020.93715847</c:v>
                </c:pt>
                <c:pt idx="1244">
                  <c:v>2020.93989071</c:v>
                </c:pt>
                <c:pt idx="1245">
                  <c:v>2020.94262295</c:v>
                </c:pt>
                <c:pt idx="1246">
                  <c:v>2020.94535519</c:v>
                </c:pt>
                <c:pt idx="1247">
                  <c:v>2020.95355191</c:v>
                </c:pt>
                <c:pt idx="1248">
                  <c:v>2020.95628415</c:v>
                </c:pt>
                <c:pt idx="1249">
                  <c:v>2020.95901639</c:v>
                </c:pt>
                <c:pt idx="1250">
                  <c:v>2020.96174863</c:v>
                </c:pt>
                <c:pt idx="1251">
                  <c:v>2020.96448087</c:v>
                </c:pt>
                <c:pt idx="1252">
                  <c:v>2020.9726776</c:v>
                </c:pt>
                <c:pt idx="1253">
                  <c:v>2020.97540984</c:v>
                </c:pt>
                <c:pt idx="1254">
                  <c:v>2020.97814208</c:v>
                </c:pt>
                <c:pt idx="1255">
                  <c:v>2020.98087432</c:v>
                </c:pt>
                <c:pt idx="1256">
                  <c:v>2020.99180328</c:v>
                </c:pt>
                <c:pt idx="1257">
                  <c:v>2020.99453552</c:v>
                </c:pt>
                <c:pt idx="1258">
                  <c:v>2020.99726776</c:v>
                </c:pt>
                <c:pt idx="1259">
                  <c:v>2021</c:v>
                </c:pt>
                <c:pt idx="1260">
                  <c:v>2021.0109589</c:v>
                </c:pt>
                <c:pt idx="1261">
                  <c:v>2021.01369863</c:v>
                </c:pt>
                <c:pt idx="1262">
                  <c:v>2021.01643836</c:v>
                </c:pt>
                <c:pt idx="1263">
                  <c:v>2021.01917808</c:v>
                </c:pt>
                <c:pt idx="1264">
                  <c:v>2021.02191781</c:v>
                </c:pt>
                <c:pt idx="1265">
                  <c:v>2021.03013699</c:v>
                </c:pt>
                <c:pt idx="1266">
                  <c:v>2021.03287671</c:v>
                </c:pt>
                <c:pt idx="1267">
                  <c:v>2021.03561644</c:v>
                </c:pt>
                <c:pt idx="1268">
                  <c:v>2021.03835616</c:v>
                </c:pt>
                <c:pt idx="1269">
                  <c:v>2021.04109589</c:v>
                </c:pt>
                <c:pt idx="1270">
                  <c:v>2021.05205479</c:v>
                </c:pt>
                <c:pt idx="1271">
                  <c:v>2021.05479452</c:v>
                </c:pt>
                <c:pt idx="1272">
                  <c:v>2021.05753425</c:v>
                </c:pt>
                <c:pt idx="1273">
                  <c:v>2021.06027397</c:v>
                </c:pt>
                <c:pt idx="1274">
                  <c:v>2021.06849315</c:v>
                </c:pt>
                <c:pt idx="1275">
                  <c:v>2021.07123288</c:v>
                </c:pt>
                <c:pt idx="1276">
                  <c:v>2021.0739726</c:v>
                </c:pt>
                <c:pt idx="1277">
                  <c:v>2021.07671233</c:v>
                </c:pt>
                <c:pt idx="1278">
                  <c:v>2021.07945205</c:v>
                </c:pt>
                <c:pt idx="1279">
                  <c:v>2021.08767123</c:v>
                </c:pt>
                <c:pt idx="1280">
                  <c:v>2021.09041096</c:v>
                </c:pt>
                <c:pt idx="1281">
                  <c:v>2021.09315068</c:v>
                </c:pt>
                <c:pt idx="1282">
                  <c:v>2021.09589041</c:v>
                </c:pt>
                <c:pt idx="1283">
                  <c:v>2021.09863014</c:v>
                </c:pt>
                <c:pt idx="1284">
                  <c:v>2021.10684932</c:v>
                </c:pt>
                <c:pt idx="1285">
                  <c:v>2021.10958904</c:v>
                </c:pt>
                <c:pt idx="1286">
                  <c:v>2021.11232877</c:v>
                </c:pt>
                <c:pt idx="1287">
                  <c:v>2021.11506849</c:v>
                </c:pt>
                <c:pt idx="1288">
                  <c:v>2021.11780822</c:v>
                </c:pt>
                <c:pt idx="1289">
                  <c:v>2021.12876712</c:v>
                </c:pt>
                <c:pt idx="1290">
                  <c:v>2021.13150685</c:v>
                </c:pt>
                <c:pt idx="1291">
                  <c:v>2021.13424658</c:v>
                </c:pt>
                <c:pt idx="1292">
                  <c:v>2021.1369863</c:v>
                </c:pt>
                <c:pt idx="1293">
                  <c:v>2021.14520548</c:v>
                </c:pt>
                <c:pt idx="1294">
                  <c:v>2021.14794521</c:v>
                </c:pt>
                <c:pt idx="1295">
                  <c:v>2021.15068493</c:v>
                </c:pt>
                <c:pt idx="1296">
                  <c:v>2021.15342466</c:v>
                </c:pt>
                <c:pt idx="1297">
                  <c:v>2021.15616438</c:v>
                </c:pt>
                <c:pt idx="1298">
                  <c:v>2021.16438356</c:v>
                </c:pt>
                <c:pt idx="1299">
                  <c:v>2021.16712329</c:v>
                </c:pt>
                <c:pt idx="1300">
                  <c:v>2021.16986301</c:v>
                </c:pt>
                <c:pt idx="1301">
                  <c:v>2021.17260274</c:v>
                </c:pt>
                <c:pt idx="1302">
                  <c:v>2021.17534247</c:v>
                </c:pt>
                <c:pt idx="1303">
                  <c:v>2021.18356164</c:v>
                </c:pt>
                <c:pt idx="1304">
                  <c:v>2021.18630137</c:v>
                </c:pt>
                <c:pt idx="1305">
                  <c:v>2021.1890411</c:v>
                </c:pt>
                <c:pt idx="1306">
                  <c:v>2021.19178082</c:v>
                </c:pt>
                <c:pt idx="1307">
                  <c:v>2021.19452055</c:v>
                </c:pt>
                <c:pt idx="1308">
                  <c:v>2021.20273973</c:v>
                </c:pt>
                <c:pt idx="1309">
                  <c:v>2021.20547945</c:v>
                </c:pt>
                <c:pt idx="1310">
                  <c:v>2021.20821918</c:v>
                </c:pt>
                <c:pt idx="1311">
                  <c:v>2021.2109589</c:v>
                </c:pt>
                <c:pt idx="1312">
                  <c:v>2021.21369863</c:v>
                </c:pt>
                <c:pt idx="1313">
                  <c:v>2021.22191781</c:v>
                </c:pt>
                <c:pt idx="1314">
                  <c:v>2021.22465753</c:v>
                </c:pt>
                <c:pt idx="1315">
                  <c:v>2021.22739726</c:v>
                </c:pt>
                <c:pt idx="1316">
                  <c:v>2021.23013699</c:v>
                </c:pt>
                <c:pt idx="1317">
                  <c:v>2021.23287671</c:v>
                </c:pt>
                <c:pt idx="1318">
                  <c:v>2021.24109589</c:v>
                </c:pt>
                <c:pt idx="1319">
                  <c:v>2021.24383562</c:v>
                </c:pt>
                <c:pt idx="1320">
                  <c:v>2021.24657534</c:v>
                </c:pt>
                <c:pt idx="1321">
                  <c:v>2021.24931507</c:v>
                </c:pt>
                <c:pt idx="1322">
                  <c:v>2021.26027397</c:v>
                </c:pt>
                <c:pt idx="1323">
                  <c:v>2021.2630137</c:v>
                </c:pt>
                <c:pt idx="1324">
                  <c:v>2021.26575342</c:v>
                </c:pt>
                <c:pt idx="1325">
                  <c:v>2021.26849315</c:v>
                </c:pt>
                <c:pt idx="1326">
                  <c:v>2021.27123288</c:v>
                </c:pt>
                <c:pt idx="1327">
                  <c:v>2021.27945205</c:v>
                </c:pt>
                <c:pt idx="1328">
                  <c:v>2021.28219178</c:v>
                </c:pt>
                <c:pt idx="1329">
                  <c:v>2021.28493151</c:v>
                </c:pt>
                <c:pt idx="1330">
                  <c:v>2021.28767123</c:v>
                </c:pt>
                <c:pt idx="1331">
                  <c:v>2021.29041096</c:v>
                </c:pt>
                <c:pt idx="1332">
                  <c:v>2021.29863014</c:v>
                </c:pt>
                <c:pt idx="1333">
                  <c:v>2021.30136986</c:v>
                </c:pt>
                <c:pt idx="1334">
                  <c:v>2021.30410959</c:v>
                </c:pt>
                <c:pt idx="1335">
                  <c:v>2021.30684932</c:v>
                </c:pt>
                <c:pt idx="1336">
                  <c:v>2021.30958904</c:v>
                </c:pt>
                <c:pt idx="1337">
                  <c:v>2021.31780822</c:v>
                </c:pt>
                <c:pt idx="1338">
                  <c:v>2021.32054795</c:v>
                </c:pt>
                <c:pt idx="1339">
                  <c:v>2021.32328767</c:v>
                </c:pt>
                <c:pt idx="1340">
                  <c:v>2021.3260274</c:v>
                </c:pt>
                <c:pt idx="1341">
                  <c:v>2021.32876712</c:v>
                </c:pt>
                <c:pt idx="1342">
                  <c:v>2021.3369863</c:v>
                </c:pt>
                <c:pt idx="1343">
                  <c:v>2021.33972603</c:v>
                </c:pt>
                <c:pt idx="1344">
                  <c:v>2021.34246575</c:v>
                </c:pt>
                <c:pt idx="1345">
                  <c:v>2021.34520548</c:v>
                </c:pt>
                <c:pt idx="1346">
                  <c:v>2021.34794521</c:v>
                </c:pt>
                <c:pt idx="1347">
                  <c:v>2021.35616438</c:v>
                </c:pt>
                <c:pt idx="1348">
                  <c:v>2021.35890411</c:v>
                </c:pt>
                <c:pt idx="1349">
                  <c:v>2021.36164384</c:v>
                </c:pt>
                <c:pt idx="1350">
                  <c:v>2021.36438356</c:v>
                </c:pt>
                <c:pt idx="1351">
                  <c:v>2021.36712329</c:v>
                </c:pt>
                <c:pt idx="1352">
                  <c:v>2021.37534247</c:v>
                </c:pt>
                <c:pt idx="1353">
                  <c:v>2021.37808219</c:v>
                </c:pt>
                <c:pt idx="1354">
                  <c:v>2021.38082192</c:v>
                </c:pt>
                <c:pt idx="1355">
                  <c:v>2021.38356164</c:v>
                </c:pt>
                <c:pt idx="1356">
                  <c:v>2021.38630137</c:v>
                </c:pt>
                <c:pt idx="1357">
                  <c:v>2021.39452055</c:v>
                </c:pt>
                <c:pt idx="1358">
                  <c:v>2021.39726027</c:v>
                </c:pt>
                <c:pt idx="1359">
                  <c:v>2021.4</c:v>
                </c:pt>
                <c:pt idx="1360">
                  <c:v>2021.40273973</c:v>
                </c:pt>
                <c:pt idx="1361">
                  <c:v>2021.40547945</c:v>
                </c:pt>
                <c:pt idx="1362">
                  <c:v>2021.41643836</c:v>
                </c:pt>
                <c:pt idx="1363">
                  <c:v>2021.41917808</c:v>
                </c:pt>
                <c:pt idx="1364">
                  <c:v>2021.42191781</c:v>
                </c:pt>
                <c:pt idx="1365">
                  <c:v>2021.42465753</c:v>
                </c:pt>
                <c:pt idx="1366">
                  <c:v>2021.43287671</c:v>
                </c:pt>
                <c:pt idx="1367">
                  <c:v>2021.43561644</c:v>
                </c:pt>
                <c:pt idx="1368">
                  <c:v>2021.43835616</c:v>
                </c:pt>
                <c:pt idx="1369">
                  <c:v>2021.44109589</c:v>
                </c:pt>
                <c:pt idx="1370">
                  <c:v>2021.44383562</c:v>
                </c:pt>
                <c:pt idx="1371">
                  <c:v>2021.45205479</c:v>
                </c:pt>
                <c:pt idx="1372">
                  <c:v>2021.45479452</c:v>
                </c:pt>
                <c:pt idx="1373">
                  <c:v>2021.45753425</c:v>
                </c:pt>
                <c:pt idx="1374">
                  <c:v>2021.46027397</c:v>
                </c:pt>
                <c:pt idx="1375">
                  <c:v>2021.4630137</c:v>
                </c:pt>
                <c:pt idx="1376">
                  <c:v>2021.47123288</c:v>
                </c:pt>
                <c:pt idx="1377">
                  <c:v>2021.4739726</c:v>
                </c:pt>
                <c:pt idx="1378">
                  <c:v>2021.47671233</c:v>
                </c:pt>
                <c:pt idx="1379">
                  <c:v>2021.47945205</c:v>
                </c:pt>
                <c:pt idx="1380">
                  <c:v>2021.48219178</c:v>
                </c:pt>
                <c:pt idx="1381">
                  <c:v>2021.49041096</c:v>
                </c:pt>
                <c:pt idx="1382">
                  <c:v>2021.49315068</c:v>
                </c:pt>
                <c:pt idx="1383">
                  <c:v>2021.49589041</c:v>
                </c:pt>
                <c:pt idx="1384">
                  <c:v>2021.49863014</c:v>
                </c:pt>
                <c:pt idx="1385">
                  <c:v>2021.50136986</c:v>
                </c:pt>
                <c:pt idx="1386">
                  <c:v>2021.51232877</c:v>
                </c:pt>
                <c:pt idx="1387">
                  <c:v>2021.51506849</c:v>
                </c:pt>
                <c:pt idx="1388">
                  <c:v>2021.51780822</c:v>
                </c:pt>
                <c:pt idx="1389">
                  <c:v>2021.52054795</c:v>
                </c:pt>
                <c:pt idx="1390">
                  <c:v>2021.52876712</c:v>
                </c:pt>
                <c:pt idx="1391">
                  <c:v>2021.53150685</c:v>
                </c:pt>
                <c:pt idx="1392">
                  <c:v>2021.53424658</c:v>
                </c:pt>
                <c:pt idx="1393">
                  <c:v>2021.5369863</c:v>
                </c:pt>
                <c:pt idx="1394">
                  <c:v>2021.53972603</c:v>
                </c:pt>
                <c:pt idx="1395">
                  <c:v>2021.54794521</c:v>
                </c:pt>
                <c:pt idx="1396">
                  <c:v>2021.55068493</c:v>
                </c:pt>
                <c:pt idx="1397">
                  <c:v>2021.55342466</c:v>
                </c:pt>
                <c:pt idx="1398">
                  <c:v>2021.55616438</c:v>
                </c:pt>
                <c:pt idx="1399">
                  <c:v>2021.55890411</c:v>
                </c:pt>
                <c:pt idx="1400">
                  <c:v>2021.56712329</c:v>
                </c:pt>
                <c:pt idx="1401">
                  <c:v>2021.56986301</c:v>
                </c:pt>
                <c:pt idx="1402">
                  <c:v>2021.57260274</c:v>
                </c:pt>
                <c:pt idx="1403">
                  <c:v>2021.57534247</c:v>
                </c:pt>
                <c:pt idx="1404">
                  <c:v>2021.57808219</c:v>
                </c:pt>
                <c:pt idx="1405">
                  <c:v>2021.58630137</c:v>
                </c:pt>
                <c:pt idx="1406">
                  <c:v>2021.5890411</c:v>
                </c:pt>
                <c:pt idx="1407">
                  <c:v>2021.59178082</c:v>
                </c:pt>
                <c:pt idx="1408">
                  <c:v>2021.59452055</c:v>
                </c:pt>
                <c:pt idx="1409">
                  <c:v>2021.59726027</c:v>
                </c:pt>
                <c:pt idx="1410">
                  <c:v>2021.60547945</c:v>
                </c:pt>
                <c:pt idx="1411">
                  <c:v>2021.60821918</c:v>
                </c:pt>
                <c:pt idx="1412">
                  <c:v>2021.6109589</c:v>
                </c:pt>
                <c:pt idx="1413">
                  <c:v>2021.61369863</c:v>
                </c:pt>
                <c:pt idx="1414">
                  <c:v>2021.61643836</c:v>
                </c:pt>
                <c:pt idx="1415">
                  <c:v>2021.62465753</c:v>
                </c:pt>
                <c:pt idx="1416">
                  <c:v>2021.62739726</c:v>
                </c:pt>
                <c:pt idx="1417">
                  <c:v>2021.63013699</c:v>
                </c:pt>
                <c:pt idx="1418">
                  <c:v>2021.63287671</c:v>
                </c:pt>
                <c:pt idx="1419">
                  <c:v>2021.63561644</c:v>
                </c:pt>
                <c:pt idx="1420">
                  <c:v>2021.64383562</c:v>
                </c:pt>
                <c:pt idx="1421">
                  <c:v>2021.64657534</c:v>
                </c:pt>
                <c:pt idx="1422">
                  <c:v>2021.64931507</c:v>
                </c:pt>
                <c:pt idx="1423">
                  <c:v>2021.65205479</c:v>
                </c:pt>
                <c:pt idx="1424">
                  <c:v>2021.65479452</c:v>
                </c:pt>
                <c:pt idx="1425">
                  <c:v>2021.6630137</c:v>
                </c:pt>
                <c:pt idx="1426">
                  <c:v>2021.66575342</c:v>
                </c:pt>
                <c:pt idx="1427">
                  <c:v>2021.66849315</c:v>
                </c:pt>
                <c:pt idx="1428">
                  <c:v>2021.67123288</c:v>
                </c:pt>
                <c:pt idx="1429">
                  <c:v>2021.6739726</c:v>
                </c:pt>
                <c:pt idx="1430">
                  <c:v>2021.68493151</c:v>
                </c:pt>
                <c:pt idx="1431">
                  <c:v>2021.68767123</c:v>
                </c:pt>
                <c:pt idx="1432">
                  <c:v>2021.69041096</c:v>
                </c:pt>
                <c:pt idx="1433">
                  <c:v>2021.69315068</c:v>
                </c:pt>
                <c:pt idx="1434">
                  <c:v>2021.70136986</c:v>
                </c:pt>
                <c:pt idx="1435">
                  <c:v>2021.70410959</c:v>
                </c:pt>
                <c:pt idx="1436">
                  <c:v>2021.70684932</c:v>
                </c:pt>
                <c:pt idx="1437">
                  <c:v>2021.70958904</c:v>
                </c:pt>
                <c:pt idx="1438">
                  <c:v>2021.71232877</c:v>
                </c:pt>
                <c:pt idx="1439">
                  <c:v>2021.72054795</c:v>
                </c:pt>
                <c:pt idx="1440">
                  <c:v>2021.72328767</c:v>
                </c:pt>
                <c:pt idx="1441">
                  <c:v>2021.7260274</c:v>
                </c:pt>
                <c:pt idx="1442">
                  <c:v>2021.72876712</c:v>
                </c:pt>
                <c:pt idx="1443">
                  <c:v>2021.73150685</c:v>
                </c:pt>
                <c:pt idx="1444">
                  <c:v>2021.73972603</c:v>
                </c:pt>
                <c:pt idx="1445">
                  <c:v>2021.74246575</c:v>
                </c:pt>
                <c:pt idx="1446">
                  <c:v>2021.74520548</c:v>
                </c:pt>
                <c:pt idx="1447">
                  <c:v>2021.74794521</c:v>
                </c:pt>
                <c:pt idx="1448">
                  <c:v>2021.75068493</c:v>
                </c:pt>
                <c:pt idx="1449">
                  <c:v>2021.75890411</c:v>
                </c:pt>
                <c:pt idx="1450">
                  <c:v>2021.76164384</c:v>
                </c:pt>
                <c:pt idx="1451">
                  <c:v>2021.76438356</c:v>
                </c:pt>
                <c:pt idx="1452">
                  <c:v>2021.76712329</c:v>
                </c:pt>
                <c:pt idx="1453">
                  <c:v>2021.76986301</c:v>
                </c:pt>
                <c:pt idx="1454">
                  <c:v>2021.77808219</c:v>
                </c:pt>
                <c:pt idx="1455">
                  <c:v>2021.78082192</c:v>
                </c:pt>
                <c:pt idx="1456">
                  <c:v>2021.78356164</c:v>
                </c:pt>
                <c:pt idx="1457">
                  <c:v>2021.78630137</c:v>
                </c:pt>
                <c:pt idx="1458">
                  <c:v>2021.7890411</c:v>
                </c:pt>
                <c:pt idx="1459">
                  <c:v>2021.79726027</c:v>
                </c:pt>
                <c:pt idx="1460">
                  <c:v>2021.8</c:v>
                </c:pt>
                <c:pt idx="1461">
                  <c:v>2021.80273973</c:v>
                </c:pt>
                <c:pt idx="1462">
                  <c:v>2021.80547945</c:v>
                </c:pt>
                <c:pt idx="1463">
                  <c:v>2021.80821918</c:v>
                </c:pt>
                <c:pt idx="1464">
                  <c:v>2021.81643836</c:v>
                </c:pt>
                <c:pt idx="1465">
                  <c:v>2021.81917808</c:v>
                </c:pt>
                <c:pt idx="1466">
                  <c:v>2021.82191781</c:v>
                </c:pt>
                <c:pt idx="1467">
                  <c:v>2021.82465753</c:v>
                </c:pt>
                <c:pt idx="1468">
                  <c:v>2021.82739726</c:v>
                </c:pt>
                <c:pt idx="1469">
                  <c:v>2021.83561644</c:v>
                </c:pt>
                <c:pt idx="1470">
                  <c:v>2021.83835616</c:v>
                </c:pt>
                <c:pt idx="1471">
                  <c:v>2021.84109589</c:v>
                </c:pt>
                <c:pt idx="1472">
                  <c:v>2021.84383562</c:v>
                </c:pt>
                <c:pt idx="1473">
                  <c:v>2021.84657534</c:v>
                </c:pt>
                <c:pt idx="1474">
                  <c:v>2021.85479452</c:v>
                </c:pt>
                <c:pt idx="1475">
                  <c:v>2021.85753425</c:v>
                </c:pt>
                <c:pt idx="1476">
                  <c:v>2021.86027397</c:v>
                </c:pt>
                <c:pt idx="1477">
                  <c:v>2021.8630137</c:v>
                </c:pt>
                <c:pt idx="1478">
                  <c:v>2021.86575342</c:v>
                </c:pt>
                <c:pt idx="1479">
                  <c:v>2021.8739726</c:v>
                </c:pt>
                <c:pt idx="1480">
                  <c:v>2021.87671233</c:v>
                </c:pt>
                <c:pt idx="1481">
                  <c:v>2021.87945205</c:v>
                </c:pt>
                <c:pt idx="1482">
                  <c:v>2021.88219178</c:v>
                </c:pt>
                <c:pt idx="1483">
                  <c:v>2021.88493151</c:v>
                </c:pt>
                <c:pt idx="1484">
                  <c:v>2021.89315068</c:v>
                </c:pt>
                <c:pt idx="1485">
                  <c:v>2021.89589041</c:v>
                </c:pt>
                <c:pt idx="1486">
                  <c:v>2021.89863014</c:v>
                </c:pt>
                <c:pt idx="1487">
                  <c:v>2021.90410959</c:v>
                </c:pt>
                <c:pt idx="1488">
                  <c:v>2021.91232877</c:v>
                </c:pt>
                <c:pt idx="1489">
                  <c:v>2021.91506849</c:v>
                </c:pt>
                <c:pt idx="1490">
                  <c:v>2021.91780822</c:v>
                </c:pt>
                <c:pt idx="1491">
                  <c:v>2021.92054795</c:v>
                </c:pt>
                <c:pt idx="1492">
                  <c:v>2021.92328767</c:v>
                </c:pt>
                <c:pt idx="1493">
                  <c:v>2021.93150685</c:v>
                </c:pt>
                <c:pt idx="1494">
                  <c:v>2021.93424658</c:v>
                </c:pt>
                <c:pt idx="1495">
                  <c:v>2021.9369863</c:v>
                </c:pt>
                <c:pt idx="1496">
                  <c:v>2021.93972603</c:v>
                </c:pt>
                <c:pt idx="1497">
                  <c:v>2021.94246575</c:v>
                </c:pt>
                <c:pt idx="1498">
                  <c:v>2021.95068493</c:v>
                </c:pt>
                <c:pt idx="1499">
                  <c:v>2021.95342466</c:v>
                </c:pt>
                <c:pt idx="1500">
                  <c:v>2021.95616438</c:v>
                </c:pt>
                <c:pt idx="1501">
                  <c:v>2021.95890411</c:v>
                </c:pt>
                <c:pt idx="1502">
                  <c:v>2021.96164384</c:v>
                </c:pt>
                <c:pt idx="1503">
                  <c:v>2021.96986301</c:v>
                </c:pt>
                <c:pt idx="1504">
                  <c:v>2021.97260274</c:v>
                </c:pt>
                <c:pt idx="1505">
                  <c:v>2021.97534247</c:v>
                </c:pt>
                <c:pt idx="1506">
                  <c:v>2021.97808219</c:v>
                </c:pt>
                <c:pt idx="1507">
                  <c:v>2021.9890411</c:v>
                </c:pt>
                <c:pt idx="1508">
                  <c:v>2021.99178082</c:v>
                </c:pt>
                <c:pt idx="1509">
                  <c:v>2021.99452055</c:v>
                </c:pt>
                <c:pt idx="1510">
                  <c:v>2021.99726027</c:v>
                </c:pt>
                <c:pt idx="1511">
                  <c:v>2022</c:v>
                </c:pt>
                <c:pt idx="1512">
                  <c:v>2022.00821918</c:v>
                </c:pt>
                <c:pt idx="1513">
                  <c:v>2022.0109589</c:v>
                </c:pt>
                <c:pt idx="1514">
                  <c:v>2022.01369863</c:v>
                </c:pt>
                <c:pt idx="1515">
                  <c:v>2022.01643836</c:v>
                </c:pt>
                <c:pt idx="1516">
                  <c:v>2022.01917808</c:v>
                </c:pt>
                <c:pt idx="1517">
                  <c:v>2022.02739726</c:v>
                </c:pt>
                <c:pt idx="1518">
                  <c:v>2022.03013699</c:v>
                </c:pt>
                <c:pt idx="1519">
                  <c:v>2022.03287671</c:v>
                </c:pt>
                <c:pt idx="1520">
                  <c:v>2022.03561644</c:v>
                </c:pt>
                <c:pt idx="1521">
                  <c:v>2022.03835616</c:v>
                </c:pt>
                <c:pt idx="1522">
                  <c:v>2022.04931507</c:v>
                </c:pt>
                <c:pt idx="1523">
                  <c:v>2022.05205479</c:v>
                </c:pt>
                <c:pt idx="1524">
                  <c:v>2022.05479452</c:v>
                </c:pt>
                <c:pt idx="1525">
                  <c:v>2022.05753425</c:v>
                </c:pt>
                <c:pt idx="1526">
                  <c:v>2022.06575342</c:v>
                </c:pt>
                <c:pt idx="1527">
                  <c:v>2022.06849315</c:v>
                </c:pt>
                <c:pt idx="1528">
                  <c:v>2022.07123288</c:v>
                </c:pt>
                <c:pt idx="1529">
                  <c:v>2022.0739726</c:v>
                </c:pt>
                <c:pt idx="1530">
                  <c:v>2022.07671233</c:v>
                </c:pt>
                <c:pt idx="1531">
                  <c:v>2022.08493151</c:v>
                </c:pt>
                <c:pt idx="1532">
                  <c:v>2022.08767123</c:v>
                </c:pt>
                <c:pt idx="1533">
                  <c:v>2022.09041096</c:v>
                </c:pt>
                <c:pt idx="1534">
                  <c:v>2022.09315068</c:v>
                </c:pt>
                <c:pt idx="1535">
                  <c:v>2022.09589041</c:v>
                </c:pt>
                <c:pt idx="1536">
                  <c:v>2022.10410959</c:v>
                </c:pt>
                <c:pt idx="1537">
                  <c:v>2022.10684932</c:v>
                </c:pt>
                <c:pt idx="1538">
                  <c:v>2022.10958904</c:v>
                </c:pt>
                <c:pt idx="1539">
                  <c:v>2022.11232877</c:v>
                </c:pt>
                <c:pt idx="1540">
                  <c:v>2022.11506849</c:v>
                </c:pt>
                <c:pt idx="1541">
                  <c:v>2022.12328767</c:v>
                </c:pt>
                <c:pt idx="1542">
                  <c:v>2022.1260274</c:v>
                </c:pt>
                <c:pt idx="1543">
                  <c:v>2022.12876712</c:v>
                </c:pt>
                <c:pt idx="1544">
                  <c:v>2022.13150685</c:v>
                </c:pt>
                <c:pt idx="1545">
                  <c:v>2022.13424658</c:v>
                </c:pt>
                <c:pt idx="1546">
                  <c:v>2022.14520548</c:v>
                </c:pt>
                <c:pt idx="1547">
                  <c:v>2022.14794521</c:v>
                </c:pt>
                <c:pt idx="1548">
                  <c:v>2022.15068493</c:v>
                </c:pt>
                <c:pt idx="1549">
                  <c:v>2022.15342466</c:v>
                </c:pt>
                <c:pt idx="1550">
                  <c:v>2022.16164384</c:v>
                </c:pt>
                <c:pt idx="1551">
                  <c:v>2022.16438356</c:v>
                </c:pt>
                <c:pt idx="1552">
                  <c:v>2022.16712329</c:v>
                </c:pt>
                <c:pt idx="1553">
                  <c:v>2022.16986301</c:v>
                </c:pt>
                <c:pt idx="1554">
                  <c:v>2022.17260274</c:v>
                </c:pt>
                <c:pt idx="1555">
                  <c:v>2022.18082192</c:v>
                </c:pt>
                <c:pt idx="1556">
                  <c:v>2022.18356164</c:v>
                </c:pt>
                <c:pt idx="1557">
                  <c:v>2022.18630137</c:v>
                </c:pt>
                <c:pt idx="1558">
                  <c:v>2022.1890411</c:v>
                </c:pt>
                <c:pt idx="1559">
                  <c:v>2022.19178082</c:v>
                </c:pt>
                <c:pt idx="1560">
                  <c:v>2022.2</c:v>
                </c:pt>
                <c:pt idx="1561">
                  <c:v>2022.20273973</c:v>
                </c:pt>
                <c:pt idx="1562">
                  <c:v>2022.20547945</c:v>
                </c:pt>
                <c:pt idx="1563">
                  <c:v>2022.20821918</c:v>
                </c:pt>
                <c:pt idx="1564">
                  <c:v>2022.2109589</c:v>
                </c:pt>
                <c:pt idx="1565">
                  <c:v>2022.21917808</c:v>
                </c:pt>
                <c:pt idx="1566">
                  <c:v>2022.22191781</c:v>
                </c:pt>
                <c:pt idx="1567">
                  <c:v>2022.22465753</c:v>
                </c:pt>
                <c:pt idx="1568">
                  <c:v>2022.22739726</c:v>
                </c:pt>
                <c:pt idx="1569">
                  <c:v>2022.23013699</c:v>
                </c:pt>
                <c:pt idx="1570">
                  <c:v>2022.23835616</c:v>
                </c:pt>
                <c:pt idx="1571">
                  <c:v>2022.24109589</c:v>
                </c:pt>
                <c:pt idx="1572">
                  <c:v>2022.24383562</c:v>
                </c:pt>
                <c:pt idx="1573">
                  <c:v>2022.24657534</c:v>
                </c:pt>
                <c:pt idx="1574">
                  <c:v>2022.24931507</c:v>
                </c:pt>
                <c:pt idx="1575">
                  <c:v>2022.25753425</c:v>
                </c:pt>
                <c:pt idx="1576">
                  <c:v>2022.26027397</c:v>
                </c:pt>
                <c:pt idx="1577">
                  <c:v>2022.2630137</c:v>
                </c:pt>
                <c:pt idx="1578">
                  <c:v>2022.26575342</c:v>
                </c:pt>
                <c:pt idx="1579">
                  <c:v>2022.26849315</c:v>
                </c:pt>
                <c:pt idx="1580">
                  <c:v>2022.27671233</c:v>
                </c:pt>
                <c:pt idx="1581">
                  <c:v>2022.27945205</c:v>
                </c:pt>
                <c:pt idx="1582">
                  <c:v>2022.28219178</c:v>
                </c:pt>
                <c:pt idx="1583">
                  <c:v>2022.28493151</c:v>
                </c:pt>
                <c:pt idx="1584">
                  <c:v>2022.29589041</c:v>
                </c:pt>
                <c:pt idx="1585">
                  <c:v>2022.29863014</c:v>
                </c:pt>
                <c:pt idx="1586">
                  <c:v>2022.30136986</c:v>
                </c:pt>
                <c:pt idx="1587">
                  <c:v>2022.30410959</c:v>
                </c:pt>
                <c:pt idx="1588">
                  <c:v>2022.30684932</c:v>
                </c:pt>
                <c:pt idx="1589">
                  <c:v>2022.31506849</c:v>
                </c:pt>
                <c:pt idx="1590">
                  <c:v>2022.31780822</c:v>
                </c:pt>
                <c:pt idx="1591">
                  <c:v>2022.32054795</c:v>
                </c:pt>
                <c:pt idx="1592">
                  <c:v>2022.32328767</c:v>
                </c:pt>
                <c:pt idx="1593">
                  <c:v>2022.3260274</c:v>
                </c:pt>
                <c:pt idx="1594">
                  <c:v>2022.33424658</c:v>
                </c:pt>
                <c:pt idx="1595">
                  <c:v>2022.3369863</c:v>
                </c:pt>
                <c:pt idx="1596">
                  <c:v>2022.33972603</c:v>
                </c:pt>
                <c:pt idx="1597">
                  <c:v>2022.34246575</c:v>
                </c:pt>
                <c:pt idx="1598">
                  <c:v>2022.34520548</c:v>
                </c:pt>
                <c:pt idx="1599">
                  <c:v>2022.35342466</c:v>
                </c:pt>
                <c:pt idx="1600">
                  <c:v>2022.35616438</c:v>
                </c:pt>
                <c:pt idx="1601">
                  <c:v>2022.35890411</c:v>
                </c:pt>
                <c:pt idx="1602">
                  <c:v>2022.36164384</c:v>
                </c:pt>
                <c:pt idx="1603">
                  <c:v>2022.36438356</c:v>
                </c:pt>
                <c:pt idx="1604">
                  <c:v>2022.37260274</c:v>
                </c:pt>
                <c:pt idx="1605">
                  <c:v>2022.37534247</c:v>
                </c:pt>
                <c:pt idx="1606">
                  <c:v>2022.37808219</c:v>
                </c:pt>
                <c:pt idx="1607">
                  <c:v>2022.38082192</c:v>
                </c:pt>
                <c:pt idx="1608">
                  <c:v>2022.38356164</c:v>
                </c:pt>
                <c:pt idx="1609">
                  <c:v>2022.39178082</c:v>
                </c:pt>
                <c:pt idx="1610">
                  <c:v>2022.39452055</c:v>
                </c:pt>
                <c:pt idx="1611">
                  <c:v>2022.39726027</c:v>
                </c:pt>
                <c:pt idx="1612">
                  <c:v>2022.4</c:v>
                </c:pt>
                <c:pt idx="1613">
                  <c:v>2022.40273973</c:v>
                </c:pt>
                <c:pt idx="1614">
                  <c:v>2022.41369863</c:v>
                </c:pt>
                <c:pt idx="1615">
                  <c:v>2022.41643836</c:v>
                </c:pt>
                <c:pt idx="1616">
                  <c:v>2022.41917808</c:v>
                </c:pt>
                <c:pt idx="1617">
                  <c:v>2022.42191781</c:v>
                </c:pt>
                <c:pt idx="1618">
                  <c:v>2022.43013699</c:v>
                </c:pt>
                <c:pt idx="1619">
                  <c:v>2022.43287671</c:v>
                </c:pt>
                <c:pt idx="1620">
                  <c:v>2022.43561644</c:v>
                </c:pt>
                <c:pt idx="1621">
                  <c:v>2022.43835616</c:v>
                </c:pt>
                <c:pt idx="1622">
                  <c:v>2022.44109589</c:v>
                </c:pt>
                <c:pt idx="1623">
                  <c:v>2022.44931507</c:v>
                </c:pt>
                <c:pt idx="1624">
                  <c:v>2022.45205479</c:v>
                </c:pt>
                <c:pt idx="1625">
                  <c:v>2022.45479452</c:v>
                </c:pt>
                <c:pt idx="1626">
                  <c:v>2022.45753425</c:v>
                </c:pt>
                <c:pt idx="1627">
                  <c:v>2022.46027397</c:v>
                </c:pt>
                <c:pt idx="1628">
                  <c:v>2022.47123288</c:v>
                </c:pt>
                <c:pt idx="1629">
                  <c:v>2022.4739726</c:v>
                </c:pt>
                <c:pt idx="1630">
                  <c:v>2022.47671233</c:v>
                </c:pt>
                <c:pt idx="1631">
                  <c:v>2022.47945205</c:v>
                </c:pt>
                <c:pt idx="1632">
                  <c:v>2022.48767123</c:v>
                </c:pt>
                <c:pt idx="1633">
                  <c:v>2022.49041096</c:v>
                </c:pt>
                <c:pt idx="1634">
                  <c:v>2022.49315068</c:v>
                </c:pt>
                <c:pt idx="1635">
                  <c:v>2022.49589041</c:v>
                </c:pt>
                <c:pt idx="1636">
                  <c:v>2022.49863014</c:v>
                </c:pt>
                <c:pt idx="1637">
                  <c:v>2022.50958904</c:v>
                </c:pt>
                <c:pt idx="1638">
                  <c:v>2022.51232877</c:v>
                </c:pt>
                <c:pt idx="1639">
                  <c:v>2022.51506849</c:v>
                </c:pt>
                <c:pt idx="1640">
                  <c:v>2022.51780822</c:v>
                </c:pt>
                <c:pt idx="1641">
                  <c:v>2022.5260274</c:v>
                </c:pt>
                <c:pt idx="1642">
                  <c:v>2022.52876712</c:v>
                </c:pt>
                <c:pt idx="1643">
                  <c:v>2022.53150685</c:v>
                </c:pt>
                <c:pt idx="1644">
                  <c:v>2022.53424658</c:v>
                </c:pt>
                <c:pt idx="1645">
                  <c:v>2022.5369863</c:v>
                </c:pt>
                <c:pt idx="1646">
                  <c:v>2022.54520548</c:v>
                </c:pt>
                <c:pt idx="1647">
                  <c:v>2022.54794521</c:v>
                </c:pt>
                <c:pt idx="1648">
                  <c:v>2022.55068493</c:v>
                </c:pt>
                <c:pt idx="1649">
                  <c:v>2022.55342466</c:v>
                </c:pt>
                <c:pt idx="1650">
                  <c:v>2022.55616438</c:v>
                </c:pt>
                <c:pt idx="1651">
                  <c:v>2022.56438356</c:v>
                </c:pt>
                <c:pt idx="1652">
                  <c:v>2022.56712329</c:v>
                </c:pt>
                <c:pt idx="1653">
                  <c:v>2022.56986301</c:v>
                </c:pt>
                <c:pt idx="1654">
                  <c:v>2022.57260274</c:v>
                </c:pt>
                <c:pt idx="1655">
                  <c:v>2022.57534247</c:v>
                </c:pt>
                <c:pt idx="1656">
                  <c:v>2022.58356164</c:v>
                </c:pt>
                <c:pt idx="1657">
                  <c:v>2022.58630137</c:v>
                </c:pt>
                <c:pt idx="1658">
                  <c:v>2022.5890411</c:v>
                </c:pt>
                <c:pt idx="1659">
                  <c:v>2022.59178082</c:v>
                </c:pt>
                <c:pt idx="1660">
                  <c:v>2022.59452055</c:v>
                </c:pt>
                <c:pt idx="1661">
                  <c:v>2022.60273973</c:v>
                </c:pt>
                <c:pt idx="1662">
                  <c:v>2022.60547945</c:v>
                </c:pt>
                <c:pt idx="1663">
                  <c:v>2022.60821918</c:v>
                </c:pt>
                <c:pt idx="1664">
                  <c:v>2022.6109589</c:v>
                </c:pt>
                <c:pt idx="1665">
                  <c:v>2022.61369863</c:v>
                </c:pt>
                <c:pt idx="1666">
                  <c:v>2022.62191781</c:v>
                </c:pt>
                <c:pt idx="1667">
                  <c:v>2022.62465753</c:v>
                </c:pt>
                <c:pt idx="1668">
                  <c:v>2022.62739726</c:v>
                </c:pt>
                <c:pt idx="1669">
                  <c:v>2022.63013699</c:v>
                </c:pt>
                <c:pt idx="1670">
                  <c:v>2022.63287671</c:v>
                </c:pt>
                <c:pt idx="1671">
                  <c:v>2022.64109589</c:v>
                </c:pt>
                <c:pt idx="1672">
                  <c:v>2022.64383562</c:v>
                </c:pt>
                <c:pt idx="1673">
                  <c:v>2022.64657534</c:v>
                </c:pt>
                <c:pt idx="1674">
                  <c:v>2022.64931507</c:v>
                </c:pt>
                <c:pt idx="1675">
                  <c:v>2022.65205479</c:v>
                </c:pt>
                <c:pt idx="1676">
                  <c:v>2022.66027397</c:v>
                </c:pt>
                <c:pt idx="1677">
                  <c:v>2022.6630137</c:v>
                </c:pt>
                <c:pt idx="1678">
                  <c:v>2022.66575342</c:v>
                </c:pt>
                <c:pt idx="1679">
                  <c:v>2022.66849315</c:v>
                </c:pt>
                <c:pt idx="1680">
                  <c:v>2022.67123288</c:v>
                </c:pt>
                <c:pt idx="1681">
                  <c:v>2022.68219178</c:v>
                </c:pt>
                <c:pt idx="1682">
                  <c:v>2022.68493151</c:v>
                </c:pt>
                <c:pt idx="1683">
                  <c:v>2022.68767123</c:v>
                </c:pt>
                <c:pt idx="1684">
                  <c:v>2022.69041096</c:v>
                </c:pt>
                <c:pt idx="1685">
                  <c:v>2022.69863014</c:v>
                </c:pt>
                <c:pt idx="1686">
                  <c:v>2022.70136986</c:v>
                </c:pt>
                <c:pt idx="1687">
                  <c:v>2022.70410959</c:v>
                </c:pt>
                <c:pt idx="1688">
                  <c:v>2022.70684932</c:v>
                </c:pt>
                <c:pt idx="1689">
                  <c:v>2022.70958904</c:v>
                </c:pt>
                <c:pt idx="1690">
                  <c:v>2022.71780822</c:v>
                </c:pt>
                <c:pt idx="1691">
                  <c:v>2022.72054795</c:v>
                </c:pt>
                <c:pt idx="1692">
                  <c:v>2022.72328767</c:v>
                </c:pt>
                <c:pt idx="1693">
                  <c:v>2022.7260274</c:v>
                </c:pt>
                <c:pt idx="1694">
                  <c:v>2022.72876712</c:v>
                </c:pt>
                <c:pt idx="1695">
                  <c:v>2022.7369863</c:v>
                </c:pt>
                <c:pt idx="1696">
                  <c:v>2022.73972603</c:v>
                </c:pt>
                <c:pt idx="1697">
                  <c:v>2022.74246575</c:v>
                </c:pt>
                <c:pt idx="1698">
                  <c:v>2022.74520548</c:v>
                </c:pt>
                <c:pt idx="1699">
                  <c:v>2022.74794521</c:v>
                </c:pt>
                <c:pt idx="1700">
                  <c:v>2022.75616438</c:v>
                </c:pt>
                <c:pt idx="1701">
                  <c:v>2022.75890411</c:v>
                </c:pt>
                <c:pt idx="1702">
                  <c:v>2022.76164384</c:v>
                </c:pt>
                <c:pt idx="1703">
                  <c:v>2022.76438356</c:v>
                </c:pt>
                <c:pt idx="1704">
                  <c:v>2022.76712329</c:v>
                </c:pt>
                <c:pt idx="1705">
                  <c:v>2022.77534247</c:v>
                </c:pt>
                <c:pt idx="1706">
                  <c:v>2022.77808219</c:v>
                </c:pt>
                <c:pt idx="1707">
                  <c:v>2022.78082192</c:v>
                </c:pt>
                <c:pt idx="1708">
                  <c:v>2022.78356164</c:v>
                </c:pt>
                <c:pt idx="1709">
                  <c:v>2022.78630137</c:v>
                </c:pt>
                <c:pt idx="1710">
                  <c:v>2022.79452055</c:v>
                </c:pt>
                <c:pt idx="1711">
                  <c:v>2022.79726027</c:v>
                </c:pt>
                <c:pt idx="1712">
                  <c:v>2022.8</c:v>
                </c:pt>
                <c:pt idx="1713">
                  <c:v>2022.80273973</c:v>
                </c:pt>
                <c:pt idx="1714">
                  <c:v>2022.80547945</c:v>
                </c:pt>
                <c:pt idx="1715">
                  <c:v>2022.81369863</c:v>
                </c:pt>
                <c:pt idx="1716">
                  <c:v>2022.81643836</c:v>
                </c:pt>
                <c:pt idx="1717">
                  <c:v>2022.81917808</c:v>
                </c:pt>
                <c:pt idx="1718">
                  <c:v>2022.82191781</c:v>
                </c:pt>
                <c:pt idx="1719">
                  <c:v>2022.82465753</c:v>
                </c:pt>
                <c:pt idx="1720">
                  <c:v>2022.83287671</c:v>
                </c:pt>
                <c:pt idx="1721">
                  <c:v>2022.83561644</c:v>
                </c:pt>
                <c:pt idx="1722">
                  <c:v>2022.83835616</c:v>
                </c:pt>
                <c:pt idx="1723">
                  <c:v>2022.84109589</c:v>
                </c:pt>
                <c:pt idx="1724">
                  <c:v>2022.84383562</c:v>
                </c:pt>
                <c:pt idx="1725">
                  <c:v>2022.85205479</c:v>
                </c:pt>
                <c:pt idx="1726">
                  <c:v>2022.85479452</c:v>
                </c:pt>
                <c:pt idx="1727">
                  <c:v>2022.85753425</c:v>
                </c:pt>
                <c:pt idx="1728">
                  <c:v>2022.86027397</c:v>
                </c:pt>
                <c:pt idx="1729">
                  <c:v>2022.8630137</c:v>
                </c:pt>
                <c:pt idx="1730">
                  <c:v>2022.87123288</c:v>
                </c:pt>
                <c:pt idx="1731">
                  <c:v>2022.8739726</c:v>
                </c:pt>
                <c:pt idx="1732">
                  <c:v>2022.87671233</c:v>
                </c:pt>
                <c:pt idx="1733">
                  <c:v>2022.87945205</c:v>
                </c:pt>
                <c:pt idx="1734">
                  <c:v>2022.88219178</c:v>
                </c:pt>
                <c:pt idx="1735">
                  <c:v>2022.89041096</c:v>
                </c:pt>
                <c:pt idx="1736">
                  <c:v>2022.89315068</c:v>
                </c:pt>
                <c:pt idx="1737">
                  <c:v>2022.89589041</c:v>
                </c:pt>
                <c:pt idx="1738">
                  <c:v>2022.90136986</c:v>
                </c:pt>
                <c:pt idx="1739">
                  <c:v>2022.90958904</c:v>
                </c:pt>
                <c:pt idx="1740">
                  <c:v>2022.91232877</c:v>
                </c:pt>
                <c:pt idx="1741">
                  <c:v>2022.91506849</c:v>
                </c:pt>
                <c:pt idx="1742">
                  <c:v>2022.91780822</c:v>
                </c:pt>
                <c:pt idx="1743">
                  <c:v>2022.92054795</c:v>
                </c:pt>
                <c:pt idx="1744">
                  <c:v>2022.92876712</c:v>
                </c:pt>
                <c:pt idx="1745">
                  <c:v>2022.93150685</c:v>
                </c:pt>
                <c:pt idx="1746">
                  <c:v>2022.93424658</c:v>
                </c:pt>
                <c:pt idx="1747">
                  <c:v>2022.9369863</c:v>
                </c:pt>
                <c:pt idx="1748">
                  <c:v>2022.93972603</c:v>
                </c:pt>
                <c:pt idx="1749">
                  <c:v>2022.94794521</c:v>
                </c:pt>
                <c:pt idx="1750">
                  <c:v>2022.95068493</c:v>
                </c:pt>
                <c:pt idx="1751">
                  <c:v>2022.95342466</c:v>
                </c:pt>
                <c:pt idx="1752">
                  <c:v>2022.95616438</c:v>
                </c:pt>
                <c:pt idx="1753">
                  <c:v>2022.95890411</c:v>
                </c:pt>
                <c:pt idx="1754">
                  <c:v>2022.96712329</c:v>
                </c:pt>
                <c:pt idx="1755">
                  <c:v>2022.96986301</c:v>
                </c:pt>
                <c:pt idx="1756">
                  <c:v>2022.97260274</c:v>
                </c:pt>
                <c:pt idx="1757">
                  <c:v>2022.97534247</c:v>
                </c:pt>
                <c:pt idx="1758">
                  <c:v>2022.97808219</c:v>
                </c:pt>
                <c:pt idx="1759">
                  <c:v>2022.9890411</c:v>
                </c:pt>
                <c:pt idx="1760">
                  <c:v>2022.99178082</c:v>
                </c:pt>
                <c:pt idx="1761">
                  <c:v>2022.99452055</c:v>
                </c:pt>
                <c:pt idx="1762">
                  <c:v>2022.99726027</c:v>
                </c:pt>
                <c:pt idx="1763">
                  <c:v>2023.00821918</c:v>
                </c:pt>
                <c:pt idx="1764">
                  <c:v>2023.0109589</c:v>
                </c:pt>
                <c:pt idx="1765">
                  <c:v>2023.01369863</c:v>
                </c:pt>
                <c:pt idx="1766">
                  <c:v>2023.01643836</c:v>
                </c:pt>
                <c:pt idx="1767">
                  <c:v>2023.02465753</c:v>
                </c:pt>
                <c:pt idx="1768">
                  <c:v>2023.02739726</c:v>
                </c:pt>
                <c:pt idx="1769">
                  <c:v>2023.03013699</c:v>
                </c:pt>
                <c:pt idx="1770">
                  <c:v>2023.03287671</c:v>
                </c:pt>
                <c:pt idx="1771">
                  <c:v>2023.03561644</c:v>
                </c:pt>
                <c:pt idx="1772">
                  <c:v>2023.04657534</c:v>
                </c:pt>
                <c:pt idx="1773">
                  <c:v>2023.04931507</c:v>
                </c:pt>
                <c:pt idx="1774">
                  <c:v>2023.05205479</c:v>
                </c:pt>
                <c:pt idx="1775">
                  <c:v>2023.05479452</c:v>
                </c:pt>
                <c:pt idx="1776">
                  <c:v>2023.0630137</c:v>
                </c:pt>
                <c:pt idx="1777">
                  <c:v>2023.06575342</c:v>
                </c:pt>
                <c:pt idx="1778">
                  <c:v>2023.06849315</c:v>
                </c:pt>
                <c:pt idx="1779">
                  <c:v>2023.07123288</c:v>
                </c:pt>
                <c:pt idx="1780">
                  <c:v>2023.0739726</c:v>
                </c:pt>
                <c:pt idx="1781">
                  <c:v>2023.08219178</c:v>
                </c:pt>
                <c:pt idx="1782">
                  <c:v>2023.08493151</c:v>
                </c:pt>
                <c:pt idx="1783">
                  <c:v>2023.08767123</c:v>
                </c:pt>
                <c:pt idx="1784">
                  <c:v>2023.09041096</c:v>
                </c:pt>
                <c:pt idx="1785">
                  <c:v>2023.09315068</c:v>
                </c:pt>
                <c:pt idx="1786">
                  <c:v>2023.10136986</c:v>
                </c:pt>
                <c:pt idx="1787">
                  <c:v>2023.10410959</c:v>
                </c:pt>
                <c:pt idx="1788">
                  <c:v>2023.10684932</c:v>
                </c:pt>
                <c:pt idx="1789">
                  <c:v>2023.10958904</c:v>
                </c:pt>
                <c:pt idx="1790">
                  <c:v>2023.11232877</c:v>
                </c:pt>
                <c:pt idx="1791">
                  <c:v>2023.12054795</c:v>
                </c:pt>
                <c:pt idx="1792">
                  <c:v>2023.12328767</c:v>
                </c:pt>
                <c:pt idx="1793">
                  <c:v>2023.1260274</c:v>
                </c:pt>
                <c:pt idx="1794">
                  <c:v>2023.12876712</c:v>
                </c:pt>
                <c:pt idx="1795">
                  <c:v>2023.13150685</c:v>
                </c:pt>
                <c:pt idx="1796">
                  <c:v>2023.14246575</c:v>
                </c:pt>
                <c:pt idx="1797">
                  <c:v>2023.14520548</c:v>
                </c:pt>
                <c:pt idx="1798">
                  <c:v>2023.14794521</c:v>
                </c:pt>
                <c:pt idx="1799">
                  <c:v>2023.15068493</c:v>
                </c:pt>
                <c:pt idx="1800">
                  <c:v>2023.15890411</c:v>
                </c:pt>
                <c:pt idx="1801">
                  <c:v>2023.16164384</c:v>
                </c:pt>
                <c:pt idx="1802">
                  <c:v>2023.16438356</c:v>
                </c:pt>
                <c:pt idx="1803">
                  <c:v>2023.16712329</c:v>
                </c:pt>
                <c:pt idx="1804">
                  <c:v>2023.16986301</c:v>
                </c:pt>
                <c:pt idx="1805">
                  <c:v>2023.17808219</c:v>
                </c:pt>
                <c:pt idx="1806">
                  <c:v>2023.18082192</c:v>
                </c:pt>
                <c:pt idx="1807">
                  <c:v>2023.18356164</c:v>
                </c:pt>
                <c:pt idx="1808">
                  <c:v>2023.18630137</c:v>
                </c:pt>
                <c:pt idx="1809">
                  <c:v>2023.1890411</c:v>
                </c:pt>
                <c:pt idx="1810">
                  <c:v>2023.19726027</c:v>
                </c:pt>
                <c:pt idx="1811">
                  <c:v>2023.2</c:v>
                </c:pt>
                <c:pt idx="1812">
                  <c:v>2023.20273973</c:v>
                </c:pt>
                <c:pt idx="1813">
                  <c:v>2023.20547945</c:v>
                </c:pt>
                <c:pt idx="1814">
                  <c:v>2023.20821918</c:v>
                </c:pt>
                <c:pt idx="1815">
                  <c:v>2023.21643836</c:v>
                </c:pt>
                <c:pt idx="1816">
                  <c:v>2023.21917808</c:v>
                </c:pt>
                <c:pt idx="1817">
                  <c:v>2023.22191781</c:v>
                </c:pt>
                <c:pt idx="1818">
                  <c:v>2023.22465753</c:v>
                </c:pt>
                <c:pt idx="1819">
                  <c:v>2023.22739726</c:v>
                </c:pt>
                <c:pt idx="1820">
                  <c:v>2023.23561644</c:v>
                </c:pt>
                <c:pt idx="1821">
                  <c:v>2023.23835616</c:v>
                </c:pt>
                <c:pt idx="1822">
                  <c:v>2023.24109589</c:v>
                </c:pt>
                <c:pt idx="1823">
                  <c:v>2023.24383562</c:v>
                </c:pt>
                <c:pt idx="1824">
                  <c:v>2023.24657534</c:v>
                </c:pt>
                <c:pt idx="1825">
                  <c:v>2023.25479452</c:v>
                </c:pt>
                <c:pt idx="1826">
                  <c:v>2023.25753425</c:v>
                </c:pt>
                <c:pt idx="1827">
                  <c:v>2023.26027397</c:v>
                </c:pt>
                <c:pt idx="1828">
                  <c:v>2023.2630137</c:v>
                </c:pt>
                <c:pt idx="1829">
                  <c:v>2023.2739726</c:v>
                </c:pt>
                <c:pt idx="1830">
                  <c:v>2023.27671233</c:v>
                </c:pt>
                <c:pt idx="1831">
                  <c:v>2023.27945205</c:v>
                </c:pt>
                <c:pt idx="1832">
                  <c:v>2023.28219178</c:v>
                </c:pt>
                <c:pt idx="1833">
                  <c:v>2023.28493151</c:v>
                </c:pt>
                <c:pt idx="1834">
                  <c:v>2023.29315068</c:v>
                </c:pt>
                <c:pt idx="1835">
                  <c:v>2023.29589041</c:v>
                </c:pt>
                <c:pt idx="1836">
                  <c:v>2023.29863014</c:v>
                </c:pt>
                <c:pt idx="1837">
                  <c:v>2023.30136986</c:v>
                </c:pt>
                <c:pt idx="1838">
                  <c:v>2023.30410959</c:v>
                </c:pt>
                <c:pt idx="1839">
                  <c:v>2023.31232877</c:v>
                </c:pt>
                <c:pt idx="1840">
                  <c:v>2023.31506849</c:v>
                </c:pt>
                <c:pt idx="1841">
                  <c:v>2023.31780822</c:v>
                </c:pt>
                <c:pt idx="1842">
                  <c:v>2023.32054795</c:v>
                </c:pt>
                <c:pt idx="1843">
                  <c:v>2023.32328767</c:v>
                </c:pt>
                <c:pt idx="1844">
                  <c:v>2023.33150685</c:v>
                </c:pt>
                <c:pt idx="1845">
                  <c:v>2023.33424658</c:v>
                </c:pt>
                <c:pt idx="1846">
                  <c:v>2023.3369863</c:v>
                </c:pt>
                <c:pt idx="1847">
                  <c:v>2023.33972603</c:v>
                </c:pt>
                <c:pt idx="1848">
                  <c:v>2023.34246575</c:v>
                </c:pt>
                <c:pt idx="1849">
                  <c:v>2023.35068493</c:v>
                </c:pt>
                <c:pt idx="1850">
                  <c:v>2023.35342466</c:v>
                </c:pt>
                <c:pt idx="1851">
                  <c:v>2023.35616438</c:v>
                </c:pt>
                <c:pt idx="1852">
                  <c:v>2023.35890411</c:v>
                </c:pt>
                <c:pt idx="1853">
                  <c:v>2023.36164384</c:v>
                </c:pt>
                <c:pt idx="1854">
                  <c:v>2023.36986301</c:v>
                </c:pt>
                <c:pt idx="1855">
                  <c:v>2023.37260274</c:v>
                </c:pt>
                <c:pt idx="1856">
                  <c:v>2023.37534247</c:v>
                </c:pt>
                <c:pt idx="1857">
                  <c:v>2023.37808219</c:v>
                </c:pt>
                <c:pt idx="1858">
                  <c:v>2023.38082192</c:v>
                </c:pt>
                <c:pt idx="1859">
                  <c:v>2023.3890411</c:v>
                </c:pt>
                <c:pt idx="1860">
                  <c:v>2023.39178082</c:v>
                </c:pt>
                <c:pt idx="1861">
                  <c:v>2023.39452055</c:v>
                </c:pt>
                <c:pt idx="1862">
                  <c:v>2023.39726027</c:v>
                </c:pt>
                <c:pt idx="1863">
                  <c:v>2023.4</c:v>
                </c:pt>
                <c:pt idx="1864">
                  <c:v>2023.4109589</c:v>
                </c:pt>
                <c:pt idx="1865">
                  <c:v>2023.41369863</c:v>
                </c:pt>
                <c:pt idx="1866">
                  <c:v>2023.41643836</c:v>
                </c:pt>
                <c:pt idx="1867">
                  <c:v>2023.41917808</c:v>
                </c:pt>
                <c:pt idx="1868">
                  <c:v>2023.42739726</c:v>
                </c:pt>
                <c:pt idx="1869">
                  <c:v>2023.43013699</c:v>
                </c:pt>
                <c:pt idx="1870">
                  <c:v>2023.43287671</c:v>
                </c:pt>
                <c:pt idx="1871">
                  <c:v>2023.43561644</c:v>
                </c:pt>
                <c:pt idx="1872">
                  <c:v>2023.43835616</c:v>
                </c:pt>
                <c:pt idx="1873">
                  <c:v>2023.44657534</c:v>
                </c:pt>
                <c:pt idx="1874">
                  <c:v>2023.44931507</c:v>
                </c:pt>
                <c:pt idx="1875">
                  <c:v>2023.45205479</c:v>
                </c:pt>
                <c:pt idx="1876">
                  <c:v>2023.45479452</c:v>
                </c:pt>
                <c:pt idx="1877">
                  <c:v>2023.45753425</c:v>
                </c:pt>
                <c:pt idx="1878">
                  <c:v>2023.46849315</c:v>
                </c:pt>
                <c:pt idx="1879">
                  <c:v>2023.47123288</c:v>
                </c:pt>
                <c:pt idx="1880">
                  <c:v>2023.4739726</c:v>
                </c:pt>
                <c:pt idx="1881">
                  <c:v>2023.47671233</c:v>
                </c:pt>
                <c:pt idx="1882">
                  <c:v>2023.48493151</c:v>
                </c:pt>
                <c:pt idx="1883">
                  <c:v>2023.48767123</c:v>
                </c:pt>
                <c:pt idx="1884">
                  <c:v>2023.49041096</c:v>
                </c:pt>
                <c:pt idx="1885">
                  <c:v>2023.49315068</c:v>
                </c:pt>
                <c:pt idx="1886">
                  <c:v>2023.49589041</c:v>
                </c:pt>
                <c:pt idx="1887">
                  <c:v>2023.50410959</c:v>
                </c:pt>
                <c:pt idx="1888">
                  <c:v>2023.50958904</c:v>
                </c:pt>
                <c:pt idx="1889">
                  <c:v>2023.51232877</c:v>
                </c:pt>
                <c:pt idx="1890">
                  <c:v>2023.51506849</c:v>
                </c:pt>
                <c:pt idx="1891">
                  <c:v>2023.52328767</c:v>
                </c:pt>
                <c:pt idx="1892">
                  <c:v>2023.5260274</c:v>
                </c:pt>
                <c:pt idx="1893">
                  <c:v>2023.52876712</c:v>
                </c:pt>
                <c:pt idx="1894">
                  <c:v>2023.53150685</c:v>
                </c:pt>
                <c:pt idx="1895">
                  <c:v>2023.53424658</c:v>
                </c:pt>
                <c:pt idx="1896">
                  <c:v>2023.54246575</c:v>
                </c:pt>
                <c:pt idx="1897">
                  <c:v>2023.54520548</c:v>
                </c:pt>
                <c:pt idx="1898">
                  <c:v>2023.54794521</c:v>
                </c:pt>
                <c:pt idx="1899">
                  <c:v>2023.55068493</c:v>
                </c:pt>
                <c:pt idx="1900">
                  <c:v>2023.55342466</c:v>
                </c:pt>
                <c:pt idx="1901">
                  <c:v>2023.56164384</c:v>
                </c:pt>
                <c:pt idx="1902">
                  <c:v>2023.56438356</c:v>
                </c:pt>
                <c:pt idx="1903">
                  <c:v>2023.56712329</c:v>
                </c:pt>
                <c:pt idx="1904">
                  <c:v>2023.56986301</c:v>
                </c:pt>
                <c:pt idx="1905">
                  <c:v>2023.57260274</c:v>
                </c:pt>
                <c:pt idx="1906">
                  <c:v>2023.58082192</c:v>
                </c:pt>
                <c:pt idx="1907">
                  <c:v>2023.58356164</c:v>
                </c:pt>
                <c:pt idx="1908">
                  <c:v>2023.58630137</c:v>
                </c:pt>
                <c:pt idx="1909">
                  <c:v>2023.5890411</c:v>
                </c:pt>
                <c:pt idx="1910">
                  <c:v>2023.59178082</c:v>
                </c:pt>
                <c:pt idx="1911">
                  <c:v>2023.6</c:v>
                </c:pt>
                <c:pt idx="1912">
                  <c:v>2023.60273973</c:v>
                </c:pt>
                <c:pt idx="1913">
                  <c:v>2023.60547945</c:v>
                </c:pt>
                <c:pt idx="1914">
                  <c:v>2023.60821918</c:v>
                </c:pt>
                <c:pt idx="1915">
                  <c:v>2023.6109589</c:v>
                </c:pt>
                <c:pt idx="1916">
                  <c:v>2023.61917808</c:v>
                </c:pt>
                <c:pt idx="1917">
                  <c:v>2023.62191781</c:v>
                </c:pt>
                <c:pt idx="1918">
                  <c:v>2023.62465753</c:v>
                </c:pt>
                <c:pt idx="1919">
                  <c:v>2023.62739726</c:v>
                </c:pt>
                <c:pt idx="1920">
                  <c:v>2023.63013699</c:v>
                </c:pt>
                <c:pt idx="1921">
                  <c:v>2023.63835616</c:v>
                </c:pt>
                <c:pt idx="1922">
                  <c:v>2023.64109589</c:v>
                </c:pt>
                <c:pt idx="1923">
                  <c:v>2023.64383562</c:v>
                </c:pt>
                <c:pt idx="1924">
                  <c:v>2023.64657534</c:v>
                </c:pt>
                <c:pt idx="1925">
                  <c:v>2023.64931507</c:v>
                </c:pt>
                <c:pt idx="1926">
                  <c:v>2023.65753425</c:v>
                </c:pt>
                <c:pt idx="1927">
                  <c:v>2023.66027397</c:v>
                </c:pt>
                <c:pt idx="1928">
                  <c:v>2023.6630137</c:v>
                </c:pt>
                <c:pt idx="1929">
                  <c:v>2023.66575342</c:v>
                </c:pt>
                <c:pt idx="1930">
                  <c:v>2023.66849315</c:v>
                </c:pt>
                <c:pt idx="1931">
                  <c:v>2023.67945205</c:v>
                </c:pt>
                <c:pt idx="1932">
                  <c:v>2023.68219178</c:v>
                </c:pt>
                <c:pt idx="1933">
                  <c:v>2023.68493151</c:v>
                </c:pt>
                <c:pt idx="1934">
                  <c:v>2023.68767123</c:v>
                </c:pt>
                <c:pt idx="1935">
                  <c:v>2023.69589041</c:v>
                </c:pt>
                <c:pt idx="1936">
                  <c:v>2023.69863014</c:v>
                </c:pt>
                <c:pt idx="1937">
                  <c:v>2023.70136986</c:v>
                </c:pt>
                <c:pt idx="1938">
                  <c:v>2023.70410959</c:v>
                </c:pt>
                <c:pt idx="1939">
                  <c:v>2023.70684932</c:v>
                </c:pt>
                <c:pt idx="1940">
                  <c:v>2023.71506849</c:v>
                </c:pt>
                <c:pt idx="1941">
                  <c:v>2023.71780822</c:v>
                </c:pt>
                <c:pt idx="1942">
                  <c:v>2023.72054795</c:v>
                </c:pt>
                <c:pt idx="1943">
                  <c:v>2023.72328767</c:v>
                </c:pt>
                <c:pt idx="1944">
                  <c:v>2023.7260274</c:v>
                </c:pt>
                <c:pt idx="1945">
                  <c:v>2023.73424658</c:v>
                </c:pt>
                <c:pt idx="1946">
                  <c:v>2023.7369863</c:v>
                </c:pt>
                <c:pt idx="1947">
                  <c:v>2023.73972603</c:v>
                </c:pt>
                <c:pt idx="1948">
                  <c:v>2023.74246575</c:v>
                </c:pt>
                <c:pt idx="1949">
                  <c:v>2023.74520548</c:v>
                </c:pt>
                <c:pt idx="1950">
                  <c:v>2023.75342466</c:v>
                </c:pt>
                <c:pt idx="1951">
                  <c:v>2023.75616438</c:v>
                </c:pt>
                <c:pt idx="1952">
                  <c:v>2023.75890411</c:v>
                </c:pt>
                <c:pt idx="1953">
                  <c:v>2023.76164384</c:v>
                </c:pt>
                <c:pt idx="1954">
                  <c:v>2023.76438356</c:v>
                </c:pt>
                <c:pt idx="1955">
                  <c:v>2023.77260274</c:v>
                </c:pt>
                <c:pt idx="1956">
                  <c:v>2023.77534247</c:v>
                </c:pt>
                <c:pt idx="1957">
                  <c:v>2023.77808219</c:v>
                </c:pt>
                <c:pt idx="1958">
                  <c:v>2023.78082192</c:v>
                </c:pt>
                <c:pt idx="1959">
                  <c:v>2023.78356164</c:v>
                </c:pt>
                <c:pt idx="1960">
                  <c:v>2023.79178082</c:v>
                </c:pt>
                <c:pt idx="1961">
                  <c:v>2023.79452055</c:v>
                </c:pt>
                <c:pt idx="1962">
                  <c:v>2023.79726027</c:v>
                </c:pt>
                <c:pt idx="1963">
                  <c:v>2023.8</c:v>
                </c:pt>
                <c:pt idx="1964">
                  <c:v>2023.80273973</c:v>
                </c:pt>
                <c:pt idx="1965">
                  <c:v>2023.8109589</c:v>
                </c:pt>
                <c:pt idx="1966">
                  <c:v>2023.81369863</c:v>
                </c:pt>
                <c:pt idx="1967">
                  <c:v>2023.81643836</c:v>
                </c:pt>
                <c:pt idx="1968">
                  <c:v>2023.81917808</c:v>
                </c:pt>
                <c:pt idx="1969">
                  <c:v>2023.82191781</c:v>
                </c:pt>
                <c:pt idx="1970">
                  <c:v>2023.83013699</c:v>
                </c:pt>
                <c:pt idx="1971">
                  <c:v>2023.83287671</c:v>
                </c:pt>
                <c:pt idx="1972">
                  <c:v>2023.83561644</c:v>
                </c:pt>
                <c:pt idx="1973">
                  <c:v>2023.83835616</c:v>
                </c:pt>
                <c:pt idx="1974">
                  <c:v>2023.84109589</c:v>
                </c:pt>
                <c:pt idx="1975">
                  <c:v>2023.84931507</c:v>
                </c:pt>
                <c:pt idx="1976">
                  <c:v>2023.85205479</c:v>
                </c:pt>
                <c:pt idx="1977">
                  <c:v>2023.85479452</c:v>
                </c:pt>
                <c:pt idx="1978">
                  <c:v>2023.85753425</c:v>
                </c:pt>
                <c:pt idx="1979">
                  <c:v>2023.86027397</c:v>
                </c:pt>
                <c:pt idx="1980">
                  <c:v>2023.86849315</c:v>
                </c:pt>
                <c:pt idx="1981">
                  <c:v>2023.87123288</c:v>
                </c:pt>
                <c:pt idx="1982">
                  <c:v>2023.8739726</c:v>
                </c:pt>
                <c:pt idx="1983">
                  <c:v>2023.87671233</c:v>
                </c:pt>
                <c:pt idx="1984">
                  <c:v>2023.87945205</c:v>
                </c:pt>
                <c:pt idx="1985">
                  <c:v>2023.88767123</c:v>
                </c:pt>
                <c:pt idx="1986">
                  <c:v>2023.89041096</c:v>
                </c:pt>
                <c:pt idx="1987">
                  <c:v>2023.89315068</c:v>
                </c:pt>
                <c:pt idx="1988">
                  <c:v>2023.89863014</c:v>
                </c:pt>
                <c:pt idx="1989">
                  <c:v>2023.90684932</c:v>
                </c:pt>
                <c:pt idx="1990">
                  <c:v>2023.90958904</c:v>
                </c:pt>
                <c:pt idx="1991">
                  <c:v>2023.91232877</c:v>
                </c:pt>
                <c:pt idx="1992">
                  <c:v>2023.91506849</c:v>
                </c:pt>
                <c:pt idx="1993">
                  <c:v>2023.91780822</c:v>
                </c:pt>
                <c:pt idx="1994">
                  <c:v>2023.9260274</c:v>
                </c:pt>
                <c:pt idx="1995">
                  <c:v>2023.92876712</c:v>
                </c:pt>
                <c:pt idx="1996">
                  <c:v>2023.93150685</c:v>
                </c:pt>
                <c:pt idx="1997">
                  <c:v>2023.93424658</c:v>
                </c:pt>
                <c:pt idx="1998">
                  <c:v>2023.9369863</c:v>
                </c:pt>
                <c:pt idx="1999">
                  <c:v>2023.94520548</c:v>
                </c:pt>
                <c:pt idx="2000">
                  <c:v>2023.94794521</c:v>
                </c:pt>
                <c:pt idx="2001">
                  <c:v>2023.95068493</c:v>
                </c:pt>
                <c:pt idx="2002">
                  <c:v>2023.95342466</c:v>
                </c:pt>
                <c:pt idx="2003">
                  <c:v>2023.95616438</c:v>
                </c:pt>
                <c:pt idx="2004">
                  <c:v>2023.96438356</c:v>
                </c:pt>
                <c:pt idx="2005">
                  <c:v>2023.96712329</c:v>
                </c:pt>
                <c:pt idx="2006">
                  <c:v>2023.96986301</c:v>
                </c:pt>
                <c:pt idx="2007">
                  <c:v>2023.97260274</c:v>
                </c:pt>
                <c:pt idx="2008">
                  <c:v>2023.97534247</c:v>
                </c:pt>
                <c:pt idx="2009">
                  <c:v>2023.98630137</c:v>
                </c:pt>
                <c:pt idx="2010">
                  <c:v>2023.9890411</c:v>
                </c:pt>
                <c:pt idx="2011">
                  <c:v>2023.99178082</c:v>
                </c:pt>
                <c:pt idx="2012">
                  <c:v>2023.99452055</c:v>
                </c:pt>
                <c:pt idx="2013">
                  <c:v>2024.00546448</c:v>
                </c:pt>
                <c:pt idx="2014">
                  <c:v>2024.00819672</c:v>
                </c:pt>
                <c:pt idx="2015">
                  <c:v>2024.01092896</c:v>
                </c:pt>
                <c:pt idx="2016">
                  <c:v>2024.0136612</c:v>
                </c:pt>
                <c:pt idx="2017">
                  <c:v>2024.02185792</c:v>
                </c:pt>
                <c:pt idx="2018">
                  <c:v>2024.02459016</c:v>
                </c:pt>
                <c:pt idx="2019">
                  <c:v>2024.0273224</c:v>
                </c:pt>
                <c:pt idx="2020">
                  <c:v>2024.03005464</c:v>
                </c:pt>
                <c:pt idx="2021">
                  <c:v>2024.03278689</c:v>
                </c:pt>
                <c:pt idx="2022">
                  <c:v>2024.04371585</c:v>
                </c:pt>
                <c:pt idx="2023">
                  <c:v>2024.04644809</c:v>
                </c:pt>
                <c:pt idx="2024">
                  <c:v>2024.04918033</c:v>
                </c:pt>
                <c:pt idx="2025">
                  <c:v>2024.05191257</c:v>
                </c:pt>
                <c:pt idx="2026">
                  <c:v>2024.06010929</c:v>
                </c:pt>
                <c:pt idx="2027">
                  <c:v>2024.06284153</c:v>
                </c:pt>
                <c:pt idx="2028">
                  <c:v>2024.06557377</c:v>
                </c:pt>
                <c:pt idx="2029">
                  <c:v>2024.06830601</c:v>
                </c:pt>
                <c:pt idx="2030">
                  <c:v>2024.07103825</c:v>
                </c:pt>
                <c:pt idx="2031">
                  <c:v>2024.07923497</c:v>
                </c:pt>
                <c:pt idx="2032">
                  <c:v>2024.08196721</c:v>
                </c:pt>
                <c:pt idx="2033">
                  <c:v>2024.08469945</c:v>
                </c:pt>
                <c:pt idx="2034">
                  <c:v>2024.08743169</c:v>
                </c:pt>
                <c:pt idx="2035">
                  <c:v>2024.09016393</c:v>
                </c:pt>
                <c:pt idx="2036">
                  <c:v>2024.09836066</c:v>
                </c:pt>
                <c:pt idx="2037">
                  <c:v>2024.1010929</c:v>
                </c:pt>
                <c:pt idx="2038">
                  <c:v>2024.10382514</c:v>
                </c:pt>
                <c:pt idx="2039">
                  <c:v>2024.10655738</c:v>
                </c:pt>
                <c:pt idx="2040">
                  <c:v>2024.10928962</c:v>
                </c:pt>
                <c:pt idx="2041">
                  <c:v>2024.11748634</c:v>
                </c:pt>
                <c:pt idx="2042">
                  <c:v>2024.12021858</c:v>
                </c:pt>
                <c:pt idx="2043">
                  <c:v>2024.12295082</c:v>
                </c:pt>
                <c:pt idx="2044">
                  <c:v>2024.12568306</c:v>
                </c:pt>
                <c:pt idx="2045">
                  <c:v>2024.1284153</c:v>
                </c:pt>
                <c:pt idx="2046">
                  <c:v>2024.13934426</c:v>
                </c:pt>
                <c:pt idx="2047">
                  <c:v>2024.1420765</c:v>
                </c:pt>
                <c:pt idx="2048">
                  <c:v>2024.14480874</c:v>
                </c:pt>
                <c:pt idx="2049">
                  <c:v>2024.14754098</c:v>
                </c:pt>
                <c:pt idx="2050">
                  <c:v>2024.1557377</c:v>
                </c:pt>
                <c:pt idx="2051">
                  <c:v>2024.15846995</c:v>
                </c:pt>
                <c:pt idx="2052">
                  <c:v>2024.16120219</c:v>
                </c:pt>
                <c:pt idx="2053">
                  <c:v>2024.16393443</c:v>
                </c:pt>
                <c:pt idx="2054">
                  <c:v>2024.16666667</c:v>
                </c:pt>
                <c:pt idx="2055">
                  <c:v>2024.17486339</c:v>
                </c:pt>
                <c:pt idx="2056">
                  <c:v>2024.17759563</c:v>
                </c:pt>
                <c:pt idx="2057">
                  <c:v>2024.18032787</c:v>
                </c:pt>
                <c:pt idx="2058">
                  <c:v>2024.18306011</c:v>
                </c:pt>
                <c:pt idx="2059">
                  <c:v>2024.18579235</c:v>
                </c:pt>
                <c:pt idx="2060">
                  <c:v>2024.19398907</c:v>
                </c:pt>
                <c:pt idx="2061">
                  <c:v>2024.19672131</c:v>
                </c:pt>
                <c:pt idx="2062">
                  <c:v>2024.19945355</c:v>
                </c:pt>
                <c:pt idx="2063">
                  <c:v>2024.20218579</c:v>
                </c:pt>
                <c:pt idx="2064">
                  <c:v>2024.20491803</c:v>
                </c:pt>
                <c:pt idx="2065">
                  <c:v>2024.21311475</c:v>
                </c:pt>
                <c:pt idx="2066">
                  <c:v>2024.21584699</c:v>
                </c:pt>
                <c:pt idx="2067">
                  <c:v>2024.21857923</c:v>
                </c:pt>
                <c:pt idx="2068">
                  <c:v>2024.22131148</c:v>
                </c:pt>
                <c:pt idx="2069">
                  <c:v>2024.22404372</c:v>
                </c:pt>
                <c:pt idx="2070">
                  <c:v>2024.23224044</c:v>
                </c:pt>
                <c:pt idx="2071">
                  <c:v>2024.23497268</c:v>
                </c:pt>
                <c:pt idx="2072">
                  <c:v>2024.23770492</c:v>
                </c:pt>
                <c:pt idx="2073">
                  <c:v>2024.24043716</c:v>
                </c:pt>
                <c:pt idx="2074">
                  <c:v>2024.25136612</c:v>
                </c:pt>
                <c:pt idx="2075">
                  <c:v>2024.25409836</c:v>
                </c:pt>
                <c:pt idx="2076">
                  <c:v>2024.2568306</c:v>
                </c:pt>
                <c:pt idx="2077">
                  <c:v>2024.25956284</c:v>
                </c:pt>
                <c:pt idx="2078">
                  <c:v>2024.26229508</c:v>
                </c:pt>
                <c:pt idx="2079">
                  <c:v>2024.2704918</c:v>
                </c:pt>
                <c:pt idx="2080">
                  <c:v>2024.27322404</c:v>
                </c:pt>
                <c:pt idx="2081">
                  <c:v>2024.27595628</c:v>
                </c:pt>
                <c:pt idx="2082">
                  <c:v>2024.27868852</c:v>
                </c:pt>
                <c:pt idx="2083">
                  <c:v>2024.28142077</c:v>
                </c:pt>
                <c:pt idx="2084">
                  <c:v>2024.28961749</c:v>
                </c:pt>
                <c:pt idx="2085">
                  <c:v>2024.29234973</c:v>
                </c:pt>
                <c:pt idx="2086">
                  <c:v>2024.29508197</c:v>
                </c:pt>
                <c:pt idx="2087">
                  <c:v>2024.29781421</c:v>
                </c:pt>
                <c:pt idx="2088">
                  <c:v>2024.30054645</c:v>
                </c:pt>
                <c:pt idx="2089">
                  <c:v>2024.30874317</c:v>
                </c:pt>
                <c:pt idx="2090">
                  <c:v>2024.31147541</c:v>
                </c:pt>
                <c:pt idx="2091">
                  <c:v>2024.31420765</c:v>
                </c:pt>
                <c:pt idx="2092">
                  <c:v>2024.31693989</c:v>
                </c:pt>
                <c:pt idx="2093">
                  <c:v>2024.31967213</c:v>
                </c:pt>
                <c:pt idx="2094">
                  <c:v>2024.32786885</c:v>
                </c:pt>
                <c:pt idx="2095">
                  <c:v>2024.33060109</c:v>
                </c:pt>
                <c:pt idx="2096">
                  <c:v>2024.33333333</c:v>
                </c:pt>
                <c:pt idx="2097">
                  <c:v>2024.33606557</c:v>
                </c:pt>
                <c:pt idx="2098">
                  <c:v>2024.33879781</c:v>
                </c:pt>
                <c:pt idx="2099">
                  <c:v>2024.34699454</c:v>
                </c:pt>
                <c:pt idx="2100">
                  <c:v>2024.34972678</c:v>
                </c:pt>
                <c:pt idx="2101">
                  <c:v>2024.35245902</c:v>
                </c:pt>
                <c:pt idx="2102">
                  <c:v>2024.35519126</c:v>
                </c:pt>
                <c:pt idx="2103">
                  <c:v>2024.3579235</c:v>
                </c:pt>
                <c:pt idx="2104">
                  <c:v>2024.36612022</c:v>
                </c:pt>
                <c:pt idx="2105">
                  <c:v>2024.36885246</c:v>
                </c:pt>
                <c:pt idx="2106">
                  <c:v>2024.3715847</c:v>
                </c:pt>
                <c:pt idx="2107">
                  <c:v>2024.37431694</c:v>
                </c:pt>
                <c:pt idx="2108">
                  <c:v>2024.37704918</c:v>
                </c:pt>
                <c:pt idx="2109">
                  <c:v>2024.3852459</c:v>
                </c:pt>
                <c:pt idx="2110">
                  <c:v>2024.38797814</c:v>
                </c:pt>
                <c:pt idx="2111">
                  <c:v>2024.39071038</c:v>
                </c:pt>
                <c:pt idx="2112">
                  <c:v>2024.39344262</c:v>
                </c:pt>
                <c:pt idx="2113">
                  <c:v>2024.39617486</c:v>
                </c:pt>
                <c:pt idx="2114">
                  <c:v>2024.40710383</c:v>
                </c:pt>
                <c:pt idx="2115">
                  <c:v>2024.40983607</c:v>
                </c:pt>
                <c:pt idx="2116">
                  <c:v>2024.41256831</c:v>
                </c:pt>
                <c:pt idx="2117">
                  <c:v>2024.41530055</c:v>
                </c:pt>
                <c:pt idx="2118">
                  <c:v>2024.42349727</c:v>
                </c:pt>
                <c:pt idx="2119">
                  <c:v>2024.42622951</c:v>
                </c:pt>
                <c:pt idx="2120">
                  <c:v>2024.42896175</c:v>
                </c:pt>
                <c:pt idx="2121">
                  <c:v>2024.43169399</c:v>
                </c:pt>
                <c:pt idx="2122">
                  <c:v>2024.43442623</c:v>
                </c:pt>
                <c:pt idx="2123">
                  <c:v>2024.44262295</c:v>
                </c:pt>
                <c:pt idx="2124">
                  <c:v>2024.44535519</c:v>
                </c:pt>
                <c:pt idx="2125">
                  <c:v>2024.44808743</c:v>
                </c:pt>
                <c:pt idx="2126">
                  <c:v>2024.45081967</c:v>
                </c:pt>
                <c:pt idx="2127">
                  <c:v>2024.45355191</c:v>
                </c:pt>
                <c:pt idx="2128">
                  <c:v>2024.46174863</c:v>
                </c:pt>
                <c:pt idx="2129">
                  <c:v>2024.46448087</c:v>
                </c:pt>
                <c:pt idx="2130">
                  <c:v>2024.46994536</c:v>
                </c:pt>
                <c:pt idx="2131">
                  <c:v>2024.4726776</c:v>
                </c:pt>
                <c:pt idx="2132">
                  <c:v>2024.48087432</c:v>
                </c:pt>
                <c:pt idx="2133">
                  <c:v>2024.48360656</c:v>
                </c:pt>
                <c:pt idx="2134">
                  <c:v>2024.4863388</c:v>
                </c:pt>
                <c:pt idx="2135">
                  <c:v>2024.48907104</c:v>
                </c:pt>
                <c:pt idx="2136">
                  <c:v>2024.49180328</c:v>
                </c:pt>
                <c:pt idx="2137">
                  <c:v>2024.5</c:v>
                </c:pt>
                <c:pt idx="2138">
                  <c:v>2024.50273224</c:v>
                </c:pt>
                <c:pt idx="2139">
                  <c:v>2024.50546448</c:v>
                </c:pt>
                <c:pt idx="2140">
                  <c:v>2024.51092896</c:v>
                </c:pt>
                <c:pt idx="2141">
                  <c:v>2024.51912568</c:v>
                </c:pt>
                <c:pt idx="2142">
                  <c:v>2024.52185792</c:v>
                </c:pt>
                <c:pt idx="2143">
                  <c:v>2024.52459016</c:v>
                </c:pt>
                <c:pt idx="2144">
                  <c:v>2024.5273224</c:v>
                </c:pt>
                <c:pt idx="2145">
                  <c:v>2024.53005464</c:v>
                </c:pt>
                <c:pt idx="2146">
                  <c:v>2024.53825137</c:v>
                </c:pt>
                <c:pt idx="2147">
                  <c:v>2024.54098361</c:v>
                </c:pt>
                <c:pt idx="2148">
                  <c:v>2024.54371585</c:v>
                </c:pt>
                <c:pt idx="2149">
                  <c:v>2024.54644809</c:v>
                </c:pt>
                <c:pt idx="2150">
                  <c:v>2024.54918033</c:v>
                </c:pt>
                <c:pt idx="2151">
                  <c:v>2024.55737705</c:v>
                </c:pt>
                <c:pt idx="2152">
                  <c:v>2024.56010929</c:v>
                </c:pt>
                <c:pt idx="2153">
                  <c:v>2024.56284153</c:v>
                </c:pt>
                <c:pt idx="2154">
                  <c:v>2024.56557377</c:v>
                </c:pt>
                <c:pt idx="2155">
                  <c:v>2024.56830601</c:v>
                </c:pt>
                <c:pt idx="2156">
                  <c:v>2024.57650273</c:v>
                </c:pt>
                <c:pt idx="2157">
                  <c:v>2024.57923497</c:v>
                </c:pt>
                <c:pt idx="2158">
                  <c:v>2024.58196721</c:v>
                </c:pt>
                <c:pt idx="2159">
                  <c:v>2024.58469945</c:v>
                </c:pt>
                <c:pt idx="2160">
                  <c:v>2024.58743169</c:v>
                </c:pt>
                <c:pt idx="2161">
                  <c:v>2024.59562842</c:v>
                </c:pt>
                <c:pt idx="2162">
                  <c:v>2024.59836066</c:v>
                </c:pt>
                <c:pt idx="2163">
                  <c:v>2024.6010929</c:v>
                </c:pt>
                <c:pt idx="2164">
                  <c:v>2024.60382514</c:v>
                </c:pt>
                <c:pt idx="2165">
                  <c:v>2024.60655738</c:v>
                </c:pt>
                <c:pt idx="2166">
                  <c:v>2024.6147541</c:v>
                </c:pt>
                <c:pt idx="2167">
                  <c:v>2024.61748634</c:v>
                </c:pt>
                <c:pt idx="2168">
                  <c:v>2024.62021858</c:v>
                </c:pt>
                <c:pt idx="2169">
                  <c:v>2024.62295082</c:v>
                </c:pt>
                <c:pt idx="2170">
                  <c:v>2024.62568306</c:v>
                </c:pt>
                <c:pt idx="2171">
                  <c:v>2024.63387978</c:v>
                </c:pt>
                <c:pt idx="2172">
                  <c:v>2024.63661202</c:v>
                </c:pt>
                <c:pt idx="2173">
                  <c:v>2024.63934426</c:v>
                </c:pt>
                <c:pt idx="2174">
                  <c:v>2024.6420765</c:v>
                </c:pt>
                <c:pt idx="2175">
                  <c:v>2024.64480874</c:v>
                </c:pt>
                <c:pt idx="2176">
                  <c:v>2024.65300546</c:v>
                </c:pt>
                <c:pt idx="2177">
                  <c:v>2024.6557377</c:v>
                </c:pt>
                <c:pt idx="2178">
                  <c:v>2024.65846995</c:v>
                </c:pt>
                <c:pt idx="2179">
                  <c:v>2024.66120219</c:v>
                </c:pt>
                <c:pt idx="2180">
                  <c:v>2024.66393443</c:v>
                </c:pt>
                <c:pt idx="2181">
                  <c:v>2024.67486339</c:v>
                </c:pt>
                <c:pt idx="2182">
                  <c:v>2024.67759563</c:v>
                </c:pt>
                <c:pt idx="2183">
                  <c:v>2024.68032787</c:v>
                </c:pt>
                <c:pt idx="2184">
                  <c:v>2024.68306011</c:v>
                </c:pt>
                <c:pt idx="2185">
                  <c:v>2024.69125683</c:v>
                </c:pt>
                <c:pt idx="2186">
                  <c:v>2024.69398907</c:v>
                </c:pt>
                <c:pt idx="2187">
                  <c:v>2024.69672131</c:v>
                </c:pt>
                <c:pt idx="2188">
                  <c:v>2024.69945355</c:v>
                </c:pt>
                <c:pt idx="2189">
                  <c:v>2024.70218579</c:v>
                </c:pt>
                <c:pt idx="2190">
                  <c:v>2024.71038251</c:v>
                </c:pt>
                <c:pt idx="2191">
                  <c:v>2024.71311475</c:v>
                </c:pt>
                <c:pt idx="2192">
                  <c:v>2024.71584699</c:v>
                </c:pt>
                <c:pt idx="2193">
                  <c:v>2024.71857923</c:v>
                </c:pt>
                <c:pt idx="2194">
                  <c:v>2024.72131148</c:v>
                </c:pt>
                <c:pt idx="2195">
                  <c:v>2024.7295082</c:v>
                </c:pt>
                <c:pt idx="2196">
                  <c:v>2024.73224044</c:v>
                </c:pt>
                <c:pt idx="2197">
                  <c:v>2024.73497268</c:v>
                </c:pt>
                <c:pt idx="2198">
                  <c:v>2024.73770492</c:v>
                </c:pt>
                <c:pt idx="2199">
                  <c:v>2024.74043716</c:v>
                </c:pt>
                <c:pt idx="2200">
                  <c:v>2024.74863388</c:v>
                </c:pt>
                <c:pt idx="2201">
                  <c:v>2024.75136612</c:v>
                </c:pt>
                <c:pt idx="2202">
                  <c:v>2024.75409836</c:v>
                </c:pt>
                <c:pt idx="2203">
                  <c:v>2024.7568306</c:v>
                </c:pt>
                <c:pt idx="2204">
                  <c:v>2024.75956284</c:v>
                </c:pt>
                <c:pt idx="2205">
                  <c:v>2024.76775956</c:v>
                </c:pt>
                <c:pt idx="2206">
                  <c:v>2024.7704918</c:v>
                </c:pt>
                <c:pt idx="2207">
                  <c:v>2024.77322404</c:v>
                </c:pt>
                <c:pt idx="2208">
                  <c:v>2024.77595628</c:v>
                </c:pt>
                <c:pt idx="2209">
                  <c:v>2024.77868852</c:v>
                </c:pt>
                <c:pt idx="2210">
                  <c:v>2024.78688525</c:v>
                </c:pt>
                <c:pt idx="2211">
                  <c:v>2024.78961749</c:v>
                </c:pt>
                <c:pt idx="2212">
                  <c:v>2024.79234973</c:v>
                </c:pt>
                <c:pt idx="2213">
                  <c:v>2024.79508197</c:v>
                </c:pt>
                <c:pt idx="2214">
                  <c:v>2024.79781421</c:v>
                </c:pt>
                <c:pt idx="2215">
                  <c:v>2024.80601093</c:v>
                </c:pt>
                <c:pt idx="2216">
                  <c:v>2024.80874317</c:v>
                </c:pt>
                <c:pt idx="2217">
                  <c:v>2024.81147541</c:v>
                </c:pt>
                <c:pt idx="2218">
                  <c:v>2024.81420765</c:v>
                </c:pt>
                <c:pt idx="2219">
                  <c:v>2024.81693989</c:v>
                </c:pt>
                <c:pt idx="2220">
                  <c:v>2024.82513661</c:v>
                </c:pt>
                <c:pt idx="2221">
                  <c:v>2024.82786885</c:v>
                </c:pt>
                <c:pt idx="2222">
                  <c:v>2024.83060109</c:v>
                </c:pt>
                <c:pt idx="2223">
                  <c:v>2024.83333333</c:v>
                </c:pt>
                <c:pt idx="2224">
                  <c:v>2024.83606557</c:v>
                </c:pt>
                <c:pt idx="2225">
                  <c:v>2024.8442623</c:v>
                </c:pt>
                <c:pt idx="2226">
                  <c:v>2024.84699454</c:v>
                </c:pt>
                <c:pt idx="2227">
                  <c:v>2024.84972678</c:v>
                </c:pt>
                <c:pt idx="2228">
                  <c:v>2024.85245902</c:v>
                </c:pt>
                <c:pt idx="2229">
                  <c:v>2024.85519126</c:v>
                </c:pt>
                <c:pt idx="2230">
                  <c:v>2024.86338798</c:v>
                </c:pt>
                <c:pt idx="2231">
                  <c:v>2024.86612022</c:v>
                </c:pt>
                <c:pt idx="2232">
                  <c:v>2024.86885246</c:v>
                </c:pt>
                <c:pt idx="2233">
                  <c:v>2024.8715847</c:v>
                </c:pt>
                <c:pt idx="2234">
                  <c:v>2024.87431694</c:v>
                </c:pt>
                <c:pt idx="2235">
                  <c:v>2024.88251366</c:v>
                </c:pt>
                <c:pt idx="2236">
                  <c:v>2024.8852459</c:v>
                </c:pt>
                <c:pt idx="2237">
                  <c:v>2024.88797814</c:v>
                </c:pt>
                <c:pt idx="2238">
                  <c:v>2024.89071038</c:v>
                </c:pt>
                <c:pt idx="2239">
                  <c:v>2024.89344262</c:v>
                </c:pt>
                <c:pt idx="2240">
                  <c:v>2024.90163934</c:v>
                </c:pt>
                <c:pt idx="2241">
                  <c:v>2024.90437158</c:v>
                </c:pt>
                <c:pt idx="2242">
                  <c:v>2024.90710383</c:v>
                </c:pt>
                <c:pt idx="2243">
                  <c:v>2024.91256831</c:v>
                </c:pt>
                <c:pt idx="2244">
                  <c:v>2024.92076503</c:v>
                </c:pt>
                <c:pt idx="2245">
                  <c:v>2024.92349727</c:v>
                </c:pt>
                <c:pt idx="2246">
                  <c:v>2024.92622951</c:v>
                </c:pt>
                <c:pt idx="2247">
                  <c:v>2024.92896175</c:v>
                </c:pt>
                <c:pt idx="2248">
                  <c:v>2024.93169399</c:v>
                </c:pt>
                <c:pt idx="2249">
                  <c:v>2024.93989071</c:v>
                </c:pt>
                <c:pt idx="2250">
                  <c:v>2024.94262295</c:v>
                </c:pt>
                <c:pt idx="2251">
                  <c:v>2024.94535519</c:v>
                </c:pt>
                <c:pt idx="2252">
                  <c:v>2024.94808743</c:v>
                </c:pt>
                <c:pt idx="2253">
                  <c:v>2024.95081967</c:v>
                </c:pt>
                <c:pt idx="2254">
                  <c:v>2024.95901639</c:v>
                </c:pt>
                <c:pt idx="2255">
                  <c:v>2024.96174863</c:v>
                </c:pt>
                <c:pt idx="2256">
                  <c:v>2024.96448087</c:v>
                </c:pt>
                <c:pt idx="2257">
                  <c:v>2024.96721311</c:v>
                </c:pt>
                <c:pt idx="2258">
                  <c:v>2024.96994536</c:v>
                </c:pt>
                <c:pt idx="2259">
                  <c:v>2024.97814208</c:v>
                </c:pt>
                <c:pt idx="2260">
                  <c:v>2024.98087432</c:v>
                </c:pt>
                <c:pt idx="2261">
                  <c:v>2024.9863388</c:v>
                </c:pt>
                <c:pt idx="2262">
                  <c:v>2024.98907104</c:v>
                </c:pt>
                <c:pt idx="2263">
                  <c:v>2024.99726776</c:v>
                </c:pt>
                <c:pt idx="2264">
                  <c:v>2025</c:v>
                </c:pt>
                <c:pt idx="2265">
                  <c:v>2025.00547945</c:v>
                </c:pt>
                <c:pt idx="2266">
                  <c:v>2025.00821918</c:v>
                </c:pt>
                <c:pt idx="2267">
                  <c:v>2025.01643836</c:v>
                </c:pt>
                <c:pt idx="2268">
                  <c:v>2025.01917808</c:v>
                </c:pt>
                <c:pt idx="2269">
                  <c:v>2025.02191781</c:v>
                </c:pt>
                <c:pt idx="2270">
                  <c:v>2025.02739726</c:v>
                </c:pt>
                <c:pt idx="2271">
                  <c:v>2025.03561644</c:v>
                </c:pt>
                <c:pt idx="2272">
                  <c:v>2025.03835616</c:v>
                </c:pt>
                <c:pt idx="2273">
                  <c:v>2025.04109589</c:v>
                </c:pt>
                <c:pt idx="2274">
                  <c:v>2025.04383562</c:v>
                </c:pt>
                <c:pt idx="2275">
                  <c:v>2025.04657534</c:v>
                </c:pt>
                <c:pt idx="2276">
                  <c:v>2025.05753425</c:v>
                </c:pt>
                <c:pt idx="2277">
                  <c:v>2025.06027397</c:v>
                </c:pt>
                <c:pt idx="2278">
                  <c:v>2025.0630137</c:v>
                </c:pt>
                <c:pt idx="2279">
                  <c:v>2025.06575342</c:v>
                </c:pt>
                <c:pt idx="2280">
                  <c:v>2025.0739726</c:v>
                </c:pt>
                <c:pt idx="2281">
                  <c:v>2025.07671233</c:v>
                </c:pt>
                <c:pt idx="2282">
                  <c:v>2025.07945205</c:v>
                </c:pt>
                <c:pt idx="2283">
                  <c:v>2025.08219178</c:v>
                </c:pt>
                <c:pt idx="2284">
                  <c:v>2025.08493151</c:v>
                </c:pt>
                <c:pt idx="2285">
                  <c:v>2025.09315068</c:v>
                </c:pt>
                <c:pt idx="2286">
                  <c:v>2025.09589041</c:v>
                </c:pt>
                <c:pt idx="2287">
                  <c:v>2025.09863014</c:v>
                </c:pt>
                <c:pt idx="2288">
                  <c:v>2025.10136986</c:v>
                </c:pt>
                <c:pt idx="2289">
                  <c:v>2025.10410959</c:v>
                </c:pt>
                <c:pt idx="2290">
                  <c:v>2025.11232877</c:v>
                </c:pt>
                <c:pt idx="2291">
                  <c:v>2025.11506849</c:v>
                </c:pt>
                <c:pt idx="2292">
                  <c:v>2025.11780822</c:v>
                </c:pt>
                <c:pt idx="2293">
                  <c:v>2025.12054795</c:v>
                </c:pt>
                <c:pt idx="2294">
                  <c:v>2025.12328767</c:v>
                </c:pt>
                <c:pt idx="2295">
                  <c:v>2025.13424658</c:v>
                </c:pt>
                <c:pt idx="2296">
                  <c:v>2025.1369863</c:v>
                </c:pt>
                <c:pt idx="2297">
                  <c:v>2025.13972603</c:v>
                </c:pt>
                <c:pt idx="2298">
                  <c:v>2025.14246575</c:v>
                </c:pt>
                <c:pt idx="2299">
                  <c:v>2025.15068493</c:v>
                </c:pt>
                <c:pt idx="2300">
                  <c:v>2025.15342466</c:v>
                </c:pt>
                <c:pt idx="2301">
                  <c:v>2025.15616438</c:v>
                </c:pt>
                <c:pt idx="2302">
                  <c:v>2025.15890411</c:v>
                </c:pt>
                <c:pt idx="2303">
                  <c:v>2025.16164384</c:v>
                </c:pt>
                <c:pt idx="2304">
                  <c:v>2025.16986301</c:v>
                </c:pt>
                <c:pt idx="2305">
                  <c:v>2025.17260274</c:v>
                </c:pt>
                <c:pt idx="2306">
                  <c:v>2025.17534247</c:v>
                </c:pt>
                <c:pt idx="2307">
                  <c:v>2025.17808219</c:v>
                </c:pt>
                <c:pt idx="2308">
                  <c:v>2025.18082192</c:v>
                </c:pt>
                <c:pt idx="2309">
                  <c:v>2025.1890411</c:v>
                </c:pt>
                <c:pt idx="2310">
                  <c:v>2025.19178082</c:v>
                </c:pt>
                <c:pt idx="2311">
                  <c:v>2025.19452055</c:v>
                </c:pt>
                <c:pt idx="2312">
                  <c:v>2025.19726027</c:v>
                </c:pt>
                <c:pt idx="2313">
                  <c:v>2025.2</c:v>
                </c:pt>
                <c:pt idx="2314">
                  <c:v>2025.20821918</c:v>
                </c:pt>
                <c:pt idx="2315">
                  <c:v>2025.2109589</c:v>
                </c:pt>
                <c:pt idx="2316">
                  <c:v>2025.21369863</c:v>
                </c:pt>
                <c:pt idx="2317">
                  <c:v>2025.21643836</c:v>
                </c:pt>
                <c:pt idx="2318">
                  <c:v>2025.21917808</c:v>
                </c:pt>
                <c:pt idx="2319">
                  <c:v>2025.22739726</c:v>
                </c:pt>
                <c:pt idx="2320">
                  <c:v>2025.23013699</c:v>
                </c:pt>
                <c:pt idx="2321">
                  <c:v>2025.23287671</c:v>
                </c:pt>
                <c:pt idx="2322">
                  <c:v>2025.23561644</c:v>
                </c:pt>
                <c:pt idx="2323">
                  <c:v>2025.23835616</c:v>
                </c:pt>
                <c:pt idx="2324">
                  <c:v>2025.24657534</c:v>
                </c:pt>
                <c:pt idx="2325">
                  <c:v>2025.24931507</c:v>
                </c:pt>
                <c:pt idx="2326">
                  <c:v>2025.25205479</c:v>
                </c:pt>
                <c:pt idx="2327">
                  <c:v>2025.25479452</c:v>
                </c:pt>
                <c:pt idx="2328">
                  <c:v>2025.25753425</c:v>
                </c:pt>
                <c:pt idx="2329">
                  <c:v>2025.26575342</c:v>
                </c:pt>
                <c:pt idx="2330">
                  <c:v>2025.26849315</c:v>
                </c:pt>
                <c:pt idx="2331">
                  <c:v>2025.27123288</c:v>
                </c:pt>
                <c:pt idx="2332">
                  <c:v>2025.2739726</c:v>
                </c:pt>
                <c:pt idx="2333">
                  <c:v>2025.27671233</c:v>
                </c:pt>
                <c:pt idx="2334">
                  <c:v>2025.28493151</c:v>
                </c:pt>
                <c:pt idx="2335">
                  <c:v>2025.28767123</c:v>
                </c:pt>
                <c:pt idx="2336">
                  <c:v>2025.29041096</c:v>
                </c:pt>
                <c:pt idx="2337">
                  <c:v>2025.29315068</c:v>
                </c:pt>
                <c:pt idx="2338">
                  <c:v>2025.30410959</c:v>
                </c:pt>
                <c:pt idx="2339">
                  <c:v>2025.30684932</c:v>
                </c:pt>
                <c:pt idx="2340">
                  <c:v>2025.30958904</c:v>
                </c:pt>
                <c:pt idx="2341">
                  <c:v>2025.31232877</c:v>
                </c:pt>
                <c:pt idx="2342">
                  <c:v>2025.31506849</c:v>
                </c:pt>
                <c:pt idx="2343">
                  <c:v>2025.32328767</c:v>
                </c:pt>
                <c:pt idx="2344">
                  <c:v>2025.3260274</c:v>
                </c:pt>
                <c:pt idx="2345">
                  <c:v>2025.32876712</c:v>
                </c:pt>
                <c:pt idx="2346">
                  <c:v>2025.33150685</c:v>
                </c:pt>
                <c:pt idx="2347">
                  <c:v>2025.33424658</c:v>
                </c:pt>
                <c:pt idx="2348">
                  <c:v>2025.34246575</c:v>
                </c:pt>
                <c:pt idx="2349">
                  <c:v>2025.34520548</c:v>
                </c:pt>
                <c:pt idx="2350">
                  <c:v>2025.34794521</c:v>
                </c:pt>
                <c:pt idx="2351">
                  <c:v>2025.35068493</c:v>
                </c:pt>
                <c:pt idx="2352">
                  <c:v>2025.35342466</c:v>
                </c:pt>
                <c:pt idx="2353">
                  <c:v>2025.36164384</c:v>
                </c:pt>
                <c:pt idx="2354">
                  <c:v>2025.36438356</c:v>
                </c:pt>
                <c:pt idx="2355">
                  <c:v>2025.36712329</c:v>
                </c:pt>
                <c:pt idx="2356">
                  <c:v>2025.36986301</c:v>
                </c:pt>
                <c:pt idx="2357">
                  <c:v>2025.37260274</c:v>
                </c:pt>
                <c:pt idx="2358">
                  <c:v>2025.38082192</c:v>
                </c:pt>
                <c:pt idx="2359">
                  <c:v>2025.38356164</c:v>
                </c:pt>
                <c:pt idx="2360">
                  <c:v>2025.38630137</c:v>
                </c:pt>
                <c:pt idx="2361">
                  <c:v>2025.3890411</c:v>
                </c:pt>
                <c:pt idx="2362">
                  <c:v>2025.39178082</c:v>
                </c:pt>
                <c:pt idx="2363">
                  <c:v>2025.40273973</c:v>
                </c:pt>
                <c:pt idx="2364">
                  <c:v>2025.40547945</c:v>
                </c:pt>
                <c:pt idx="2365">
                  <c:v>2025.40821918</c:v>
                </c:pt>
                <c:pt idx="2366">
                  <c:v>2025.4109589</c:v>
                </c:pt>
                <c:pt idx="2367">
                  <c:v>2025.41917808</c:v>
                </c:pt>
                <c:pt idx="2368">
                  <c:v>2025.42191781</c:v>
                </c:pt>
                <c:pt idx="2369">
                  <c:v>2025.42465753</c:v>
                </c:pt>
                <c:pt idx="2370">
                  <c:v>2025.42739726</c:v>
                </c:pt>
                <c:pt idx="2371">
                  <c:v>2025.43013699</c:v>
                </c:pt>
                <c:pt idx="2372">
                  <c:v>2025.43835616</c:v>
                </c:pt>
                <c:pt idx="2373">
                  <c:v>2025.44109589</c:v>
                </c:pt>
                <c:pt idx="2374">
                  <c:v>2025.44383562</c:v>
                </c:pt>
                <c:pt idx="2375">
                  <c:v>2025.44657534</c:v>
                </c:pt>
                <c:pt idx="2376">
                  <c:v>2025.44931507</c:v>
                </c:pt>
                <c:pt idx="2377">
                  <c:v>2025.45753425</c:v>
                </c:pt>
                <c:pt idx="2378">
                  <c:v>2025.46027397</c:v>
                </c:pt>
                <c:pt idx="2379">
                  <c:v>2025.4630137</c:v>
                </c:pt>
                <c:pt idx="2380">
                  <c:v>2025.46849315</c:v>
                </c:pt>
                <c:pt idx="2381">
                  <c:v>2025.47671233</c:v>
                </c:pt>
                <c:pt idx="2382">
                  <c:v>2025.47945205</c:v>
                </c:pt>
                <c:pt idx="2383">
                  <c:v>2025.48219178</c:v>
                </c:pt>
                <c:pt idx="2384">
                  <c:v>2025.48493151</c:v>
                </c:pt>
                <c:pt idx="2385">
                  <c:v>2025.48767123</c:v>
                </c:pt>
                <c:pt idx="2386">
                  <c:v>2025.49589041</c:v>
                </c:pt>
                <c:pt idx="2387">
                  <c:v>2025.49863014</c:v>
                </c:pt>
                <c:pt idx="2388">
                  <c:v>2025.50136986</c:v>
                </c:pt>
                <c:pt idx="2389">
                  <c:v>2025.50410959</c:v>
                </c:pt>
                <c:pt idx="2390">
                  <c:v>2025.51506849</c:v>
                </c:pt>
                <c:pt idx="2391">
                  <c:v>2025.51780822</c:v>
                </c:pt>
                <c:pt idx="2392">
                  <c:v>2025.52054795</c:v>
                </c:pt>
                <c:pt idx="2393">
                  <c:v>2025.52328767</c:v>
                </c:pt>
                <c:pt idx="2394">
                  <c:v>2025.5260274</c:v>
                </c:pt>
                <c:pt idx="2395">
                  <c:v>2025.53424658</c:v>
                </c:pt>
                <c:pt idx="2396">
                  <c:v>2025.5369863</c:v>
                </c:pt>
                <c:pt idx="2397">
                  <c:v>2025.53972603</c:v>
                </c:pt>
                <c:pt idx="2398">
                  <c:v>2025.54246575</c:v>
                </c:pt>
                <c:pt idx="2399">
                  <c:v>2025.54520548</c:v>
                </c:pt>
                <c:pt idx="2400">
                  <c:v>2025.55342466</c:v>
                </c:pt>
                <c:pt idx="2401">
                  <c:v>2025.55616438</c:v>
                </c:pt>
                <c:pt idx="2402">
                  <c:v>2025.55890411</c:v>
                </c:pt>
                <c:pt idx="2403">
                  <c:v>2025.56164384</c:v>
                </c:pt>
                <c:pt idx="2404">
                  <c:v>2025.56438356</c:v>
                </c:pt>
                <c:pt idx="2405">
                  <c:v>2025.57260274</c:v>
                </c:pt>
                <c:pt idx="2406">
                  <c:v>2025.57534247</c:v>
                </c:pt>
                <c:pt idx="2407">
                  <c:v>2025.57808219</c:v>
                </c:pt>
                <c:pt idx="2408">
                  <c:v>2025.58082192</c:v>
                </c:pt>
                <c:pt idx="2409">
                  <c:v>2025.58356164</c:v>
                </c:pt>
                <c:pt idx="2410">
                  <c:v>2025.59178082</c:v>
                </c:pt>
                <c:pt idx="2411">
                  <c:v>2025.59452055</c:v>
                </c:pt>
                <c:pt idx="2412">
                  <c:v>2025.59726027</c:v>
                </c:pt>
                <c:pt idx="2413">
                  <c:v>2025.6</c:v>
                </c:pt>
                <c:pt idx="2414">
                  <c:v>2025.60273973</c:v>
                </c:pt>
                <c:pt idx="2415">
                  <c:v>2025.6109589</c:v>
                </c:pt>
                <c:pt idx="2416">
                  <c:v>2025.61369863</c:v>
                </c:pt>
                <c:pt idx="2417">
                  <c:v>2025.61643836</c:v>
                </c:pt>
                <c:pt idx="2418">
                  <c:v>2025.61917808</c:v>
                </c:pt>
                <c:pt idx="2419">
                  <c:v>2025.62191781</c:v>
                </c:pt>
                <c:pt idx="2420">
                  <c:v>2025.63013699</c:v>
                </c:pt>
                <c:pt idx="2421">
                  <c:v>2025.63287671</c:v>
                </c:pt>
                <c:pt idx="2422">
                  <c:v>2025.63561644</c:v>
                </c:pt>
                <c:pt idx="2423">
                  <c:v>2025.63835616</c:v>
                </c:pt>
                <c:pt idx="2424">
                  <c:v>2025.64109589</c:v>
                </c:pt>
                <c:pt idx="2425">
                  <c:v>2025.64931507</c:v>
                </c:pt>
                <c:pt idx="2426">
                  <c:v>2025.65205479</c:v>
                </c:pt>
                <c:pt idx="2427">
                  <c:v>2025.65479452</c:v>
                </c:pt>
                <c:pt idx="2428">
                  <c:v>2025.65753425</c:v>
                </c:pt>
                <c:pt idx="2429">
                  <c:v>2025.66027397</c:v>
                </c:pt>
                <c:pt idx="2430">
                  <c:v>2025.67123288</c:v>
                </c:pt>
                <c:pt idx="2431">
                  <c:v>2025.6739726</c:v>
                </c:pt>
                <c:pt idx="2432">
                  <c:v>2025.67671233</c:v>
                </c:pt>
                <c:pt idx="2433">
                  <c:v>2025.67945205</c:v>
                </c:pt>
                <c:pt idx="2434">
                  <c:v>2025.68767123</c:v>
                </c:pt>
                <c:pt idx="2435">
                  <c:v>2025.69041096</c:v>
                </c:pt>
                <c:pt idx="2436">
                  <c:v>2025.69315068</c:v>
                </c:pt>
                <c:pt idx="2437">
                  <c:v>2025.69589041</c:v>
                </c:pt>
                <c:pt idx="2438">
                  <c:v>2025.69863014</c:v>
                </c:pt>
                <c:pt idx="2439">
                  <c:v>2025.70684932</c:v>
                </c:pt>
                <c:pt idx="2440">
                  <c:v>2025.70958904</c:v>
                </c:pt>
                <c:pt idx="2441">
                  <c:v>2025.71232877</c:v>
                </c:pt>
                <c:pt idx="2442">
                  <c:v>2025.71506849</c:v>
                </c:pt>
                <c:pt idx="2443">
                  <c:v>2025.71780822</c:v>
                </c:pt>
                <c:pt idx="2444">
                  <c:v>2025.7260274</c:v>
                </c:pt>
                <c:pt idx="2445">
                  <c:v>2025.72876712</c:v>
                </c:pt>
                <c:pt idx="2446">
                  <c:v>2025.73150685</c:v>
                </c:pt>
                <c:pt idx="2447">
                  <c:v>2025.73424658</c:v>
                </c:pt>
                <c:pt idx="2448">
                  <c:v>2025.7369863</c:v>
                </c:pt>
                <c:pt idx="2449">
                  <c:v>2025.74520548</c:v>
                </c:pt>
                <c:pt idx="2450">
                  <c:v>2025.74794521</c:v>
                </c:pt>
                <c:pt idx="2451">
                  <c:v>2025.75068493</c:v>
                </c:pt>
                <c:pt idx="2452">
                  <c:v>2025.75342466</c:v>
                </c:pt>
                <c:pt idx="2453">
                  <c:v>2025.75616438</c:v>
                </c:pt>
                <c:pt idx="2454">
                  <c:v>2025.76438356</c:v>
                </c:pt>
                <c:pt idx="2455">
                  <c:v>2025.76712329</c:v>
                </c:pt>
                <c:pt idx="2456">
                  <c:v>2025.76986301</c:v>
                </c:pt>
                <c:pt idx="2457">
                  <c:v>2025.77260274</c:v>
                </c:pt>
                <c:pt idx="2458">
                  <c:v>2025.77534247</c:v>
                </c:pt>
                <c:pt idx="2459">
                  <c:v>2025.78356164</c:v>
                </c:pt>
                <c:pt idx="2460">
                  <c:v>2025.78630137</c:v>
                </c:pt>
                <c:pt idx="2461">
                  <c:v>2025.7890411</c:v>
                </c:pt>
                <c:pt idx="2462">
                  <c:v>2025.79178082</c:v>
                </c:pt>
                <c:pt idx="2463">
                  <c:v>2025.79452055</c:v>
                </c:pt>
                <c:pt idx="2464">
                  <c:v>2025.80273973</c:v>
                </c:pt>
                <c:pt idx="2465">
                  <c:v>2025.80547945</c:v>
                </c:pt>
                <c:pt idx="2466">
                  <c:v>2025.80821918</c:v>
                </c:pt>
                <c:pt idx="2467">
                  <c:v>2025.8109589</c:v>
                </c:pt>
                <c:pt idx="2468">
                  <c:v>2025.81369863</c:v>
                </c:pt>
                <c:pt idx="2469">
                  <c:v>2025.82191781</c:v>
                </c:pt>
                <c:pt idx="2470">
                  <c:v>2025.82465753</c:v>
                </c:pt>
                <c:pt idx="2471">
                  <c:v>2025.82739726</c:v>
                </c:pt>
                <c:pt idx="2472">
                  <c:v>2025.83013699</c:v>
                </c:pt>
                <c:pt idx="2473">
                  <c:v>2025.83287671</c:v>
                </c:pt>
                <c:pt idx="2474">
                  <c:v>2025.84109589</c:v>
                </c:pt>
                <c:pt idx="2475">
                  <c:v>2025.84383562</c:v>
                </c:pt>
                <c:pt idx="2476">
                  <c:v>2025.84657534</c:v>
                </c:pt>
                <c:pt idx="2477">
                  <c:v>2025.84931507</c:v>
                </c:pt>
                <c:pt idx="2478">
                  <c:v>2025.85205479</c:v>
                </c:pt>
                <c:pt idx="2479">
                  <c:v>2025.86027397</c:v>
                </c:pt>
                <c:pt idx="2480">
                  <c:v>2025.8630137</c:v>
                </c:pt>
                <c:pt idx="2481">
                  <c:v>2025.86575342</c:v>
                </c:pt>
                <c:pt idx="2482">
                  <c:v>2025.86849315</c:v>
                </c:pt>
                <c:pt idx="2483">
                  <c:v>2025.87123288</c:v>
                </c:pt>
                <c:pt idx="2484">
                  <c:v>2025.87945205</c:v>
                </c:pt>
                <c:pt idx="2485">
                  <c:v>2025.88219178</c:v>
                </c:pt>
                <c:pt idx="2486">
                  <c:v>2025.88493151</c:v>
                </c:pt>
                <c:pt idx="2487">
                  <c:v>2025.88767123</c:v>
                </c:pt>
                <c:pt idx="2488">
                  <c:v>2025.89041096</c:v>
                </c:pt>
                <c:pt idx="2489">
                  <c:v>2025.89863014</c:v>
                </c:pt>
                <c:pt idx="2490">
                  <c:v>2025.90136986</c:v>
                </c:pt>
                <c:pt idx="2491">
                  <c:v>2025.90410959</c:v>
                </c:pt>
                <c:pt idx="2492">
                  <c:v>2025.90958904</c:v>
                </c:pt>
                <c:pt idx="2493">
                  <c:v>2025.91780822</c:v>
                </c:pt>
                <c:pt idx="2494">
                  <c:v>2025.92054795</c:v>
                </c:pt>
                <c:pt idx="2495">
                  <c:v>2025.92328767</c:v>
                </c:pt>
                <c:pt idx="2496">
                  <c:v>2025.9260274</c:v>
                </c:pt>
                <c:pt idx="2497">
                  <c:v>2025.92876712</c:v>
                </c:pt>
                <c:pt idx="2498">
                  <c:v>2025.9369863</c:v>
                </c:pt>
                <c:pt idx="2499">
                  <c:v>2025.93972603</c:v>
                </c:pt>
                <c:pt idx="2500">
                  <c:v>2025.94246575</c:v>
                </c:pt>
                <c:pt idx="2501">
                  <c:v>2025.94520548</c:v>
                </c:pt>
                <c:pt idx="2502">
                  <c:v>2025.94794521</c:v>
                </c:pt>
                <c:pt idx="2503">
                  <c:v>2025.95616438</c:v>
                </c:pt>
                <c:pt idx="2504">
                  <c:v>2025.95890411</c:v>
                </c:pt>
                <c:pt idx="2505">
                  <c:v>2025.96164384</c:v>
                </c:pt>
                <c:pt idx="2506">
                  <c:v>2025.96438356</c:v>
                </c:pt>
                <c:pt idx="2507">
                  <c:v>2025.96712329</c:v>
                </c:pt>
                <c:pt idx="2508">
                  <c:v>2025.97534247</c:v>
                </c:pt>
                <c:pt idx="2509">
                  <c:v>2025.97808219</c:v>
                </c:pt>
                <c:pt idx="2510">
                  <c:v>2025.98082192</c:v>
                </c:pt>
                <c:pt idx="2511">
                  <c:v>2025.98630137</c:v>
                </c:pt>
                <c:pt idx="2512">
                  <c:v>2025.99452055</c:v>
                </c:pt>
                <c:pt idx="2513">
                  <c:v>2025.99726027</c:v>
                </c:pt>
                <c:pt idx="2514">
                  <c:v>2026</c:v>
                </c:pt>
                <c:pt idx="2515">
                  <c:v>2026.00547945</c:v>
                </c:pt>
                <c:pt idx="2516">
                  <c:v>2026.01369863</c:v>
                </c:pt>
                <c:pt idx="2517">
                  <c:v>2026.01643836</c:v>
                </c:pt>
                <c:pt idx="2518">
                  <c:v>2026.01917808</c:v>
                </c:pt>
                <c:pt idx="2519">
                  <c:v>2026.02191781</c:v>
                </c:pt>
                <c:pt idx="2520">
                  <c:v>2026.02465753</c:v>
                </c:pt>
                <c:pt idx="2521">
                  <c:v>2026.03287671</c:v>
                </c:pt>
                <c:pt idx="2522">
                  <c:v>2026.03561644</c:v>
                </c:pt>
                <c:pt idx="2523">
                  <c:v>2026.03835616</c:v>
                </c:pt>
                <c:pt idx="2524">
                  <c:v>2026.04109589</c:v>
                </c:pt>
                <c:pt idx="2525">
                  <c:v>2026.04383562</c:v>
                </c:pt>
                <c:pt idx="2526">
                  <c:v>2026.05479452</c:v>
                </c:pt>
                <c:pt idx="2527">
                  <c:v>2026.05753425</c:v>
                </c:pt>
                <c:pt idx="2528">
                  <c:v>2026.06027397</c:v>
                </c:pt>
                <c:pt idx="2529">
                  <c:v>2026.0630137</c:v>
                </c:pt>
                <c:pt idx="2530">
                  <c:v>2026.07123288</c:v>
                </c:pt>
                <c:pt idx="2531">
                  <c:v>2026.0739726</c:v>
                </c:pt>
                <c:pt idx="2532">
                  <c:v>2026.07671233</c:v>
                </c:pt>
                <c:pt idx="2533">
                  <c:v>2026.07945205</c:v>
                </c:pt>
                <c:pt idx="2534">
                  <c:v>2026.08219178</c:v>
                </c:pt>
                <c:pt idx="2535">
                  <c:v>2026.09041096</c:v>
                </c:pt>
                <c:pt idx="2536">
                  <c:v>2026.09315068</c:v>
                </c:pt>
                <c:pt idx="2537">
                  <c:v>2026.09589041</c:v>
                </c:pt>
                <c:pt idx="2538">
                  <c:v>2026.09863014</c:v>
                </c:pt>
                <c:pt idx="2539">
                  <c:v>2026.10136986</c:v>
                </c:pt>
                <c:pt idx="2540">
                  <c:v>2026.10958904</c:v>
                </c:pt>
                <c:pt idx="2541">
                  <c:v>2026.11232877</c:v>
                </c:pt>
                <c:pt idx="2542">
                  <c:v>2026.11506849</c:v>
                </c:pt>
                <c:pt idx="2543">
                  <c:v>2026.11780822</c:v>
                </c:pt>
                <c:pt idx="2544">
                  <c:v>2026.12054795</c:v>
                </c:pt>
                <c:pt idx="2545">
                  <c:v>2026.13150685</c:v>
                </c:pt>
                <c:pt idx="2546">
                  <c:v>2026.13424658</c:v>
                </c:pt>
                <c:pt idx="2547">
                  <c:v>2026.1369863</c:v>
                </c:pt>
                <c:pt idx="2548">
                  <c:v>2026.13972603</c:v>
                </c:pt>
                <c:pt idx="2549">
                  <c:v>2026.14794521</c:v>
                </c:pt>
                <c:pt idx="2550">
                  <c:v>2026.15068493</c:v>
                </c:pt>
                <c:pt idx="2551">
                  <c:v>2026.15342466</c:v>
                </c:pt>
                <c:pt idx="2552">
                  <c:v>2026.15616438</c:v>
                </c:pt>
                <c:pt idx="2553">
                  <c:v>2026.15890411</c:v>
                </c:pt>
                <c:pt idx="2554">
                  <c:v>2026.16712329</c:v>
                </c:pt>
                <c:pt idx="2555">
                  <c:v>2026.16986301</c:v>
                </c:pt>
                <c:pt idx="2556">
                  <c:v>2026.17260274</c:v>
                </c:pt>
                <c:pt idx="2557">
                  <c:v>2026.17534247</c:v>
                </c:pt>
                <c:pt idx="2558">
                  <c:v>2026.17808219</c:v>
                </c:pt>
                <c:pt idx="2559">
                  <c:v>2026.18630137</c:v>
                </c:pt>
                <c:pt idx="2560">
                  <c:v>2026.1890411</c:v>
                </c:pt>
                <c:pt idx="2561">
                  <c:v>2026.19178082</c:v>
                </c:pt>
                <c:pt idx="2562">
                  <c:v>2026.19452055</c:v>
                </c:pt>
                <c:pt idx="2563">
                  <c:v>2026.19726027</c:v>
                </c:pt>
                <c:pt idx="2564">
                  <c:v>2026.20547945</c:v>
                </c:pt>
                <c:pt idx="2565">
                  <c:v>2026.20821918</c:v>
                </c:pt>
                <c:pt idx="2566">
                  <c:v>2026.2109589</c:v>
                </c:pt>
                <c:pt idx="2567">
                  <c:v>2026.21369863</c:v>
                </c:pt>
                <c:pt idx="2568">
                  <c:v>2026.21643836</c:v>
                </c:pt>
                <c:pt idx="2569">
                  <c:v>2026.22465753</c:v>
                </c:pt>
                <c:pt idx="2570">
                  <c:v>2026.22739726</c:v>
                </c:pt>
                <c:pt idx="2571">
                  <c:v>2026.23013699</c:v>
                </c:pt>
                <c:pt idx="2572">
                  <c:v>2026.23287671</c:v>
                </c:pt>
                <c:pt idx="2573">
                  <c:v>2026.23561644</c:v>
                </c:pt>
                <c:pt idx="2574">
                  <c:v>2026.24383562</c:v>
                </c:pt>
                <c:pt idx="2575">
                  <c:v>2026.24657534</c:v>
                </c:pt>
                <c:pt idx="2576">
                  <c:v>2026.24931507</c:v>
                </c:pt>
                <c:pt idx="2577">
                  <c:v>2026.25205479</c:v>
                </c:pt>
                <c:pt idx="2578">
                  <c:v>2026.2630137</c:v>
                </c:pt>
                <c:pt idx="2579">
                  <c:v>2026.26575342</c:v>
                </c:pt>
                <c:pt idx="2580">
                  <c:v>2026.26849315</c:v>
                </c:pt>
                <c:pt idx="2581">
                  <c:v>2026.27123288</c:v>
                </c:pt>
                <c:pt idx="2582">
                  <c:v>2026.2739726</c:v>
                </c:pt>
                <c:pt idx="2583">
                  <c:v>2026.28219178</c:v>
                </c:pt>
                <c:pt idx="2584">
                  <c:v>2026.28493151</c:v>
                </c:pt>
                <c:pt idx="2585">
                  <c:v>2026.28767123</c:v>
                </c:pt>
                <c:pt idx="2586">
                  <c:v>2026.29041096</c:v>
                </c:pt>
                <c:pt idx="2587">
                  <c:v>2026.29315068</c:v>
                </c:pt>
                <c:pt idx="2588">
                  <c:v>2026.30136986</c:v>
                </c:pt>
                <c:pt idx="2589">
                  <c:v>2026.30410959</c:v>
                </c:pt>
                <c:pt idx="2590">
                  <c:v>2026.30684932</c:v>
                </c:pt>
                <c:pt idx="2591">
                  <c:v>2026.30958904</c:v>
                </c:pt>
                <c:pt idx="2592">
                  <c:v>2026.31232877</c:v>
                </c:pt>
                <c:pt idx="2593">
                  <c:v>2026.32054795</c:v>
                </c:pt>
                <c:pt idx="2594">
                  <c:v>2026.32328767</c:v>
                </c:pt>
                <c:pt idx="2595">
                  <c:v>2026.3260274</c:v>
                </c:pt>
                <c:pt idx="2596">
                  <c:v>2026.32876712</c:v>
                </c:pt>
                <c:pt idx="2597">
                  <c:v>2026.33150685</c:v>
                </c:pt>
                <c:pt idx="2598">
                  <c:v>2026.33972603</c:v>
                </c:pt>
                <c:pt idx="2599">
                  <c:v>2026.34246575</c:v>
                </c:pt>
                <c:pt idx="2600">
                  <c:v>2026.34520548</c:v>
                </c:pt>
                <c:pt idx="2601">
                  <c:v>2026.34794521</c:v>
                </c:pt>
                <c:pt idx="2602">
                  <c:v>2026.35068493</c:v>
                </c:pt>
                <c:pt idx="2603">
                  <c:v>2026.35890411</c:v>
                </c:pt>
                <c:pt idx="2604">
                  <c:v>2026.36164384</c:v>
                </c:pt>
                <c:pt idx="2605">
                  <c:v>2026.36438356</c:v>
                </c:pt>
                <c:pt idx="2606">
                  <c:v>2026.36712329</c:v>
                </c:pt>
                <c:pt idx="2607">
                  <c:v>2026.36986301</c:v>
                </c:pt>
                <c:pt idx="2608">
                  <c:v>2026.37808219</c:v>
                </c:pt>
                <c:pt idx="2609">
                  <c:v>2026.38082192</c:v>
                </c:pt>
                <c:pt idx="2610">
                  <c:v>2026.38356164</c:v>
                </c:pt>
                <c:pt idx="2611">
                  <c:v>2026.38630137</c:v>
                </c:pt>
                <c:pt idx="2612">
                  <c:v>2026.3890411</c:v>
                </c:pt>
                <c:pt idx="2613">
                  <c:v>2026.4</c:v>
                </c:pt>
                <c:pt idx="2614">
                  <c:v>2026.40273973</c:v>
                </c:pt>
                <c:pt idx="2615">
                  <c:v>2026.40547945</c:v>
                </c:pt>
                <c:pt idx="2616">
                  <c:v>2026.40821918</c:v>
                </c:pt>
                <c:pt idx="2617">
                  <c:v>2026.41643836</c:v>
                </c:pt>
                <c:pt idx="2618">
                  <c:v>2026.41917808</c:v>
                </c:pt>
                <c:pt idx="2619">
                  <c:v>2026.42191781</c:v>
                </c:pt>
                <c:pt idx="2620">
                  <c:v>2026.42465753</c:v>
                </c:pt>
                <c:pt idx="2621">
                  <c:v>2026.42739726</c:v>
                </c:pt>
                <c:pt idx="2622">
                  <c:v>2026.43561644</c:v>
                </c:pt>
                <c:pt idx="2623">
                  <c:v>2026.43835616</c:v>
                </c:pt>
                <c:pt idx="2624">
                  <c:v>2026.44109589</c:v>
                </c:pt>
                <c:pt idx="2625">
                  <c:v>2026.44383562</c:v>
                </c:pt>
                <c:pt idx="2626">
                  <c:v>2026.44657534</c:v>
                </c:pt>
                <c:pt idx="2627">
                  <c:v>2026.45479452</c:v>
                </c:pt>
                <c:pt idx="2628">
                  <c:v>2026.45753425</c:v>
                </c:pt>
                <c:pt idx="2629">
                  <c:v>2026.46027397</c:v>
                </c:pt>
                <c:pt idx="2630">
                  <c:v>2026.4630137</c:v>
                </c:pt>
                <c:pt idx="2631">
                  <c:v>2026.4739726</c:v>
                </c:pt>
                <c:pt idx="2632">
                  <c:v>2026.47671233</c:v>
                </c:pt>
                <c:pt idx="2633">
                  <c:v>2026.47945205</c:v>
                </c:pt>
                <c:pt idx="2634">
                  <c:v>2026.48219178</c:v>
                </c:pt>
                <c:pt idx="2635">
                  <c:v>2026.48493151</c:v>
                </c:pt>
                <c:pt idx="2636">
                  <c:v>2026.49315068</c:v>
                </c:pt>
                <c:pt idx="2637">
                  <c:v>2026.49589041</c:v>
                </c:pt>
                <c:pt idx="2638">
                  <c:v>2026.49863014</c:v>
                </c:pt>
                <c:pt idx="2639">
                  <c:v>2026.50136986</c:v>
                </c:pt>
                <c:pt idx="2640">
                  <c:v>2026.51232877</c:v>
                </c:pt>
                <c:pt idx="2641">
                  <c:v>2026.51506849</c:v>
                </c:pt>
                <c:pt idx="2642">
                  <c:v>2026.51780822</c:v>
                </c:pt>
                <c:pt idx="2643">
                  <c:v>2026.52054795</c:v>
                </c:pt>
                <c:pt idx="2644">
                  <c:v>2026.52328767</c:v>
                </c:pt>
                <c:pt idx="2645">
                  <c:v>2026.53150685</c:v>
                </c:pt>
                <c:pt idx="2646">
                  <c:v>2026.53424658</c:v>
                </c:pt>
                <c:pt idx="2647">
                  <c:v>2026.5369863</c:v>
                </c:pt>
                <c:pt idx="2648">
                  <c:v>2026.53972603</c:v>
                </c:pt>
                <c:pt idx="2649">
                  <c:v>2026.54246575</c:v>
                </c:pt>
                <c:pt idx="2650">
                  <c:v>2026.55068493</c:v>
                </c:pt>
                <c:pt idx="2651">
                  <c:v>2026.55342466</c:v>
                </c:pt>
                <c:pt idx="2652">
                  <c:v>2026.55616438</c:v>
                </c:pt>
                <c:pt idx="2653">
                  <c:v>2026.55890411</c:v>
                </c:pt>
                <c:pt idx="2654">
                  <c:v>2026.56164384</c:v>
                </c:pt>
                <c:pt idx="2655">
                  <c:v>2026.56986301</c:v>
                </c:pt>
                <c:pt idx="2656">
                  <c:v>2026.57260274</c:v>
                </c:pt>
                <c:pt idx="2657">
                  <c:v>2026.57534247</c:v>
                </c:pt>
                <c:pt idx="2658">
                  <c:v>2026.57808219</c:v>
                </c:pt>
                <c:pt idx="2659">
                  <c:v>2026.58082192</c:v>
                </c:pt>
                <c:pt idx="2660">
                  <c:v>2026.5890411</c:v>
                </c:pt>
                <c:pt idx="2661">
                  <c:v>2026.59178082</c:v>
                </c:pt>
                <c:pt idx="2662">
                  <c:v>2026.59452055</c:v>
                </c:pt>
                <c:pt idx="2663">
                  <c:v>2026.59726027</c:v>
                </c:pt>
                <c:pt idx="2664">
                  <c:v>2026.6</c:v>
                </c:pt>
                <c:pt idx="2665">
                  <c:v>2026.60821918</c:v>
                </c:pt>
                <c:pt idx="2666">
                  <c:v>2026.6109589</c:v>
                </c:pt>
                <c:pt idx="2667">
                  <c:v>2026.61369863</c:v>
                </c:pt>
                <c:pt idx="2668">
                  <c:v>2026.61643836</c:v>
                </c:pt>
                <c:pt idx="2669">
                  <c:v>2026.61917808</c:v>
                </c:pt>
                <c:pt idx="2670">
                  <c:v>2026.62739726</c:v>
                </c:pt>
                <c:pt idx="2671">
                  <c:v>2026.63013699</c:v>
                </c:pt>
                <c:pt idx="2672">
                  <c:v>2026.63287671</c:v>
                </c:pt>
                <c:pt idx="2673">
                  <c:v>2026.63561644</c:v>
                </c:pt>
                <c:pt idx="2674">
                  <c:v>2026.63835616</c:v>
                </c:pt>
                <c:pt idx="2675">
                  <c:v>2026.64657534</c:v>
                </c:pt>
                <c:pt idx="2676">
                  <c:v>2026.64931507</c:v>
                </c:pt>
                <c:pt idx="2677">
                  <c:v>2026.65205479</c:v>
                </c:pt>
                <c:pt idx="2678">
                  <c:v>2026.65479452</c:v>
                </c:pt>
                <c:pt idx="2679">
                  <c:v>2026.65753425</c:v>
                </c:pt>
                <c:pt idx="2680">
                  <c:v>2026.66575342</c:v>
                </c:pt>
                <c:pt idx="2681">
                  <c:v>2026.66849315</c:v>
                </c:pt>
                <c:pt idx="2682">
                  <c:v>2026.67123288</c:v>
                </c:pt>
                <c:pt idx="2683">
                  <c:v>2026.6739726</c:v>
                </c:pt>
                <c:pt idx="2684">
                  <c:v>2026.67671233</c:v>
                </c:pt>
                <c:pt idx="2685">
                  <c:v>2026.68767123</c:v>
                </c:pt>
                <c:pt idx="2686">
                  <c:v>2026.69041096</c:v>
                </c:pt>
                <c:pt idx="2687">
                  <c:v>2026.69315068</c:v>
                </c:pt>
                <c:pt idx="2688">
                  <c:v>2026.69589041</c:v>
                </c:pt>
                <c:pt idx="2689">
                  <c:v>2026.70410959</c:v>
                </c:pt>
                <c:pt idx="2690">
                  <c:v>2026.70684932</c:v>
                </c:pt>
                <c:pt idx="2691">
                  <c:v>2026.70958904</c:v>
                </c:pt>
                <c:pt idx="2692">
                  <c:v>2026.71232877</c:v>
                </c:pt>
                <c:pt idx="2693">
                  <c:v>2026.71506849</c:v>
                </c:pt>
                <c:pt idx="2694">
                  <c:v>2026.72328767</c:v>
                </c:pt>
                <c:pt idx="2695">
                  <c:v>2026.7260274</c:v>
                </c:pt>
                <c:pt idx="2696">
                  <c:v>2026.72876712</c:v>
                </c:pt>
                <c:pt idx="2697">
                  <c:v>2026.73150685</c:v>
                </c:pt>
                <c:pt idx="2698">
                  <c:v>2026.73424658</c:v>
                </c:pt>
                <c:pt idx="2699">
                  <c:v>2026.74246575</c:v>
                </c:pt>
                <c:pt idx="2700">
                  <c:v>2026.74520548</c:v>
                </c:pt>
                <c:pt idx="2701">
                  <c:v>2026.74794521</c:v>
                </c:pt>
              </c:numCache>
            </c:numRef>
          </c:xVal>
          <c:yVal>
            <c:numRef>
              <c:f>'Chart Data'!$B$2:$B$2703</c:f>
              <c:numCache>
                <c:formatCode>#,##0</c:formatCode>
                <c:ptCount val="2702"/>
                <c:pt idx="0">
                  <c:v>100</c:v>
                </c:pt>
                <c:pt idx="1">
                  <c:v>97.8902203808</c:v>
                </c:pt>
                <c:pt idx="2">
                  <c:v>97.7203887504</c:v>
                </c:pt>
                <c:pt idx="3">
                  <c:v>96.7817123099</c:v>
                </c:pt>
                <c:pt idx="4">
                  <c:v>93.751136362</c:v>
                </c:pt>
                <c:pt idx="5">
                  <c:v>92.9823136261</c:v>
                </c:pt>
                <c:pt idx="6">
                  <c:v>93.2683733417</c:v>
                </c:pt>
                <c:pt idx="7">
                  <c:v>94.3501053933</c:v>
                </c:pt>
                <c:pt idx="8">
                  <c:v>91.0960206891</c:v>
                </c:pt>
                <c:pt idx="9">
                  <c:v>93.0359318875</c:v>
                </c:pt>
                <c:pt idx="10">
                  <c:v>90.1484041927</c:v>
                </c:pt>
                <c:pt idx="11">
                  <c:v>90.3450927812</c:v>
                </c:pt>
                <c:pt idx="12">
                  <c:v>90.0679657635</c:v>
                </c:pt>
                <c:pt idx="13">
                  <c:v>90.1573368905</c:v>
                </c:pt>
                <c:pt idx="14">
                  <c:v>92.7677669999</c:v>
                </c:pt>
                <c:pt idx="15">
                  <c:v>91.3910719672</c:v>
                </c:pt>
                <c:pt idx="16">
                  <c:v>92.2135129644</c:v>
                </c:pt>
                <c:pt idx="17">
                  <c:v>89.9159921707</c:v>
                </c:pt>
                <c:pt idx="18">
                  <c:v>91.1854212484</c:v>
                </c:pt>
                <c:pt idx="19">
                  <c:v>93.0895942973</c:v>
                </c:pt>
                <c:pt idx="20">
                  <c:v>93.3398937892</c:v>
                </c:pt>
                <c:pt idx="21">
                  <c:v>91.3195220874</c:v>
                </c:pt>
                <c:pt idx="22">
                  <c:v>90.8814740629</c:v>
                </c:pt>
                <c:pt idx="23">
                  <c:v>90.8725413651</c:v>
                </c:pt>
                <c:pt idx="24">
                  <c:v>87.7168340665</c:v>
                </c:pt>
                <c:pt idx="25">
                  <c:v>86.3758477509</c:v>
                </c:pt>
                <c:pt idx="26">
                  <c:v>86.1076313568</c:v>
                </c:pt>
                <c:pt idx="27">
                  <c:v>86.4384355005</c:v>
                </c:pt>
                <c:pt idx="28">
                  <c:v>86.3132526433</c:v>
                </c:pt>
                <c:pt idx="29">
                  <c:v>87.6273893587</c:v>
                </c:pt>
                <c:pt idx="30">
                  <c:v>89.6031049293</c:v>
                </c:pt>
                <c:pt idx="31">
                  <c:v>91.6324093289</c:v>
                </c:pt>
                <c:pt idx="32">
                  <c:v>90.5864742914</c:v>
                </c:pt>
                <c:pt idx="33">
                  <c:v>90.8546538951</c:v>
                </c:pt>
                <c:pt idx="34">
                  <c:v>92.3297263335</c:v>
                </c:pt>
                <c:pt idx="35">
                  <c:v>90.8099830477</c:v>
                </c:pt>
                <c:pt idx="36">
                  <c:v>91.6771243247</c:v>
                </c:pt>
                <c:pt idx="37">
                  <c:v>92.5800258254</c:v>
                </c:pt>
                <c:pt idx="38">
                  <c:v>92.463783024</c:v>
                </c:pt>
                <c:pt idx="39">
                  <c:v>91.6324093289</c:v>
                </c:pt>
                <c:pt idx="40">
                  <c:v>94.5735920755</c:v>
                </c:pt>
                <c:pt idx="41">
                  <c:v>94.6093522992</c:v>
                </c:pt>
                <c:pt idx="42">
                  <c:v>94.4305511806</c:v>
                </c:pt>
                <c:pt idx="43">
                  <c:v>94.4663261204</c:v>
                </c:pt>
                <c:pt idx="44">
                  <c:v>93.8852224849</c:v>
                </c:pt>
                <c:pt idx="45">
                  <c:v>93.1074670511</c:v>
                </c:pt>
                <c:pt idx="46">
                  <c:v>93.7064287243</c:v>
                </c:pt>
                <c:pt idx="47">
                  <c:v>93.5634025456</c:v>
                </c:pt>
                <c:pt idx="48">
                  <c:v>95.1993592003</c:v>
                </c:pt>
                <c:pt idx="49">
                  <c:v>95.360272849</c:v>
                </c:pt>
                <c:pt idx="50">
                  <c:v>95.3245126253</c:v>
                </c:pt>
                <c:pt idx="51">
                  <c:v>96.1738105807</c:v>
                </c:pt>
                <c:pt idx="52">
                  <c:v>96.120155529</c:v>
                </c:pt>
                <c:pt idx="53">
                  <c:v>96.2707899529</c:v>
                </c:pt>
                <c:pt idx="54">
                  <c:v>96.6473760126</c:v>
                </c:pt>
                <c:pt idx="55">
                  <c:v>96.9432513946</c:v>
                </c:pt>
                <c:pt idx="56">
                  <c:v>96.1452465502</c:v>
                </c:pt>
                <c:pt idx="57">
                  <c:v>96.172177089</c:v>
                </c:pt>
                <c:pt idx="58">
                  <c:v>96.0376421239</c:v>
                </c:pt>
                <c:pt idx="59">
                  <c:v>97.5798863899</c:v>
                </c:pt>
                <c:pt idx="60">
                  <c:v>98.0550926716</c:v>
                </c:pt>
                <c:pt idx="61">
                  <c:v>97.9116176505</c:v>
                </c:pt>
                <c:pt idx="62">
                  <c:v>98.9517030218</c:v>
                </c:pt>
                <c:pt idx="63">
                  <c:v>98.5751169621</c:v>
                </c:pt>
                <c:pt idx="64">
                  <c:v>97.6247191148</c:v>
                </c:pt>
                <c:pt idx="65">
                  <c:v>99.2296615015</c:v>
                </c:pt>
                <c:pt idx="66">
                  <c:v>97.8040205823</c:v>
                </c:pt>
                <c:pt idx="67">
                  <c:v>97.7322720346</c:v>
                </c:pt>
                <c:pt idx="68">
                  <c:v>97.3736470255</c:v>
                </c:pt>
                <c:pt idx="69">
                  <c:v>98.1895908464</c:v>
                </c:pt>
                <c:pt idx="70">
                  <c:v>99.4448703541</c:v>
                </c:pt>
                <c:pt idx="71">
                  <c:v>99.4538251262</c:v>
                </c:pt>
                <c:pt idx="72">
                  <c:v>99.2027751111</c:v>
                </c:pt>
                <c:pt idx="73">
                  <c:v>99.7317688898</c:v>
                </c:pt>
                <c:pt idx="74">
                  <c:v>99.1220717914</c:v>
                </c:pt>
                <c:pt idx="75">
                  <c:v>99.2027751111</c:v>
                </c:pt>
                <c:pt idx="76">
                  <c:v>99.2117298832</c:v>
                </c:pt>
                <c:pt idx="77">
                  <c:v>97.7143772066</c:v>
                </c:pt>
                <c:pt idx="78">
                  <c:v>97.7143772066</c:v>
                </c:pt>
                <c:pt idx="79">
                  <c:v>97.2391341346</c:v>
                </c:pt>
                <c:pt idx="80">
                  <c:v>96.4590976989</c:v>
                </c:pt>
                <c:pt idx="81">
                  <c:v>95.2934615668</c:v>
                </c:pt>
                <c:pt idx="82">
                  <c:v>94.7913762528</c:v>
                </c:pt>
                <c:pt idx="83">
                  <c:v>95.6879939611</c:v>
                </c:pt>
                <c:pt idx="84">
                  <c:v>94.800338383</c:v>
                </c:pt>
                <c:pt idx="85">
                  <c:v>94.1906192103</c:v>
                </c:pt>
                <c:pt idx="86">
                  <c:v>94.1637107457</c:v>
                </c:pt>
                <c:pt idx="87">
                  <c:v>94.6658549243</c:v>
                </c:pt>
                <c:pt idx="88">
                  <c:v>94.9348218416</c:v>
                </c:pt>
                <c:pt idx="89">
                  <c:v>96.2349193581</c:v>
                </c:pt>
                <c:pt idx="90">
                  <c:v>95.3651733241</c:v>
                </c:pt>
                <c:pt idx="91">
                  <c:v>94.9437986879</c:v>
                </c:pt>
                <c:pt idx="92">
                  <c:v>94.5940916605</c:v>
                </c:pt>
                <c:pt idx="93">
                  <c:v>95.7776594109</c:v>
                </c:pt>
                <c:pt idx="94">
                  <c:v>94.5761821164</c:v>
                </c:pt>
                <c:pt idx="95">
                  <c:v>94.9168828652</c:v>
                </c:pt>
                <c:pt idx="96">
                  <c:v>94.4237376071</c:v>
                </c:pt>
                <c:pt idx="97">
                  <c:v>95.4638450526</c:v>
                </c:pt>
                <c:pt idx="98">
                  <c:v>95.3383090079</c:v>
                </c:pt>
                <c:pt idx="99">
                  <c:v>97.248118339</c:v>
                </c:pt>
                <c:pt idx="100">
                  <c:v>97.9474808872</c:v>
                </c:pt>
                <c:pt idx="101">
                  <c:v>98.2344162132</c:v>
                </c:pt>
                <c:pt idx="102">
                  <c:v>98.7455004478</c:v>
                </c:pt>
                <c:pt idx="103">
                  <c:v>98.9337714034</c:v>
                </c:pt>
                <c:pt idx="104">
                  <c:v>98.9427261755</c:v>
                </c:pt>
                <c:pt idx="105">
                  <c:v>99.1489508237</c:v>
                </c:pt>
                <c:pt idx="106">
                  <c:v>98.6827213883</c:v>
                </c:pt>
                <c:pt idx="107">
                  <c:v>99.0413831878</c:v>
                </c:pt>
                <c:pt idx="108">
                  <c:v>98.7902816662</c:v>
                </c:pt>
                <c:pt idx="109">
                  <c:v>98.96067251</c:v>
                </c:pt>
                <c:pt idx="110">
                  <c:v>98.799310019</c:v>
                </c:pt>
                <c:pt idx="111">
                  <c:v>97.6784845376</c:v>
                </c:pt>
                <c:pt idx="112">
                  <c:v>96.8625922233</c:v>
                </c:pt>
                <c:pt idx="113">
                  <c:v>96.8625922233</c:v>
                </c:pt>
                <c:pt idx="114">
                  <c:v>96.5845969532</c:v>
                </c:pt>
                <c:pt idx="115">
                  <c:v>96.8715396373</c:v>
                </c:pt>
                <c:pt idx="116">
                  <c:v>95.7360715952</c:v>
                </c:pt>
                <c:pt idx="117">
                  <c:v>96.3384326971</c:v>
                </c:pt>
                <c:pt idx="118">
                  <c:v>96.6440722389</c:v>
                </c:pt>
                <c:pt idx="119">
                  <c:v>96.4103210481</c:v>
                </c:pt>
                <c:pt idx="120">
                  <c:v>97.7858240734</c:v>
                </c:pt>
                <c:pt idx="121">
                  <c:v>93.7582442584</c:v>
                </c:pt>
                <c:pt idx="122">
                  <c:v>91.8972851589</c:v>
                </c:pt>
                <c:pt idx="123">
                  <c:v>93.9110787454</c:v>
                </c:pt>
                <c:pt idx="124">
                  <c:v>95.5742529038</c:v>
                </c:pt>
                <c:pt idx="125">
                  <c:v>96.6800384886</c:v>
                </c:pt>
                <c:pt idx="126">
                  <c:v>97.1655239951</c:v>
                </c:pt>
                <c:pt idx="127">
                  <c:v>96.5721765298</c:v>
                </c:pt>
                <c:pt idx="128">
                  <c:v>97.36329422</c:v>
                </c:pt>
                <c:pt idx="129">
                  <c:v>97.6509874273</c:v>
                </c:pt>
                <c:pt idx="130">
                  <c:v>99.1613344568</c:v>
                </c:pt>
                <c:pt idx="131">
                  <c:v>99.7276778024</c:v>
                </c:pt>
                <c:pt idx="132">
                  <c:v>100.231139076</c:v>
                </c:pt>
                <c:pt idx="133">
                  <c:v>99.9883963225</c:v>
                </c:pt>
                <c:pt idx="134">
                  <c:v>100.671688844</c:v>
                </c:pt>
                <c:pt idx="135">
                  <c:v>100.509848079</c:v>
                </c:pt>
                <c:pt idx="136">
                  <c:v>101.175113327</c:v>
                </c:pt>
                <c:pt idx="137">
                  <c:v>100.806503416</c:v>
                </c:pt>
                <c:pt idx="138">
                  <c:v>101.984243575</c:v>
                </c:pt>
                <c:pt idx="139">
                  <c:v>101.750485026</c:v>
                </c:pt>
                <c:pt idx="140">
                  <c:v>102.173036953</c:v>
                </c:pt>
                <c:pt idx="141">
                  <c:v>102.181991725</c:v>
                </c:pt>
                <c:pt idx="142">
                  <c:v>102.298867321</c:v>
                </c:pt>
                <c:pt idx="143">
                  <c:v>103.009105097</c:v>
                </c:pt>
                <c:pt idx="144">
                  <c:v>103.368730804</c:v>
                </c:pt>
                <c:pt idx="145">
                  <c:v>103.593446284</c:v>
                </c:pt>
                <c:pt idx="146">
                  <c:v>104.141850653</c:v>
                </c:pt>
                <c:pt idx="147">
                  <c:v>103.350725605</c:v>
                </c:pt>
                <c:pt idx="148">
                  <c:v>103.692338755</c:v>
                </c:pt>
                <c:pt idx="149">
                  <c:v>103.989030882</c:v>
                </c:pt>
                <c:pt idx="150">
                  <c:v>104.98691036</c:v>
                </c:pt>
                <c:pt idx="151">
                  <c:v>104.870071555</c:v>
                </c:pt>
                <c:pt idx="152">
                  <c:v>105.112784876</c:v>
                </c:pt>
                <c:pt idx="153">
                  <c:v>104.843096868</c:v>
                </c:pt>
                <c:pt idx="154">
                  <c:v>105.292601408</c:v>
                </c:pt>
                <c:pt idx="155">
                  <c:v>105.36452655</c:v>
                </c:pt>
                <c:pt idx="156">
                  <c:v>105.814023732</c:v>
                </c:pt>
                <c:pt idx="157">
                  <c:v>105.229660471</c:v>
                </c:pt>
                <c:pt idx="158">
                  <c:v>105.418468566</c:v>
                </c:pt>
                <c:pt idx="159">
                  <c:v>105.445435895</c:v>
                </c:pt>
                <c:pt idx="160">
                  <c:v>105.418468566</c:v>
                </c:pt>
                <c:pt idx="161">
                  <c:v>105.499377912</c:v>
                </c:pt>
                <c:pt idx="162">
                  <c:v>105.688186007</c:v>
                </c:pt>
                <c:pt idx="163">
                  <c:v>105.004937633</c:v>
                </c:pt>
                <c:pt idx="164">
                  <c:v>104.834120021</c:v>
                </c:pt>
                <c:pt idx="165">
                  <c:v>104.98691036</c:v>
                </c:pt>
                <c:pt idx="166">
                  <c:v>105.130768001</c:v>
                </c:pt>
                <c:pt idx="167">
                  <c:v>104.789162209</c:v>
                </c:pt>
                <c:pt idx="168">
                  <c:v>104.681270818</c:v>
                </c:pt>
                <c:pt idx="169">
                  <c:v>104.950988259</c:v>
                </c:pt>
                <c:pt idx="170">
                  <c:v>105.292601408</c:v>
                </c:pt>
                <c:pt idx="171">
                  <c:v>105.948911885</c:v>
                </c:pt>
                <c:pt idx="172">
                  <c:v>106.011816031</c:v>
                </c:pt>
                <c:pt idx="173">
                  <c:v>105.391486521</c:v>
                </c:pt>
                <c:pt idx="174">
                  <c:v>102.739402373</c:v>
                </c:pt>
                <c:pt idx="175">
                  <c:v>104.582378348</c:v>
                </c:pt>
                <c:pt idx="176">
                  <c:v>103.647417733</c:v>
                </c:pt>
                <c:pt idx="177">
                  <c:v>104.141850653</c:v>
                </c:pt>
                <c:pt idx="178">
                  <c:v>105.760089074</c:v>
                </c:pt>
                <c:pt idx="179">
                  <c:v>105.709620067</c:v>
                </c:pt>
                <c:pt idx="180">
                  <c:v>105.249939314</c:v>
                </c:pt>
                <c:pt idx="181">
                  <c:v>105.448290827</c:v>
                </c:pt>
                <c:pt idx="182">
                  <c:v>106.484719237</c:v>
                </c:pt>
                <c:pt idx="183">
                  <c:v>107.331898068</c:v>
                </c:pt>
                <c:pt idx="184">
                  <c:v>106.646927906</c:v>
                </c:pt>
                <c:pt idx="185">
                  <c:v>105.754680892</c:v>
                </c:pt>
                <c:pt idx="186">
                  <c:v>106.800159729</c:v>
                </c:pt>
                <c:pt idx="187">
                  <c:v>106.980380955</c:v>
                </c:pt>
                <c:pt idx="188">
                  <c:v>106.205311217</c:v>
                </c:pt>
                <c:pt idx="189">
                  <c:v>106.998422945</c:v>
                </c:pt>
                <c:pt idx="190">
                  <c:v>106.845213196</c:v>
                </c:pt>
                <c:pt idx="191">
                  <c:v>106.682989811</c:v>
                </c:pt>
                <c:pt idx="192">
                  <c:v>107.061533117</c:v>
                </c:pt>
                <c:pt idx="193">
                  <c:v>107.007429223</c:v>
                </c:pt>
                <c:pt idx="194">
                  <c:v>106.773118819</c:v>
                </c:pt>
                <c:pt idx="195">
                  <c:v>107.449060628</c:v>
                </c:pt>
                <c:pt idx="196">
                  <c:v>105.916904277</c:v>
                </c:pt>
                <c:pt idx="197">
                  <c:v>105.826775269</c:v>
                </c:pt>
                <c:pt idx="198">
                  <c:v>105.448290827</c:v>
                </c:pt>
                <c:pt idx="199">
                  <c:v>105.574437591</c:v>
                </c:pt>
                <c:pt idx="200">
                  <c:v>105.286030651</c:v>
                </c:pt>
                <c:pt idx="201">
                  <c:v>106.223345849</c:v>
                </c:pt>
                <c:pt idx="202">
                  <c:v>106.214361644</c:v>
                </c:pt>
                <c:pt idx="203">
                  <c:v>106.088185448</c:v>
                </c:pt>
                <c:pt idx="204">
                  <c:v>106.484719237</c:v>
                </c:pt>
                <c:pt idx="205">
                  <c:v>107.764537911</c:v>
                </c:pt>
                <c:pt idx="206">
                  <c:v>107.422049151</c:v>
                </c:pt>
                <c:pt idx="207">
                  <c:v>106.691996089</c:v>
                </c:pt>
                <c:pt idx="208">
                  <c:v>106.205311217</c:v>
                </c:pt>
                <c:pt idx="209">
                  <c:v>105.538375687</c:v>
                </c:pt>
                <c:pt idx="210">
                  <c:v>105.439233042</c:v>
                </c:pt>
                <c:pt idx="211">
                  <c:v>104.646128672</c:v>
                </c:pt>
                <c:pt idx="212">
                  <c:v>103.807948762</c:v>
                </c:pt>
                <c:pt idx="213">
                  <c:v>102.789503477</c:v>
                </c:pt>
                <c:pt idx="214">
                  <c:v>102.429031592</c:v>
                </c:pt>
                <c:pt idx="215">
                  <c:v>104.862404445</c:v>
                </c:pt>
                <c:pt idx="216">
                  <c:v>105.547381965</c:v>
                </c:pt>
                <c:pt idx="217">
                  <c:v>106.034066837</c:v>
                </c:pt>
                <c:pt idx="218">
                  <c:v>104.321659828</c:v>
                </c:pt>
                <c:pt idx="219">
                  <c:v>104.366750085</c:v>
                </c:pt>
                <c:pt idx="220">
                  <c:v>103.312257611</c:v>
                </c:pt>
                <c:pt idx="221">
                  <c:v>104.745271317</c:v>
                </c:pt>
                <c:pt idx="222">
                  <c:v>105.367153381</c:v>
                </c:pt>
                <c:pt idx="223">
                  <c:v>106.133209482</c:v>
                </c:pt>
                <c:pt idx="224">
                  <c:v>105.736668335</c:v>
                </c:pt>
                <c:pt idx="225">
                  <c:v>106.836177485</c:v>
                </c:pt>
                <c:pt idx="226">
                  <c:v>107.160668404</c:v>
                </c:pt>
                <c:pt idx="227">
                  <c:v>106.728065352</c:v>
                </c:pt>
                <c:pt idx="228">
                  <c:v>107.070532038</c:v>
                </c:pt>
                <c:pt idx="229">
                  <c:v>106.827200639</c:v>
                </c:pt>
                <c:pt idx="230">
                  <c:v>107.196737667</c:v>
                </c:pt>
                <c:pt idx="231">
                  <c:v>105.89889172</c:v>
                </c:pt>
                <c:pt idx="232">
                  <c:v>104.069329508</c:v>
                </c:pt>
                <c:pt idx="233">
                  <c:v>104.276606361</c:v>
                </c:pt>
                <c:pt idx="234">
                  <c:v>105.087738003</c:v>
                </c:pt>
                <c:pt idx="235">
                  <c:v>105.340097755</c:v>
                </c:pt>
                <c:pt idx="236">
                  <c:v>106.673976174</c:v>
                </c:pt>
                <c:pt idx="237">
                  <c:v>106.863255185</c:v>
                </c:pt>
                <c:pt idx="238">
                  <c:v>107.701427738</c:v>
                </c:pt>
                <c:pt idx="239">
                  <c:v>107.214735508</c:v>
                </c:pt>
                <c:pt idx="240">
                  <c:v>108.566633842</c:v>
                </c:pt>
                <c:pt idx="241">
                  <c:v>108.341329717</c:v>
                </c:pt>
                <c:pt idx="242">
                  <c:v>108.512588813</c:v>
                </c:pt>
                <c:pt idx="243">
                  <c:v>108.110301012</c:v>
                </c:pt>
                <c:pt idx="244">
                  <c:v>108.553227437</c:v>
                </c:pt>
                <c:pt idx="245">
                  <c:v>108.969061446</c:v>
                </c:pt>
                <c:pt idx="246">
                  <c:v>108.887710616</c:v>
                </c:pt>
                <c:pt idx="247">
                  <c:v>108.580364002</c:v>
                </c:pt>
                <c:pt idx="248">
                  <c:v>108.652679121</c:v>
                </c:pt>
                <c:pt idx="249">
                  <c:v>109.21309922</c:v>
                </c:pt>
                <c:pt idx="250">
                  <c:v>108.363418645</c:v>
                </c:pt>
                <c:pt idx="251">
                  <c:v>108.209752696</c:v>
                </c:pt>
                <c:pt idx="252">
                  <c:v>107.097889345</c:v>
                </c:pt>
                <c:pt idx="253">
                  <c:v>108.056079389</c:v>
                </c:pt>
                <c:pt idx="254">
                  <c:v>108.643636052</c:v>
                </c:pt>
                <c:pt idx="255">
                  <c:v>109.258307207</c:v>
                </c:pt>
                <c:pt idx="256">
                  <c:v>110.216475177</c:v>
                </c:pt>
                <c:pt idx="257">
                  <c:v>110.57805813</c:v>
                </c:pt>
                <c:pt idx="258">
                  <c:v>110.822095904</c:v>
                </c:pt>
                <c:pt idx="259">
                  <c:v>111.120414165</c:v>
                </c:pt>
                <c:pt idx="260">
                  <c:v>110.948669436</c:v>
                </c:pt>
                <c:pt idx="261">
                  <c:v>111.328323812</c:v>
                </c:pt>
                <c:pt idx="262">
                  <c:v>110.993847991</c:v>
                </c:pt>
                <c:pt idx="263">
                  <c:v>111.219829059</c:v>
                </c:pt>
                <c:pt idx="264">
                  <c:v>111.165614794</c:v>
                </c:pt>
                <c:pt idx="265">
                  <c:v>111.409674642</c:v>
                </c:pt>
                <c:pt idx="266">
                  <c:v>111.500061182</c:v>
                </c:pt>
                <c:pt idx="267">
                  <c:v>112.250319506</c:v>
                </c:pt>
                <c:pt idx="268">
                  <c:v>113.380246921</c:v>
                </c:pt>
                <c:pt idx="269">
                  <c:v>113.497733236</c:v>
                </c:pt>
                <c:pt idx="270">
                  <c:v>113.714693309</c:v>
                </c:pt>
                <c:pt idx="271">
                  <c:v>112.828840459</c:v>
                </c:pt>
                <c:pt idx="272">
                  <c:v>112.602844674</c:v>
                </c:pt>
                <c:pt idx="273">
                  <c:v>113.380246921</c:v>
                </c:pt>
                <c:pt idx="274">
                  <c:v>113.280809953</c:v>
                </c:pt>
                <c:pt idx="275">
                  <c:v>113.606213273</c:v>
                </c:pt>
                <c:pt idx="276">
                  <c:v>113.741822516</c:v>
                </c:pt>
                <c:pt idx="277">
                  <c:v>114.157619735</c:v>
                </c:pt>
                <c:pt idx="278">
                  <c:v>114.347443243</c:v>
                </c:pt>
                <c:pt idx="279">
                  <c:v>114.763255178</c:v>
                </c:pt>
                <c:pt idx="280">
                  <c:v>115.142902195</c:v>
                </c:pt>
                <c:pt idx="281">
                  <c:v>115.793745625</c:v>
                </c:pt>
                <c:pt idx="282">
                  <c:v>116.182420995</c:v>
                </c:pt>
                <c:pt idx="283">
                  <c:v>116.869436701</c:v>
                </c:pt>
                <c:pt idx="284">
                  <c:v>116.833293857</c:v>
                </c:pt>
                <c:pt idx="285">
                  <c:v>117.339492333</c:v>
                </c:pt>
                <c:pt idx="286">
                  <c:v>117.917998569</c:v>
                </c:pt>
                <c:pt idx="287">
                  <c:v>117.963125617</c:v>
                </c:pt>
                <c:pt idx="288">
                  <c:v>117.520250698</c:v>
                </c:pt>
                <c:pt idx="289">
                  <c:v>117.746246483</c:v>
                </c:pt>
                <c:pt idx="290">
                  <c:v>117.890854647</c:v>
                </c:pt>
                <c:pt idx="291">
                  <c:v>117.529330558</c:v>
                </c:pt>
                <c:pt idx="292">
                  <c:v>118.812857699</c:v>
                </c:pt>
                <c:pt idx="293">
                  <c:v>118.216272682</c:v>
                </c:pt>
                <c:pt idx="294">
                  <c:v>118.433225398</c:v>
                </c:pt>
                <c:pt idx="295">
                  <c:v>118.171064696</c:v>
                </c:pt>
                <c:pt idx="296">
                  <c:v>117.972234909</c:v>
                </c:pt>
                <c:pt idx="297">
                  <c:v>118.180137197</c:v>
                </c:pt>
                <c:pt idx="298">
                  <c:v>118.270523738</c:v>
                </c:pt>
                <c:pt idx="299">
                  <c:v>118.767701219</c:v>
                </c:pt>
                <c:pt idx="300">
                  <c:v>118.96651629</c:v>
                </c:pt>
                <c:pt idx="301">
                  <c:v>118.677292604</c:v>
                </c:pt>
                <c:pt idx="302">
                  <c:v>119.409494222</c:v>
                </c:pt>
                <c:pt idx="303">
                  <c:v>119.328084527</c:v>
                </c:pt>
                <c:pt idx="304">
                  <c:v>119.286452563</c:v>
                </c:pt>
                <c:pt idx="305">
                  <c:v>119.395109193</c:v>
                </c:pt>
                <c:pt idx="306">
                  <c:v>117.583537465</c:v>
                </c:pt>
                <c:pt idx="307">
                  <c:v>118.380659341</c:v>
                </c:pt>
                <c:pt idx="308">
                  <c:v>118.081700927</c:v>
                </c:pt>
                <c:pt idx="309">
                  <c:v>118.326334704</c:v>
                </c:pt>
                <c:pt idx="310">
                  <c:v>118.516518758</c:v>
                </c:pt>
                <c:pt idx="311">
                  <c:v>119.24115628</c:v>
                </c:pt>
                <c:pt idx="312">
                  <c:v>119.793666452</c:v>
                </c:pt>
                <c:pt idx="313">
                  <c:v>119.99298923</c:v>
                </c:pt>
                <c:pt idx="314">
                  <c:v>119.911476523</c:v>
                </c:pt>
                <c:pt idx="315">
                  <c:v>119.838992168</c:v>
                </c:pt>
                <c:pt idx="316">
                  <c:v>120.029205654</c:v>
                </c:pt>
                <c:pt idx="317">
                  <c:v>119.540107335</c:v>
                </c:pt>
                <c:pt idx="318">
                  <c:v>119.603482398</c:v>
                </c:pt>
                <c:pt idx="319">
                  <c:v>119.540107335</c:v>
                </c:pt>
                <c:pt idx="320">
                  <c:v>119.58535947</c:v>
                </c:pt>
                <c:pt idx="321">
                  <c:v>119.069065721</c:v>
                </c:pt>
                <c:pt idx="322">
                  <c:v>118.588958965</c:v>
                </c:pt>
                <c:pt idx="323">
                  <c:v>118.117968858</c:v>
                </c:pt>
                <c:pt idx="324">
                  <c:v>119.096261151</c:v>
                </c:pt>
                <c:pt idx="325">
                  <c:v>118.915061301</c:v>
                </c:pt>
                <c:pt idx="326">
                  <c:v>119.105289504</c:v>
                </c:pt>
                <c:pt idx="327">
                  <c:v>120.101690009</c:v>
                </c:pt>
                <c:pt idx="328">
                  <c:v>120.074516654</c:v>
                </c:pt>
                <c:pt idx="329">
                  <c:v>121.52381377</c:v>
                </c:pt>
                <c:pt idx="330">
                  <c:v>122.402418922</c:v>
                </c:pt>
                <c:pt idx="331">
                  <c:v>122.230357796</c:v>
                </c:pt>
                <c:pt idx="332">
                  <c:v>122.964038386</c:v>
                </c:pt>
                <c:pt idx="333">
                  <c:v>123.181447302</c:v>
                </c:pt>
                <c:pt idx="334">
                  <c:v>124.277446652</c:v>
                </c:pt>
                <c:pt idx="335">
                  <c:v>124.485827215</c:v>
                </c:pt>
                <c:pt idx="336">
                  <c:v>124.087269956</c:v>
                </c:pt>
                <c:pt idx="337">
                  <c:v>124.132551524</c:v>
                </c:pt>
                <c:pt idx="338">
                  <c:v>124.585426061</c:v>
                </c:pt>
                <c:pt idx="339">
                  <c:v>124.857174329</c:v>
                </c:pt>
                <c:pt idx="340">
                  <c:v>125.291948012</c:v>
                </c:pt>
                <c:pt idx="341">
                  <c:v>125.364469157</c:v>
                </c:pt>
                <c:pt idx="342">
                  <c:v>125.264811447</c:v>
                </c:pt>
                <c:pt idx="343">
                  <c:v>125.545610142</c:v>
                </c:pt>
                <c:pt idx="344">
                  <c:v>125.944137969</c:v>
                </c:pt>
                <c:pt idx="345">
                  <c:v>126.469504218</c:v>
                </c:pt>
                <c:pt idx="346">
                  <c:v>123.25388015</c:v>
                </c:pt>
                <c:pt idx="347">
                  <c:v>124.331822795</c:v>
                </c:pt>
                <c:pt idx="348">
                  <c:v>124.857174329</c:v>
                </c:pt>
                <c:pt idx="349">
                  <c:v>125.907965693</c:v>
                </c:pt>
                <c:pt idx="350">
                  <c:v>126.034745251</c:v>
                </c:pt>
                <c:pt idx="351">
                  <c:v>126.614443495</c:v>
                </c:pt>
                <c:pt idx="352">
                  <c:v>127.692400857</c:v>
                </c:pt>
                <c:pt idx="353">
                  <c:v>127.918852841</c:v>
                </c:pt>
                <c:pt idx="354">
                  <c:v>128.027502114</c:v>
                </c:pt>
                <c:pt idx="355">
                  <c:v>127.982220547</c:v>
                </c:pt>
                <c:pt idx="356">
                  <c:v>128.480435515</c:v>
                </c:pt>
                <c:pt idx="357">
                  <c:v>129.947870276</c:v>
                </c:pt>
                <c:pt idx="358">
                  <c:v>129.920645415</c:v>
                </c:pt>
                <c:pt idx="359">
                  <c:v>129.40437374</c:v>
                </c:pt>
                <c:pt idx="360">
                  <c:v>129.911609704</c:v>
                </c:pt>
                <c:pt idx="361">
                  <c:v>130.047469122</c:v>
                </c:pt>
                <c:pt idx="362">
                  <c:v>126.795643345</c:v>
                </c:pt>
                <c:pt idx="363">
                  <c:v>126.116257959</c:v>
                </c:pt>
                <c:pt idx="364">
                  <c:v>127.139853894</c:v>
                </c:pt>
                <c:pt idx="365">
                  <c:v>126.587321647</c:v>
                </c:pt>
                <c:pt idx="366">
                  <c:v>126.025753689</c:v>
                </c:pt>
                <c:pt idx="367">
                  <c:v>125.478857724</c:v>
                </c:pt>
                <c:pt idx="368">
                  <c:v>127.57705574</c:v>
                </c:pt>
                <c:pt idx="369">
                  <c:v>126.577932749</c:v>
                </c:pt>
                <c:pt idx="370">
                  <c:v>127.831350664</c:v>
                </c:pt>
                <c:pt idx="371">
                  <c:v>127.795031227</c:v>
                </c:pt>
                <c:pt idx="372">
                  <c:v>128.285461357</c:v>
                </c:pt>
                <c:pt idx="373">
                  <c:v>127.686014051</c:v>
                </c:pt>
                <c:pt idx="374">
                  <c:v>125.369928845</c:v>
                </c:pt>
                <c:pt idx="375">
                  <c:v>127.177438919</c:v>
                </c:pt>
                <c:pt idx="376">
                  <c:v>124.970238443</c:v>
                </c:pt>
                <c:pt idx="377">
                  <c:v>125.015667172</c:v>
                </c:pt>
                <c:pt idx="378">
                  <c:v>123.698660809</c:v>
                </c:pt>
                <c:pt idx="379">
                  <c:v>124.91578872</c:v>
                </c:pt>
                <c:pt idx="380">
                  <c:v>123.789518266</c:v>
                </c:pt>
                <c:pt idx="381">
                  <c:v>125.124669632</c:v>
                </c:pt>
                <c:pt idx="382">
                  <c:v>125.942092425</c:v>
                </c:pt>
                <c:pt idx="383">
                  <c:v>126.296354098</c:v>
                </c:pt>
                <c:pt idx="384">
                  <c:v>127.795031227</c:v>
                </c:pt>
                <c:pt idx="385">
                  <c:v>128.076551013</c:v>
                </c:pt>
                <c:pt idx="386">
                  <c:v>129.084798012</c:v>
                </c:pt>
                <c:pt idx="387">
                  <c:v>129.148357027</c:v>
                </c:pt>
                <c:pt idx="388">
                  <c:v>130.011208549</c:v>
                </c:pt>
                <c:pt idx="389">
                  <c:v>130.774166903</c:v>
                </c:pt>
                <c:pt idx="390">
                  <c:v>130.946728377</c:v>
                </c:pt>
                <c:pt idx="391">
                  <c:v>130.892219789</c:v>
                </c:pt>
                <c:pt idx="392">
                  <c:v>131.491711244</c:v>
                </c:pt>
                <c:pt idx="393">
                  <c:v>131.155624005</c:v>
                </c:pt>
                <c:pt idx="394">
                  <c:v>131.582568701</c:v>
                </c:pt>
                <c:pt idx="395">
                  <c:v>130.7560219</c:v>
                </c:pt>
                <c:pt idx="396">
                  <c:v>130.647004724</c:v>
                </c:pt>
                <c:pt idx="397">
                  <c:v>130.092971431</c:v>
                </c:pt>
                <c:pt idx="398">
                  <c:v>130.392753949</c:v>
                </c:pt>
                <c:pt idx="399">
                  <c:v>130.746912609</c:v>
                </c:pt>
                <c:pt idx="400">
                  <c:v>130.238308044</c:v>
                </c:pt>
                <c:pt idx="401">
                  <c:v>130.474413817</c:v>
                </c:pt>
                <c:pt idx="402">
                  <c:v>131.300945902</c:v>
                </c:pt>
                <c:pt idx="403">
                  <c:v>131.073905272</c:v>
                </c:pt>
                <c:pt idx="404">
                  <c:v>130.901329081</c:v>
                </c:pt>
                <c:pt idx="405">
                  <c:v>128.094813745</c:v>
                </c:pt>
                <c:pt idx="406">
                  <c:v>129.066623578</c:v>
                </c:pt>
                <c:pt idx="407">
                  <c:v>130.728694026</c:v>
                </c:pt>
                <c:pt idx="408">
                  <c:v>130.819610347</c:v>
                </c:pt>
                <c:pt idx="409">
                  <c:v>131.046650978</c:v>
                </c:pt>
                <c:pt idx="410">
                  <c:v>128.367209523</c:v>
                </c:pt>
                <c:pt idx="411">
                  <c:v>128.276425646</c:v>
                </c:pt>
                <c:pt idx="412">
                  <c:v>128.112929315</c:v>
                </c:pt>
                <c:pt idx="413">
                  <c:v>130.065746569</c:v>
                </c:pt>
                <c:pt idx="414">
                  <c:v>129.602511869</c:v>
                </c:pt>
                <c:pt idx="415">
                  <c:v>129.22104005</c:v>
                </c:pt>
                <c:pt idx="416">
                  <c:v>128.948511827</c:v>
                </c:pt>
                <c:pt idx="417">
                  <c:v>129.348202228</c:v>
                </c:pt>
                <c:pt idx="418">
                  <c:v>129.856850941</c:v>
                </c:pt>
                <c:pt idx="419">
                  <c:v>131.382738216</c:v>
                </c:pt>
                <c:pt idx="420">
                  <c:v>132.790557888</c:v>
                </c:pt>
                <c:pt idx="421">
                  <c:v>132.608945987</c:v>
                </c:pt>
                <c:pt idx="422">
                  <c:v>131.419057653</c:v>
                </c:pt>
                <c:pt idx="423">
                  <c:v>131.818703907</c:v>
                </c:pt>
                <c:pt idx="424">
                  <c:v>132.127581</c:v>
                </c:pt>
                <c:pt idx="425">
                  <c:v>130.983106679</c:v>
                </c:pt>
                <c:pt idx="426">
                  <c:v>132.490848951</c:v>
                </c:pt>
                <c:pt idx="427">
                  <c:v>132.808791187</c:v>
                </c:pt>
                <c:pt idx="428">
                  <c:v>132.990344225</c:v>
                </c:pt>
                <c:pt idx="429">
                  <c:v>132.209270301</c:v>
                </c:pt>
                <c:pt idx="430">
                  <c:v>132.663410426</c:v>
                </c:pt>
                <c:pt idx="431">
                  <c:v>132.489568647</c:v>
                </c:pt>
                <c:pt idx="432">
                  <c:v>132.717109626</c:v>
                </c:pt>
                <c:pt idx="433">
                  <c:v>132.307471113</c:v>
                </c:pt>
                <c:pt idx="434">
                  <c:v>131.497347526</c:v>
                </c:pt>
                <c:pt idx="435">
                  <c:v>131.369891025</c:v>
                </c:pt>
                <c:pt idx="436">
                  <c:v>129.986279406</c:v>
                </c:pt>
                <c:pt idx="437">
                  <c:v>130.323087735</c:v>
                </c:pt>
                <c:pt idx="438">
                  <c:v>131.497347526</c:v>
                </c:pt>
                <c:pt idx="439">
                  <c:v>131.451874649</c:v>
                </c:pt>
                <c:pt idx="440">
                  <c:v>132.398505164</c:v>
                </c:pt>
                <c:pt idx="441">
                  <c:v>132.516911238</c:v>
                </c:pt>
                <c:pt idx="442">
                  <c:v>132.798990237</c:v>
                </c:pt>
                <c:pt idx="443">
                  <c:v>132.926476171</c:v>
                </c:pt>
                <c:pt idx="444">
                  <c:v>134.22816303</c:v>
                </c:pt>
                <c:pt idx="445">
                  <c:v>134.4102017</c:v>
                </c:pt>
                <c:pt idx="446">
                  <c:v>134.255461473</c:v>
                </c:pt>
                <c:pt idx="447">
                  <c:v>134.355604815</c:v>
                </c:pt>
                <c:pt idx="448">
                  <c:v>134.756134037</c:v>
                </c:pt>
                <c:pt idx="449">
                  <c:v>134.510374475</c:v>
                </c:pt>
                <c:pt idx="450">
                  <c:v>135.029147893</c:v>
                </c:pt>
                <c:pt idx="451">
                  <c:v>135.493368576</c:v>
                </c:pt>
                <c:pt idx="452">
                  <c:v>135.666430399</c:v>
                </c:pt>
                <c:pt idx="453">
                  <c:v>135.502551448</c:v>
                </c:pt>
                <c:pt idx="454">
                  <c:v>135.001864167</c:v>
                </c:pt>
                <c:pt idx="455">
                  <c:v>135.366000371</c:v>
                </c:pt>
                <c:pt idx="456">
                  <c:v>134.483002452</c:v>
                </c:pt>
                <c:pt idx="457">
                  <c:v>134.710587579</c:v>
                </c:pt>
                <c:pt idx="458">
                  <c:v>134.200849872</c:v>
                </c:pt>
                <c:pt idx="459">
                  <c:v>133.773066356</c:v>
                </c:pt>
                <c:pt idx="460">
                  <c:v>137.669002928</c:v>
                </c:pt>
                <c:pt idx="461">
                  <c:v>137.978424518</c:v>
                </c:pt>
                <c:pt idx="462">
                  <c:v>138.497286233</c:v>
                </c:pt>
                <c:pt idx="463">
                  <c:v>138.451842788</c:v>
                </c:pt>
                <c:pt idx="464">
                  <c:v>138.187849927</c:v>
                </c:pt>
                <c:pt idx="465">
                  <c:v>139.516805797</c:v>
                </c:pt>
                <c:pt idx="466">
                  <c:v>139.990179919</c:v>
                </c:pt>
                <c:pt idx="467">
                  <c:v>140.072089962</c:v>
                </c:pt>
                <c:pt idx="468">
                  <c:v>140.636468703</c:v>
                </c:pt>
                <c:pt idx="469">
                  <c:v>139.899131152</c:v>
                </c:pt>
                <c:pt idx="470">
                  <c:v>139.890036576</c:v>
                </c:pt>
                <c:pt idx="471">
                  <c:v>140.062980671</c:v>
                </c:pt>
                <c:pt idx="472">
                  <c:v>139.553228247</c:v>
                </c:pt>
                <c:pt idx="473">
                  <c:v>138.897830171</c:v>
                </c:pt>
                <c:pt idx="474">
                  <c:v>140.672802856</c:v>
                </c:pt>
                <c:pt idx="475">
                  <c:v>140.135781422</c:v>
                </c:pt>
                <c:pt idx="476">
                  <c:v>140.026587653</c:v>
                </c:pt>
                <c:pt idx="477">
                  <c:v>141.546720916</c:v>
                </c:pt>
                <c:pt idx="478">
                  <c:v>141.719694443</c:v>
                </c:pt>
                <c:pt idx="479">
                  <c:v>142.238526726</c:v>
                </c:pt>
                <c:pt idx="480">
                  <c:v>142.174864698</c:v>
                </c:pt>
                <c:pt idx="481">
                  <c:v>142.538927321</c:v>
                </c:pt>
                <c:pt idx="482">
                  <c:v>140.053841947</c:v>
                </c:pt>
                <c:pt idx="483">
                  <c:v>141.228116454</c:v>
                </c:pt>
                <c:pt idx="484">
                  <c:v>140.627359411</c:v>
                </c:pt>
                <c:pt idx="485">
                  <c:v>139.007053373</c:v>
                </c:pt>
                <c:pt idx="486">
                  <c:v>139.098087424</c:v>
                </c:pt>
                <c:pt idx="487">
                  <c:v>139.726157625</c:v>
                </c:pt>
                <c:pt idx="488">
                  <c:v>140.199458166</c:v>
                </c:pt>
                <c:pt idx="489">
                  <c:v>140.818492657</c:v>
                </c:pt>
                <c:pt idx="490">
                  <c:v>141.910827688</c:v>
                </c:pt>
                <c:pt idx="491">
                  <c:v>141.719694443</c:v>
                </c:pt>
                <c:pt idx="492">
                  <c:v>141.992767164</c:v>
                </c:pt>
                <c:pt idx="493">
                  <c:v>141.892623821</c:v>
                </c:pt>
                <c:pt idx="494">
                  <c:v>143.503805852</c:v>
                </c:pt>
                <c:pt idx="495">
                  <c:v>144.706953428</c:v>
                </c:pt>
                <c:pt idx="496">
                  <c:v>143.849502731</c:v>
                </c:pt>
                <c:pt idx="497">
                  <c:v>143.694482896</c:v>
                </c:pt>
                <c:pt idx="498">
                  <c:v>143.712657331</c:v>
                </c:pt>
                <c:pt idx="499">
                  <c:v>143.548498773</c:v>
                </c:pt>
                <c:pt idx="500">
                  <c:v>142.773149429</c:v>
                </c:pt>
                <c:pt idx="501">
                  <c:v>142.791382728</c:v>
                </c:pt>
                <c:pt idx="502">
                  <c:v>142.964709442</c:v>
                </c:pt>
                <c:pt idx="503">
                  <c:v>142.079857289</c:v>
                </c:pt>
                <c:pt idx="504">
                  <c:v>144.570137461</c:v>
                </c:pt>
                <c:pt idx="505">
                  <c:v>145.974822595</c:v>
                </c:pt>
                <c:pt idx="506">
                  <c:v>146.23022123</c:v>
                </c:pt>
                <c:pt idx="507">
                  <c:v>147.698906863</c:v>
                </c:pt>
                <c:pt idx="508">
                  <c:v>148.27355747</c:v>
                </c:pt>
                <c:pt idx="509">
                  <c:v>148.282681478</c:v>
                </c:pt>
                <c:pt idx="510">
                  <c:v>147.93602805</c:v>
                </c:pt>
                <c:pt idx="511">
                  <c:v>148.94854273</c:v>
                </c:pt>
                <c:pt idx="512">
                  <c:v>150.043144048</c:v>
                </c:pt>
                <c:pt idx="513">
                  <c:v>149.614448131</c:v>
                </c:pt>
                <c:pt idx="514">
                  <c:v>151.228970726</c:v>
                </c:pt>
                <c:pt idx="515">
                  <c:v>151.256328033</c:v>
                </c:pt>
                <c:pt idx="516">
                  <c:v>151.730658704</c:v>
                </c:pt>
                <c:pt idx="517">
                  <c:v>153.354320023</c:v>
                </c:pt>
                <c:pt idx="518">
                  <c:v>154.622248054</c:v>
                </c:pt>
                <c:pt idx="519">
                  <c:v>153.618842665</c:v>
                </c:pt>
                <c:pt idx="520">
                  <c:v>153.564113335</c:v>
                </c:pt>
                <c:pt idx="521">
                  <c:v>155.917533392</c:v>
                </c:pt>
                <c:pt idx="522">
                  <c:v>155.160432063</c:v>
                </c:pt>
                <c:pt idx="523">
                  <c:v>153.883350592</c:v>
                </c:pt>
                <c:pt idx="524">
                  <c:v>154.521869253</c:v>
                </c:pt>
                <c:pt idx="525">
                  <c:v>153.208394764</c:v>
                </c:pt>
                <c:pt idx="526">
                  <c:v>150.152617424</c:v>
                </c:pt>
                <c:pt idx="527">
                  <c:v>144.232637473</c:v>
                </c:pt>
                <c:pt idx="528">
                  <c:v>148.05464015</c:v>
                </c:pt>
                <c:pt idx="529">
                  <c:v>146.139010585</c:v>
                </c:pt>
                <c:pt idx="530">
                  <c:v>139.972800156</c:v>
                </c:pt>
                <c:pt idx="531">
                  <c:v>142.390029402</c:v>
                </c:pt>
                <c:pt idx="532">
                  <c:v>144.916776173</c:v>
                </c:pt>
                <c:pt idx="533">
                  <c:v>145.664738779</c:v>
                </c:pt>
                <c:pt idx="534">
                  <c:v>148.392140138</c:v>
                </c:pt>
                <c:pt idx="535">
                  <c:v>151.146884089</c:v>
                </c:pt>
                <c:pt idx="536">
                  <c:v>150.471928261</c:v>
                </c:pt>
                <c:pt idx="537">
                  <c:v>150.772858638</c:v>
                </c:pt>
                <c:pt idx="538">
                  <c:v>150.344118573</c:v>
                </c:pt>
                <c:pt idx="539">
                  <c:v>150.325929422</c:v>
                </c:pt>
                <c:pt idx="540">
                  <c:v>153.399925345</c:v>
                </c:pt>
                <c:pt idx="541">
                  <c:v>155.434034565</c:v>
                </c:pt>
                <c:pt idx="542">
                  <c:v>153.509398721</c:v>
                </c:pt>
                <c:pt idx="543">
                  <c:v>152.524256064</c:v>
                </c:pt>
                <c:pt idx="544">
                  <c:v>150.033990608</c:v>
                </c:pt>
                <c:pt idx="545">
                  <c:v>151.411406731</c:v>
                </c:pt>
                <c:pt idx="546">
                  <c:v>153.089826812</c:v>
                </c:pt>
                <c:pt idx="547">
                  <c:v>153.737395901</c:v>
                </c:pt>
                <c:pt idx="548">
                  <c:v>154.093202769</c:v>
                </c:pt>
                <c:pt idx="549">
                  <c:v>154.941500027</c:v>
                </c:pt>
                <c:pt idx="550">
                  <c:v>157.95168676</c:v>
                </c:pt>
                <c:pt idx="551">
                  <c:v>158.790889443</c:v>
                </c:pt>
                <c:pt idx="552">
                  <c:v>156.629014683</c:v>
                </c:pt>
                <c:pt idx="553">
                  <c:v>156.601657376</c:v>
                </c:pt>
                <c:pt idx="554">
                  <c:v>156.464782544</c:v>
                </c:pt>
                <c:pt idx="555">
                  <c:v>155.999590597</c:v>
                </c:pt>
                <c:pt idx="556">
                  <c:v>152.671226169</c:v>
                </c:pt>
                <c:pt idx="557">
                  <c:v>153.173679386</c:v>
                </c:pt>
                <c:pt idx="558">
                  <c:v>152.506743856</c:v>
                </c:pt>
                <c:pt idx="559">
                  <c:v>148.742487318</c:v>
                </c:pt>
                <c:pt idx="560">
                  <c:v>144.822931339</c:v>
                </c:pt>
                <c:pt idx="561">
                  <c:v>150.204344661</c:v>
                </c:pt>
                <c:pt idx="562">
                  <c:v>145.343735585</c:v>
                </c:pt>
                <c:pt idx="563">
                  <c:v>143.671717026</c:v>
                </c:pt>
                <c:pt idx="564">
                  <c:v>146.30306613</c:v>
                </c:pt>
                <c:pt idx="565">
                  <c:v>142.081976413</c:v>
                </c:pt>
                <c:pt idx="566">
                  <c:v>143.680870466</c:v>
                </c:pt>
                <c:pt idx="567">
                  <c:v>145.946714765</c:v>
                </c:pt>
                <c:pt idx="568">
                  <c:v>146.778147325</c:v>
                </c:pt>
                <c:pt idx="569">
                  <c:v>143.105292741</c:v>
                </c:pt>
                <c:pt idx="570">
                  <c:v>144.110287473</c:v>
                </c:pt>
                <c:pt idx="571">
                  <c:v>147.289812847</c:v>
                </c:pt>
                <c:pt idx="572">
                  <c:v>146.440102839</c:v>
                </c:pt>
                <c:pt idx="573">
                  <c:v>148.203464489</c:v>
                </c:pt>
                <c:pt idx="574">
                  <c:v>147.435973564</c:v>
                </c:pt>
                <c:pt idx="575">
                  <c:v>148.559771706</c:v>
                </c:pt>
                <c:pt idx="576">
                  <c:v>151.757589243</c:v>
                </c:pt>
                <c:pt idx="577">
                  <c:v>152.068188124</c:v>
                </c:pt>
                <c:pt idx="578">
                  <c:v>150.670301848</c:v>
                </c:pt>
                <c:pt idx="579">
                  <c:v>148.285654139</c:v>
                </c:pt>
                <c:pt idx="580">
                  <c:v>147.911098907</c:v>
                </c:pt>
                <c:pt idx="581">
                  <c:v>144.777267152</c:v>
                </c:pt>
                <c:pt idx="582">
                  <c:v>144.950814608</c:v>
                </c:pt>
                <c:pt idx="583">
                  <c:v>148.002441997</c:v>
                </c:pt>
                <c:pt idx="584">
                  <c:v>148.093799803</c:v>
                </c:pt>
                <c:pt idx="585">
                  <c:v>147.043140884</c:v>
                </c:pt>
                <c:pt idx="586">
                  <c:v>148.72420987</c:v>
                </c:pt>
                <c:pt idx="587">
                  <c:v>147.84712784</c:v>
                </c:pt>
                <c:pt idx="588">
                  <c:v>147.828865108</c:v>
                </c:pt>
                <c:pt idx="589">
                  <c:v>150.633732236</c:v>
                </c:pt>
                <c:pt idx="590">
                  <c:v>151.885487228</c:v>
                </c:pt>
                <c:pt idx="591">
                  <c:v>151.730114207</c:v>
                </c:pt>
                <c:pt idx="592">
                  <c:v>153.383884751</c:v>
                </c:pt>
                <c:pt idx="593">
                  <c:v>154.973581215</c:v>
                </c:pt>
                <c:pt idx="594">
                  <c:v>154.827435214</c:v>
                </c:pt>
                <c:pt idx="595">
                  <c:v>155.092428773</c:v>
                </c:pt>
                <c:pt idx="596">
                  <c:v>153.374701879</c:v>
                </c:pt>
                <c:pt idx="597">
                  <c:v>154.388864767</c:v>
                </c:pt>
                <c:pt idx="598">
                  <c:v>153.795009595</c:v>
                </c:pt>
                <c:pt idx="599">
                  <c:v>153.000117214</c:v>
                </c:pt>
                <c:pt idx="600">
                  <c:v>153.858951229</c:v>
                </c:pt>
                <c:pt idx="601">
                  <c:v>153.657914021</c:v>
                </c:pt>
                <c:pt idx="602">
                  <c:v>154.9553332</c:v>
                </c:pt>
                <c:pt idx="603">
                  <c:v>154.909654296</c:v>
                </c:pt>
                <c:pt idx="604">
                  <c:v>155.06498317</c:v>
                </c:pt>
                <c:pt idx="605">
                  <c:v>154.379667178</c:v>
                </c:pt>
                <c:pt idx="606">
                  <c:v>155.485246737</c:v>
                </c:pt>
                <c:pt idx="607">
                  <c:v>155.384750207</c:v>
                </c:pt>
                <c:pt idx="608">
                  <c:v>157.824186111</c:v>
                </c:pt>
                <c:pt idx="609">
                  <c:v>159.249473843</c:v>
                </c:pt>
                <c:pt idx="610">
                  <c:v>159.742832485</c:v>
                </c:pt>
                <c:pt idx="611">
                  <c:v>160.674761575</c:v>
                </c:pt>
                <c:pt idx="612">
                  <c:v>159.36824782</c:v>
                </c:pt>
                <c:pt idx="613">
                  <c:v>159.377357112</c:v>
                </c:pt>
                <c:pt idx="614">
                  <c:v>159.806832984</c:v>
                </c:pt>
                <c:pt idx="615">
                  <c:v>160.647404268</c:v>
                </c:pt>
                <c:pt idx="616">
                  <c:v>160.638294976</c:v>
                </c:pt>
                <c:pt idx="617">
                  <c:v>162.264561052</c:v>
                </c:pt>
                <c:pt idx="618">
                  <c:v>161.69804847</c:v>
                </c:pt>
                <c:pt idx="619">
                  <c:v>161.604689269</c:v>
                </c:pt>
                <c:pt idx="620">
                  <c:v>161.146899541</c:v>
                </c:pt>
                <c:pt idx="621">
                  <c:v>162.291344429</c:v>
                </c:pt>
                <c:pt idx="622">
                  <c:v>160.88130262</c:v>
                </c:pt>
                <c:pt idx="623">
                  <c:v>160.524318461</c:v>
                </c:pt>
                <c:pt idx="624">
                  <c:v>156.907605957</c:v>
                </c:pt>
                <c:pt idx="625">
                  <c:v>157.54859693</c:v>
                </c:pt>
                <c:pt idx="626">
                  <c:v>155.40605918</c:v>
                </c:pt>
                <c:pt idx="627">
                  <c:v>156.742785173</c:v>
                </c:pt>
                <c:pt idx="628">
                  <c:v>157.163961141</c:v>
                </c:pt>
                <c:pt idx="629">
                  <c:v>158.216930494</c:v>
                </c:pt>
                <c:pt idx="630">
                  <c:v>156.385727432</c:v>
                </c:pt>
                <c:pt idx="631">
                  <c:v>158.326830638</c:v>
                </c:pt>
                <c:pt idx="632">
                  <c:v>160.789827085</c:v>
                </c:pt>
                <c:pt idx="633">
                  <c:v>162.236423789</c:v>
                </c:pt>
                <c:pt idx="634">
                  <c:v>162.355462657</c:v>
                </c:pt>
                <c:pt idx="635">
                  <c:v>161.531402885</c:v>
                </c:pt>
                <c:pt idx="636">
                  <c:v>164.314902176</c:v>
                </c:pt>
                <c:pt idx="637">
                  <c:v>164.452247924</c:v>
                </c:pt>
                <c:pt idx="638">
                  <c:v>164.058517559</c:v>
                </c:pt>
                <c:pt idx="639">
                  <c:v>165.056522124</c:v>
                </c:pt>
                <c:pt idx="640">
                  <c:v>164.745216868</c:v>
                </c:pt>
                <c:pt idx="641">
                  <c:v>163.921171811</c:v>
                </c:pt>
                <c:pt idx="642">
                  <c:v>163.884572767</c:v>
                </c:pt>
                <c:pt idx="643">
                  <c:v>164.406421859</c:v>
                </c:pt>
                <c:pt idx="644">
                  <c:v>165.084011876</c:v>
                </c:pt>
                <c:pt idx="645">
                  <c:v>167.391326262</c:v>
                </c:pt>
                <c:pt idx="646">
                  <c:v>164.855117012</c:v>
                </c:pt>
                <c:pt idx="647">
                  <c:v>162.630139438</c:v>
                </c:pt>
                <c:pt idx="648">
                  <c:v>160.331978492</c:v>
                </c:pt>
                <c:pt idx="649">
                  <c:v>161.558877921</c:v>
                </c:pt>
                <c:pt idx="650">
                  <c:v>162.172349709</c:v>
                </c:pt>
                <c:pt idx="651">
                  <c:v>164.378976255</c:v>
                </c:pt>
                <c:pt idx="652">
                  <c:v>164.882577332</c:v>
                </c:pt>
                <c:pt idx="653">
                  <c:v>165.853121577</c:v>
                </c:pt>
                <c:pt idx="654">
                  <c:v>166.457366345</c:v>
                </c:pt>
                <c:pt idx="655">
                  <c:v>166.658845037</c:v>
                </c:pt>
                <c:pt idx="656">
                  <c:v>166.558142482</c:v>
                </c:pt>
                <c:pt idx="657">
                  <c:v>165.285431704</c:v>
                </c:pt>
                <c:pt idx="658">
                  <c:v>165.102289324</c:v>
                </c:pt>
                <c:pt idx="659">
                  <c:v>166.136981229</c:v>
                </c:pt>
                <c:pt idx="660">
                  <c:v>164.104284759</c:v>
                </c:pt>
                <c:pt idx="661">
                  <c:v>164.644529028</c:v>
                </c:pt>
                <c:pt idx="662">
                  <c:v>164.681128072</c:v>
                </c:pt>
                <c:pt idx="663">
                  <c:v>164.534599451</c:v>
                </c:pt>
                <c:pt idx="664">
                  <c:v>165.138903084</c:v>
                </c:pt>
                <c:pt idx="665">
                  <c:v>165.779849909</c:v>
                </c:pt>
                <c:pt idx="666">
                  <c:v>165.541816321</c:v>
                </c:pt>
                <c:pt idx="667">
                  <c:v>167.080035722</c:v>
                </c:pt>
                <c:pt idx="668">
                  <c:v>168.78310534</c:v>
                </c:pt>
                <c:pt idx="669">
                  <c:v>169.030277652</c:v>
                </c:pt>
                <c:pt idx="670">
                  <c:v>170.980519581</c:v>
                </c:pt>
                <c:pt idx="671">
                  <c:v>170.6783089</c:v>
                </c:pt>
                <c:pt idx="672">
                  <c:v>170.898094473</c:v>
                </c:pt>
                <c:pt idx="673">
                  <c:v>170.165613248</c:v>
                </c:pt>
                <c:pt idx="674">
                  <c:v>167.968125426</c:v>
                </c:pt>
                <c:pt idx="675">
                  <c:v>166.466549217</c:v>
                </c:pt>
                <c:pt idx="676">
                  <c:v>165.825646541</c:v>
                </c:pt>
                <c:pt idx="677">
                  <c:v>166.384138825</c:v>
                </c:pt>
                <c:pt idx="678">
                  <c:v>167.666003042</c:v>
                </c:pt>
                <c:pt idx="679">
                  <c:v>167.171570122</c:v>
                </c:pt>
                <c:pt idx="680">
                  <c:v>168.957005983</c:v>
                </c:pt>
                <c:pt idx="681">
                  <c:v>168.462573063</c:v>
                </c:pt>
                <c:pt idx="682">
                  <c:v>166.036234525</c:v>
                </c:pt>
                <c:pt idx="683">
                  <c:v>167.409633142</c:v>
                </c:pt>
                <c:pt idx="684">
                  <c:v>167.281470266</c:v>
                </c:pt>
                <c:pt idx="685">
                  <c:v>169.130994924</c:v>
                </c:pt>
                <c:pt idx="686">
                  <c:v>168.206217879</c:v>
                </c:pt>
                <c:pt idx="687">
                  <c:v>168.673985151</c:v>
                </c:pt>
                <c:pt idx="688">
                  <c:v>168.903321499</c:v>
                </c:pt>
                <c:pt idx="689">
                  <c:v>169.02258111</c:v>
                </c:pt>
                <c:pt idx="690">
                  <c:v>170.453534556</c:v>
                </c:pt>
                <c:pt idx="691">
                  <c:v>170.416773635</c:v>
                </c:pt>
                <c:pt idx="692">
                  <c:v>170.765384309</c:v>
                </c:pt>
                <c:pt idx="693">
                  <c:v>170.380086294</c:v>
                </c:pt>
                <c:pt idx="694">
                  <c:v>170.563581862</c:v>
                </c:pt>
                <c:pt idx="695">
                  <c:v>167.288960782</c:v>
                </c:pt>
                <c:pt idx="696">
                  <c:v>165.243475985</c:v>
                </c:pt>
                <c:pt idx="697">
                  <c:v>164.234507895</c:v>
                </c:pt>
                <c:pt idx="698">
                  <c:v>164.766481692</c:v>
                </c:pt>
                <c:pt idx="699">
                  <c:v>157.520165345</c:v>
                </c:pt>
                <c:pt idx="700">
                  <c:v>155.566465122</c:v>
                </c:pt>
                <c:pt idx="701">
                  <c:v>159.895895072</c:v>
                </c:pt>
                <c:pt idx="702">
                  <c:v>157.960487013</c:v>
                </c:pt>
                <c:pt idx="703">
                  <c:v>162.555925936</c:v>
                </c:pt>
                <c:pt idx="704">
                  <c:v>162.620132461</c:v>
                </c:pt>
                <c:pt idx="705">
                  <c:v>158.850210209</c:v>
                </c:pt>
                <c:pt idx="706">
                  <c:v>158.703490279</c:v>
                </c:pt>
                <c:pt idx="707">
                  <c:v>159.519838794</c:v>
                </c:pt>
                <c:pt idx="708">
                  <c:v>158.932767763</c:v>
                </c:pt>
                <c:pt idx="709">
                  <c:v>151.658902798</c:v>
                </c:pt>
                <c:pt idx="710">
                  <c:v>156.905619278</c:v>
                </c:pt>
                <c:pt idx="711">
                  <c:v>152.869717485</c:v>
                </c:pt>
                <c:pt idx="712">
                  <c:v>149.723538888</c:v>
                </c:pt>
                <c:pt idx="713">
                  <c:v>152.191009041</c:v>
                </c:pt>
                <c:pt idx="714">
                  <c:v>155.768238137</c:v>
                </c:pt>
                <c:pt idx="715">
                  <c:v>157.822920523</c:v>
                </c:pt>
                <c:pt idx="716">
                  <c:v>155.364633242</c:v>
                </c:pt>
                <c:pt idx="717">
                  <c:v>154.979438239</c:v>
                </c:pt>
                <c:pt idx="718">
                  <c:v>156.15350672</c:v>
                </c:pt>
                <c:pt idx="719">
                  <c:v>161.051641957</c:v>
                </c:pt>
                <c:pt idx="720">
                  <c:v>160.024308122</c:v>
                </c:pt>
                <c:pt idx="721">
                  <c:v>157.327560485</c:v>
                </c:pt>
                <c:pt idx="722">
                  <c:v>152.566977023</c:v>
                </c:pt>
                <c:pt idx="723">
                  <c:v>152.695419505</c:v>
                </c:pt>
                <c:pt idx="724">
                  <c:v>151.530504464</c:v>
                </c:pt>
                <c:pt idx="725">
                  <c:v>154.181396605</c:v>
                </c:pt>
                <c:pt idx="726">
                  <c:v>153.640195786</c:v>
                </c:pt>
                <c:pt idx="727">
                  <c:v>148.65033484</c:v>
                </c:pt>
                <c:pt idx="728">
                  <c:v>145.990274544</c:v>
                </c:pt>
                <c:pt idx="729">
                  <c:v>147.100180648</c:v>
                </c:pt>
                <c:pt idx="730">
                  <c:v>146.036159473</c:v>
                </c:pt>
                <c:pt idx="731">
                  <c:v>149.411644986</c:v>
                </c:pt>
                <c:pt idx="732">
                  <c:v>149.916143747</c:v>
                </c:pt>
                <c:pt idx="733">
                  <c:v>154.740889586</c:v>
                </c:pt>
                <c:pt idx="734">
                  <c:v>154.236390825</c:v>
                </c:pt>
                <c:pt idx="735">
                  <c:v>155.355494518</c:v>
                </c:pt>
                <c:pt idx="736">
                  <c:v>158.070534319</c:v>
                </c:pt>
                <c:pt idx="737">
                  <c:v>152.007484041</c:v>
                </c:pt>
                <c:pt idx="738">
                  <c:v>153.080673372</c:v>
                </c:pt>
                <c:pt idx="739">
                  <c:v>148.026576468</c:v>
                </c:pt>
                <c:pt idx="740">
                  <c:v>149.576760093</c:v>
                </c:pt>
                <c:pt idx="741">
                  <c:v>150.072075982</c:v>
                </c:pt>
                <c:pt idx="742">
                  <c:v>151.392937974</c:v>
                </c:pt>
                <c:pt idx="743">
                  <c:v>151.438778755</c:v>
                </c:pt>
                <c:pt idx="744">
                  <c:v>147.751428772</c:v>
                </c:pt>
                <c:pt idx="745">
                  <c:v>144.403447727</c:v>
                </c:pt>
                <c:pt idx="746">
                  <c:v>145.311521951</c:v>
                </c:pt>
                <c:pt idx="747">
                  <c:v>141.743387431</c:v>
                </c:pt>
                <c:pt idx="748">
                  <c:v>139.688749193</c:v>
                </c:pt>
                <c:pt idx="749">
                  <c:v>135.359319243</c:v>
                </c:pt>
                <c:pt idx="750">
                  <c:v>132.002655675</c:v>
                </c:pt>
                <c:pt idx="751">
                  <c:v>140.24482803</c:v>
                </c:pt>
                <c:pt idx="752">
                  <c:v>140.78747103</c:v>
                </c:pt>
                <c:pt idx="753">
                  <c:v>140.713934472</c:v>
                </c:pt>
                <c:pt idx="754">
                  <c:v>141.900585254</c:v>
                </c:pt>
                <c:pt idx="755">
                  <c:v>142.470924032</c:v>
                </c:pt>
                <c:pt idx="756">
                  <c:v>137.816311504</c:v>
                </c:pt>
                <c:pt idx="757">
                  <c:v>143.712730912</c:v>
                </c:pt>
                <c:pt idx="758">
                  <c:v>145.423703098</c:v>
                </c:pt>
                <c:pt idx="759">
                  <c:v>146.739178982</c:v>
                </c:pt>
                <c:pt idx="760">
                  <c:v>147.934983204</c:v>
                </c:pt>
                <c:pt idx="761">
                  <c:v>148.358101703</c:v>
                </c:pt>
                <c:pt idx="762">
                  <c:v>147.815399839</c:v>
                </c:pt>
                <c:pt idx="763">
                  <c:v>146.509165691</c:v>
                </c:pt>
                <c:pt idx="764">
                  <c:v>149.369983589</c:v>
                </c:pt>
                <c:pt idx="765">
                  <c:v>149.34240554</c:v>
                </c:pt>
                <c:pt idx="766">
                  <c:v>150.519829302</c:v>
                </c:pt>
                <c:pt idx="767">
                  <c:v>152.010015217</c:v>
                </c:pt>
                <c:pt idx="768">
                  <c:v>148.965274983</c:v>
                </c:pt>
                <c:pt idx="769">
                  <c:v>149.15842434</c:v>
                </c:pt>
                <c:pt idx="770">
                  <c:v>150.124274136</c:v>
                </c:pt>
                <c:pt idx="771">
                  <c:v>151.918083482</c:v>
                </c:pt>
                <c:pt idx="772">
                  <c:v>150.041539988</c:v>
                </c:pt>
                <c:pt idx="773">
                  <c:v>148.624890631</c:v>
                </c:pt>
                <c:pt idx="774">
                  <c:v>152.405555667</c:v>
                </c:pt>
                <c:pt idx="775">
                  <c:v>154.686925496</c:v>
                </c:pt>
                <c:pt idx="776">
                  <c:v>154.033764273</c:v>
                </c:pt>
                <c:pt idx="777">
                  <c:v>155.94709812</c:v>
                </c:pt>
                <c:pt idx="778">
                  <c:v>157.326927691</c:v>
                </c:pt>
                <c:pt idx="779">
                  <c:v>156.85782125</c:v>
                </c:pt>
                <c:pt idx="780">
                  <c:v>154.751308614</c:v>
                </c:pt>
                <c:pt idx="781">
                  <c:v>155.054814316</c:v>
                </c:pt>
                <c:pt idx="782">
                  <c:v>154.90769705</c:v>
                </c:pt>
                <c:pt idx="783">
                  <c:v>157.198132021</c:v>
                </c:pt>
                <c:pt idx="784">
                  <c:v>157.308532514</c:v>
                </c:pt>
                <c:pt idx="785">
                  <c:v>157.501681871</c:v>
                </c:pt>
                <c:pt idx="786">
                  <c:v>158.164055398</c:v>
                </c:pt>
                <c:pt idx="787">
                  <c:v>158.476802836</c:v>
                </c:pt>
                <c:pt idx="788">
                  <c:v>158.449210071</c:v>
                </c:pt>
                <c:pt idx="789">
                  <c:v>157.869658988</c:v>
                </c:pt>
                <c:pt idx="790">
                  <c:v>159.037944026</c:v>
                </c:pt>
                <c:pt idx="791">
                  <c:v>159.617406811</c:v>
                </c:pt>
                <c:pt idx="792">
                  <c:v>159.783007551</c:v>
                </c:pt>
                <c:pt idx="793">
                  <c:v>159.681848795</c:v>
                </c:pt>
                <c:pt idx="794">
                  <c:v>159.313856962</c:v>
                </c:pt>
                <c:pt idx="795">
                  <c:v>160.417729448</c:v>
                </c:pt>
                <c:pt idx="796">
                  <c:v>160.445351646</c:v>
                </c:pt>
                <c:pt idx="797">
                  <c:v>160.564905579</c:v>
                </c:pt>
                <c:pt idx="798">
                  <c:v>159.654226597</c:v>
                </c:pt>
                <c:pt idx="799">
                  <c:v>157.694890092</c:v>
                </c:pt>
                <c:pt idx="800">
                  <c:v>157.45576751</c:v>
                </c:pt>
                <c:pt idx="801">
                  <c:v>160.730491602</c:v>
                </c:pt>
                <c:pt idx="802">
                  <c:v>161.613592535</c:v>
                </c:pt>
                <c:pt idx="803">
                  <c:v>162.82788023</c:v>
                </c:pt>
                <c:pt idx="804">
                  <c:v>162.551864281</c:v>
                </c:pt>
                <c:pt idx="805">
                  <c:v>164.06046009</c:v>
                </c:pt>
                <c:pt idx="806">
                  <c:v>164.451188362</c:v>
                </c:pt>
                <c:pt idx="807">
                  <c:v>165.004147377</c:v>
                </c:pt>
                <c:pt idx="808">
                  <c:v>165.658427025</c:v>
                </c:pt>
                <c:pt idx="809">
                  <c:v>168.248011721</c:v>
                </c:pt>
                <c:pt idx="810">
                  <c:v>164.55256786</c:v>
                </c:pt>
                <c:pt idx="811">
                  <c:v>164.239275925</c:v>
                </c:pt>
                <c:pt idx="812">
                  <c:v>165.004147377</c:v>
                </c:pt>
                <c:pt idx="813">
                  <c:v>163.944320302</c:v>
                </c:pt>
                <c:pt idx="814">
                  <c:v>164.322142517</c:v>
                </c:pt>
                <c:pt idx="815">
                  <c:v>165.566274548</c:v>
                </c:pt>
                <c:pt idx="816">
                  <c:v>167.759612418</c:v>
                </c:pt>
                <c:pt idx="817">
                  <c:v>168.395423309</c:v>
                </c:pt>
                <c:pt idx="818">
                  <c:v>169.363068474</c:v>
                </c:pt>
                <c:pt idx="819">
                  <c:v>169.298567626</c:v>
                </c:pt>
                <c:pt idx="820">
                  <c:v>170.174060314</c:v>
                </c:pt>
                <c:pt idx="821">
                  <c:v>170.607156357</c:v>
                </c:pt>
                <c:pt idx="822">
                  <c:v>170.008135819</c:v>
                </c:pt>
                <c:pt idx="823">
                  <c:v>170.920477724</c:v>
                </c:pt>
                <c:pt idx="824">
                  <c:v>170.514974447</c:v>
                </c:pt>
                <c:pt idx="825">
                  <c:v>171.252297282</c:v>
                </c:pt>
                <c:pt idx="826">
                  <c:v>171.279934195</c:v>
                </c:pt>
                <c:pt idx="827">
                  <c:v>171.869712996</c:v>
                </c:pt>
                <c:pt idx="828">
                  <c:v>172.468659953</c:v>
                </c:pt>
                <c:pt idx="829">
                  <c:v>172.689887708</c:v>
                </c:pt>
                <c:pt idx="830">
                  <c:v>173.178301726</c:v>
                </c:pt>
                <c:pt idx="831">
                  <c:v>175.380851901</c:v>
                </c:pt>
                <c:pt idx="832">
                  <c:v>174.827863454</c:v>
                </c:pt>
                <c:pt idx="833">
                  <c:v>175.537490511</c:v>
                </c:pt>
                <c:pt idx="834">
                  <c:v>175.694173269</c:v>
                </c:pt>
                <c:pt idx="835">
                  <c:v>176.035102118</c:v>
                </c:pt>
                <c:pt idx="836">
                  <c:v>174.671224844</c:v>
                </c:pt>
                <c:pt idx="837">
                  <c:v>174.109053525</c:v>
                </c:pt>
                <c:pt idx="838">
                  <c:v>173.353438526</c:v>
                </c:pt>
                <c:pt idx="839">
                  <c:v>176.118027575</c:v>
                </c:pt>
                <c:pt idx="840">
                  <c:v>175.039820039</c:v>
                </c:pt>
                <c:pt idx="841">
                  <c:v>171.630104781</c:v>
                </c:pt>
                <c:pt idx="842">
                  <c:v>171.196979306</c:v>
                </c:pt>
                <c:pt idx="843">
                  <c:v>170.275380948</c:v>
                </c:pt>
                <c:pt idx="844">
                  <c:v>170.487396397</c:v>
                </c:pt>
                <c:pt idx="845">
                  <c:v>164.571007185</c:v>
                </c:pt>
                <c:pt idx="846">
                  <c:v>166.377192806</c:v>
                </c:pt>
                <c:pt idx="847">
                  <c:v>168.727169286</c:v>
                </c:pt>
                <c:pt idx="848">
                  <c:v>170.422851401</c:v>
                </c:pt>
                <c:pt idx="849">
                  <c:v>168.681107763</c:v>
                </c:pt>
                <c:pt idx="850">
                  <c:v>165.833534393</c:v>
                </c:pt>
                <c:pt idx="851">
                  <c:v>167.566065726</c:v>
                </c:pt>
                <c:pt idx="852">
                  <c:v>166.819589451</c:v>
                </c:pt>
                <c:pt idx="853">
                  <c:v>164.26686869</c:v>
                </c:pt>
                <c:pt idx="854">
                  <c:v>164.183928517</c:v>
                </c:pt>
                <c:pt idx="855">
                  <c:v>163.566527518</c:v>
                </c:pt>
                <c:pt idx="856">
                  <c:v>162.221030705</c:v>
                </c:pt>
                <c:pt idx="857">
                  <c:v>162.902991416</c:v>
                </c:pt>
                <c:pt idx="858">
                  <c:v>160.304194417</c:v>
                </c:pt>
                <c:pt idx="859">
                  <c:v>156.774660335</c:v>
                </c:pt>
                <c:pt idx="860">
                  <c:v>161.188869976</c:v>
                </c:pt>
                <c:pt idx="861">
                  <c:v>162.386881619</c:v>
                </c:pt>
                <c:pt idx="862">
                  <c:v>163.677075173</c:v>
                </c:pt>
                <c:pt idx="863">
                  <c:v>166.83801406</c:v>
                </c:pt>
                <c:pt idx="864">
                  <c:v>168.782501978</c:v>
                </c:pt>
                <c:pt idx="865">
                  <c:v>169.01285374</c:v>
                </c:pt>
                <c:pt idx="866">
                  <c:v>168.035996271</c:v>
                </c:pt>
                <c:pt idx="867">
                  <c:v>169.031278349</c:v>
                </c:pt>
                <c:pt idx="868">
                  <c:v>168.312483136</c:v>
                </c:pt>
                <c:pt idx="869">
                  <c:v>169.32620454</c:v>
                </c:pt>
                <c:pt idx="870">
                  <c:v>171.786787539</c:v>
                </c:pt>
                <c:pt idx="871">
                  <c:v>172.431840167</c:v>
                </c:pt>
                <c:pt idx="872">
                  <c:v>174.035369804</c:v>
                </c:pt>
                <c:pt idx="873">
                  <c:v>173.777322264</c:v>
                </c:pt>
                <c:pt idx="874">
                  <c:v>173.782870249</c:v>
                </c:pt>
                <c:pt idx="875">
                  <c:v>170.799643487</c:v>
                </c:pt>
                <c:pt idx="876">
                  <c:v>171.593961938</c:v>
                </c:pt>
                <c:pt idx="877">
                  <c:v>172.249713201</c:v>
                </c:pt>
                <c:pt idx="878">
                  <c:v>172.471367723</c:v>
                </c:pt>
                <c:pt idx="879">
                  <c:v>174.798843223</c:v>
                </c:pt>
                <c:pt idx="880">
                  <c:v>175.491487853</c:v>
                </c:pt>
                <c:pt idx="881">
                  <c:v>176.812261548</c:v>
                </c:pt>
                <c:pt idx="882">
                  <c:v>176.452025121</c:v>
                </c:pt>
                <c:pt idx="883">
                  <c:v>175.214397625</c:v>
                </c:pt>
                <c:pt idx="884">
                  <c:v>176.091862275</c:v>
                </c:pt>
                <c:pt idx="885">
                  <c:v>177.846644414</c:v>
                </c:pt>
                <c:pt idx="886">
                  <c:v>177.717318963</c:v>
                </c:pt>
                <c:pt idx="887">
                  <c:v>178.742533674</c:v>
                </c:pt>
                <c:pt idx="888">
                  <c:v>179.315153454</c:v>
                </c:pt>
                <c:pt idx="889">
                  <c:v>178.391583132</c:v>
                </c:pt>
                <c:pt idx="890">
                  <c:v>177.514147914</c:v>
                </c:pt>
                <c:pt idx="891">
                  <c:v>177.717318963</c:v>
                </c:pt>
                <c:pt idx="892">
                  <c:v>176.415117039</c:v>
                </c:pt>
                <c:pt idx="893">
                  <c:v>177.818948636</c:v>
                </c:pt>
                <c:pt idx="894">
                  <c:v>178.98267167</c:v>
                </c:pt>
                <c:pt idx="895">
                  <c:v>180.23878264</c:v>
                </c:pt>
                <c:pt idx="896">
                  <c:v>178.530135604</c:v>
                </c:pt>
                <c:pt idx="897">
                  <c:v>180.368063942</c:v>
                </c:pt>
                <c:pt idx="898">
                  <c:v>179.749220762</c:v>
                </c:pt>
                <c:pt idx="899">
                  <c:v>178.973444649</c:v>
                </c:pt>
                <c:pt idx="900">
                  <c:v>176.498233805</c:v>
                </c:pt>
                <c:pt idx="901">
                  <c:v>175.620813304</c:v>
                </c:pt>
                <c:pt idx="902">
                  <c:v>173.034745767</c:v>
                </c:pt>
                <c:pt idx="903">
                  <c:v>166.920586329</c:v>
                </c:pt>
                <c:pt idx="904">
                  <c:v>169.257244701</c:v>
                </c:pt>
                <c:pt idx="905">
                  <c:v>170.17155857</c:v>
                </c:pt>
                <c:pt idx="906">
                  <c:v>173.875243469</c:v>
                </c:pt>
                <c:pt idx="907">
                  <c:v>172.240427316</c:v>
                </c:pt>
                <c:pt idx="908">
                  <c:v>170.263975938</c:v>
                </c:pt>
                <c:pt idx="909">
                  <c:v>173.995312467</c:v>
                </c:pt>
                <c:pt idx="910">
                  <c:v>168.795452183</c:v>
                </c:pt>
                <c:pt idx="911">
                  <c:v>168.601493438</c:v>
                </c:pt>
                <c:pt idx="912">
                  <c:v>171.307600541</c:v>
                </c:pt>
                <c:pt idx="913">
                  <c:v>174.03222055</c:v>
                </c:pt>
                <c:pt idx="914">
                  <c:v>172.683795225</c:v>
                </c:pt>
                <c:pt idx="915">
                  <c:v>174.21696699</c:v>
                </c:pt>
                <c:pt idx="916">
                  <c:v>173.653559515</c:v>
                </c:pt>
                <c:pt idx="917">
                  <c:v>168.158169677</c:v>
                </c:pt>
                <c:pt idx="918">
                  <c:v>170.698087395</c:v>
                </c:pt>
                <c:pt idx="919">
                  <c:v>170.337850968</c:v>
                </c:pt>
                <c:pt idx="920">
                  <c:v>170.947422979</c:v>
                </c:pt>
                <c:pt idx="921">
                  <c:v>173.561186295</c:v>
                </c:pt>
                <c:pt idx="922">
                  <c:v>173.145543596</c:v>
                </c:pt>
                <c:pt idx="923">
                  <c:v>171.464636487</c:v>
                </c:pt>
                <c:pt idx="924">
                  <c:v>173.939876763</c:v>
                </c:pt>
                <c:pt idx="925">
                  <c:v>177.126259858</c:v>
                </c:pt>
                <c:pt idx="926">
                  <c:v>176.950799304</c:v>
                </c:pt>
                <c:pt idx="927">
                  <c:v>176.58132114</c:v>
                </c:pt>
                <c:pt idx="928">
                  <c:v>176.073364086</c:v>
                </c:pt>
                <c:pt idx="929">
                  <c:v>177.726619565</c:v>
                </c:pt>
                <c:pt idx="930">
                  <c:v>178.465458162</c:v>
                </c:pt>
                <c:pt idx="931">
                  <c:v>177.828146225</c:v>
                </c:pt>
                <c:pt idx="932">
                  <c:v>177.033871922</c:v>
                </c:pt>
                <c:pt idx="933">
                  <c:v>177.883581929</c:v>
                </c:pt>
                <c:pt idx="934">
                  <c:v>177.809751048</c:v>
                </c:pt>
                <c:pt idx="935">
                  <c:v>178.105265884</c:v>
                </c:pt>
                <c:pt idx="936">
                  <c:v>176.221143578</c:v>
                </c:pt>
                <c:pt idx="937">
                  <c:v>176.298859521</c:v>
                </c:pt>
                <c:pt idx="938">
                  <c:v>173.957477268</c:v>
                </c:pt>
                <c:pt idx="939">
                  <c:v>175.910162077</c:v>
                </c:pt>
                <c:pt idx="940">
                  <c:v>175.262386963</c:v>
                </c:pt>
                <c:pt idx="941">
                  <c:v>173.087547282</c:v>
                </c:pt>
                <c:pt idx="942">
                  <c:v>174.734842724</c:v>
                </c:pt>
                <c:pt idx="943">
                  <c:v>173.309643289</c:v>
                </c:pt>
                <c:pt idx="944">
                  <c:v>170.32968351</c:v>
                </c:pt>
                <c:pt idx="945">
                  <c:v>172.199133823</c:v>
                </c:pt>
                <c:pt idx="946">
                  <c:v>174.734842724</c:v>
                </c:pt>
                <c:pt idx="947">
                  <c:v>174.20735735</c:v>
                </c:pt>
                <c:pt idx="948">
                  <c:v>171.597552676</c:v>
                </c:pt>
                <c:pt idx="949">
                  <c:v>173.272602761</c:v>
                </c:pt>
                <c:pt idx="950">
                  <c:v>174.614538267</c:v>
                </c:pt>
                <c:pt idx="951">
                  <c:v>176.863341275</c:v>
                </c:pt>
                <c:pt idx="952">
                  <c:v>176.84490195</c:v>
                </c:pt>
                <c:pt idx="953">
                  <c:v>179.093763822</c:v>
                </c:pt>
                <c:pt idx="954">
                  <c:v>178.64952766</c:v>
                </c:pt>
                <c:pt idx="955">
                  <c:v>179.121489032</c:v>
                </c:pt>
                <c:pt idx="956">
                  <c:v>177.400156683</c:v>
                </c:pt>
                <c:pt idx="957">
                  <c:v>178.973400501</c:v>
                </c:pt>
                <c:pt idx="958">
                  <c:v>177.548245214</c:v>
                </c:pt>
                <c:pt idx="959">
                  <c:v>177.890601529</c:v>
                </c:pt>
                <c:pt idx="960">
                  <c:v>179.621263912</c:v>
                </c:pt>
                <c:pt idx="961">
                  <c:v>181.055660935</c:v>
                </c:pt>
                <c:pt idx="962">
                  <c:v>182.841817888</c:v>
                </c:pt>
                <c:pt idx="963">
                  <c:v>181.42586019</c:v>
                </c:pt>
                <c:pt idx="964">
                  <c:v>182.305076061</c:v>
                </c:pt>
                <c:pt idx="965">
                  <c:v>182.388384138</c:v>
                </c:pt>
                <c:pt idx="966">
                  <c:v>184.0449066</c:v>
                </c:pt>
                <c:pt idx="967">
                  <c:v>185.183214857</c:v>
                </c:pt>
                <c:pt idx="968">
                  <c:v>185.28503584</c:v>
                </c:pt>
                <c:pt idx="969">
                  <c:v>184.868569037</c:v>
                </c:pt>
                <c:pt idx="970">
                  <c:v>185.488604225</c:v>
                </c:pt>
                <c:pt idx="971">
                  <c:v>186.228943869</c:v>
                </c:pt>
                <c:pt idx="972">
                  <c:v>185.979107935</c:v>
                </c:pt>
                <c:pt idx="973">
                  <c:v>186.515849763</c:v>
                </c:pt>
                <c:pt idx="974">
                  <c:v>186.56216146</c:v>
                </c:pt>
                <c:pt idx="975">
                  <c:v>186.414043496</c:v>
                </c:pt>
                <c:pt idx="976">
                  <c:v>187.783777794</c:v>
                </c:pt>
                <c:pt idx="977">
                  <c:v>187.931792745</c:v>
                </c:pt>
                <c:pt idx="978">
                  <c:v>188.209471618</c:v>
                </c:pt>
                <c:pt idx="979">
                  <c:v>187.080405097</c:v>
                </c:pt>
                <c:pt idx="980">
                  <c:v>186.663938294</c:v>
                </c:pt>
                <c:pt idx="981">
                  <c:v>186.784257467</c:v>
                </c:pt>
                <c:pt idx="982">
                  <c:v>188.996078811</c:v>
                </c:pt>
                <c:pt idx="983">
                  <c:v>189.357036328</c:v>
                </c:pt>
                <c:pt idx="984">
                  <c:v>190.680385348</c:v>
                </c:pt>
                <c:pt idx="985">
                  <c:v>189.810514227</c:v>
                </c:pt>
                <c:pt idx="986">
                  <c:v>187.867041722</c:v>
                </c:pt>
                <c:pt idx="987">
                  <c:v>186.395574739</c:v>
                </c:pt>
                <c:pt idx="988">
                  <c:v>187.339438619</c:v>
                </c:pt>
                <c:pt idx="989">
                  <c:v>187.70972617</c:v>
                </c:pt>
                <c:pt idx="990">
                  <c:v>189.717934981</c:v>
                </c:pt>
                <c:pt idx="991">
                  <c:v>188.857305597</c:v>
                </c:pt>
                <c:pt idx="992">
                  <c:v>188.699887032</c:v>
                </c:pt>
                <c:pt idx="993">
                  <c:v>189.699422075</c:v>
                </c:pt>
                <c:pt idx="994">
                  <c:v>191.115409205</c:v>
                </c:pt>
                <c:pt idx="995">
                  <c:v>191.744671414</c:v>
                </c:pt>
                <c:pt idx="996">
                  <c:v>193.669645729</c:v>
                </c:pt>
                <c:pt idx="997">
                  <c:v>193.780634868</c:v>
                </c:pt>
                <c:pt idx="998">
                  <c:v>193.928708683</c:v>
                </c:pt>
                <c:pt idx="999">
                  <c:v>195.141112712</c:v>
                </c:pt>
                <c:pt idx="1000">
                  <c:v>195.927719905</c:v>
                </c:pt>
                <c:pt idx="1001">
                  <c:v>196.445271884</c:v>
                </c:pt>
                <c:pt idx="1002">
                  <c:v>196.547284177</c:v>
                </c:pt>
                <c:pt idx="1003">
                  <c:v>198.281640311</c:v>
                </c:pt>
                <c:pt idx="1004">
                  <c:v>198.114700403</c:v>
                </c:pt>
                <c:pt idx="1005">
                  <c:v>196.816251094</c:v>
                </c:pt>
                <c:pt idx="1006">
                  <c:v>197.18724502</c:v>
                </c:pt>
                <c:pt idx="1007">
                  <c:v>200.479746211</c:v>
                </c:pt>
                <c:pt idx="1008">
                  <c:v>198.643289487</c:v>
                </c:pt>
                <c:pt idx="1009">
                  <c:v>199.92322589</c:v>
                </c:pt>
                <c:pt idx="1010">
                  <c:v>199.895397667</c:v>
                </c:pt>
                <c:pt idx="1011">
                  <c:v>201.39787156</c:v>
                </c:pt>
                <c:pt idx="1012">
                  <c:v>203.10444362</c:v>
                </c:pt>
                <c:pt idx="1013">
                  <c:v>202.585037407</c:v>
                </c:pt>
                <c:pt idx="1014">
                  <c:v>204.922196128</c:v>
                </c:pt>
                <c:pt idx="1015">
                  <c:v>204.115339525</c:v>
                </c:pt>
                <c:pt idx="1016">
                  <c:v>204.198853627</c:v>
                </c:pt>
                <c:pt idx="1017">
                  <c:v>206.155776685</c:v>
                </c:pt>
                <c:pt idx="1018">
                  <c:v>207.175929043</c:v>
                </c:pt>
                <c:pt idx="1019">
                  <c:v>207.083217352</c:v>
                </c:pt>
                <c:pt idx="1020">
                  <c:v>207.630437072</c:v>
                </c:pt>
                <c:pt idx="1021">
                  <c:v>208.298196706</c:v>
                </c:pt>
                <c:pt idx="1022">
                  <c:v>206.545298233</c:v>
                </c:pt>
                <c:pt idx="1023">
                  <c:v>202.278985814</c:v>
                </c:pt>
                <c:pt idx="1024">
                  <c:v>205.38596061</c:v>
                </c:pt>
                <c:pt idx="1025">
                  <c:v>205.719840427</c:v>
                </c:pt>
                <c:pt idx="1026">
                  <c:v>206.452586542</c:v>
                </c:pt>
                <c:pt idx="1027">
                  <c:v>203.178612973</c:v>
                </c:pt>
                <c:pt idx="1028">
                  <c:v>206.248547241</c:v>
                </c:pt>
                <c:pt idx="1029">
                  <c:v>210.969279392</c:v>
                </c:pt>
                <c:pt idx="1030">
                  <c:v>211.664896683</c:v>
                </c:pt>
                <c:pt idx="1031">
                  <c:v>213.491993941</c:v>
                </c:pt>
                <c:pt idx="1032">
                  <c:v>212.573809727</c:v>
                </c:pt>
                <c:pt idx="1033">
                  <c:v>215.142880121</c:v>
                </c:pt>
                <c:pt idx="1034">
                  <c:v>215.179935365</c:v>
                </c:pt>
                <c:pt idx="1035">
                  <c:v>217.275955392</c:v>
                </c:pt>
                <c:pt idx="1036">
                  <c:v>216.997790886</c:v>
                </c:pt>
                <c:pt idx="1037">
                  <c:v>217.619209391</c:v>
                </c:pt>
                <c:pt idx="1038">
                  <c:v>217.702649914</c:v>
                </c:pt>
                <c:pt idx="1039">
                  <c:v>219.789398771</c:v>
                </c:pt>
                <c:pt idx="1040">
                  <c:v>217.74907934</c:v>
                </c:pt>
                <c:pt idx="1041">
                  <c:v>213.566148578</c:v>
                </c:pt>
                <c:pt idx="1042">
                  <c:v>205.330333595</c:v>
                </c:pt>
                <c:pt idx="1043">
                  <c:v>199.747014812</c:v>
                </c:pt>
                <c:pt idx="1044">
                  <c:v>200.776482488</c:v>
                </c:pt>
                <c:pt idx="1045">
                  <c:v>190.722811984</c:v>
                </c:pt>
                <c:pt idx="1046">
                  <c:v>190.871209554</c:v>
                </c:pt>
                <c:pt idx="1047">
                  <c:v>200.720855473</c:v>
                </c:pt>
                <c:pt idx="1048">
                  <c:v>194.28425066</c:v>
                </c:pt>
                <c:pt idx="1049">
                  <c:v>202.390283991</c:v>
                </c:pt>
                <c:pt idx="1050">
                  <c:v>196.241247299</c:v>
                </c:pt>
                <c:pt idx="1051">
                  <c:v>192.930189053</c:v>
                </c:pt>
                <c:pt idx="1052">
                  <c:v>179.528434492</c:v>
                </c:pt>
                <c:pt idx="1053">
                  <c:v>189.303822761</c:v>
                </c:pt>
                <c:pt idx="1054">
                  <c:v>181.058751325</c:v>
                </c:pt>
                <c:pt idx="1055">
                  <c:v>164.457163115</c:v>
                </c:pt>
                <c:pt idx="1056">
                  <c:v>178.387609774</c:v>
                </c:pt>
                <c:pt idx="1057">
                  <c:v>157.018962999</c:v>
                </c:pt>
                <c:pt idx="1058">
                  <c:v>168.927558984</c:v>
                </c:pt>
                <c:pt idx="1059">
                  <c:v>163.78940348</c:v>
                </c:pt>
                <c:pt idx="1060">
                  <c:v>164.772485878</c:v>
                </c:pt>
                <c:pt idx="1061">
                  <c:v>158.317368159</c:v>
                </c:pt>
                <c:pt idx="1062">
                  <c:v>158.431697862</c:v>
                </c:pt>
                <c:pt idx="1063">
                  <c:v>170.7002801</c:v>
                </c:pt>
                <c:pt idx="1064">
                  <c:v>169.43623713</c:v>
                </c:pt>
                <c:pt idx="1065">
                  <c:v>178.358810285</c:v>
                </c:pt>
                <c:pt idx="1066">
                  <c:v>172.224533883</c:v>
                </c:pt>
                <c:pt idx="1067">
                  <c:v>178.488900976</c:v>
                </c:pt>
                <c:pt idx="1068">
                  <c:v>176.964691341</c:v>
                </c:pt>
                <c:pt idx="1069">
                  <c:v>169.445523015</c:v>
                </c:pt>
                <c:pt idx="1070">
                  <c:v>172.884435098</c:v>
                </c:pt>
                <c:pt idx="1071">
                  <c:v>170.430695104</c:v>
                </c:pt>
                <c:pt idx="1072">
                  <c:v>182.615601362</c:v>
                </c:pt>
                <c:pt idx="1073">
                  <c:v>182.541270131</c:v>
                </c:pt>
                <c:pt idx="1074">
                  <c:v>186.417045589</c:v>
                </c:pt>
                <c:pt idx="1075">
                  <c:v>186.686542287</c:v>
                </c:pt>
                <c:pt idx="1076">
                  <c:v>188.703433622</c:v>
                </c:pt>
                <c:pt idx="1077">
                  <c:v>196.910346102</c:v>
                </c:pt>
                <c:pt idx="1078">
                  <c:v>194.651830442</c:v>
                </c:pt>
                <c:pt idx="1079">
                  <c:v>198.202290876</c:v>
                </c:pt>
                <c:pt idx="1080">
                  <c:v>200.098303825</c:v>
                </c:pt>
                <c:pt idx="1081">
                  <c:v>197.728298676</c:v>
                </c:pt>
                <c:pt idx="1082">
                  <c:v>190.432182906</c:v>
                </c:pt>
                <c:pt idx="1083">
                  <c:v>196.083166507</c:v>
                </c:pt>
                <c:pt idx="1084">
                  <c:v>195.664919051</c:v>
                </c:pt>
                <c:pt idx="1085">
                  <c:v>198.750629023</c:v>
                </c:pt>
                <c:pt idx="1086">
                  <c:v>200.349243469</c:v>
                </c:pt>
                <c:pt idx="1087">
                  <c:v>196.575789343</c:v>
                </c:pt>
                <c:pt idx="1088">
                  <c:v>203.546516509</c:v>
                </c:pt>
                <c:pt idx="1089">
                  <c:v>203.462914109</c:v>
                </c:pt>
                <c:pt idx="1090">
                  <c:v>197.728298676</c:v>
                </c:pt>
                <c:pt idx="1091">
                  <c:v>200.03325848</c:v>
                </c:pt>
                <c:pt idx="1092">
                  <c:v>202.30111889</c:v>
                </c:pt>
                <c:pt idx="1093">
                  <c:v>203.546516509</c:v>
                </c:pt>
                <c:pt idx="1094">
                  <c:v>206.167579031</c:v>
                </c:pt>
                <c:pt idx="1095">
                  <c:v>208.993048757</c:v>
                </c:pt>
                <c:pt idx="1096">
                  <c:v>210.86120405</c:v>
                </c:pt>
                <c:pt idx="1097">
                  <c:v>206.446405763</c:v>
                </c:pt>
                <c:pt idx="1098">
                  <c:v>203.862575079</c:v>
                </c:pt>
                <c:pt idx="1099">
                  <c:v>206.1768502</c:v>
                </c:pt>
                <c:pt idx="1100">
                  <c:v>207.515239116</c:v>
                </c:pt>
                <c:pt idx="1101">
                  <c:v>211.381669824</c:v>
                </c:pt>
                <c:pt idx="1102">
                  <c:v>210.8518593</c:v>
                </c:pt>
                <c:pt idx="1103">
                  <c:v>215.062235666</c:v>
                </c:pt>
                <c:pt idx="1104">
                  <c:v>212.720073457</c:v>
                </c:pt>
                <c:pt idx="1105">
                  <c:v>213.454320619</c:v>
                </c:pt>
                <c:pt idx="1106">
                  <c:v>212.878095384</c:v>
                </c:pt>
                <c:pt idx="1107">
                  <c:v>214.039861171</c:v>
                </c:pt>
                <c:pt idx="1108">
                  <c:v>213.761049155</c:v>
                </c:pt>
                <c:pt idx="1109">
                  <c:v>216.893247418</c:v>
                </c:pt>
                <c:pt idx="1110">
                  <c:v>217.543833315</c:v>
                </c:pt>
                <c:pt idx="1111">
                  <c:v>219.003071185</c:v>
                </c:pt>
                <c:pt idx="1112">
                  <c:v>219.988272707</c:v>
                </c:pt>
                <c:pt idx="1113">
                  <c:v>218.445417721</c:v>
                </c:pt>
                <c:pt idx="1114">
                  <c:v>222.77656946</c:v>
                </c:pt>
                <c:pt idx="1115">
                  <c:v>224.505348177</c:v>
                </c:pt>
                <c:pt idx="1116">
                  <c:v>226.131849711</c:v>
                </c:pt>
                <c:pt idx="1117">
                  <c:v>228.845771085</c:v>
                </c:pt>
                <c:pt idx="1118">
                  <c:v>217.506660342</c:v>
                </c:pt>
                <c:pt idx="1119">
                  <c:v>219.235439059</c:v>
                </c:pt>
                <c:pt idx="1120">
                  <c:v>221.90291629</c:v>
                </c:pt>
                <c:pt idx="1121">
                  <c:v>225.713616971</c:v>
                </c:pt>
                <c:pt idx="1122">
                  <c:v>226.429248213</c:v>
                </c:pt>
                <c:pt idx="1123">
                  <c:v>227.042705286</c:v>
                </c:pt>
                <c:pt idx="1124">
                  <c:v>227.00550288</c:v>
                </c:pt>
                <c:pt idx="1125">
                  <c:v>229.7279449</c:v>
                </c:pt>
                <c:pt idx="1126">
                  <c:v>231.683102021</c:v>
                </c:pt>
                <c:pt idx="1127">
                  <c:v>226.90680172</c:v>
                </c:pt>
                <c:pt idx="1128">
                  <c:v>229.066866394</c:v>
                </c:pt>
                <c:pt idx="1129">
                  <c:v>223.657404106</c:v>
                </c:pt>
                <c:pt idx="1130">
                  <c:v>226.09676643</c:v>
                </c:pt>
                <c:pt idx="1131">
                  <c:v>230.528591292</c:v>
                </c:pt>
                <c:pt idx="1132">
                  <c:v>233.219393608</c:v>
                </c:pt>
                <c:pt idx="1133">
                  <c:v>234.80215877</c:v>
                </c:pt>
                <c:pt idx="1134">
                  <c:v>240.574682983</c:v>
                </c:pt>
                <c:pt idx="1135">
                  <c:v>238.917395281</c:v>
                </c:pt>
                <c:pt idx="1136">
                  <c:v>242.064397982</c:v>
                </c:pt>
                <c:pt idx="1137">
                  <c:v>244.10331938</c:v>
                </c:pt>
                <c:pt idx="1138">
                  <c:v>245.769937116</c:v>
                </c:pt>
                <c:pt idx="1139">
                  <c:v>240.714324449</c:v>
                </c:pt>
                <c:pt idx="1140">
                  <c:v>242.418129874</c:v>
                </c:pt>
                <c:pt idx="1141">
                  <c:v>242.911606246</c:v>
                </c:pt>
                <c:pt idx="1142">
                  <c:v>241.254347976</c:v>
                </c:pt>
                <c:pt idx="1143">
                  <c:v>241.533616192</c:v>
                </c:pt>
                <c:pt idx="1144">
                  <c:v>248.386216891</c:v>
                </c:pt>
                <c:pt idx="1145">
                  <c:v>245.797824204</c:v>
                </c:pt>
                <c:pt idx="1146">
                  <c:v>246.663707251</c:v>
                </c:pt>
                <c:pt idx="1147">
                  <c:v>240.220862794</c:v>
                </c:pt>
                <c:pt idx="1148">
                  <c:v>237.939787288</c:v>
                </c:pt>
                <c:pt idx="1149">
                  <c:v>242.185408813</c:v>
                </c:pt>
                <c:pt idx="1150">
                  <c:v>239.103598619</c:v>
                </c:pt>
                <c:pt idx="1151">
                  <c:v>241.859490429</c:v>
                </c:pt>
                <c:pt idx="1152">
                  <c:v>243.125755536</c:v>
                </c:pt>
                <c:pt idx="1153">
                  <c:v>247.464456655</c:v>
                </c:pt>
                <c:pt idx="1154">
                  <c:v>250.806933863</c:v>
                </c:pt>
                <c:pt idx="1155">
                  <c:v>251.738053565</c:v>
                </c:pt>
                <c:pt idx="1156">
                  <c:v>252.36172364</c:v>
                </c:pt>
                <c:pt idx="1157">
                  <c:v>255.704289145</c:v>
                </c:pt>
                <c:pt idx="1158">
                  <c:v>252.752849247</c:v>
                </c:pt>
                <c:pt idx="1159">
                  <c:v>251.672831626</c:v>
                </c:pt>
                <c:pt idx="1160">
                  <c:v>246.905861358</c:v>
                </c:pt>
                <c:pt idx="1161">
                  <c:v>253.115955322</c:v>
                </c:pt>
                <c:pt idx="1162">
                  <c:v>253.693240118</c:v>
                </c:pt>
                <c:pt idx="1163">
                  <c:v>253.395267686</c:v>
                </c:pt>
                <c:pt idx="1164">
                  <c:v>256.337406982</c:v>
                </c:pt>
                <c:pt idx="1165">
                  <c:v>258.804715258</c:v>
                </c:pt>
                <c:pt idx="1166">
                  <c:v>257.063677995</c:v>
                </c:pt>
                <c:pt idx="1167">
                  <c:v>260.629457933</c:v>
                </c:pt>
                <c:pt idx="1168">
                  <c:v>262.435775999</c:v>
                </c:pt>
                <c:pt idx="1169">
                  <c:v>264.074477215</c:v>
                </c:pt>
                <c:pt idx="1170">
                  <c:v>266.15074818</c:v>
                </c:pt>
                <c:pt idx="1171">
                  <c:v>271.830119218</c:v>
                </c:pt>
                <c:pt idx="1172">
                  <c:v>270.982763793</c:v>
                </c:pt>
                <c:pt idx="1173">
                  <c:v>272.360783278</c:v>
                </c:pt>
                <c:pt idx="1174">
                  <c:v>274.548779189</c:v>
                </c:pt>
                <c:pt idx="1175">
                  <c:v>279.241285782</c:v>
                </c:pt>
                <c:pt idx="1176">
                  <c:v>281.885540942</c:v>
                </c:pt>
                <c:pt idx="1177">
                  <c:v>267.59381301</c:v>
                </c:pt>
                <c:pt idx="1178">
                  <c:v>264.027827046</c:v>
                </c:pt>
                <c:pt idx="1179">
                  <c:v>251.337627356</c:v>
                </c:pt>
                <c:pt idx="1180">
                  <c:v>258.720892116</c:v>
                </c:pt>
                <c:pt idx="1181">
                  <c:v>253.562943402</c:v>
                </c:pt>
                <c:pt idx="1182">
                  <c:v>251.803187207</c:v>
                </c:pt>
                <c:pt idx="1183">
                  <c:v>256.188391334</c:v>
                </c:pt>
                <c:pt idx="1184">
                  <c:v>259.819452075</c:v>
                </c:pt>
                <c:pt idx="1185">
                  <c:v>255.676328476</c:v>
                </c:pt>
                <c:pt idx="1186">
                  <c:v>251.682132228</c:v>
                </c:pt>
                <c:pt idx="1187">
                  <c:v>248.469981168</c:v>
                </c:pt>
                <c:pt idx="1188">
                  <c:v>249.0658966</c:v>
                </c:pt>
                <c:pt idx="1189">
                  <c:v>253.693240118</c:v>
                </c:pt>
                <c:pt idx="1190">
                  <c:v>245.946869284</c:v>
                </c:pt>
                <c:pt idx="1191">
                  <c:v>247.09204998</c:v>
                </c:pt>
                <c:pt idx="1192">
                  <c:v>252.83655466</c:v>
                </c:pt>
                <c:pt idx="1193">
                  <c:v>258.087744846</c:v>
                </c:pt>
                <c:pt idx="1194">
                  <c:v>256.924021813</c:v>
                </c:pt>
                <c:pt idx="1195">
                  <c:v>258.683601414</c:v>
                </c:pt>
                <c:pt idx="1196">
                  <c:v>262.789610904</c:v>
                </c:pt>
                <c:pt idx="1197">
                  <c:v>255.396986679</c:v>
                </c:pt>
                <c:pt idx="1198">
                  <c:v>260.843666088</c:v>
                </c:pt>
                <c:pt idx="1199">
                  <c:v>256.188391334</c:v>
                </c:pt>
                <c:pt idx="1200">
                  <c:v>260.620275061</c:v>
                </c:pt>
                <c:pt idx="1201">
                  <c:v>262.007565715</c:v>
                </c:pt>
                <c:pt idx="1202">
                  <c:v>266.011091997</c:v>
                </c:pt>
                <c:pt idx="1203">
                  <c:v>274.222904953</c:v>
                </c:pt>
                <c:pt idx="1204">
                  <c:v>274.213545487</c:v>
                </c:pt>
                <c:pt idx="1205">
                  <c:v>271.923213528</c:v>
                </c:pt>
                <c:pt idx="1206">
                  <c:v>270.098411989</c:v>
                </c:pt>
                <c:pt idx="1207">
                  <c:v>268.617968159</c:v>
                </c:pt>
                <c:pt idx="1208">
                  <c:v>264.232675735</c:v>
                </c:pt>
                <c:pt idx="1209">
                  <c:v>264.800689363</c:v>
                </c:pt>
                <c:pt idx="1210">
                  <c:v>264.595781809</c:v>
                </c:pt>
                <c:pt idx="1211">
                  <c:v>264.58651064</c:v>
                </c:pt>
                <c:pt idx="1212">
                  <c:v>265.107932964</c:v>
                </c:pt>
                <c:pt idx="1213">
                  <c:v>261.132337919</c:v>
                </c:pt>
                <c:pt idx="1214">
                  <c:v>263.171288749</c:v>
                </c:pt>
                <c:pt idx="1215">
                  <c:v>252.911136065</c:v>
                </c:pt>
                <c:pt idx="1216">
                  <c:v>257.333660326</c:v>
                </c:pt>
                <c:pt idx="1217">
                  <c:v>250.806933863</c:v>
                </c:pt>
                <c:pt idx="1218">
                  <c:v>251.365617457</c:v>
                </c:pt>
                <c:pt idx="1219">
                  <c:v>255.713589746</c:v>
                </c:pt>
                <c:pt idx="1220">
                  <c:v>267.128282592</c:v>
                </c:pt>
                <c:pt idx="1221">
                  <c:v>274.092637669</c:v>
                </c:pt>
                <c:pt idx="1222">
                  <c:v>274.297456926</c:v>
                </c:pt>
                <c:pt idx="1223">
                  <c:v>268.692431834</c:v>
                </c:pt>
                <c:pt idx="1224">
                  <c:v>263.87884083</c:v>
                </c:pt>
                <c:pt idx="1225">
                  <c:v>269.781838354</c:v>
                </c:pt>
                <c:pt idx="1226">
                  <c:v>268.515543814</c:v>
                </c:pt>
                <c:pt idx="1227">
                  <c:v>270.871127144</c:v>
                </c:pt>
                <c:pt idx="1228">
                  <c:v>272.984659379</c:v>
                </c:pt>
                <c:pt idx="1229">
                  <c:v>272.118643887</c:v>
                </c:pt>
                <c:pt idx="1230">
                  <c:v>270.107653725</c:v>
                </c:pt>
                <c:pt idx="1231">
                  <c:v>272.221127096</c:v>
                </c:pt>
                <c:pt idx="1232">
                  <c:v>270.359005421</c:v>
                </c:pt>
                <c:pt idx="1233">
                  <c:v>270.368423752</c:v>
                </c:pt>
                <c:pt idx="1234">
                  <c:v>274.167101345</c:v>
                </c:pt>
                <c:pt idx="1235">
                  <c:v>275.852276135</c:v>
                </c:pt>
                <c:pt idx="1236">
                  <c:v>278.394048086</c:v>
                </c:pt>
                <c:pt idx="1237">
                  <c:v>278.96188512</c:v>
                </c:pt>
                <c:pt idx="1238">
                  <c:v>282.537171686</c:v>
                </c:pt>
                <c:pt idx="1239">
                  <c:v>282.900366057</c:v>
                </c:pt>
                <c:pt idx="1240">
                  <c:v>283.300674536</c:v>
                </c:pt>
                <c:pt idx="1241">
                  <c:v>284.455214698</c:v>
                </c:pt>
                <c:pt idx="1242">
                  <c:v>286.065866947</c:v>
                </c:pt>
                <c:pt idx="1243">
                  <c:v>287.034159623</c:v>
                </c:pt>
                <c:pt idx="1244">
                  <c:v>280.535452693</c:v>
                </c:pt>
                <c:pt idx="1245">
                  <c:v>281.662002754</c:v>
                </c:pt>
                <c:pt idx="1246">
                  <c:v>281.038244382</c:v>
                </c:pt>
                <c:pt idx="1247">
                  <c:v>283.077195212</c:v>
                </c:pt>
                <c:pt idx="1248">
                  <c:v>286.103216514</c:v>
                </c:pt>
                <c:pt idx="1249">
                  <c:v>287.676578062</c:v>
                </c:pt>
                <c:pt idx="1250">
                  <c:v>289.557359804</c:v>
                </c:pt>
                <c:pt idx="1251">
                  <c:v>288.682161439</c:v>
                </c:pt>
                <c:pt idx="1252">
                  <c:v>288.142079048</c:v>
                </c:pt>
                <c:pt idx="1253">
                  <c:v>288.925595851</c:v>
                </c:pt>
                <c:pt idx="1254">
                  <c:v>287.470552081</c:v>
                </c:pt>
                <c:pt idx="1255">
                  <c:v>288.739054042</c:v>
                </c:pt>
                <c:pt idx="1256">
                  <c:v>291.649200446</c:v>
                </c:pt>
                <c:pt idx="1257">
                  <c:v>291.910411957</c:v>
                </c:pt>
                <c:pt idx="1258">
                  <c:v>291.919741991</c:v>
                </c:pt>
                <c:pt idx="1259">
                  <c:v>292.637919126</c:v>
                </c:pt>
                <c:pt idx="1260">
                  <c:v>288.505862065</c:v>
                </c:pt>
                <c:pt idx="1261">
                  <c:v>290.884284846</c:v>
                </c:pt>
                <c:pt idx="1262">
                  <c:v>286.854975884</c:v>
                </c:pt>
                <c:pt idx="1263">
                  <c:v>293.794519547</c:v>
                </c:pt>
                <c:pt idx="1264">
                  <c:v>297.572064761</c:v>
                </c:pt>
                <c:pt idx="1265">
                  <c:v>293.27215539</c:v>
                </c:pt>
                <c:pt idx="1266">
                  <c:v>292.8058303</c:v>
                </c:pt>
                <c:pt idx="1267">
                  <c:v>294.783208794</c:v>
                </c:pt>
                <c:pt idx="1268">
                  <c:v>293.206874587</c:v>
                </c:pt>
                <c:pt idx="1269">
                  <c:v>290.884284846</c:v>
                </c:pt>
                <c:pt idx="1270">
                  <c:v>295.128272879</c:v>
                </c:pt>
                <c:pt idx="1271">
                  <c:v>301.993323434</c:v>
                </c:pt>
                <c:pt idx="1272">
                  <c:v>304.409095782</c:v>
                </c:pt>
                <c:pt idx="1273">
                  <c:v>303.532337507</c:v>
                </c:pt>
                <c:pt idx="1274">
                  <c:v>306.041351327</c:v>
                </c:pt>
                <c:pt idx="1275">
                  <c:v>306.489104647</c:v>
                </c:pt>
                <c:pt idx="1276">
                  <c:v>297.945148379</c:v>
                </c:pt>
                <c:pt idx="1277">
                  <c:v>299.708112692</c:v>
                </c:pt>
                <c:pt idx="1278">
                  <c:v>293.402775862</c:v>
                </c:pt>
                <c:pt idx="1279">
                  <c:v>300.734122074</c:v>
                </c:pt>
                <c:pt idx="1280">
                  <c:v>305.640307041</c:v>
                </c:pt>
                <c:pt idx="1281">
                  <c:v>304.427696985</c:v>
                </c:pt>
                <c:pt idx="1282">
                  <c:v>308.028089288</c:v>
                </c:pt>
                <c:pt idx="1283">
                  <c:v>309.072758737</c:v>
                </c:pt>
                <c:pt idx="1284">
                  <c:v>311.143408136</c:v>
                </c:pt>
                <c:pt idx="1285">
                  <c:v>311.07821563</c:v>
                </c:pt>
                <c:pt idx="1286">
                  <c:v>310.369280231</c:v>
                </c:pt>
                <c:pt idx="1287">
                  <c:v>312.076234911</c:v>
                </c:pt>
                <c:pt idx="1288">
                  <c:v>313.820421428</c:v>
                </c:pt>
                <c:pt idx="1289">
                  <c:v>312.971653253</c:v>
                </c:pt>
                <c:pt idx="1290">
                  <c:v>311.469871018</c:v>
                </c:pt>
                <c:pt idx="1291">
                  <c:v>310.108127585</c:v>
                </c:pt>
                <c:pt idx="1292">
                  <c:v>308.755655321</c:v>
                </c:pt>
                <c:pt idx="1293">
                  <c:v>300.752723277</c:v>
                </c:pt>
                <c:pt idx="1294">
                  <c:v>299.857334367</c:v>
                </c:pt>
                <c:pt idx="1295">
                  <c:v>302.329145782</c:v>
                </c:pt>
                <c:pt idx="1296">
                  <c:v>291.789062655</c:v>
                </c:pt>
                <c:pt idx="1297">
                  <c:v>293.011061608</c:v>
                </c:pt>
                <c:pt idx="1298">
                  <c:v>301.825353395</c:v>
                </c:pt>
                <c:pt idx="1299">
                  <c:v>296.984449233</c:v>
                </c:pt>
                <c:pt idx="1300">
                  <c:v>288.365970424</c:v>
                </c:pt>
                <c:pt idx="1301">
                  <c:v>283.64623897</c:v>
                </c:pt>
                <c:pt idx="1302">
                  <c:v>287.918246536</c:v>
                </c:pt>
                <c:pt idx="1303">
                  <c:v>279.766033954</c:v>
                </c:pt>
                <c:pt idx="1304">
                  <c:v>290.800314543</c:v>
                </c:pt>
                <c:pt idx="1305">
                  <c:v>289.970294733</c:v>
                </c:pt>
                <c:pt idx="1306">
                  <c:v>296.648685749</c:v>
                </c:pt>
                <c:pt idx="1307">
                  <c:v>294.242272867</c:v>
                </c:pt>
                <c:pt idx="1308">
                  <c:v>297.385581816</c:v>
                </c:pt>
                <c:pt idx="1309">
                  <c:v>299.017778497</c:v>
                </c:pt>
                <c:pt idx="1310">
                  <c:v>300.249107484</c:v>
                </c:pt>
                <c:pt idx="1311">
                  <c:v>291.052284317</c:v>
                </c:pt>
                <c:pt idx="1312">
                  <c:v>292.078234834</c:v>
                </c:pt>
                <c:pt idx="1313">
                  <c:v>297.555612115</c:v>
                </c:pt>
                <c:pt idx="1314">
                  <c:v>296.257501277</c:v>
                </c:pt>
                <c:pt idx="1315">
                  <c:v>291.261076932</c:v>
                </c:pt>
                <c:pt idx="1316">
                  <c:v>290.756725332</c:v>
                </c:pt>
                <c:pt idx="1317">
                  <c:v>295.118236471</c:v>
                </c:pt>
                <c:pt idx="1318">
                  <c:v>295.034089574</c:v>
                </c:pt>
                <c:pt idx="1319">
                  <c:v>293.549201469</c:v>
                </c:pt>
                <c:pt idx="1320">
                  <c:v>298.041362512</c:v>
                </c:pt>
                <c:pt idx="1321">
                  <c:v>303.121786593</c:v>
                </c:pt>
                <c:pt idx="1322">
                  <c:v>309.173534874</c:v>
                </c:pt>
                <c:pt idx="1323">
                  <c:v>308.958855802</c:v>
                </c:pt>
                <c:pt idx="1324">
                  <c:v>309.705935439</c:v>
                </c:pt>
                <c:pt idx="1325">
                  <c:v>312.937276347</c:v>
                </c:pt>
                <c:pt idx="1326">
                  <c:v>314.83315685</c:v>
                </c:pt>
                <c:pt idx="1327">
                  <c:v>314.422252748</c:v>
                </c:pt>
                <c:pt idx="1328">
                  <c:v>318.092517291</c:v>
                </c:pt>
                <c:pt idx="1329">
                  <c:v>314.27285448</c:v>
                </c:pt>
                <c:pt idx="1330">
                  <c:v>319.035792526</c:v>
                </c:pt>
                <c:pt idx="1331">
                  <c:v>319.409405925</c:v>
                </c:pt>
                <c:pt idx="1332">
                  <c:v>316.486162155</c:v>
                </c:pt>
                <c:pt idx="1333">
                  <c:v>314.179406982</c:v>
                </c:pt>
                <c:pt idx="1334">
                  <c:v>316.86913502</c:v>
                </c:pt>
                <c:pt idx="1335">
                  <c:v>313.049383912</c:v>
                </c:pt>
                <c:pt idx="1336">
                  <c:v>316.990572619</c:v>
                </c:pt>
                <c:pt idx="1337">
                  <c:v>319.054482025</c:v>
                </c:pt>
                <c:pt idx="1338">
                  <c:v>317.67234202</c:v>
                </c:pt>
                <c:pt idx="1339">
                  <c:v>316.59826972</c:v>
                </c:pt>
                <c:pt idx="1340">
                  <c:v>317.737681688</c:v>
                </c:pt>
                <c:pt idx="1341">
                  <c:v>315.654994485</c:v>
                </c:pt>
                <c:pt idx="1342">
                  <c:v>313.973940215</c:v>
                </c:pt>
                <c:pt idx="1343">
                  <c:v>308.32373657</c:v>
                </c:pt>
                <c:pt idx="1344">
                  <c:v>307.287102133</c:v>
                </c:pt>
                <c:pt idx="1345">
                  <c:v>309.60318734</c:v>
                </c:pt>
                <c:pt idx="1346">
                  <c:v>312.115527008</c:v>
                </c:pt>
                <c:pt idx="1347">
                  <c:v>304.233267324</c:v>
                </c:pt>
                <c:pt idx="1348">
                  <c:v>303.812974324</c:v>
                </c:pt>
                <c:pt idx="1349">
                  <c:v>295.94940414</c:v>
                </c:pt>
                <c:pt idx="1350">
                  <c:v>298.237469813</c:v>
                </c:pt>
                <c:pt idx="1351">
                  <c:v>304.821589227</c:v>
                </c:pt>
                <c:pt idx="1352">
                  <c:v>302.972447189</c:v>
                </c:pt>
                <c:pt idx="1353">
                  <c:v>300.927138986</c:v>
                </c:pt>
                <c:pt idx="1354">
                  <c:v>301.272703419</c:v>
                </c:pt>
                <c:pt idx="1355">
                  <c:v>307.100324866</c:v>
                </c:pt>
                <c:pt idx="1356">
                  <c:v>305.400669393</c:v>
                </c:pt>
                <c:pt idx="1357">
                  <c:v>310.537191405</c:v>
                </c:pt>
                <c:pt idx="1358">
                  <c:v>310.966667277</c:v>
                </c:pt>
                <c:pt idx="1359">
                  <c:v>312.050040179</c:v>
                </c:pt>
                <c:pt idx="1360">
                  <c:v>310.882755839</c:v>
                </c:pt>
                <c:pt idx="1361">
                  <c:v>311.863380641</c:v>
                </c:pt>
                <c:pt idx="1362">
                  <c:v>310.826716772</c:v>
                </c:pt>
                <c:pt idx="1363">
                  <c:v>311.433698742</c:v>
                </c:pt>
                <c:pt idx="1364">
                  <c:v>308.192998369</c:v>
                </c:pt>
                <c:pt idx="1365">
                  <c:v>313.422967879</c:v>
                </c:pt>
                <c:pt idx="1366">
                  <c:v>314.356854216</c:v>
                </c:pt>
                <c:pt idx="1367">
                  <c:v>314.506311348</c:v>
                </c:pt>
                <c:pt idx="1368">
                  <c:v>314.581010482</c:v>
                </c:pt>
                <c:pt idx="1369">
                  <c:v>317.859060423</c:v>
                </c:pt>
                <c:pt idx="1370">
                  <c:v>318.690257524</c:v>
                </c:pt>
                <c:pt idx="1371">
                  <c:v>321.744180631</c:v>
                </c:pt>
                <c:pt idx="1372">
                  <c:v>319.642892225</c:v>
                </c:pt>
                <c:pt idx="1373">
                  <c:v>318.475460724</c:v>
                </c:pt>
                <c:pt idx="1374">
                  <c:v>322.519309233</c:v>
                </c:pt>
                <c:pt idx="1375">
                  <c:v>319.988368362</c:v>
                </c:pt>
                <c:pt idx="1376">
                  <c:v>321.977078285</c:v>
                </c:pt>
                <c:pt idx="1377">
                  <c:v>324.978523631</c:v>
                </c:pt>
                <c:pt idx="1378">
                  <c:v>325.137369662</c:v>
                </c:pt>
                <c:pt idx="1379">
                  <c:v>327.147741746</c:v>
                </c:pt>
                <c:pt idx="1380">
                  <c:v>326.745667329</c:v>
                </c:pt>
                <c:pt idx="1381">
                  <c:v>330.719378708</c:v>
                </c:pt>
                <c:pt idx="1382">
                  <c:v>331.91621306</c:v>
                </c:pt>
                <c:pt idx="1383">
                  <c:v>331.39252445</c:v>
                </c:pt>
                <c:pt idx="1384">
                  <c:v>331.523527542</c:v>
                </c:pt>
                <c:pt idx="1385">
                  <c:v>335.328974559</c:v>
                </c:pt>
                <c:pt idx="1386">
                  <c:v>336.778190737</c:v>
                </c:pt>
                <c:pt idx="1387">
                  <c:v>337.488833208</c:v>
                </c:pt>
                <c:pt idx="1388">
                  <c:v>335.45055932</c:v>
                </c:pt>
                <c:pt idx="1389">
                  <c:v>337.544960571</c:v>
                </c:pt>
                <c:pt idx="1390">
                  <c:v>338.863291387</c:v>
                </c:pt>
                <c:pt idx="1391">
                  <c:v>338.863291387</c:v>
                </c:pt>
                <c:pt idx="1392">
                  <c:v>339.470979732</c:v>
                </c:pt>
                <c:pt idx="1393">
                  <c:v>337.086758791</c:v>
                </c:pt>
                <c:pt idx="1394">
                  <c:v>334.356531932</c:v>
                </c:pt>
                <c:pt idx="1395">
                  <c:v>331.617004472</c:v>
                </c:pt>
                <c:pt idx="1396">
                  <c:v>335.46924882</c:v>
                </c:pt>
                <c:pt idx="1397">
                  <c:v>338.059171986</c:v>
                </c:pt>
                <c:pt idx="1398">
                  <c:v>340.293818065</c:v>
                </c:pt>
                <c:pt idx="1399">
                  <c:v>344.267588309</c:v>
                </c:pt>
                <c:pt idx="1400">
                  <c:v>344.538747932</c:v>
                </c:pt>
                <c:pt idx="1401">
                  <c:v>340.742601515</c:v>
                </c:pt>
                <c:pt idx="1402">
                  <c:v>342.051602297</c:v>
                </c:pt>
                <c:pt idx="1403">
                  <c:v>342.659378939</c:v>
                </c:pt>
                <c:pt idx="1404">
                  <c:v>340.873545742</c:v>
                </c:pt>
                <c:pt idx="1405">
                  <c:v>340.901594707</c:v>
                </c:pt>
                <c:pt idx="1406">
                  <c:v>342.967917561</c:v>
                </c:pt>
                <c:pt idx="1407">
                  <c:v>343.463439476</c:v>
                </c:pt>
                <c:pt idx="1408">
                  <c:v>345.642046488</c:v>
                </c:pt>
                <c:pt idx="1409">
                  <c:v>344.127343481</c:v>
                </c:pt>
                <c:pt idx="1410">
                  <c:v>344.763198521</c:v>
                </c:pt>
                <c:pt idx="1411">
                  <c:v>342.995966526</c:v>
                </c:pt>
                <c:pt idx="1412">
                  <c:v>342.406849952</c:v>
                </c:pt>
                <c:pt idx="1413">
                  <c:v>343.6411516</c:v>
                </c:pt>
                <c:pt idx="1414">
                  <c:v>344.847286553</c:v>
                </c:pt>
                <c:pt idx="1415">
                  <c:v>344.996861415</c:v>
                </c:pt>
                <c:pt idx="1416">
                  <c:v>341.958095934</c:v>
                </c:pt>
                <c:pt idx="1417">
                  <c:v>338.666860331</c:v>
                </c:pt>
                <c:pt idx="1418">
                  <c:v>340.303206964</c:v>
                </c:pt>
                <c:pt idx="1419">
                  <c:v>343.828134893</c:v>
                </c:pt>
                <c:pt idx="1420">
                  <c:v>348.970631659</c:v>
                </c:pt>
                <c:pt idx="1421">
                  <c:v>350.036433487</c:v>
                </c:pt>
                <c:pt idx="1422">
                  <c:v>350.438566768</c:v>
                </c:pt>
                <c:pt idx="1423">
                  <c:v>348.213309587</c:v>
                </c:pt>
                <c:pt idx="1424">
                  <c:v>351.597992689</c:v>
                </c:pt>
                <c:pt idx="1425">
                  <c:v>355.543713967</c:v>
                </c:pt>
                <c:pt idx="1426">
                  <c:v>355.253864845</c:v>
                </c:pt>
                <c:pt idx="1427">
                  <c:v>355.84286369</c:v>
                </c:pt>
                <c:pt idx="1428">
                  <c:v>355.674569897</c:v>
                </c:pt>
                <c:pt idx="1429">
                  <c:v>356.768479555</c:v>
                </c:pt>
                <c:pt idx="1430">
                  <c:v>357.273390369</c:v>
                </c:pt>
                <c:pt idx="1431">
                  <c:v>356.029846984</c:v>
                </c:pt>
                <c:pt idx="1432">
                  <c:v>354.805022531</c:v>
                </c:pt>
                <c:pt idx="1433">
                  <c:v>352.112233536</c:v>
                </c:pt>
                <c:pt idx="1434">
                  <c:v>351.869122879</c:v>
                </c:pt>
                <c:pt idx="1435">
                  <c:v>350.868660719</c:v>
                </c:pt>
                <c:pt idx="1436">
                  <c:v>353.477391114</c:v>
                </c:pt>
                <c:pt idx="1437">
                  <c:v>353.720413474</c:v>
                </c:pt>
                <c:pt idx="1438">
                  <c:v>349.531552106</c:v>
                </c:pt>
                <c:pt idx="1439">
                  <c:v>342.309193637</c:v>
                </c:pt>
                <c:pt idx="1440">
                  <c:v>342.730369605</c:v>
                </c:pt>
                <c:pt idx="1441">
                  <c:v>345.931660152</c:v>
                </c:pt>
                <c:pt idx="1442">
                  <c:v>349.123561801</c:v>
                </c:pt>
                <c:pt idx="1443">
                  <c:v>349.451054813</c:v>
                </c:pt>
                <c:pt idx="1444">
                  <c:v>346.661757362</c:v>
                </c:pt>
                <c:pt idx="1445">
                  <c:v>336.852124632</c:v>
                </c:pt>
                <c:pt idx="1446">
                  <c:v>336.299768979</c:v>
                </c:pt>
                <c:pt idx="1447">
                  <c:v>335.064231175</c:v>
                </c:pt>
                <c:pt idx="1448">
                  <c:v>337.142150348</c:v>
                </c:pt>
                <c:pt idx="1449">
                  <c:v>330.065776002</c:v>
                </c:pt>
                <c:pt idx="1450">
                  <c:v>334.521323284</c:v>
                </c:pt>
                <c:pt idx="1451">
                  <c:v>336.664847016</c:v>
                </c:pt>
                <c:pt idx="1452">
                  <c:v>339.753735674</c:v>
                </c:pt>
                <c:pt idx="1453">
                  <c:v>338.059584038</c:v>
                </c:pt>
                <c:pt idx="1454">
                  <c:v>335.46680594</c:v>
                </c:pt>
                <c:pt idx="1455">
                  <c:v>334.296696101</c:v>
                </c:pt>
                <c:pt idx="1456">
                  <c:v>336.973797689</c:v>
                </c:pt>
                <c:pt idx="1457">
                  <c:v>343.179623972</c:v>
                </c:pt>
                <c:pt idx="1458">
                  <c:v>345.3419255</c:v>
                </c:pt>
                <c:pt idx="1459">
                  <c:v>348.814640559</c:v>
                </c:pt>
                <c:pt idx="1460">
                  <c:v>351.454304284</c:v>
                </c:pt>
                <c:pt idx="1461">
                  <c:v>350.995602155</c:v>
                </c:pt>
                <c:pt idx="1462">
                  <c:v>353.139184751</c:v>
                </c:pt>
                <c:pt idx="1463">
                  <c:v>350.171939718</c:v>
                </c:pt>
                <c:pt idx="1464">
                  <c:v>353.756909504</c:v>
                </c:pt>
                <c:pt idx="1465">
                  <c:v>354.870715386</c:v>
                </c:pt>
                <c:pt idx="1466">
                  <c:v>355.69446612</c:v>
                </c:pt>
                <c:pt idx="1467">
                  <c:v>359.644602241</c:v>
                </c:pt>
                <c:pt idx="1468">
                  <c:v>361.413747334</c:v>
                </c:pt>
                <c:pt idx="1469">
                  <c:v>362.649226273</c:v>
                </c:pt>
                <c:pt idx="1470">
                  <c:v>364.165636353</c:v>
                </c:pt>
                <c:pt idx="1471">
                  <c:v>368.03153728</c:v>
                </c:pt>
                <c:pt idx="1472">
                  <c:v>372.749090745</c:v>
                </c:pt>
                <c:pt idx="1473">
                  <c:v>373.104868181</c:v>
                </c:pt>
                <c:pt idx="1474">
                  <c:v>372.599368722</c:v>
                </c:pt>
                <c:pt idx="1475">
                  <c:v>370.03463959</c:v>
                </c:pt>
                <c:pt idx="1476">
                  <c:v>364.596230652</c:v>
                </c:pt>
                <c:pt idx="1477">
                  <c:v>365.607141273</c:v>
                </c:pt>
                <c:pt idx="1478">
                  <c:v>369.454264403</c:v>
                </c:pt>
                <c:pt idx="1479">
                  <c:v>369.369999777</c:v>
                </c:pt>
                <c:pt idx="1480">
                  <c:v>372.000304035</c:v>
                </c:pt>
                <c:pt idx="1481">
                  <c:v>372.196852821</c:v>
                </c:pt>
                <c:pt idx="1482">
                  <c:v>376.053335417</c:v>
                </c:pt>
                <c:pt idx="1483">
                  <c:v>378.150032387</c:v>
                </c:pt>
                <c:pt idx="1484">
                  <c:v>373.760001366</c:v>
                </c:pt>
                <c:pt idx="1485">
                  <c:v>372.056549128</c:v>
                </c:pt>
                <c:pt idx="1486">
                  <c:v>373.254590204</c:v>
                </c:pt>
                <c:pt idx="1487">
                  <c:v>366.178156993</c:v>
                </c:pt>
                <c:pt idx="1488">
                  <c:v>374.125138267</c:v>
                </c:pt>
                <c:pt idx="1489">
                  <c:v>368.630572534</c:v>
                </c:pt>
                <c:pt idx="1490">
                  <c:v>362.359112261</c:v>
                </c:pt>
                <c:pt idx="1491">
                  <c:v>364.970668155</c:v>
                </c:pt>
                <c:pt idx="1492">
                  <c:v>358.624302722</c:v>
                </c:pt>
                <c:pt idx="1493">
                  <c:v>361.497953095</c:v>
                </c:pt>
                <c:pt idx="1494">
                  <c:v>372.384071572</c:v>
                </c:pt>
                <c:pt idx="1495">
                  <c:v>374.050233107</c:v>
                </c:pt>
                <c:pt idx="1496">
                  <c:v>368.54633734</c:v>
                </c:pt>
                <c:pt idx="1497">
                  <c:v>372.552630256</c:v>
                </c:pt>
                <c:pt idx="1498">
                  <c:v>367.170407547</c:v>
                </c:pt>
                <c:pt idx="1499">
                  <c:v>363.370052314</c:v>
                </c:pt>
                <c:pt idx="1500">
                  <c:v>371.653974363</c:v>
                </c:pt>
                <c:pt idx="1501">
                  <c:v>362.097047214</c:v>
                </c:pt>
                <c:pt idx="1502">
                  <c:v>360.290493689</c:v>
                </c:pt>
                <c:pt idx="1503">
                  <c:v>356.795527823</c:v>
                </c:pt>
                <c:pt idx="1504">
                  <c:v>364.780712201</c:v>
                </c:pt>
                <c:pt idx="1505">
                  <c:v>369.223279847</c:v>
                </c:pt>
                <c:pt idx="1506">
                  <c:v>372.006896867</c:v>
                </c:pt>
                <c:pt idx="1507">
                  <c:v>378.155065307</c:v>
                </c:pt>
                <c:pt idx="1508">
                  <c:v>376.40237286</c:v>
                </c:pt>
                <c:pt idx="1509">
                  <c:v>376.346186632</c:v>
                </c:pt>
                <c:pt idx="1510">
                  <c:v>375.221579102</c:v>
                </c:pt>
                <c:pt idx="1511">
                  <c:v>372.87847506</c:v>
                </c:pt>
                <c:pt idx="1512">
                  <c:v>376.468006851</c:v>
                </c:pt>
                <c:pt idx="1513">
                  <c:v>371.585073388</c:v>
                </c:pt>
                <c:pt idx="1514">
                  <c:v>360.169585871</c:v>
                </c:pt>
                <c:pt idx="1515">
                  <c:v>359.916468238</c:v>
                </c:pt>
                <c:pt idx="1516">
                  <c:v>356.017603154</c:v>
                </c:pt>
                <c:pt idx="1517">
                  <c:v>356.251884126</c:v>
                </c:pt>
                <c:pt idx="1518">
                  <c:v>361.603526694</c:v>
                </c:pt>
                <c:pt idx="1519">
                  <c:v>363.037467517</c:v>
                </c:pt>
                <c:pt idx="1520">
                  <c:v>353.955606846</c:v>
                </c:pt>
                <c:pt idx="1521">
                  <c:v>356.158230602</c:v>
                </c:pt>
                <c:pt idx="1522">
                  <c:v>347.291931971</c:v>
                </c:pt>
                <c:pt idx="1523">
                  <c:v>343.477449242</c:v>
                </c:pt>
                <c:pt idx="1524">
                  <c:v>339.016133232</c:v>
                </c:pt>
                <c:pt idx="1525">
                  <c:v>329.615697531</c:v>
                </c:pt>
                <c:pt idx="1526">
                  <c:v>331.124661244</c:v>
                </c:pt>
                <c:pt idx="1527">
                  <c:v>323.44869243</c:v>
                </c:pt>
                <c:pt idx="1528">
                  <c:v>322.94266319</c:v>
                </c:pt>
                <c:pt idx="1529">
                  <c:v>319.690454794</c:v>
                </c:pt>
                <c:pt idx="1530">
                  <c:v>329.718769386</c:v>
                </c:pt>
                <c:pt idx="1531">
                  <c:v>340.262708142</c:v>
                </c:pt>
                <c:pt idx="1532">
                  <c:v>342.577645489</c:v>
                </c:pt>
                <c:pt idx="1533">
                  <c:v>345.361203645</c:v>
                </c:pt>
                <c:pt idx="1534">
                  <c:v>331.358942216</c:v>
                </c:pt>
                <c:pt idx="1535">
                  <c:v>335.539150492</c:v>
                </c:pt>
                <c:pt idx="1536">
                  <c:v>332.83982753</c:v>
                </c:pt>
                <c:pt idx="1537">
                  <c:v>336.579316802</c:v>
                </c:pt>
                <c:pt idx="1538">
                  <c:v>343.711789079</c:v>
                </c:pt>
                <c:pt idx="1539">
                  <c:v>335.932630682</c:v>
                </c:pt>
                <c:pt idx="1540">
                  <c:v>325.276319469</c:v>
                </c:pt>
                <c:pt idx="1541">
                  <c:v>325.679365152</c:v>
                </c:pt>
                <c:pt idx="1542">
                  <c:v>333.77698085</c:v>
                </c:pt>
                <c:pt idx="1543">
                  <c:v>333.692686791</c:v>
                </c:pt>
                <c:pt idx="1544">
                  <c:v>323.767444054</c:v>
                </c:pt>
                <c:pt idx="1545">
                  <c:v>320.074693248</c:v>
                </c:pt>
                <c:pt idx="1546">
                  <c:v>316.859952148</c:v>
                </c:pt>
                <c:pt idx="1547">
                  <c:v>308.743558653</c:v>
                </c:pt>
                <c:pt idx="1548">
                  <c:v>319.118644402</c:v>
                </c:pt>
                <c:pt idx="1549">
                  <c:v>324.067241288</c:v>
                </c:pt>
                <c:pt idx="1550">
                  <c:v>325.032679032</c:v>
                </c:pt>
                <c:pt idx="1551">
                  <c:v>320.055944883</c:v>
                </c:pt>
                <c:pt idx="1552">
                  <c:v>325.426335815</c:v>
                </c:pt>
                <c:pt idx="1553">
                  <c:v>320.777565596</c:v>
                </c:pt>
                <c:pt idx="1554">
                  <c:v>316.128913105</c:v>
                </c:pt>
                <c:pt idx="1555">
                  <c:v>304.46966742</c:v>
                </c:pt>
                <c:pt idx="1556">
                  <c:v>303.054563258</c:v>
                </c:pt>
                <c:pt idx="1557">
                  <c:v>313.963874374</c:v>
                </c:pt>
                <c:pt idx="1558">
                  <c:v>310.477385006</c:v>
                </c:pt>
                <c:pt idx="1559">
                  <c:v>304.038572773</c:v>
                </c:pt>
                <c:pt idx="1560">
                  <c:v>298.199619897</c:v>
                </c:pt>
                <c:pt idx="1561">
                  <c:v>307.553228835</c:v>
                </c:pt>
                <c:pt idx="1562">
                  <c:v>318.959386319</c:v>
                </c:pt>
                <c:pt idx="1563">
                  <c:v>322.820813539</c:v>
                </c:pt>
                <c:pt idx="1564">
                  <c:v>329.428243322</c:v>
                </c:pt>
                <c:pt idx="1565">
                  <c:v>328.512487271</c:v>
                </c:pt>
                <c:pt idx="1566">
                  <c:v>334.968576255</c:v>
                </c:pt>
                <c:pt idx="1567">
                  <c:v>330.154543767</c:v>
                </c:pt>
                <c:pt idx="1568">
                  <c:v>337.492806566</c:v>
                </c:pt>
                <c:pt idx="1569">
                  <c:v>337.211316212</c:v>
                </c:pt>
                <c:pt idx="1570">
                  <c:v>342.428777003</c:v>
                </c:pt>
                <c:pt idx="1571">
                  <c:v>348.321855847</c:v>
                </c:pt>
                <c:pt idx="1572">
                  <c:v>344.474467826</c:v>
                </c:pt>
                <c:pt idx="1573">
                  <c:v>340.20478541</c:v>
                </c:pt>
                <c:pt idx="1574">
                  <c:v>339.55733405</c:v>
                </c:pt>
                <c:pt idx="1575">
                  <c:v>346.548266479</c:v>
                </c:pt>
                <c:pt idx="1576">
                  <c:v>338.853461005</c:v>
                </c:pt>
                <c:pt idx="1577">
                  <c:v>331.49656757</c:v>
                </c:pt>
                <c:pt idx="1578">
                  <c:v>332.284793539</c:v>
                </c:pt>
                <c:pt idx="1579">
                  <c:v>327.639702354</c:v>
                </c:pt>
                <c:pt idx="1580">
                  <c:v>319.888622355</c:v>
                </c:pt>
                <c:pt idx="1581">
                  <c:v>318.537239086</c:v>
                </c:pt>
                <c:pt idx="1582">
                  <c:v>325.012223595</c:v>
                </c:pt>
                <c:pt idx="1583">
                  <c:v>317.580101246</c:v>
                </c:pt>
                <c:pt idx="1584">
                  <c:v>317.824094871</c:v>
                </c:pt>
                <c:pt idx="1585">
                  <c:v>324.927811808</c:v>
                </c:pt>
                <c:pt idx="1586">
                  <c:v>320.188831641</c:v>
                </c:pt>
                <c:pt idx="1587">
                  <c:v>313.563742488</c:v>
                </c:pt>
                <c:pt idx="1588">
                  <c:v>305.352900798</c:v>
                </c:pt>
                <c:pt idx="1589">
                  <c:v>309.275370573</c:v>
                </c:pt>
                <c:pt idx="1590">
                  <c:v>297.601791366</c:v>
                </c:pt>
                <c:pt idx="1591">
                  <c:v>297.245219259</c:v>
                </c:pt>
                <c:pt idx="1592">
                  <c:v>307.802078787</c:v>
                </c:pt>
                <c:pt idx="1593">
                  <c:v>293.951393615</c:v>
                </c:pt>
                <c:pt idx="1594">
                  <c:v>298.859138492</c:v>
                </c:pt>
                <c:pt idx="1595">
                  <c:v>299.178272736</c:v>
                </c:pt>
                <c:pt idx="1596">
                  <c:v>309.294148369</c:v>
                </c:pt>
                <c:pt idx="1597">
                  <c:v>293.716759456</c:v>
                </c:pt>
                <c:pt idx="1598">
                  <c:v>290.197835712</c:v>
                </c:pt>
                <c:pt idx="1599">
                  <c:v>278.843243588</c:v>
                </c:pt>
                <c:pt idx="1600">
                  <c:v>282.230958214</c:v>
                </c:pt>
                <c:pt idx="1601">
                  <c:v>273.860475821</c:v>
                </c:pt>
                <c:pt idx="1602">
                  <c:v>273.212936165</c:v>
                </c:pt>
                <c:pt idx="1603">
                  <c:v>283.338259562</c:v>
                </c:pt>
                <c:pt idx="1604">
                  <c:v>280.053822816</c:v>
                </c:pt>
                <c:pt idx="1605">
                  <c:v>287.307673828</c:v>
                </c:pt>
                <c:pt idx="1606">
                  <c:v>273.203547267</c:v>
                </c:pt>
                <c:pt idx="1607">
                  <c:v>271.739703245</c:v>
                </c:pt>
                <c:pt idx="1608">
                  <c:v>270.89505559</c:v>
                </c:pt>
                <c:pt idx="1609">
                  <c:v>275.399460462</c:v>
                </c:pt>
                <c:pt idx="1610">
                  <c:v>269.54379005</c:v>
                </c:pt>
                <c:pt idx="1611">
                  <c:v>273.316184614</c:v>
                </c:pt>
                <c:pt idx="1612">
                  <c:v>280.888934411</c:v>
                </c:pt>
                <c:pt idx="1613">
                  <c:v>290.0571494</c:v>
                </c:pt>
                <c:pt idx="1614">
                  <c:v>289.287612931</c:v>
                </c:pt>
                <c:pt idx="1615">
                  <c:v>287.148121422</c:v>
                </c:pt>
                <c:pt idx="1616">
                  <c:v>295.011779903</c:v>
                </c:pt>
                <c:pt idx="1617">
                  <c:v>287.335781658</c:v>
                </c:pt>
                <c:pt idx="1618">
                  <c:v>288.292890065</c:v>
                </c:pt>
                <c:pt idx="1619">
                  <c:v>290.77965308</c:v>
                </c:pt>
                <c:pt idx="1620">
                  <c:v>288.68707663</c:v>
                </c:pt>
                <c:pt idx="1621">
                  <c:v>280.954715563</c:v>
                </c:pt>
                <c:pt idx="1622">
                  <c:v>271.04524853</c:v>
                </c:pt>
                <c:pt idx="1623">
                  <c:v>258.442757043</c:v>
                </c:pt>
                <c:pt idx="1624">
                  <c:v>258.9118782</c:v>
                </c:pt>
                <c:pt idx="1625">
                  <c:v>265.377414946</c:v>
                </c:pt>
                <c:pt idx="1626">
                  <c:v>254.670362478</c:v>
                </c:pt>
                <c:pt idx="1627">
                  <c:v>257.767021259</c:v>
                </c:pt>
                <c:pt idx="1628">
                  <c:v>264.270319625</c:v>
                </c:pt>
                <c:pt idx="1629">
                  <c:v>263.884933313</c:v>
                </c:pt>
                <c:pt idx="1630">
                  <c:v>267.814937752</c:v>
                </c:pt>
                <c:pt idx="1631">
                  <c:v>276.991158321</c:v>
                </c:pt>
                <c:pt idx="1632">
                  <c:v>274.960419098</c:v>
                </c:pt>
                <c:pt idx="1633">
                  <c:v>266.583255577</c:v>
                </c:pt>
                <c:pt idx="1634">
                  <c:v>266.827690686</c:v>
                </c:pt>
                <c:pt idx="1635">
                  <c:v>263.518177635</c:v>
                </c:pt>
                <c:pt idx="1636">
                  <c:v>265.257625555</c:v>
                </c:pt>
                <c:pt idx="1637">
                  <c:v>269.798791349</c:v>
                </c:pt>
                <c:pt idx="1638">
                  <c:v>271.528614912</c:v>
                </c:pt>
                <c:pt idx="1639">
                  <c:v>277.339077338</c:v>
                </c:pt>
                <c:pt idx="1640">
                  <c:v>277.686937489</c:v>
                </c:pt>
                <c:pt idx="1641">
                  <c:v>271.754272225</c:v>
                </c:pt>
                <c:pt idx="1642">
                  <c:v>269.121760545</c:v>
                </c:pt>
                <c:pt idx="1643">
                  <c:v>268.567020877</c:v>
                </c:pt>
                <c:pt idx="1644">
                  <c:v>269.526042383</c:v>
                </c:pt>
                <c:pt idx="1645">
                  <c:v>274.415038896</c:v>
                </c:pt>
                <c:pt idx="1646">
                  <c:v>272.092802343</c:v>
                </c:pt>
                <c:pt idx="1647">
                  <c:v>280.460547533</c:v>
                </c:pt>
                <c:pt idx="1648">
                  <c:v>284.907706615</c:v>
                </c:pt>
                <c:pt idx="1649">
                  <c:v>288.997498918</c:v>
                </c:pt>
                <c:pt idx="1650">
                  <c:v>283.929907313</c:v>
                </c:pt>
                <c:pt idx="1651">
                  <c:v>282.312721096</c:v>
                </c:pt>
                <c:pt idx="1652">
                  <c:v>276.765559873</c:v>
                </c:pt>
                <c:pt idx="1653">
                  <c:v>288.461566479</c:v>
                </c:pt>
                <c:pt idx="1654">
                  <c:v>291.282150446</c:v>
                </c:pt>
                <c:pt idx="1655">
                  <c:v>296.594324323</c:v>
                </c:pt>
                <c:pt idx="1656">
                  <c:v>296.415640933</c:v>
                </c:pt>
                <c:pt idx="1657">
                  <c:v>295.53181891</c:v>
                </c:pt>
                <c:pt idx="1658">
                  <c:v>303.579929508</c:v>
                </c:pt>
                <c:pt idx="1659">
                  <c:v>304.999595674</c:v>
                </c:pt>
                <c:pt idx="1660">
                  <c:v>302.508152926</c:v>
                </c:pt>
                <c:pt idx="1661">
                  <c:v>301.530353624</c:v>
                </c:pt>
                <c:pt idx="1662">
                  <c:v>298.117444963</c:v>
                </c:pt>
                <c:pt idx="1663">
                  <c:v>306.438157365</c:v>
                </c:pt>
                <c:pt idx="1664">
                  <c:v>304.698738878</c:v>
                </c:pt>
                <c:pt idx="1665">
                  <c:v>310.631404143</c:v>
                </c:pt>
                <c:pt idx="1666">
                  <c:v>313.141801281</c:v>
                </c:pt>
                <c:pt idx="1667">
                  <c:v>312.408348791</c:v>
                </c:pt>
                <c:pt idx="1668">
                  <c:v>308.845041164</c:v>
                </c:pt>
                <c:pt idx="1669">
                  <c:v>309.587823688</c:v>
                </c:pt>
                <c:pt idx="1670">
                  <c:v>303.551674517</c:v>
                </c:pt>
                <c:pt idx="1671">
                  <c:v>295.560044469</c:v>
                </c:pt>
                <c:pt idx="1672">
                  <c:v>295.31560936</c:v>
                </c:pt>
                <c:pt idx="1673">
                  <c:v>296.171235256</c:v>
                </c:pt>
                <c:pt idx="1674">
                  <c:v>301.408062488</c:v>
                </c:pt>
                <c:pt idx="1675">
                  <c:v>289.053920605</c:v>
                </c:pt>
                <c:pt idx="1676">
                  <c:v>286.205199375</c:v>
                </c:pt>
                <c:pt idx="1677">
                  <c:v>283.017830298</c:v>
                </c:pt>
                <c:pt idx="1678">
                  <c:v>281.372477387</c:v>
                </c:pt>
                <c:pt idx="1679">
                  <c:v>281.494768522</c:v>
                </c:pt>
                <c:pt idx="1680">
                  <c:v>277.517701863</c:v>
                </c:pt>
                <c:pt idx="1681">
                  <c:v>275.524518232</c:v>
                </c:pt>
                <c:pt idx="1682">
                  <c:v>281.090398387</c:v>
                </c:pt>
                <c:pt idx="1683">
                  <c:v>282.547737875</c:v>
                </c:pt>
                <c:pt idx="1684">
                  <c:v>288.724808817</c:v>
                </c:pt>
                <c:pt idx="1685">
                  <c:v>292.156583571</c:v>
                </c:pt>
                <c:pt idx="1686">
                  <c:v>276.135620722</c:v>
                </c:pt>
                <c:pt idx="1687">
                  <c:v>278.326265538</c:v>
                </c:pt>
                <c:pt idx="1688">
                  <c:v>273.69118133</c:v>
                </c:pt>
                <c:pt idx="1689">
                  <c:v>272.017543995</c:v>
                </c:pt>
                <c:pt idx="1690">
                  <c:v>274.13584426</c:v>
                </c:pt>
                <c:pt idx="1691">
                  <c:v>271.950732713</c:v>
                </c:pt>
                <c:pt idx="1692">
                  <c:v>267.08107321</c:v>
                </c:pt>
                <c:pt idx="1693">
                  <c:v>263.793958126</c:v>
                </c:pt>
                <c:pt idx="1694">
                  <c:v>259.499052244</c:v>
                </c:pt>
                <c:pt idx="1695">
                  <c:v>258.42518597</c:v>
                </c:pt>
                <c:pt idx="1696">
                  <c:v>258.528787606</c:v>
                </c:pt>
                <c:pt idx="1697">
                  <c:v>263.671519829</c:v>
                </c:pt>
                <c:pt idx="1698">
                  <c:v>256.070515041</c:v>
                </c:pt>
                <c:pt idx="1699">
                  <c:v>251.728429209</c:v>
                </c:pt>
                <c:pt idx="1700">
                  <c:v>257.634016773</c:v>
                </c:pt>
                <c:pt idx="1701">
                  <c:v>265.734251944</c:v>
                </c:pt>
                <c:pt idx="1702">
                  <c:v>265.593035851</c:v>
                </c:pt>
                <c:pt idx="1703">
                  <c:v>263.501960448</c:v>
                </c:pt>
                <c:pt idx="1704">
                  <c:v>253.46146089</c:v>
                </c:pt>
                <c:pt idx="1705">
                  <c:v>250.927841681</c:v>
                </c:pt>
                <c:pt idx="1706">
                  <c:v>247.480526682</c:v>
                </c:pt>
                <c:pt idx="1707">
                  <c:v>247.395732275</c:v>
                </c:pt>
                <c:pt idx="1708">
                  <c:v>253.197777068</c:v>
                </c:pt>
                <c:pt idx="1709">
                  <c:v>245.587324516</c:v>
                </c:pt>
                <c:pt idx="1710">
                  <c:v>253.696948586</c:v>
                </c:pt>
                <c:pt idx="1711">
                  <c:v>255.703170718</c:v>
                </c:pt>
                <c:pt idx="1712">
                  <c:v>254.770697131</c:v>
                </c:pt>
                <c:pt idx="1713">
                  <c:v>253.470879221</c:v>
                </c:pt>
                <c:pt idx="1714">
                  <c:v>259.414140108</c:v>
                </c:pt>
                <c:pt idx="1715">
                  <c:v>262.268129716</c:v>
                </c:pt>
                <c:pt idx="1716">
                  <c:v>267.693382423</c:v>
                </c:pt>
                <c:pt idx="1717">
                  <c:v>261.778347096</c:v>
                </c:pt>
                <c:pt idx="1718">
                  <c:v>257.012465823</c:v>
                </c:pt>
                <c:pt idx="1719">
                  <c:v>264.877125002</c:v>
                </c:pt>
                <c:pt idx="1720">
                  <c:v>261.79721319</c:v>
                </c:pt>
                <c:pt idx="1721">
                  <c:v>259.122260158</c:v>
                </c:pt>
                <c:pt idx="1722">
                  <c:v>250.240215256</c:v>
                </c:pt>
                <c:pt idx="1723">
                  <c:v>245.351880969</c:v>
                </c:pt>
                <c:pt idx="1724">
                  <c:v>249.298323338</c:v>
                </c:pt>
                <c:pt idx="1725">
                  <c:v>252.039204684</c:v>
                </c:pt>
                <c:pt idx="1726">
                  <c:v>253.875926298</c:v>
                </c:pt>
                <c:pt idx="1727">
                  <c:v>248.01734209</c:v>
                </c:pt>
                <c:pt idx="1728">
                  <c:v>266.318306166</c:v>
                </c:pt>
                <c:pt idx="1729">
                  <c:v>271.225374101</c:v>
                </c:pt>
                <c:pt idx="1730">
                  <c:v>268.851895943</c:v>
                </c:pt>
                <c:pt idx="1731">
                  <c:v>272.572313096</c:v>
                </c:pt>
                <c:pt idx="1732">
                  <c:v>268.851895943</c:v>
                </c:pt>
                <c:pt idx="1733">
                  <c:v>268.258452823</c:v>
                </c:pt>
                <c:pt idx="1734">
                  <c:v>268.267988883</c:v>
                </c:pt>
                <c:pt idx="1735">
                  <c:v>265.508300308</c:v>
                </c:pt>
                <c:pt idx="1736">
                  <c:v>269.332289665</c:v>
                </c:pt>
                <c:pt idx="1737">
                  <c:v>272.035468255</c:v>
                </c:pt>
                <c:pt idx="1738">
                  <c:v>270.245838294</c:v>
                </c:pt>
                <c:pt idx="1739">
                  <c:v>266.28057398</c:v>
                </c:pt>
                <c:pt idx="1740">
                  <c:v>264.264933517</c:v>
                </c:pt>
                <c:pt idx="1741">
                  <c:v>276.311625774</c:v>
                </c:pt>
                <c:pt idx="1742">
                  <c:v>276.650626808</c:v>
                </c:pt>
                <c:pt idx="1743">
                  <c:v>275.548711569</c:v>
                </c:pt>
                <c:pt idx="1744">
                  <c:v>270.924105253</c:v>
                </c:pt>
                <c:pt idx="1745">
                  <c:v>265.310427071</c:v>
                </c:pt>
                <c:pt idx="1746">
                  <c:v>264.227260195</c:v>
                </c:pt>
                <c:pt idx="1747">
                  <c:v>267.354322524</c:v>
                </c:pt>
                <c:pt idx="1748">
                  <c:v>265.649516402</c:v>
                </c:pt>
                <c:pt idx="1749">
                  <c:v>268.98375257</c:v>
                </c:pt>
                <c:pt idx="1750">
                  <c:v>271.875297772</c:v>
                </c:pt>
                <c:pt idx="1751">
                  <c:v>269.859716174</c:v>
                </c:pt>
                <c:pt idx="1752">
                  <c:v>260.798811289</c:v>
                </c:pt>
                <c:pt idx="1753">
                  <c:v>258.312224868</c:v>
                </c:pt>
                <c:pt idx="1754">
                  <c:v>254.681958798</c:v>
                </c:pt>
                <c:pt idx="1755">
                  <c:v>254.48370294</c:v>
                </c:pt>
                <c:pt idx="1756">
                  <c:v>258.175305888</c:v>
                </c:pt>
                <c:pt idx="1757">
                  <c:v>251.859020248</c:v>
                </c:pt>
                <c:pt idx="1758">
                  <c:v>252.425503397</c:v>
                </c:pt>
                <c:pt idx="1759">
                  <c:v>248.856603637</c:v>
                </c:pt>
                <c:pt idx="1760">
                  <c:v>245.571004316</c:v>
                </c:pt>
                <c:pt idx="1761">
                  <c:v>251.556897864</c:v>
                </c:pt>
                <c:pt idx="1762">
                  <c:v>251.405763091</c:v>
                </c:pt>
                <c:pt idx="1763">
                  <c:v>249.706431373</c:v>
                </c:pt>
                <c:pt idx="1764">
                  <c:v>250.895995951</c:v>
                </c:pt>
                <c:pt idx="1765">
                  <c:v>246.968375527</c:v>
                </c:pt>
                <c:pt idx="1766">
                  <c:v>253.784980544</c:v>
                </c:pt>
                <c:pt idx="1767">
                  <c:v>255.427861143</c:v>
                </c:pt>
                <c:pt idx="1768">
                  <c:v>257.589956646</c:v>
                </c:pt>
                <c:pt idx="1769">
                  <c:v>262.0462986</c:v>
                </c:pt>
                <c:pt idx="1770">
                  <c:v>263.462491756</c:v>
                </c:pt>
                <c:pt idx="1771">
                  <c:v>265.275196628</c:v>
                </c:pt>
                <c:pt idx="1772">
                  <c:v>265.813395353</c:v>
                </c:pt>
                <c:pt idx="1773">
                  <c:v>262.357868747</c:v>
                </c:pt>
                <c:pt idx="1774">
                  <c:v>259.780336571</c:v>
                </c:pt>
                <c:pt idx="1775">
                  <c:v>266.889733939</c:v>
                </c:pt>
                <c:pt idx="1776">
                  <c:v>272.818926194</c:v>
                </c:pt>
                <c:pt idx="1777">
                  <c:v>272.261890808</c:v>
                </c:pt>
                <c:pt idx="1778">
                  <c:v>271.657675472</c:v>
                </c:pt>
                <c:pt idx="1779">
                  <c:v>276.954279671</c:v>
                </c:pt>
                <c:pt idx="1780">
                  <c:v>279.711172178</c:v>
                </c:pt>
                <c:pt idx="1781">
                  <c:v>274.055759018</c:v>
                </c:pt>
                <c:pt idx="1782">
                  <c:v>278.162798639</c:v>
                </c:pt>
                <c:pt idx="1783">
                  <c:v>284.110856988</c:v>
                </c:pt>
                <c:pt idx="1784">
                  <c:v>294.30755367</c:v>
                </c:pt>
                <c:pt idx="1785">
                  <c:v>289.076966082</c:v>
                </c:pt>
                <c:pt idx="1786">
                  <c:v>286.631790883</c:v>
                </c:pt>
                <c:pt idx="1787">
                  <c:v>292.570401469</c:v>
                </c:pt>
                <c:pt idx="1788">
                  <c:v>287.368157169</c:v>
                </c:pt>
                <c:pt idx="1789">
                  <c:v>284.828416045</c:v>
                </c:pt>
                <c:pt idx="1790">
                  <c:v>282.959024596</c:v>
                </c:pt>
                <c:pt idx="1791">
                  <c:v>287.490830924</c:v>
                </c:pt>
                <c:pt idx="1792">
                  <c:v>289.615253104</c:v>
                </c:pt>
                <c:pt idx="1793">
                  <c:v>291.833888021</c:v>
                </c:pt>
                <c:pt idx="1794">
                  <c:v>286.357952923</c:v>
                </c:pt>
                <c:pt idx="1795">
                  <c:v>284.337456134</c:v>
                </c:pt>
                <c:pt idx="1796">
                  <c:v>277.605704388</c:v>
                </c:pt>
                <c:pt idx="1797">
                  <c:v>277.813349144</c:v>
                </c:pt>
                <c:pt idx="1798">
                  <c:v>280.239923141</c:v>
                </c:pt>
                <c:pt idx="1799">
                  <c:v>275.547475413</c:v>
                </c:pt>
                <c:pt idx="1800">
                  <c:v>277.52076282</c:v>
                </c:pt>
                <c:pt idx="1801">
                  <c:v>277.161953859</c:v>
                </c:pt>
                <c:pt idx="1802">
                  <c:v>274.933782882</c:v>
                </c:pt>
                <c:pt idx="1803">
                  <c:v>277.209163241</c:v>
                </c:pt>
                <c:pt idx="1804">
                  <c:v>282.940040774</c:v>
                </c:pt>
                <c:pt idx="1805">
                  <c:v>283.261117548</c:v>
                </c:pt>
                <c:pt idx="1806">
                  <c:v>279.786607119</c:v>
                </c:pt>
                <c:pt idx="1807">
                  <c:v>281.183993047</c:v>
                </c:pt>
                <c:pt idx="1808">
                  <c:v>276.312273284</c:v>
                </c:pt>
                <c:pt idx="1809">
                  <c:v>272.431803377</c:v>
                </c:pt>
                <c:pt idx="1810">
                  <c:v>274.452329598</c:v>
                </c:pt>
                <c:pt idx="1811">
                  <c:v>280.759108611</c:v>
                </c:pt>
                <c:pt idx="1812">
                  <c:v>282.231988344</c:v>
                </c:pt>
                <c:pt idx="1813">
                  <c:v>289.671821952</c:v>
                </c:pt>
                <c:pt idx="1814">
                  <c:v>288.302808745</c:v>
                </c:pt>
                <c:pt idx="1815">
                  <c:v>289.325963195</c:v>
                </c:pt>
                <c:pt idx="1816">
                  <c:v>293.458255715</c:v>
                </c:pt>
                <c:pt idx="1817">
                  <c:v>289.467767934</c:v>
                </c:pt>
                <c:pt idx="1818">
                  <c:v>292.90033736</c:v>
                </c:pt>
                <c:pt idx="1819">
                  <c:v>293.978324154</c:v>
                </c:pt>
                <c:pt idx="1820">
                  <c:v>291.964184738</c:v>
                </c:pt>
                <c:pt idx="1821">
                  <c:v>290.413397752</c:v>
                </c:pt>
                <c:pt idx="1822">
                  <c:v>295.70870693</c:v>
                </c:pt>
                <c:pt idx="1823">
                  <c:v>298.507775899</c:v>
                </c:pt>
                <c:pt idx="1824">
                  <c:v>303.472148488</c:v>
                </c:pt>
                <c:pt idx="1825">
                  <c:v>302.734604911</c:v>
                </c:pt>
                <c:pt idx="1826">
                  <c:v>301.713363559</c:v>
                </c:pt>
                <c:pt idx="1827">
                  <c:v>298.7346988</c:v>
                </c:pt>
                <c:pt idx="1828">
                  <c:v>300.74889708</c:v>
                </c:pt>
                <c:pt idx="1829">
                  <c:v>300.578660756</c:v>
                </c:pt>
                <c:pt idx="1830">
                  <c:v>298.64961007</c:v>
                </c:pt>
                <c:pt idx="1831">
                  <c:v>296.011359095</c:v>
                </c:pt>
                <c:pt idx="1832">
                  <c:v>301.807958916</c:v>
                </c:pt>
                <c:pt idx="1833">
                  <c:v>301.240622231</c:v>
                </c:pt>
                <c:pt idx="1834">
                  <c:v>301.49588842</c:v>
                </c:pt>
                <c:pt idx="1835">
                  <c:v>301.514842811</c:v>
                </c:pt>
                <c:pt idx="1836">
                  <c:v>301.372949775</c:v>
                </c:pt>
                <c:pt idx="1837">
                  <c:v>299.075230313</c:v>
                </c:pt>
                <c:pt idx="1838">
                  <c:v>299.38718308</c:v>
                </c:pt>
                <c:pt idx="1839">
                  <c:v>298.763100953</c:v>
                </c:pt>
                <c:pt idx="1840">
                  <c:v>293.127260261</c:v>
                </c:pt>
                <c:pt idx="1841">
                  <c:v>294.904999581</c:v>
                </c:pt>
                <c:pt idx="1842">
                  <c:v>302.923736761</c:v>
                </c:pt>
                <c:pt idx="1843">
                  <c:v>305.013517144</c:v>
                </c:pt>
                <c:pt idx="1844">
                  <c:v>304.663626165</c:v>
                </c:pt>
                <c:pt idx="1845">
                  <c:v>302.006509097</c:v>
                </c:pt>
                <c:pt idx="1846">
                  <c:v>300.030249029</c:v>
                </c:pt>
                <c:pt idx="1847">
                  <c:v>298.971216625</c:v>
                </c:pt>
                <c:pt idx="1848">
                  <c:v>305.325587639</c:v>
                </c:pt>
                <c:pt idx="1849">
                  <c:v>306.082085607</c:v>
                </c:pt>
                <c:pt idx="1850">
                  <c:v>304.143557726</c:v>
                </c:pt>
                <c:pt idx="1851">
                  <c:v>307.453188506</c:v>
                </c:pt>
                <c:pt idx="1852">
                  <c:v>308.455475468</c:v>
                </c:pt>
                <c:pt idx="1853">
                  <c:v>307.349115954</c:v>
                </c:pt>
                <c:pt idx="1854">
                  <c:v>309.013452687</c:v>
                </c:pt>
                <c:pt idx="1855">
                  <c:v>309.363284802</c:v>
                </c:pt>
                <c:pt idx="1856">
                  <c:v>313.107895291</c:v>
                </c:pt>
                <c:pt idx="1857">
                  <c:v>318.923361205</c:v>
                </c:pt>
                <c:pt idx="1858">
                  <c:v>318.204683721</c:v>
                </c:pt>
                <c:pt idx="1859">
                  <c:v>319.273252184</c:v>
                </c:pt>
                <c:pt idx="1860">
                  <c:v>315.22598953</c:v>
                </c:pt>
                <c:pt idx="1861">
                  <c:v>313.609038772</c:v>
                </c:pt>
                <c:pt idx="1862">
                  <c:v>321.240035057</c:v>
                </c:pt>
                <c:pt idx="1863">
                  <c:v>329.447845222</c:v>
                </c:pt>
                <c:pt idx="1864">
                  <c:v>330.941975064</c:v>
                </c:pt>
                <c:pt idx="1865">
                  <c:v>329.060163192</c:v>
                </c:pt>
                <c:pt idx="1866">
                  <c:v>332.86148969</c:v>
                </c:pt>
                <c:pt idx="1867">
                  <c:v>335.357847629</c:v>
                </c:pt>
                <c:pt idx="1868">
                  <c:v>335.59430659</c:v>
                </c:pt>
                <c:pt idx="1869">
                  <c:v>335.537561148</c:v>
                </c:pt>
                <c:pt idx="1870">
                  <c:v>329.84503388</c:v>
                </c:pt>
                <c:pt idx="1871">
                  <c:v>333.939476484</c:v>
                </c:pt>
                <c:pt idx="1872">
                  <c:v>335.21604289</c:v>
                </c:pt>
                <c:pt idx="1873">
                  <c:v>340.880197438</c:v>
                </c:pt>
                <c:pt idx="1874">
                  <c:v>343.499494022</c:v>
                </c:pt>
                <c:pt idx="1875">
                  <c:v>345.995940258</c:v>
                </c:pt>
                <c:pt idx="1876">
                  <c:v>350.118785015</c:v>
                </c:pt>
                <c:pt idx="1877">
                  <c:v>347.915484317</c:v>
                </c:pt>
                <c:pt idx="1878">
                  <c:v>347.417431225</c:v>
                </c:pt>
                <c:pt idx="1879">
                  <c:v>342.68298363</c:v>
                </c:pt>
                <c:pt idx="1880">
                  <c:v>346.726184629</c:v>
                </c:pt>
                <c:pt idx="1881">
                  <c:v>343.288964903</c:v>
                </c:pt>
                <c:pt idx="1882">
                  <c:v>338.687021445</c:v>
                </c:pt>
                <c:pt idx="1883">
                  <c:v>344.510404643</c:v>
                </c:pt>
                <c:pt idx="1884">
                  <c:v>345.182755714</c:v>
                </c:pt>
                <c:pt idx="1885">
                  <c:v>344.491509117</c:v>
                </c:pt>
                <c:pt idx="1886">
                  <c:v>349.803624129</c:v>
                </c:pt>
                <c:pt idx="1887">
                  <c:v>350.627404296</c:v>
                </c:pt>
                <c:pt idx="1888">
                  <c:v>350.617985965</c:v>
                </c:pt>
                <c:pt idx="1889">
                  <c:v>347.947683234</c:v>
                </c:pt>
                <c:pt idx="1890">
                  <c:v>346.792495563</c:v>
                </c:pt>
                <c:pt idx="1891">
                  <c:v>346.906104175</c:v>
                </c:pt>
                <c:pt idx="1892">
                  <c:v>348.620063737</c:v>
                </c:pt>
                <c:pt idx="1893">
                  <c:v>353.023074395</c:v>
                </c:pt>
                <c:pt idx="1894">
                  <c:v>359.016899943</c:v>
                </c:pt>
                <c:pt idx="1895">
                  <c:v>358.941200112</c:v>
                </c:pt>
                <c:pt idx="1896">
                  <c:v>362.293183947</c:v>
                </c:pt>
                <c:pt idx="1897">
                  <c:v>365.2570737</c:v>
                </c:pt>
                <c:pt idx="1898">
                  <c:v>365.171837808</c:v>
                </c:pt>
                <c:pt idx="1899">
                  <c:v>356.753940008</c:v>
                </c:pt>
                <c:pt idx="1900">
                  <c:v>355.683811634</c:v>
                </c:pt>
                <c:pt idx="1901">
                  <c:v>356.252031287</c:v>
                </c:pt>
                <c:pt idx="1902">
                  <c:v>358.666626344</c:v>
                </c:pt>
                <c:pt idx="1903">
                  <c:v>357.473471028</c:v>
                </c:pt>
                <c:pt idx="1904">
                  <c:v>356.621377006</c:v>
                </c:pt>
                <c:pt idx="1905">
                  <c:v>363.11705241</c:v>
                </c:pt>
                <c:pt idx="1906">
                  <c:v>363.306419718</c:v>
                </c:pt>
                <c:pt idx="1907">
                  <c:v>362.463655729</c:v>
                </c:pt>
                <c:pt idx="1908">
                  <c:v>354.509728436</c:v>
                </c:pt>
                <c:pt idx="1909">
                  <c:v>353.94159708</c:v>
                </c:pt>
                <c:pt idx="1910">
                  <c:v>352.284559552</c:v>
                </c:pt>
                <c:pt idx="1911">
                  <c:v>355.267256534</c:v>
                </c:pt>
                <c:pt idx="1912">
                  <c:v>352.246621339</c:v>
                </c:pt>
                <c:pt idx="1913">
                  <c:v>348.373774394</c:v>
                </c:pt>
                <c:pt idx="1914">
                  <c:v>349.017752744</c:v>
                </c:pt>
                <c:pt idx="1915">
                  <c:v>346.792495563</c:v>
                </c:pt>
                <c:pt idx="1916">
                  <c:v>350.684208602</c:v>
                </c:pt>
                <c:pt idx="1917">
                  <c:v>346.962937913</c:v>
                </c:pt>
                <c:pt idx="1918">
                  <c:v>343.288964903</c:v>
                </c:pt>
                <c:pt idx="1919">
                  <c:v>339.539233196</c:v>
                </c:pt>
                <c:pt idx="1920">
                  <c:v>339.113112604</c:v>
                </c:pt>
                <c:pt idx="1921">
                  <c:v>344.576774441</c:v>
                </c:pt>
                <c:pt idx="1922">
                  <c:v>344.084372348</c:v>
                </c:pt>
                <c:pt idx="1923">
                  <c:v>349.510095972</c:v>
                </c:pt>
                <c:pt idx="1924">
                  <c:v>342.039034712</c:v>
                </c:pt>
                <c:pt idx="1925">
                  <c:v>344.690353621</c:v>
                </c:pt>
                <c:pt idx="1926">
                  <c:v>347.284868223</c:v>
                </c:pt>
                <c:pt idx="1927">
                  <c:v>354.869567527</c:v>
                </c:pt>
                <c:pt idx="1928">
                  <c:v>356.848535365</c:v>
                </c:pt>
                <c:pt idx="1929">
                  <c:v>357.918575442</c:v>
                </c:pt>
                <c:pt idx="1930">
                  <c:v>357.539781961</c:v>
                </c:pt>
                <c:pt idx="1931">
                  <c:v>357.994334138</c:v>
                </c:pt>
                <c:pt idx="1932">
                  <c:v>354.841135942</c:v>
                </c:pt>
                <c:pt idx="1933">
                  <c:v>352.303455078</c:v>
                </c:pt>
                <c:pt idx="1934">
                  <c:v>352.795827738</c:v>
                </c:pt>
                <c:pt idx="1935">
                  <c:v>356.952784511</c:v>
                </c:pt>
                <c:pt idx="1936">
                  <c:v>352.994672242</c:v>
                </c:pt>
                <c:pt idx="1937">
                  <c:v>354.339256654</c:v>
                </c:pt>
                <c:pt idx="1938">
                  <c:v>357.236747176</c:v>
                </c:pt>
                <c:pt idx="1939">
                  <c:v>351.119835821</c:v>
                </c:pt>
                <c:pt idx="1940">
                  <c:v>351.485826259</c:v>
                </c:pt>
                <c:pt idx="1941">
                  <c:v>350.736686362</c:v>
                </c:pt>
                <c:pt idx="1942">
                  <c:v>345.682427581</c:v>
                </c:pt>
                <c:pt idx="1943">
                  <c:v>339.348041087</c:v>
                </c:pt>
                <c:pt idx="1944">
                  <c:v>339.39539763</c:v>
                </c:pt>
                <c:pt idx="1945">
                  <c:v>341.007433197</c:v>
                </c:pt>
                <c:pt idx="1946">
                  <c:v>335.886804617</c:v>
                </c:pt>
                <c:pt idx="1947">
                  <c:v>336.673912159</c:v>
                </c:pt>
                <c:pt idx="1948">
                  <c:v>339.490257878</c:v>
                </c:pt>
                <c:pt idx="1949">
                  <c:v>339.736812111</c:v>
                </c:pt>
                <c:pt idx="1950">
                  <c:v>342.572141653</c:v>
                </c:pt>
                <c:pt idx="1951">
                  <c:v>336.560068089</c:v>
                </c:pt>
                <c:pt idx="1952">
                  <c:v>341.140202225</c:v>
                </c:pt>
                <c:pt idx="1953">
                  <c:v>340.135060331</c:v>
                </c:pt>
                <c:pt idx="1954">
                  <c:v>345.834121567</c:v>
                </c:pt>
                <c:pt idx="1955">
                  <c:v>347.597939416</c:v>
                </c:pt>
                <c:pt idx="1956">
                  <c:v>349.522987312</c:v>
                </c:pt>
                <c:pt idx="1957">
                  <c:v>352.016843507</c:v>
                </c:pt>
                <c:pt idx="1958">
                  <c:v>350.793549533</c:v>
                </c:pt>
                <c:pt idx="1959">
                  <c:v>346.38415207</c:v>
                </c:pt>
                <c:pt idx="1960">
                  <c:v>350.300558794</c:v>
                </c:pt>
                <c:pt idx="1961">
                  <c:v>349.15308238</c:v>
                </c:pt>
                <c:pt idx="1962">
                  <c:v>344.572918812</c:v>
                </c:pt>
                <c:pt idx="1963">
                  <c:v>341.348818246</c:v>
                </c:pt>
                <c:pt idx="1964">
                  <c:v>336.256621252</c:v>
                </c:pt>
                <c:pt idx="1965">
                  <c:v>337.271269773</c:v>
                </c:pt>
                <c:pt idx="1966">
                  <c:v>340.552292374</c:v>
                </c:pt>
                <c:pt idx="1967">
                  <c:v>332.217010991</c:v>
                </c:pt>
                <c:pt idx="1968">
                  <c:v>325.8825362</c:v>
                </c:pt>
                <c:pt idx="1969">
                  <c:v>327.447215224</c:v>
                </c:pt>
                <c:pt idx="1970">
                  <c:v>331.135992673</c:v>
                </c:pt>
                <c:pt idx="1971">
                  <c:v>332.719567222</c:v>
                </c:pt>
                <c:pt idx="1972">
                  <c:v>338.494504882</c:v>
                </c:pt>
                <c:pt idx="1973">
                  <c:v>344.639347475</c:v>
                </c:pt>
                <c:pt idx="1974">
                  <c:v>348.688464363</c:v>
                </c:pt>
                <c:pt idx="1975">
                  <c:v>350.110838298</c:v>
                </c:pt>
                <c:pt idx="1976">
                  <c:v>353.420351349</c:v>
                </c:pt>
                <c:pt idx="1977">
                  <c:v>353.647921761</c:v>
                </c:pt>
                <c:pt idx="1978">
                  <c:v>350.926377425</c:v>
                </c:pt>
                <c:pt idx="1979">
                  <c:v>358.816024612</c:v>
                </c:pt>
                <c:pt idx="1980">
                  <c:v>357.697009216</c:v>
                </c:pt>
                <c:pt idx="1981">
                  <c:v>365.396935908</c:v>
                </c:pt>
                <c:pt idx="1982">
                  <c:v>365.671951159</c:v>
                </c:pt>
                <c:pt idx="1983">
                  <c:v>365.984875191</c:v>
                </c:pt>
                <c:pt idx="1984">
                  <c:v>366.070258244</c:v>
                </c:pt>
                <c:pt idx="1985">
                  <c:v>370.527100547</c:v>
                </c:pt>
                <c:pt idx="1986">
                  <c:v>368.374511672</c:v>
                </c:pt>
                <c:pt idx="1987">
                  <c:v>369.882298093</c:v>
                </c:pt>
                <c:pt idx="1988">
                  <c:v>369.360728608</c:v>
                </c:pt>
                <c:pt idx="1989">
                  <c:v>369.038386246</c:v>
                </c:pt>
                <c:pt idx="1990">
                  <c:v>370.005589926</c:v>
                </c:pt>
                <c:pt idx="1991">
                  <c:v>369.645221054</c:v>
                </c:pt>
                <c:pt idx="1992">
                  <c:v>368.71586729</c:v>
                </c:pt>
                <c:pt idx="1993">
                  <c:v>369.768512888</c:v>
                </c:pt>
                <c:pt idx="1994">
                  <c:v>366.335766868</c:v>
                </c:pt>
                <c:pt idx="1995">
                  <c:v>367.255584573</c:v>
                </c:pt>
                <c:pt idx="1996">
                  <c:v>365.131427284</c:v>
                </c:pt>
                <c:pt idx="1997">
                  <c:v>370.233160338</c:v>
                </c:pt>
                <c:pt idx="1998">
                  <c:v>371.883134117</c:v>
                </c:pt>
                <c:pt idx="1999">
                  <c:v>375.059848708</c:v>
                </c:pt>
                <c:pt idx="2000">
                  <c:v>378.046901667</c:v>
                </c:pt>
                <c:pt idx="2001">
                  <c:v>382.854606215</c:v>
                </c:pt>
                <c:pt idx="2002">
                  <c:v>382.522757225</c:v>
                </c:pt>
                <c:pt idx="2003">
                  <c:v>384.371869831</c:v>
                </c:pt>
                <c:pt idx="2004">
                  <c:v>386.792910558</c:v>
                </c:pt>
                <c:pt idx="2005">
                  <c:v>388.769200058</c:v>
                </c:pt>
                <c:pt idx="2006">
                  <c:v>382.992172705</c:v>
                </c:pt>
                <c:pt idx="2007">
                  <c:v>387.448544092</c:v>
                </c:pt>
                <c:pt idx="2008">
                  <c:v>388.028124607</c:v>
                </c:pt>
                <c:pt idx="2009">
                  <c:v>390.403515863</c:v>
                </c:pt>
                <c:pt idx="2010">
                  <c:v>391.198275798</c:v>
                </c:pt>
                <c:pt idx="2011">
                  <c:v>391.008113818</c:v>
                </c:pt>
                <c:pt idx="2012">
                  <c:v>389.315963577</c:v>
                </c:pt>
                <c:pt idx="2013">
                  <c:v>382.72781194</c:v>
                </c:pt>
                <c:pt idx="2014">
                  <c:v>378.677959245</c:v>
                </c:pt>
                <c:pt idx="2015">
                  <c:v>376.729130065</c:v>
                </c:pt>
                <c:pt idx="2016">
                  <c:v>377.175970984</c:v>
                </c:pt>
                <c:pt idx="2017">
                  <c:v>384.971376001</c:v>
                </c:pt>
                <c:pt idx="2018">
                  <c:v>385.731994488</c:v>
                </c:pt>
                <c:pt idx="2019">
                  <c:v>388.346258152</c:v>
                </c:pt>
                <c:pt idx="2020">
                  <c:v>389.15432148</c:v>
                </c:pt>
                <c:pt idx="2021">
                  <c:v>389.353960654</c:v>
                </c:pt>
                <c:pt idx="2022">
                  <c:v>389.315963577</c:v>
                </c:pt>
                <c:pt idx="2023">
                  <c:v>387.119903221</c:v>
                </c:pt>
                <c:pt idx="2024">
                  <c:v>392.614763277</c:v>
                </c:pt>
                <c:pt idx="2025">
                  <c:v>400.400691099</c:v>
                </c:pt>
                <c:pt idx="2026">
                  <c:v>400.923555605</c:v>
                </c:pt>
                <c:pt idx="2027">
                  <c:v>402.587244829</c:v>
                </c:pt>
                <c:pt idx="2028">
                  <c:v>404.82127283</c:v>
                </c:pt>
                <c:pt idx="2029">
                  <c:v>405.315617454</c:v>
                </c:pt>
                <c:pt idx="2030">
                  <c:v>402.9009341</c:v>
                </c:pt>
                <c:pt idx="2031">
                  <c:v>407.026810382</c:v>
                </c:pt>
                <c:pt idx="2032">
                  <c:v>404.317421579</c:v>
                </c:pt>
                <c:pt idx="2033">
                  <c:v>396.398371541</c:v>
                </c:pt>
                <c:pt idx="2034">
                  <c:v>401.066184448</c:v>
                </c:pt>
                <c:pt idx="2035">
                  <c:v>407.844380336</c:v>
                </c:pt>
                <c:pt idx="2036">
                  <c:v>407.312038635</c:v>
                </c:pt>
                <c:pt idx="2037">
                  <c:v>406.494439248</c:v>
                </c:pt>
                <c:pt idx="2038">
                  <c:v>410.677355295</c:v>
                </c:pt>
                <c:pt idx="2039">
                  <c:v>411.437944349</c:v>
                </c:pt>
                <c:pt idx="2040">
                  <c:v>415.487708748</c:v>
                </c:pt>
                <c:pt idx="2041">
                  <c:v>413.862134331</c:v>
                </c:pt>
                <c:pt idx="2042">
                  <c:v>407.407046044</c:v>
                </c:pt>
                <c:pt idx="2043">
                  <c:v>411.846729327</c:v>
                </c:pt>
                <c:pt idx="2044">
                  <c:v>413.073025394</c:v>
                </c:pt>
                <c:pt idx="2045">
                  <c:v>409.327443639</c:v>
                </c:pt>
                <c:pt idx="2046">
                  <c:v>406.237760309</c:v>
                </c:pt>
                <c:pt idx="2047">
                  <c:v>404.612097595</c:v>
                </c:pt>
                <c:pt idx="2048">
                  <c:v>416.457443605</c:v>
                </c:pt>
                <c:pt idx="2049">
                  <c:v>415.231059241</c:v>
                </c:pt>
                <c:pt idx="2050">
                  <c:v>415.012377379</c:v>
                </c:pt>
                <c:pt idx="2051">
                  <c:v>416.010632118</c:v>
                </c:pt>
                <c:pt idx="2052">
                  <c:v>413.795529074</c:v>
                </c:pt>
                <c:pt idx="2053">
                  <c:v>417.341501086</c:v>
                </c:pt>
                <c:pt idx="2054">
                  <c:v>423.62547008</c:v>
                </c:pt>
                <c:pt idx="2055">
                  <c:v>422.113857462</c:v>
                </c:pt>
                <c:pt idx="2056">
                  <c:v>414.537016578</c:v>
                </c:pt>
                <c:pt idx="2057">
                  <c:v>417.141861911</c:v>
                </c:pt>
                <c:pt idx="2058">
                  <c:v>423.473334609</c:v>
                </c:pt>
                <c:pt idx="2059">
                  <c:v>417.360484909</c:v>
                </c:pt>
                <c:pt idx="2060">
                  <c:v>415.810992943</c:v>
                </c:pt>
                <c:pt idx="2061">
                  <c:v>421.771618876</c:v>
                </c:pt>
                <c:pt idx="2062">
                  <c:v>418.529858941</c:v>
                </c:pt>
                <c:pt idx="2063">
                  <c:v>417.474652734</c:v>
                </c:pt>
                <c:pt idx="2064">
                  <c:v>412.512104946</c:v>
                </c:pt>
                <c:pt idx="2065">
                  <c:v>416.446465363</c:v>
                </c:pt>
                <c:pt idx="2066">
                  <c:v>417.484071065</c:v>
                </c:pt>
                <c:pt idx="2067">
                  <c:v>422.433992403</c:v>
                </c:pt>
                <c:pt idx="2068">
                  <c:v>424.43306249</c:v>
                </c:pt>
                <c:pt idx="2069">
                  <c:v>424.918518564</c:v>
                </c:pt>
                <c:pt idx="2070">
                  <c:v>423.376531831</c:v>
                </c:pt>
                <c:pt idx="2071">
                  <c:v>422.005693822</c:v>
                </c:pt>
                <c:pt idx="2072">
                  <c:v>423.44304879</c:v>
                </c:pt>
                <c:pt idx="2073">
                  <c:v>422.662504648</c:v>
                </c:pt>
                <c:pt idx="2074">
                  <c:v>423.557304912</c:v>
                </c:pt>
                <c:pt idx="2075">
                  <c:v>419.901903673</c:v>
                </c:pt>
                <c:pt idx="2076">
                  <c:v>420.844354804</c:v>
                </c:pt>
                <c:pt idx="2077">
                  <c:v>414.409368767</c:v>
                </c:pt>
                <c:pt idx="2078">
                  <c:v>419.292684849</c:v>
                </c:pt>
                <c:pt idx="2079">
                  <c:v>419.416477031</c:v>
                </c:pt>
                <c:pt idx="2080">
                  <c:v>420.968058689</c:v>
                </c:pt>
                <c:pt idx="2081">
                  <c:v>417.293673626</c:v>
                </c:pt>
                <c:pt idx="2082">
                  <c:v>423.957171908</c:v>
                </c:pt>
                <c:pt idx="2083">
                  <c:v>417.198460191</c:v>
                </c:pt>
                <c:pt idx="2084">
                  <c:v>410.335116709</c:v>
                </c:pt>
                <c:pt idx="2085">
                  <c:v>410.373172651</c:v>
                </c:pt>
                <c:pt idx="2086">
                  <c:v>405.366123251</c:v>
                </c:pt>
                <c:pt idx="2087">
                  <c:v>403.052951841</c:v>
                </c:pt>
                <c:pt idx="2088">
                  <c:v>394.71407972</c:v>
                </c:pt>
                <c:pt idx="2089">
                  <c:v>398.683582283</c:v>
                </c:pt>
                <c:pt idx="2090">
                  <c:v>404.633112245</c:v>
                </c:pt>
                <c:pt idx="2091">
                  <c:v>406.003832525</c:v>
                </c:pt>
                <c:pt idx="2092">
                  <c:v>404.042936109</c:v>
                </c:pt>
                <c:pt idx="2093">
                  <c:v>410.277988648</c:v>
                </c:pt>
                <c:pt idx="2094">
                  <c:v>411.94385586</c:v>
                </c:pt>
                <c:pt idx="2095">
                  <c:v>404.176205486</c:v>
                </c:pt>
                <c:pt idx="2096">
                  <c:v>401.253815252</c:v>
                </c:pt>
                <c:pt idx="2097">
                  <c:v>406.375150206</c:v>
                </c:pt>
                <c:pt idx="2098">
                  <c:v>414.542608711</c:v>
                </c:pt>
                <c:pt idx="2099">
                  <c:v>419.083274156</c:v>
                </c:pt>
                <c:pt idx="2100">
                  <c:v>419.149908845</c:v>
                </c:pt>
                <c:pt idx="2101">
                  <c:v>418.902412778</c:v>
                </c:pt>
                <c:pt idx="2102">
                  <c:v>419.816285162</c:v>
                </c:pt>
                <c:pt idx="2103">
                  <c:v>420.806269429</c:v>
                </c:pt>
                <c:pt idx="2104">
                  <c:v>421.777181578</c:v>
                </c:pt>
                <c:pt idx="2105">
                  <c:v>424.490161119</c:v>
                </c:pt>
                <c:pt idx="2106">
                  <c:v>431.125051221</c:v>
                </c:pt>
                <c:pt idx="2107">
                  <c:v>430.249352508</c:v>
                </c:pt>
                <c:pt idx="2108">
                  <c:v>430.039912383</c:v>
                </c:pt>
                <c:pt idx="2109">
                  <c:v>433.038473365</c:v>
                </c:pt>
                <c:pt idx="2110">
                  <c:v>433.885622764</c:v>
                </c:pt>
                <c:pt idx="2111">
                  <c:v>433.799915956</c:v>
                </c:pt>
                <c:pt idx="2112">
                  <c:v>431.848526167</c:v>
                </c:pt>
                <c:pt idx="2113">
                  <c:v>435.93225542</c:v>
                </c:pt>
                <c:pt idx="2114">
                  <c:v>437.579109378</c:v>
                </c:pt>
                <c:pt idx="2115">
                  <c:v>434.49487102</c:v>
                </c:pt>
                <c:pt idx="2116">
                  <c:v>429.839978885</c:v>
                </c:pt>
                <c:pt idx="2117">
                  <c:v>429.040392056</c:v>
                </c:pt>
                <c:pt idx="2118">
                  <c:v>431.344056838</c:v>
                </c:pt>
                <c:pt idx="2119">
                  <c:v>432.52437968</c:v>
                </c:pt>
                <c:pt idx="2120">
                  <c:v>441.24395838</c:v>
                </c:pt>
                <c:pt idx="2121">
                  <c:v>441.091705181</c:v>
                </c:pt>
                <c:pt idx="2122">
                  <c:v>440.701403677</c:v>
                </c:pt>
                <c:pt idx="2123">
                  <c:v>442.481438715</c:v>
                </c:pt>
                <c:pt idx="2124">
                  <c:v>445.518143935</c:v>
                </c:pt>
                <c:pt idx="2125">
                  <c:v>451.353417776</c:v>
                </c:pt>
                <c:pt idx="2126">
                  <c:v>453.799799699</c:v>
                </c:pt>
                <c:pt idx="2127">
                  <c:v>456.151085915</c:v>
                </c:pt>
                <c:pt idx="2128">
                  <c:v>461.738863689</c:v>
                </c:pt>
                <c:pt idx="2129">
                  <c:v>461.88172799</c:v>
                </c:pt>
                <c:pt idx="2130">
                  <c:v>458.321451889</c:v>
                </c:pt>
                <c:pt idx="2131">
                  <c:v>457.093507614</c:v>
                </c:pt>
                <c:pt idx="2132">
                  <c:v>451.889644538</c:v>
                </c:pt>
                <c:pt idx="2133">
                  <c:v>457.057247041</c:v>
                </c:pt>
                <c:pt idx="2134">
                  <c:v>458.001199218</c:v>
                </c:pt>
                <c:pt idx="2135">
                  <c:v>459.183435158</c:v>
                </c:pt>
                <c:pt idx="2136">
                  <c:v>456.799832295</c:v>
                </c:pt>
                <c:pt idx="2137">
                  <c:v>459.478964711</c:v>
                </c:pt>
                <c:pt idx="2138">
                  <c:v>464.303386795</c:v>
                </c:pt>
                <c:pt idx="2139">
                  <c:v>468.174320642</c:v>
                </c:pt>
                <c:pt idx="2140">
                  <c:v>473.055870788</c:v>
                </c:pt>
                <c:pt idx="2141">
                  <c:v>474.180890369</c:v>
                </c:pt>
                <c:pt idx="2142">
                  <c:v>474.590911502</c:v>
                </c:pt>
                <c:pt idx="2143">
                  <c:v>479.539184633</c:v>
                </c:pt>
                <c:pt idx="2144">
                  <c:v>469.022882791</c:v>
                </c:pt>
                <c:pt idx="2145">
                  <c:v>471.778274251</c:v>
                </c:pt>
                <c:pt idx="2146">
                  <c:v>473.046334728</c:v>
                </c:pt>
                <c:pt idx="2147">
                  <c:v>473.227490429</c:v>
                </c:pt>
                <c:pt idx="2148">
                  <c:v>459.335953248</c:v>
                </c:pt>
                <c:pt idx="2149">
                  <c:v>457.162143697</c:v>
                </c:pt>
                <c:pt idx="2150">
                  <c:v>453.110054149</c:v>
                </c:pt>
                <c:pt idx="2151">
                  <c:v>459.860348232</c:v>
                </c:pt>
                <c:pt idx="2152">
                  <c:v>458.239482981</c:v>
                </c:pt>
                <c:pt idx="2153">
                  <c:v>441.802318219</c:v>
                </c:pt>
                <c:pt idx="2154">
                  <c:v>436.930304133</c:v>
                </c:pt>
                <c:pt idx="2155">
                  <c:v>441.411398638</c:v>
                </c:pt>
                <c:pt idx="2156">
                  <c:v>442.298075592</c:v>
                </c:pt>
                <c:pt idx="2157">
                  <c:v>436.224724015</c:v>
                </c:pt>
                <c:pt idx="2158">
                  <c:v>449.134194213</c:v>
                </c:pt>
                <c:pt idx="2159">
                  <c:v>438.255551536</c:v>
                </c:pt>
                <c:pt idx="2160">
                  <c:v>427.853594112</c:v>
                </c:pt>
                <c:pt idx="2161">
                  <c:v>415.096642005</c:v>
                </c:pt>
                <c:pt idx="2162">
                  <c:v>419.062907016</c:v>
                </c:pt>
                <c:pt idx="2163">
                  <c:v>414.52453729</c:v>
                </c:pt>
                <c:pt idx="2164">
                  <c:v>427.205318649</c:v>
                </c:pt>
                <c:pt idx="2165">
                  <c:v>429.436256261</c:v>
                </c:pt>
                <c:pt idx="2166">
                  <c:v>430.361106886</c:v>
                </c:pt>
                <c:pt idx="2167">
                  <c:v>441.039580608</c:v>
                </c:pt>
                <c:pt idx="2168">
                  <c:v>441.182621503</c:v>
                </c:pt>
                <c:pt idx="2169">
                  <c:v>452.32827385</c:v>
                </c:pt>
                <c:pt idx="2170">
                  <c:v>452.909885193</c:v>
                </c:pt>
                <c:pt idx="2171">
                  <c:v>458.859267994</c:v>
                </c:pt>
                <c:pt idx="2172">
                  <c:v>457.89627313</c:v>
                </c:pt>
                <c:pt idx="2173">
                  <c:v>460.031967874</c:v>
                </c:pt>
                <c:pt idx="2174">
                  <c:v>452.738177254</c:v>
                </c:pt>
                <c:pt idx="2175">
                  <c:v>457.648394443</c:v>
                </c:pt>
                <c:pt idx="2176">
                  <c:v>453.205355881</c:v>
                </c:pt>
                <c:pt idx="2177">
                  <c:v>454.559329191</c:v>
                </c:pt>
                <c:pt idx="2178">
                  <c:v>449.401174451</c:v>
                </c:pt>
                <c:pt idx="2179">
                  <c:v>448.743362928</c:v>
                </c:pt>
                <c:pt idx="2180">
                  <c:v>454.092032836</c:v>
                </c:pt>
                <c:pt idx="2181">
                  <c:v>440.305362878</c:v>
                </c:pt>
                <c:pt idx="2182">
                  <c:v>439.16130061</c:v>
                </c:pt>
                <c:pt idx="2183">
                  <c:v>439.571262878</c:v>
                </c:pt>
                <c:pt idx="2184">
                  <c:v>427.796348322</c:v>
                </c:pt>
                <c:pt idx="2185">
                  <c:v>433.297654048</c:v>
                </c:pt>
                <c:pt idx="2186">
                  <c:v>437.302092731</c:v>
                </c:pt>
                <c:pt idx="2187">
                  <c:v>446.798330513</c:v>
                </c:pt>
                <c:pt idx="2188">
                  <c:v>451.184152717</c:v>
                </c:pt>
                <c:pt idx="2189">
                  <c:v>453.205355881</c:v>
                </c:pt>
                <c:pt idx="2190">
                  <c:v>451.203165972</c:v>
                </c:pt>
                <c:pt idx="2191">
                  <c:v>451.441596896</c:v>
                </c:pt>
                <c:pt idx="2192">
                  <c:v>449.486998988</c:v>
                </c:pt>
                <c:pt idx="2193">
                  <c:v>460.851921843</c:v>
                </c:pt>
                <c:pt idx="2194">
                  <c:v>459.974810381</c:v>
                </c:pt>
                <c:pt idx="2195">
                  <c:v>461.193983835</c:v>
                </c:pt>
                <c:pt idx="2196">
                  <c:v>463.418622939</c:v>
                </c:pt>
                <c:pt idx="2197">
                  <c:v>463.848304837</c:v>
                </c:pt>
                <c:pt idx="2198">
                  <c:v>467.333204861</c:v>
                </c:pt>
                <c:pt idx="2199">
                  <c:v>464.736217947</c:v>
                </c:pt>
                <c:pt idx="2200">
                  <c:v>465.996508301</c:v>
                </c:pt>
                <c:pt idx="2201">
                  <c:v>459.504070448</c:v>
                </c:pt>
                <c:pt idx="2202">
                  <c:v>460.153287744</c:v>
                </c:pt>
                <c:pt idx="2203">
                  <c:v>459.809577544</c:v>
                </c:pt>
                <c:pt idx="2204">
                  <c:v>465.280420858</c:v>
                </c:pt>
                <c:pt idx="2205">
                  <c:v>460.296534665</c:v>
                </c:pt>
                <c:pt idx="2206">
                  <c:v>467.170915253</c:v>
                </c:pt>
                <c:pt idx="2207">
                  <c:v>470.846742497</c:v>
                </c:pt>
                <c:pt idx="2208">
                  <c:v>470.312075646</c:v>
                </c:pt>
                <c:pt idx="2209">
                  <c:v>471.047294073</c:v>
                </c:pt>
                <c:pt idx="2210">
                  <c:v>475.000049667</c:v>
                </c:pt>
                <c:pt idx="2211">
                  <c:v>468.650770438</c:v>
                </c:pt>
                <c:pt idx="2212">
                  <c:v>468.708075093</c:v>
                </c:pt>
                <c:pt idx="2213">
                  <c:v>469.032713173</c:v>
                </c:pt>
                <c:pt idx="2214">
                  <c:v>472.107062284</c:v>
                </c:pt>
                <c:pt idx="2215">
                  <c:v>473.014106378</c:v>
                </c:pt>
                <c:pt idx="2216">
                  <c:v>473.529671678</c:v>
                </c:pt>
                <c:pt idx="2217">
                  <c:v>466.273348354</c:v>
                </c:pt>
                <c:pt idx="2218">
                  <c:v>470.05427828</c:v>
                </c:pt>
                <c:pt idx="2219">
                  <c:v>472.918628052</c:v>
                </c:pt>
                <c:pt idx="2220">
                  <c:v>472.995034259</c:v>
                </c:pt>
                <c:pt idx="2221">
                  <c:v>477.539731926</c:v>
                </c:pt>
                <c:pt idx="2222">
                  <c:v>473.930715965</c:v>
                </c:pt>
                <c:pt idx="2223">
                  <c:v>461.967346501</c:v>
                </c:pt>
                <c:pt idx="2224">
                  <c:v>465.385464676</c:v>
                </c:pt>
                <c:pt idx="2225">
                  <c:v>464.029725428</c:v>
                </c:pt>
                <c:pt idx="2226">
                  <c:v>469.949263895</c:v>
                </c:pt>
                <c:pt idx="2227">
                  <c:v>482.714633635</c:v>
                </c:pt>
                <c:pt idx="2228">
                  <c:v>490.314608294</c:v>
                </c:pt>
                <c:pt idx="2229">
                  <c:v>490.887507681</c:v>
                </c:pt>
                <c:pt idx="2230">
                  <c:v>490.601043271</c:v>
                </c:pt>
                <c:pt idx="2231">
                  <c:v>489.713041864</c:v>
                </c:pt>
                <c:pt idx="2232">
                  <c:v>489.082955552</c:v>
                </c:pt>
                <c:pt idx="2233">
                  <c:v>485.683997793</c:v>
                </c:pt>
                <c:pt idx="2234">
                  <c:v>474.112107124</c:v>
                </c:pt>
                <c:pt idx="2235">
                  <c:v>477.406050497</c:v>
                </c:pt>
                <c:pt idx="2236">
                  <c:v>480.690487243</c:v>
                </c:pt>
                <c:pt idx="2237">
                  <c:v>480.41364719</c:v>
                </c:pt>
                <c:pt idx="2238">
                  <c:v>482.141734249</c:v>
                </c:pt>
                <c:pt idx="2239">
                  <c:v>482.915126347</c:v>
                </c:pt>
                <c:pt idx="2240">
                  <c:v>483.678982385</c:v>
                </c:pt>
                <c:pt idx="2241">
                  <c:v>486.275910434</c:v>
                </c:pt>
                <c:pt idx="2242">
                  <c:v>482.447329642</c:v>
                </c:pt>
                <c:pt idx="2243">
                  <c:v>486.686490781</c:v>
                </c:pt>
                <c:pt idx="2244">
                  <c:v>491.985478995</c:v>
                </c:pt>
                <c:pt idx="2245">
                  <c:v>493.494030655</c:v>
                </c:pt>
                <c:pt idx="2246">
                  <c:v>499.594930848</c:v>
                </c:pt>
                <c:pt idx="2247">
                  <c:v>498.21055399</c:v>
                </c:pt>
                <c:pt idx="2248">
                  <c:v>502.669309391</c:v>
                </c:pt>
                <c:pt idx="2249">
                  <c:v>498.75487463</c:v>
                </c:pt>
                <c:pt idx="2250">
                  <c:v>497.055278021</c:v>
                </c:pt>
                <c:pt idx="2251">
                  <c:v>505.95377557</c:v>
                </c:pt>
                <c:pt idx="2252">
                  <c:v>502.68849924</c:v>
                </c:pt>
                <c:pt idx="2253">
                  <c:v>506.536358177</c:v>
                </c:pt>
                <c:pt idx="2254">
                  <c:v>513.830737443</c:v>
                </c:pt>
                <c:pt idx="2255">
                  <c:v>511.567865804</c:v>
                </c:pt>
                <c:pt idx="2256">
                  <c:v>493.11208792</c:v>
                </c:pt>
                <c:pt idx="2257">
                  <c:v>490.916086428</c:v>
                </c:pt>
                <c:pt idx="2258">
                  <c:v>495.203104458</c:v>
                </c:pt>
                <c:pt idx="2259">
                  <c:v>500.027585407</c:v>
                </c:pt>
                <c:pt idx="2260">
                  <c:v>506.807959284</c:v>
                </c:pt>
                <c:pt idx="2261">
                  <c:v>506.463660439</c:v>
                </c:pt>
                <c:pt idx="2262">
                  <c:v>499.731202318</c:v>
                </c:pt>
                <c:pt idx="2263">
                  <c:v>493.084774761</c:v>
                </c:pt>
                <c:pt idx="2264">
                  <c:v>488.896178284</c:v>
                </c:pt>
                <c:pt idx="2265">
                  <c:v>487.939835116</c:v>
                </c:pt>
                <c:pt idx="2266">
                  <c:v>495.925137223</c:v>
                </c:pt>
                <c:pt idx="2267">
                  <c:v>501.624698807</c:v>
                </c:pt>
                <c:pt idx="2268">
                  <c:v>492.673605769</c:v>
                </c:pt>
                <c:pt idx="2269">
                  <c:v>492.759606899</c:v>
                </c:pt>
                <c:pt idx="2270">
                  <c:v>485.032690805</c:v>
                </c:pt>
                <c:pt idx="2271">
                  <c:v>483.473898237</c:v>
                </c:pt>
                <c:pt idx="2272">
                  <c:v>483.014813489</c:v>
                </c:pt>
                <c:pt idx="2273">
                  <c:v>494.127236789</c:v>
                </c:pt>
                <c:pt idx="2274">
                  <c:v>490.665382242</c:v>
                </c:pt>
                <c:pt idx="2275">
                  <c:v>498.947008573</c:v>
                </c:pt>
                <c:pt idx="2276">
                  <c:v>501.873460462</c:v>
                </c:pt>
                <c:pt idx="2277">
                  <c:v>508.290227916</c:v>
                </c:pt>
                <c:pt idx="2278">
                  <c:v>509.370863615</c:v>
                </c:pt>
                <c:pt idx="2279">
                  <c:v>506.492268618</c:v>
                </c:pt>
                <c:pt idx="2280">
                  <c:v>491.746017941</c:v>
                </c:pt>
                <c:pt idx="2281">
                  <c:v>499.013996449</c:v>
                </c:pt>
                <c:pt idx="2282">
                  <c:v>498.076813696</c:v>
                </c:pt>
                <c:pt idx="2283">
                  <c:v>500.199823127</c:v>
                </c:pt>
                <c:pt idx="2284">
                  <c:v>499.473022333</c:v>
                </c:pt>
                <c:pt idx="2285">
                  <c:v>495.475588533</c:v>
                </c:pt>
                <c:pt idx="2286">
                  <c:v>501.557769795</c:v>
                </c:pt>
                <c:pt idx="2287">
                  <c:v>503.833709368</c:v>
                </c:pt>
                <c:pt idx="2288">
                  <c:v>506.463660439</c:v>
                </c:pt>
                <c:pt idx="2289">
                  <c:v>500.075383435</c:v>
                </c:pt>
                <c:pt idx="2290">
                  <c:v>506.128956517</c:v>
                </c:pt>
                <c:pt idx="2291">
                  <c:v>504.923881126</c:v>
                </c:pt>
                <c:pt idx="2292">
                  <c:v>505.220499673</c:v>
                </c:pt>
                <c:pt idx="2293">
                  <c:v>512.488507613</c:v>
                </c:pt>
                <c:pt idx="2294">
                  <c:v>514.640184087</c:v>
                </c:pt>
                <c:pt idx="2295">
                  <c:v>515.806879781</c:v>
                </c:pt>
                <c:pt idx="2296">
                  <c:v>515.950332728</c:v>
                </c:pt>
                <c:pt idx="2297">
                  <c:v>513.760335422</c:v>
                </c:pt>
                <c:pt idx="2298">
                  <c:v>503.097490243</c:v>
                </c:pt>
                <c:pt idx="2299">
                  <c:v>497.158703064</c:v>
                </c:pt>
                <c:pt idx="2300">
                  <c:v>490.894806887</c:v>
                </c:pt>
                <c:pt idx="2301">
                  <c:v>492.080633565</c:v>
                </c:pt>
                <c:pt idx="2302">
                  <c:v>478.414989155</c:v>
                </c:pt>
                <c:pt idx="2303">
                  <c:v>485.969873557</c:v>
                </c:pt>
                <c:pt idx="2304">
                  <c:v>475.335636557</c:v>
                </c:pt>
                <c:pt idx="2305">
                  <c:v>473.901165953</c:v>
                </c:pt>
                <c:pt idx="2306">
                  <c:v>480.078943269</c:v>
                </c:pt>
                <c:pt idx="2307">
                  <c:v>466.872295311</c:v>
                </c:pt>
                <c:pt idx="2308">
                  <c:v>470.30542395</c:v>
                </c:pt>
                <c:pt idx="2309">
                  <c:v>452.078128878</c:v>
                </c:pt>
                <c:pt idx="2310">
                  <c:v>450.997463747</c:v>
                </c:pt>
                <c:pt idx="2311">
                  <c:v>456.085098737</c:v>
                </c:pt>
                <c:pt idx="2312">
                  <c:v>447.879878612</c:v>
                </c:pt>
                <c:pt idx="2313">
                  <c:v>458.705337155</c:v>
                </c:pt>
                <c:pt idx="2314">
                  <c:v>461.679498774</c:v>
                </c:pt>
                <c:pt idx="2315">
                  <c:v>453.809041435</c:v>
                </c:pt>
                <c:pt idx="2316">
                  <c:v>459.881657205</c:v>
                </c:pt>
                <c:pt idx="2317">
                  <c:v>458.322864638</c:v>
                </c:pt>
                <c:pt idx="2318">
                  <c:v>459.833800313</c:v>
                </c:pt>
                <c:pt idx="2319">
                  <c:v>469.924540777</c:v>
                </c:pt>
                <c:pt idx="2320">
                  <c:v>472.606204369</c:v>
                </c:pt>
                <c:pt idx="2321">
                  <c:v>463.909965469</c:v>
                </c:pt>
                <c:pt idx="2322">
                  <c:v>461.266534413</c:v>
                </c:pt>
                <c:pt idx="2323">
                  <c:v>449.1224213</c:v>
                </c:pt>
                <c:pt idx="2324">
                  <c:v>449.103290316</c:v>
                </c:pt>
                <c:pt idx="2325">
                  <c:v>452.72354941</c:v>
                </c:pt>
                <c:pt idx="2326">
                  <c:v>456.027705785</c:v>
                </c:pt>
                <c:pt idx="2327">
                  <c:v>431.61495157</c:v>
                </c:pt>
                <c:pt idx="2328">
                  <c:v>404.807851709</c:v>
                </c:pt>
                <c:pt idx="2329">
                  <c:v>405.784709179</c:v>
                </c:pt>
                <c:pt idx="2330">
                  <c:v>398.47714425</c:v>
                </c:pt>
                <c:pt idx="2331">
                  <c:v>446.306723091</c:v>
                </c:pt>
                <c:pt idx="2332">
                  <c:v>427.324283936</c:v>
                </c:pt>
                <c:pt idx="2333">
                  <c:v>435.196948696</c:v>
                </c:pt>
                <c:pt idx="2334">
                  <c:v>438.146769818</c:v>
                </c:pt>
                <c:pt idx="2335">
                  <c:v>438.63516912</c:v>
                </c:pt>
                <c:pt idx="2336">
                  <c:v>425.408801533</c:v>
                </c:pt>
                <c:pt idx="2337">
                  <c:v>425.3321893</c:v>
                </c:pt>
                <c:pt idx="2338">
                  <c:v>414.806586857</c:v>
                </c:pt>
                <c:pt idx="2339">
                  <c:v>425.696119479</c:v>
                </c:pt>
                <c:pt idx="2340">
                  <c:v>435.350143729</c:v>
                </c:pt>
                <c:pt idx="2341">
                  <c:v>447.599594982</c:v>
                </c:pt>
                <c:pt idx="2342">
                  <c:v>452.589455929</c:v>
                </c:pt>
                <c:pt idx="2343">
                  <c:v>452.445796956</c:v>
                </c:pt>
                <c:pt idx="2344">
                  <c:v>455.433968342</c:v>
                </c:pt>
                <c:pt idx="2345">
                  <c:v>455.376487094</c:v>
                </c:pt>
                <c:pt idx="2346">
                  <c:v>461.324015661</c:v>
                </c:pt>
                <c:pt idx="2347">
                  <c:v>468.171818898</c:v>
                </c:pt>
                <c:pt idx="2348">
                  <c:v>465.394441522</c:v>
                </c:pt>
                <c:pt idx="2349">
                  <c:v>461.065423624</c:v>
                </c:pt>
                <c:pt idx="2350">
                  <c:v>462.875567887</c:v>
                </c:pt>
                <c:pt idx="2351">
                  <c:v>467.65472312</c:v>
                </c:pt>
                <c:pt idx="2352">
                  <c:v>467.348244758</c:v>
                </c:pt>
                <c:pt idx="2353">
                  <c:v>486.388106297</c:v>
                </c:pt>
                <c:pt idx="2354">
                  <c:v>493.80106823</c:v>
                </c:pt>
                <c:pt idx="2355">
                  <c:v>496.760425411</c:v>
                </c:pt>
                <c:pt idx="2356">
                  <c:v>497.30627653</c:v>
                </c:pt>
                <c:pt idx="2357">
                  <c:v>499.470844344</c:v>
                </c:pt>
                <c:pt idx="2358">
                  <c:v>499.949707587</c:v>
                </c:pt>
                <c:pt idx="2359">
                  <c:v>498.283251729</c:v>
                </c:pt>
                <c:pt idx="2360">
                  <c:v>491.35871853</c:v>
                </c:pt>
                <c:pt idx="2361">
                  <c:v>492.278153616</c:v>
                </c:pt>
                <c:pt idx="2362">
                  <c:v>487.719387317</c:v>
                </c:pt>
                <c:pt idx="2363">
                  <c:v>499.193062458</c:v>
                </c:pt>
                <c:pt idx="2364">
                  <c:v>496.980637752</c:v>
                </c:pt>
                <c:pt idx="2365">
                  <c:v>497.957554086</c:v>
                </c:pt>
                <c:pt idx="2366">
                  <c:v>497.172241914</c:v>
                </c:pt>
                <c:pt idx="2367">
                  <c:v>501.098979369</c:v>
                </c:pt>
                <c:pt idx="2368">
                  <c:v>505.016121901</c:v>
                </c:pt>
                <c:pt idx="2369">
                  <c:v>506.424044586</c:v>
                </c:pt>
                <c:pt idx="2370">
                  <c:v>502.612210763</c:v>
                </c:pt>
                <c:pt idx="2371">
                  <c:v>507.525341747</c:v>
                </c:pt>
                <c:pt idx="2372">
                  <c:v>508.272391952</c:v>
                </c:pt>
                <c:pt idx="2373">
                  <c:v>511.634029576</c:v>
                </c:pt>
                <c:pt idx="2374">
                  <c:v>509.910063037</c:v>
                </c:pt>
                <c:pt idx="2375">
                  <c:v>511.107368306</c:v>
                </c:pt>
                <c:pt idx="2376">
                  <c:v>504.690483123</c:v>
                </c:pt>
                <c:pt idx="2377">
                  <c:v>511.710730105</c:v>
                </c:pt>
                <c:pt idx="2378">
                  <c:v>506.720957456</c:v>
                </c:pt>
                <c:pt idx="2379">
                  <c:v>506.634720867</c:v>
                </c:pt>
                <c:pt idx="2380">
                  <c:v>504.565984566</c:v>
                </c:pt>
                <c:pt idx="2381">
                  <c:v>509.754130803</c:v>
                </c:pt>
                <c:pt idx="2382">
                  <c:v>517.549329794</c:v>
                </c:pt>
                <c:pt idx="2383">
                  <c:v>518.872428639</c:v>
                </c:pt>
                <c:pt idx="2384">
                  <c:v>523.724046153</c:v>
                </c:pt>
                <c:pt idx="2385">
                  <c:v>525.517060827</c:v>
                </c:pt>
                <c:pt idx="2386">
                  <c:v>528.920845481</c:v>
                </c:pt>
                <c:pt idx="2387">
                  <c:v>524.462325537</c:v>
                </c:pt>
                <c:pt idx="2388">
                  <c:v>528.115401627</c:v>
                </c:pt>
                <c:pt idx="2389">
                  <c:v>533.312200954</c:v>
                </c:pt>
                <c:pt idx="2390">
                  <c:v>529.294753203</c:v>
                </c:pt>
                <c:pt idx="2391">
                  <c:v>529.592136989</c:v>
                </c:pt>
                <c:pt idx="2392">
                  <c:v>533.340985727</c:v>
                </c:pt>
                <c:pt idx="2393">
                  <c:v>532.573980434</c:v>
                </c:pt>
                <c:pt idx="2394">
                  <c:v>531.37543901</c:v>
                </c:pt>
                <c:pt idx="2395">
                  <c:v>533.30260603</c:v>
                </c:pt>
                <c:pt idx="2396">
                  <c:v>533.791593978</c:v>
                </c:pt>
                <c:pt idx="2397">
                  <c:v>534.338151472</c:v>
                </c:pt>
                <c:pt idx="2398">
                  <c:v>538.662460205</c:v>
                </c:pt>
                <c:pt idx="2399">
                  <c:v>538.144746349</c:v>
                </c:pt>
                <c:pt idx="2400">
                  <c:v>540.934867903</c:v>
                </c:pt>
                <c:pt idx="2401">
                  <c:v>538.13509256</c:v>
                </c:pt>
                <c:pt idx="2402">
                  <c:v>540.58956836</c:v>
                </c:pt>
                <c:pt idx="2403">
                  <c:v>541.740252892</c:v>
                </c:pt>
                <c:pt idx="2404">
                  <c:v>543.044220754</c:v>
                </c:pt>
                <c:pt idx="2405">
                  <c:v>544.741345051</c:v>
                </c:pt>
                <c:pt idx="2406">
                  <c:v>543.8975215</c:v>
                </c:pt>
                <c:pt idx="2407">
                  <c:v>544.626323689</c:v>
                </c:pt>
                <c:pt idx="2408">
                  <c:v>541.740252892</c:v>
                </c:pt>
                <c:pt idx="2409">
                  <c:v>531.068578029</c:v>
                </c:pt>
                <c:pt idx="2410">
                  <c:v>540.867644569</c:v>
                </c:pt>
                <c:pt idx="2411">
                  <c:v>537.195437496</c:v>
                </c:pt>
                <c:pt idx="2412">
                  <c:v>543.955091045</c:v>
                </c:pt>
                <c:pt idx="2413">
                  <c:v>545.796080341</c:v>
                </c:pt>
                <c:pt idx="2414">
                  <c:v>550.887276637</c:v>
                </c:pt>
                <c:pt idx="2415">
                  <c:v>549.25731681</c:v>
                </c:pt>
                <c:pt idx="2416">
                  <c:v>556.160776494</c:v>
                </c:pt>
                <c:pt idx="2417">
                  <c:v>556.438911568</c:v>
                </c:pt>
                <c:pt idx="2418">
                  <c:v>556.007375436</c:v>
                </c:pt>
                <c:pt idx="2419">
                  <c:v>553.56237683</c:v>
                </c:pt>
                <c:pt idx="2420">
                  <c:v>553.341929032</c:v>
                </c:pt>
                <c:pt idx="2421">
                  <c:v>545.834401173</c:v>
                </c:pt>
                <c:pt idx="2422">
                  <c:v>542.593612503</c:v>
                </c:pt>
                <c:pt idx="2423">
                  <c:v>540.081390564</c:v>
                </c:pt>
                <c:pt idx="2424">
                  <c:v>548.413552124</c:v>
                </c:pt>
                <c:pt idx="2425">
                  <c:v>546.831508054</c:v>
                </c:pt>
                <c:pt idx="2426">
                  <c:v>549.027215223</c:v>
                </c:pt>
                <c:pt idx="2427">
                  <c:v>549.87086218</c:v>
                </c:pt>
                <c:pt idx="2428">
                  <c:v>553.313144259</c:v>
                </c:pt>
                <c:pt idx="2429">
                  <c:v>546.908267447</c:v>
                </c:pt>
                <c:pt idx="2430">
                  <c:v>542.325131218</c:v>
                </c:pt>
                <c:pt idx="2431">
                  <c:v>546.591870406</c:v>
                </c:pt>
                <c:pt idx="2432">
                  <c:v>551.539319433</c:v>
                </c:pt>
                <c:pt idx="2433">
                  <c:v>552.335109498</c:v>
                </c:pt>
                <c:pt idx="2434">
                  <c:v>555.029399539</c:v>
                </c:pt>
                <c:pt idx="2435">
                  <c:v>556.601848686</c:v>
                </c:pt>
                <c:pt idx="2436">
                  <c:v>556.783975652</c:v>
                </c:pt>
                <c:pt idx="2437">
                  <c:v>560.024882052</c:v>
                </c:pt>
                <c:pt idx="2438">
                  <c:v>562.498547701</c:v>
                </c:pt>
                <c:pt idx="2439">
                  <c:v>567.311785518</c:v>
                </c:pt>
                <c:pt idx="2440">
                  <c:v>566.832392494</c:v>
                </c:pt>
                <c:pt idx="2441">
                  <c:v>565.701074403</c:v>
                </c:pt>
                <c:pt idx="2442">
                  <c:v>570.801924489</c:v>
                </c:pt>
                <c:pt idx="2443">
                  <c:v>574.665912317</c:v>
                </c:pt>
                <c:pt idx="2444">
                  <c:v>578.067931033</c:v>
                </c:pt>
                <c:pt idx="2445">
                  <c:v>574.22825427</c:v>
                </c:pt>
                <c:pt idx="2446">
                  <c:v>572.21237835</c:v>
                </c:pt>
                <c:pt idx="2447">
                  <c:v>569.745423262</c:v>
                </c:pt>
                <c:pt idx="2448">
                  <c:v>572.08758547</c:v>
                </c:pt>
                <c:pt idx="2449">
                  <c:v>574.737020713</c:v>
                </c:pt>
                <c:pt idx="2450">
                  <c:v>576.311235796</c:v>
                </c:pt>
                <c:pt idx="2451">
                  <c:v>579.075927858</c:v>
                </c:pt>
                <c:pt idx="2452">
                  <c:v>581.456410899</c:v>
                </c:pt>
                <c:pt idx="2453">
                  <c:v>579.00864566</c:v>
                </c:pt>
                <c:pt idx="2454">
                  <c:v>583.357206594</c:v>
                </c:pt>
                <c:pt idx="2455">
                  <c:v>580.285359227</c:v>
                </c:pt>
                <c:pt idx="2456">
                  <c:v>586.937643809</c:v>
                </c:pt>
                <c:pt idx="2457">
                  <c:v>586.227383958</c:v>
                </c:pt>
                <c:pt idx="2458">
                  <c:v>565.876843997</c:v>
                </c:pt>
                <c:pt idx="2459">
                  <c:v>577.885568609</c:v>
                </c:pt>
                <c:pt idx="2460">
                  <c:v>574.036238057</c:v>
                </c:pt>
                <c:pt idx="2461">
                  <c:v>578.087062017</c:v>
                </c:pt>
                <c:pt idx="2462">
                  <c:v>575.946452082</c:v>
                </c:pt>
                <c:pt idx="2463">
                  <c:v>579.728559299</c:v>
                </c:pt>
                <c:pt idx="2464">
                  <c:v>587.033593051</c:v>
                </c:pt>
                <c:pt idx="2465">
                  <c:v>586.880074264</c:v>
                </c:pt>
                <c:pt idx="2466">
                  <c:v>581.226073853</c:v>
                </c:pt>
                <c:pt idx="2467">
                  <c:v>586.112127138</c:v>
                </c:pt>
                <c:pt idx="2468">
                  <c:v>592.370843233</c:v>
                </c:pt>
                <c:pt idx="2469">
                  <c:v>602.920432987</c:v>
                </c:pt>
                <c:pt idx="2470">
                  <c:v>607.556900513</c:v>
                </c:pt>
                <c:pt idx="2471">
                  <c:v>610.292690073</c:v>
                </c:pt>
                <c:pt idx="2472">
                  <c:v>600.962126612</c:v>
                </c:pt>
                <c:pt idx="2473">
                  <c:v>603.861147613</c:v>
                </c:pt>
                <c:pt idx="2474">
                  <c:v>606.750514826</c:v>
                </c:pt>
                <c:pt idx="2475">
                  <c:v>594.434693774</c:v>
                </c:pt>
                <c:pt idx="2476">
                  <c:v>598.303214175</c:v>
                </c:pt>
                <c:pt idx="2477">
                  <c:v>587.158385931</c:v>
                </c:pt>
                <c:pt idx="2478">
                  <c:v>585.305741451</c:v>
                </c:pt>
                <c:pt idx="2479">
                  <c:v>598.255180689</c:v>
                </c:pt>
                <c:pt idx="2480">
                  <c:v>596.661716892</c:v>
                </c:pt>
                <c:pt idx="2481">
                  <c:v>596.191389012</c:v>
                </c:pt>
                <c:pt idx="2482">
                  <c:v>584.019491824</c:v>
                </c:pt>
                <c:pt idx="2483">
                  <c:v>584.460976067</c:v>
                </c:pt>
                <c:pt idx="2484">
                  <c:v>579.469378616</c:v>
                </c:pt>
                <c:pt idx="2485">
                  <c:v>572.413989488</c:v>
                </c:pt>
                <c:pt idx="2486">
                  <c:v>575.831254126</c:v>
                </c:pt>
                <c:pt idx="2487">
                  <c:v>562.20033981</c:v>
                </c:pt>
                <c:pt idx="2488">
                  <c:v>566.424049001</c:v>
                </c:pt>
                <c:pt idx="2489">
                  <c:v>580.90926476</c:v>
                </c:pt>
                <c:pt idx="2490">
                  <c:v>584.489878569</c:v>
                </c:pt>
                <c:pt idx="2491">
                  <c:v>589.654243521</c:v>
                </c:pt>
                <c:pt idx="2492">
                  <c:v>594.434693774</c:v>
                </c:pt>
                <c:pt idx="2493">
                  <c:v>592.438007702</c:v>
                </c:pt>
                <c:pt idx="2494">
                  <c:v>597.074475228</c:v>
                </c:pt>
                <c:pt idx="2495">
                  <c:v>598.533610085</c:v>
                </c:pt>
                <c:pt idx="2496">
                  <c:v>597.976810157</c:v>
                </c:pt>
                <c:pt idx="2497">
                  <c:v>600.415039337</c:v>
                </c:pt>
                <c:pt idx="2498">
                  <c:v>599.263118649</c:v>
                </c:pt>
                <c:pt idx="2499">
                  <c:v>600.002222137</c:v>
                </c:pt>
                <c:pt idx="2500">
                  <c:v>602.459582301</c:v>
                </c:pt>
                <c:pt idx="2501">
                  <c:v>600.511047444</c:v>
                </c:pt>
                <c:pt idx="2502">
                  <c:v>589.030337988</c:v>
                </c:pt>
                <c:pt idx="2503">
                  <c:v>586.073688577</c:v>
                </c:pt>
                <c:pt idx="2504">
                  <c:v>587.235204189</c:v>
                </c:pt>
                <c:pt idx="2505">
                  <c:v>576.349615493</c:v>
                </c:pt>
                <c:pt idx="2506">
                  <c:v>584.700966902</c:v>
                </c:pt>
                <c:pt idx="2507">
                  <c:v>592.322809747</c:v>
                </c:pt>
                <c:pt idx="2508">
                  <c:v>595.162142079</c:v>
                </c:pt>
                <c:pt idx="2509">
                  <c:v>597.949496999</c:v>
                </c:pt>
                <c:pt idx="2510">
                  <c:v>599.698775301</c:v>
                </c:pt>
                <c:pt idx="2511">
                  <c:v>599.660395604</c:v>
                </c:pt>
                <c:pt idx="2512">
                  <c:v>596.75760727</c:v>
                </c:pt>
                <c:pt idx="2513">
                  <c:v>595.373583599</c:v>
                </c:pt>
                <c:pt idx="2514">
                  <c:v>590.452388169</c:v>
                </c:pt>
                <c:pt idx="2515">
                  <c:v>589.30859079</c:v>
                </c:pt>
                <c:pt idx="2516">
                  <c:v>593.989442199</c:v>
                </c:pt>
                <c:pt idx="2517">
                  <c:v>599.208610061</c:v>
                </c:pt>
                <c:pt idx="2518">
                  <c:v>599.785306212</c:v>
                </c:pt>
                <c:pt idx="2519">
                  <c:v>596.373103926</c:v>
                </c:pt>
                <c:pt idx="2520">
                  <c:v>602.313186126</c:v>
                </c:pt>
                <c:pt idx="2521">
                  <c:v>602.81294629</c:v>
                </c:pt>
                <c:pt idx="2522">
                  <c:v>601.919146723</c:v>
                </c:pt>
                <c:pt idx="2523">
                  <c:v>595.488899283</c:v>
                </c:pt>
                <c:pt idx="2524">
                  <c:v>597.632334718</c:v>
                </c:pt>
                <c:pt idx="2525">
                  <c:v>597.13251569</c:v>
                </c:pt>
                <c:pt idx="2526">
                  <c:v>584.445141499</c:v>
                </c:pt>
                <c:pt idx="2527">
                  <c:v>592.346002386</c:v>
                </c:pt>
                <c:pt idx="2528">
                  <c:v>596.65188651</c:v>
                </c:pt>
                <c:pt idx="2529">
                  <c:v>598.535788074</c:v>
                </c:pt>
                <c:pt idx="2530">
                  <c:v>601.169447613</c:v>
                </c:pt>
                <c:pt idx="2531">
                  <c:v>606.61918798</c:v>
                </c:pt>
                <c:pt idx="2532">
                  <c:v>608.628000152</c:v>
                </c:pt>
                <c:pt idx="2533">
                  <c:v>604.985166497</c:v>
                </c:pt>
                <c:pt idx="2534">
                  <c:v>597.718747901</c:v>
                </c:pt>
                <c:pt idx="2535">
                  <c:v>601.822962022</c:v>
                </c:pt>
                <c:pt idx="2536">
                  <c:v>592.57657489</c:v>
                </c:pt>
                <c:pt idx="2537">
                  <c:v>582.224828941</c:v>
                </c:pt>
                <c:pt idx="2538">
                  <c:v>573.843515468</c:v>
                </c:pt>
                <c:pt idx="2539">
                  <c:v>585.973442221</c:v>
                </c:pt>
                <c:pt idx="2540">
                  <c:v>590.462041957</c:v>
                </c:pt>
                <c:pt idx="2541">
                  <c:v>587.722720523</c:v>
                </c:pt>
                <c:pt idx="2542">
                  <c:v>589.298995866</c:v>
                </c:pt>
                <c:pt idx="2543">
                  <c:v>577.313346164</c:v>
                </c:pt>
                <c:pt idx="2544">
                  <c:v>578.543556725</c:v>
                </c:pt>
                <c:pt idx="2545">
                  <c:v>577.947670725</c:v>
                </c:pt>
                <c:pt idx="2546">
                  <c:v>582.263267503</c:v>
                </c:pt>
                <c:pt idx="2547">
                  <c:v>580.033360021</c:v>
                </c:pt>
                <c:pt idx="2548">
                  <c:v>585.165996972</c:v>
                </c:pt>
                <c:pt idx="2549">
                  <c:v>578.053391486</c:v>
                </c:pt>
                <c:pt idx="2550">
                  <c:v>584.262543616</c:v>
                </c:pt>
                <c:pt idx="2551">
                  <c:v>592.730329136</c:v>
                </c:pt>
                <c:pt idx="2552">
                  <c:v>585.579343953</c:v>
                </c:pt>
                <c:pt idx="2553">
                  <c:v>583.705037313</c:v>
                </c:pt>
                <c:pt idx="2554">
                  <c:v>584.473985136</c:v>
                </c:pt>
                <c:pt idx="2555">
                  <c:v>578.21679952</c:v>
                </c:pt>
                <c:pt idx="2556">
                  <c:v>587.030649823</c:v>
                </c:pt>
                <c:pt idx="2557">
                  <c:v>585.262063943</c:v>
                </c:pt>
                <c:pt idx="2558">
                  <c:v>576.457867429</c:v>
                </c:pt>
                <c:pt idx="2559">
                  <c:v>584.156822856</c:v>
                </c:pt>
                <c:pt idx="2560">
                  <c:v>584.16641778</c:v>
                </c:pt>
                <c:pt idx="2561">
                  <c:v>584.089481792</c:v>
                </c:pt>
                <c:pt idx="2562">
                  <c:v>574.064551913</c:v>
                </c:pt>
                <c:pt idx="2563">
                  <c:v>570.662003416</c:v>
                </c:pt>
                <c:pt idx="2564">
                  <c:v>577.063407218</c:v>
                </c:pt>
                <c:pt idx="2565">
                  <c:v>579.87966464</c:v>
                </c:pt>
                <c:pt idx="2566">
                  <c:v>571.796264734</c:v>
                </c:pt>
                <c:pt idx="2567">
                  <c:v>569.989181429</c:v>
                </c:pt>
                <c:pt idx="2568">
                  <c:v>559.454837597</c:v>
                </c:pt>
                <c:pt idx="2569">
                  <c:v>565.876843997</c:v>
                </c:pt>
                <c:pt idx="2570">
                  <c:v>562.008029274</c:v>
                </c:pt>
                <c:pt idx="2571">
                  <c:v>565.70360558</c:v>
                </c:pt>
                <c:pt idx="2572">
                  <c:v>552.201428069</c:v>
                </c:pt>
                <c:pt idx="2573">
                  <c:v>541.413201365</c:v>
                </c:pt>
                <c:pt idx="2574">
                  <c:v>537.275081253</c:v>
                </c:pt>
                <c:pt idx="2575">
                  <c:v>555.4638789</c:v>
                </c:pt>
                <c:pt idx="2576">
                  <c:v>562.325662471</c:v>
                </c:pt>
                <c:pt idx="2577">
                  <c:v>562.97040606</c:v>
                </c:pt>
                <c:pt idx="2578">
                  <c:v>566.358002958</c:v>
                </c:pt>
                <c:pt idx="2579">
                  <c:v>566.444651599</c:v>
                </c:pt>
                <c:pt idx="2580">
                  <c:v>583.286215927</c:v>
                </c:pt>
                <c:pt idx="2581">
                  <c:v>587.231907773</c:v>
                </c:pt>
                <c:pt idx="2582">
                  <c:v>588.078792282</c:v>
                </c:pt>
                <c:pt idx="2583">
                  <c:v>594.161091273</c:v>
                </c:pt>
                <c:pt idx="2584">
                  <c:v>604.949200248</c:v>
                </c:pt>
                <c:pt idx="2585">
                  <c:v>613.418163059</c:v>
                </c:pt>
                <c:pt idx="2586">
                  <c:v>616.372634481</c:v>
                </c:pt>
                <c:pt idx="2587">
                  <c:v>624.437315455</c:v>
                </c:pt>
                <c:pt idx="2588">
                  <c:v>622.454815743</c:v>
                </c:pt>
                <c:pt idx="2589">
                  <c:v>620.0874595</c:v>
                </c:pt>
                <c:pt idx="2590">
                  <c:v>630.461809442</c:v>
                </c:pt>
                <c:pt idx="2591">
                  <c:v>626.910627916</c:v>
                </c:pt>
                <c:pt idx="2592">
                  <c:v>638.901869752</c:v>
                </c:pt>
                <c:pt idx="2593">
                  <c:v>639.238692798</c:v>
                </c:pt>
                <c:pt idx="2594">
                  <c:v>632.810034701</c:v>
                </c:pt>
                <c:pt idx="2595">
                  <c:v>636.67879056</c:v>
                </c:pt>
                <c:pt idx="2596">
                  <c:v>642.616635906</c:v>
                </c:pt>
                <c:pt idx="2597">
                  <c:v>648.785524673</c:v>
                </c:pt>
                <c:pt idx="2598">
                  <c:v>647.563260829</c:v>
                </c:pt>
                <c:pt idx="2599">
                  <c:v>655.964764848</c:v>
                </c:pt>
                <c:pt idx="2600">
                  <c:v>669.592029561</c:v>
                </c:pt>
                <c:pt idx="2601">
                  <c:v>668.793237403</c:v>
                </c:pt>
                <c:pt idx="2602">
                  <c:v>684.470342891</c:v>
                </c:pt>
                <c:pt idx="2603">
                  <c:v>686.452842603</c:v>
                </c:pt>
                <c:pt idx="2604">
                  <c:v>680.63043067</c:v>
                </c:pt>
                <c:pt idx="2605">
                  <c:v>687.819442363</c:v>
                </c:pt>
                <c:pt idx="2606">
                  <c:v>692.708262282</c:v>
                </c:pt>
                <c:pt idx="2607">
                  <c:v>682.256858623</c:v>
                </c:pt>
                <c:pt idx="2608">
                  <c:v>679.321635914</c:v>
                </c:pt>
                <c:pt idx="2609">
                  <c:v>675.135364588</c:v>
                </c:pt>
                <c:pt idx="2610">
                  <c:v>686.318101612</c:v>
                </c:pt>
                <c:pt idx="2611">
                  <c:v>687.626955233</c:v>
                </c:pt>
                <c:pt idx="2612">
                  <c:v>690.542929229</c:v>
                </c:pt>
                <c:pt idx="2613">
                  <c:v>702.803594182</c:v>
                </c:pt>
                <c:pt idx="2614">
                  <c:v>702.004802024</c:v>
                </c:pt>
                <c:pt idx="2615">
                  <c:v>707.923457522</c:v>
                </c:pt>
                <c:pt idx="2616">
                  <c:v>710.53145211</c:v>
                </c:pt>
                <c:pt idx="2617">
                  <c:v>714.794777153</c:v>
                </c:pt>
                <c:pt idx="2618">
                  <c:v>718.086071621</c:v>
                </c:pt>
                <c:pt idx="2619">
                  <c:v>716.209528128</c:v>
                </c:pt>
                <c:pt idx="2620">
                  <c:v>712.744936378</c:v>
                </c:pt>
                <c:pt idx="2621">
                  <c:v>678.53243868</c:v>
                </c:pt>
                <c:pt idx="2622">
                  <c:v>689.128295983</c:v>
                </c:pt>
                <c:pt idx="2623">
                  <c:v>681.198297136</c:v>
                </c:pt>
                <c:pt idx="2624">
                  <c:v>667.590281136</c:v>
                </c:pt>
                <c:pt idx="2625">
                  <c:v>690.13876512</c:v>
                </c:pt>
                <c:pt idx="2626">
                  <c:v>694.200008109</c:v>
                </c:pt>
                <c:pt idx="2627">
                  <c:v>716.007387209</c:v>
                </c:pt>
                <c:pt idx="2628">
                  <c:v>702.399371209</c:v>
                </c:pt>
                <c:pt idx="2629">
                  <c:v>695.325969523</c:v>
                </c:pt>
                <c:pt idx="2630">
                  <c:v>712.754590167</c:v>
                </c:pt>
                <c:pt idx="2631">
                  <c:v>710.965460554</c:v>
                </c:pt>
                <c:pt idx="2632">
                  <c:v>687.5540809</c:v>
                </c:pt>
                <c:pt idx="2633">
                  <c:v>684.634869353</c:v>
                </c:pt>
                <c:pt idx="2634">
                  <c:v>690.184208565</c:v>
                </c:pt>
                <c:pt idx="2635">
                  <c:v>680.684821529</c:v>
                </c:pt>
                <c:pt idx="2636">
                  <c:v>697.602674335</c:v>
                </c:pt>
                <c:pt idx="2637">
                  <c:v>709.472184248</c:v>
                </c:pt>
                <c:pt idx="2638">
                  <c:v>698.652759324</c:v>
                </c:pt>
                <c:pt idx="2639">
                  <c:v>686.542434472</c:v>
                </c:pt>
                <c:pt idx="2640">
                  <c:v>696.388769259</c:v>
                </c:pt>
                <c:pt idx="2641">
                  <c:v>683.488364204</c:v>
                </c:pt>
                <c:pt idx="2642">
                  <c:v>685.42489069</c:v>
                </c:pt>
                <c:pt idx="2643">
                  <c:v>696.831960575</c:v>
                </c:pt>
                <c:pt idx="2644">
                  <c:v>698.980399498</c:v>
                </c:pt>
                <c:pt idx="2645">
                  <c:v>685.713856844</c:v>
                </c:pt>
                <c:pt idx="2646">
                  <c:v>693.373196417</c:v>
                </c:pt>
                <c:pt idx="2647">
                  <c:v>691.494474935</c:v>
                </c:pt>
                <c:pt idx="2648">
                  <c:v>680.125961341</c:v>
                </c:pt>
                <c:pt idx="2649">
                  <c:v>669.903952895</c:v>
                </c:pt>
                <c:pt idx="2650">
                  <c:v>670.607266728</c:v>
                </c:pt>
                <c:pt idx="2651">
                  <c:v>683.045172889</c:v>
                </c:pt>
                <c:pt idx="2652">
                  <c:v>679.557506229</c:v>
                </c:pt>
                <c:pt idx="2653">
                  <c:v>666.657218904</c:v>
                </c:pt>
                <c:pt idx="2654">
                  <c:v>659.209850632</c:v>
                </c:pt>
                <c:pt idx="2655">
                  <c:v>657.177021716</c:v>
                </c:pt>
                <c:pt idx="2656">
                  <c:v>650.789451087</c:v>
                </c:pt>
                <c:pt idx="2657">
                  <c:v>637.532562222</c:v>
                </c:pt>
                <c:pt idx="2658">
                  <c:v>658.554688014</c:v>
                </c:pt>
                <c:pt idx="2659">
                  <c:v>662.832376012</c:v>
                </c:pt>
                <c:pt idx="2660">
                  <c:v>674.470665911</c:v>
                </c:pt>
                <c:pt idx="2661">
                  <c:v>697.381049245</c:v>
                </c:pt>
                <c:pt idx="2662">
                  <c:v>691.070591197</c:v>
                </c:pt>
                <c:pt idx="2663">
                  <c:v>688.517517249</c:v>
                </c:pt>
                <c:pt idx="2664">
                  <c:v>696.591086772</c:v>
                </c:pt>
                <c:pt idx="2665">
                  <c:v>694.510047777</c:v>
                </c:pt>
                <c:pt idx="2666">
                  <c:v>692.178540054</c:v>
                </c:pt>
                <c:pt idx="2667">
                  <c:v>697.2365956</c:v>
                </c:pt>
                <c:pt idx="2668">
                  <c:v>705.300511334</c:v>
                </c:pt>
                <c:pt idx="2669">
                  <c:v>704.337074986</c:v>
                </c:pt>
                <c:pt idx="2670">
                  <c:v>703.180916049</c:v>
                </c:pt>
                <c:pt idx="2671">
                  <c:v>691.272908709</c:v>
                </c:pt>
                <c:pt idx="2672">
                  <c:v>689.895183547</c:v>
                </c:pt>
                <c:pt idx="2673">
                  <c:v>684.933489295</c:v>
                </c:pt>
                <c:pt idx="2674">
                  <c:v>687.351763387</c:v>
                </c:pt>
                <c:pt idx="2675">
                  <c:v>680.49209894</c:v>
                </c:pt>
                <c:pt idx="2676">
                  <c:v>684.731171782</c:v>
                </c:pt>
                <c:pt idx="2677">
                  <c:v>685.357431898</c:v>
                </c:pt>
                <c:pt idx="2678">
                  <c:v>694.741267791</c:v>
                </c:pt>
                <c:pt idx="2679">
                  <c:v>690.232418644</c:v>
                </c:pt>
                <c:pt idx="2680">
                  <c:v>690.550346164</c:v>
                </c:pt>
                <c:pt idx="2681">
                  <c:v>681.76380902</c:v>
                </c:pt>
                <c:pt idx="2682">
                  <c:v>683.305295405</c:v>
                </c:pt>
                <c:pt idx="2683">
                  <c:v>691.427016143</c:v>
                </c:pt>
                <c:pt idx="2684">
                  <c:v>692.669882585</c:v>
                </c:pt>
                <c:pt idx="2685">
                  <c:v>692.091832549</c:v>
                </c:pt>
                <c:pt idx="2686">
                  <c:v>690.116808637</c:v>
                </c:pt>
                <c:pt idx="2687">
                  <c:v>682.775455448</c:v>
                </c:pt>
                <c:pt idx="2688">
                  <c:v>688.739083474</c:v>
                </c:pt>
                <c:pt idx="2689">
                  <c:v>683.247490401</c:v>
                </c:pt>
                <c:pt idx="2690">
                  <c:v>678.77713868</c:v>
                </c:pt>
                <c:pt idx="2691">
                  <c:v>678.950553691</c:v>
                </c:pt>
                <c:pt idx="2692">
                  <c:v>690.704453597</c:v>
                </c:pt>
                <c:pt idx="2693">
                  <c:v>695.0688491</c:v>
                </c:pt>
                <c:pt idx="2694">
                  <c:v>715.101108354</c:v>
                </c:pt>
                <c:pt idx="2695">
                  <c:v>720.878135706</c:v>
                </c:pt>
                <c:pt idx="2696">
                  <c:v>714.850404168</c:v>
                </c:pt>
                <c:pt idx="2697">
                  <c:v>714.744271356</c:v>
                </c:pt>
                <c:pt idx="2698">
                  <c:v>718.023380858</c:v>
                </c:pt>
                <c:pt idx="2699">
                  <c:v>710.336845856</c:v>
                </c:pt>
                <c:pt idx="2700">
                  <c:v>711.687022401</c:v>
                </c:pt>
                <c:pt idx="2701">
                  <c:v>713.461612467</c:v>
                </c:pt>
              </c:numCache>
            </c:numRef>
          </c:yVal>
        </c:ser>
        <c:ser>
          <c:idx val="1"/>
          <c:order val="1"/>
          <c:tx>
            <c:v>S&amp;P 500 (SPY)</c:v>
          </c:tx>
          <c:spPr>
            <a:ln xmlns:a="http://schemas.openxmlformats.org/drawingml/2006/main" w="16193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Data'!$C$2:$C$2703</c:f>
              <c:numCache>
                <c:formatCode>General</c:formatCode>
                <c:ptCount val="2702"/>
                <c:pt idx="0">
                  <c:v>2016</c:v>
                </c:pt>
                <c:pt idx="1">
                  <c:v>2016.01092896</c:v>
                </c:pt>
                <c:pt idx="2">
                  <c:v>2016.0136612</c:v>
                </c:pt>
                <c:pt idx="3">
                  <c:v>2016.01639344</c:v>
                </c:pt>
                <c:pt idx="4">
                  <c:v>2016.01912568</c:v>
                </c:pt>
                <c:pt idx="5">
                  <c:v>2016.02185792</c:v>
                </c:pt>
                <c:pt idx="6">
                  <c:v>2016.03005464</c:v>
                </c:pt>
                <c:pt idx="7">
                  <c:v>2016.03278689</c:v>
                </c:pt>
                <c:pt idx="8">
                  <c:v>2016.03551913</c:v>
                </c:pt>
                <c:pt idx="9">
                  <c:v>2016.03825137</c:v>
                </c:pt>
                <c:pt idx="10">
                  <c:v>2016.04098361</c:v>
                </c:pt>
                <c:pt idx="11">
                  <c:v>2016.05191257</c:v>
                </c:pt>
                <c:pt idx="12">
                  <c:v>2016.05464481</c:v>
                </c:pt>
                <c:pt idx="13">
                  <c:v>2016.05737705</c:v>
                </c:pt>
                <c:pt idx="14">
                  <c:v>2016.06010929</c:v>
                </c:pt>
                <c:pt idx="15">
                  <c:v>2016.06830601</c:v>
                </c:pt>
                <c:pt idx="16">
                  <c:v>2016.07103825</c:v>
                </c:pt>
                <c:pt idx="17">
                  <c:v>2016.07377049</c:v>
                </c:pt>
                <c:pt idx="18">
                  <c:v>2016.07650273</c:v>
                </c:pt>
                <c:pt idx="19">
                  <c:v>2016.07923497</c:v>
                </c:pt>
                <c:pt idx="20">
                  <c:v>2016.08743169</c:v>
                </c:pt>
                <c:pt idx="21">
                  <c:v>2016.09016393</c:v>
                </c:pt>
                <c:pt idx="22">
                  <c:v>2016.09289617</c:v>
                </c:pt>
                <c:pt idx="23">
                  <c:v>2016.09562842</c:v>
                </c:pt>
                <c:pt idx="24">
                  <c:v>2016.09836066</c:v>
                </c:pt>
                <c:pt idx="25">
                  <c:v>2016.10655738</c:v>
                </c:pt>
                <c:pt idx="26">
                  <c:v>2016.10928962</c:v>
                </c:pt>
                <c:pt idx="27">
                  <c:v>2016.11202186</c:v>
                </c:pt>
                <c:pt idx="28">
                  <c:v>2016.1147541</c:v>
                </c:pt>
                <c:pt idx="29">
                  <c:v>2016.11748634</c:v>
                </c:pt>
                <c:pt idx="30">
                  <c:v>2016.1284153</c:v>
                </c:pt>
                <c:pt idx="31">
                  <c:v>2016.13114754</c:v>
                </c:pt>
                <c:pt idx="32">
                  <c:v>2016.13387978</c:v>
                </c:pt>
                <c:pt idx="33">
                  <c:v>2016.13661202</c:v>
                </c:pt>
                <c:pt idx="34">
                  <c:v>2016.14480874</c:v>
                </c:pt>
                <c:pt idx="35">
                  <c:v>2016.14754098</c:v>
                </c:pt>
                <c:pt idx="36">
                  <c:v>2016.15027322</c:v>
                </c:pt>
                <c:pt idx="37">
                  <c:v>2016.15300546</c:v>
                </c:pt>
                <c:pt idx="38">
                  <c:v>2016.1557377</c:v>
                </c:pt>
                <c:pt idx="39">
                  <c:v>2016.16393443</c:v>
                </c:pt>
                <c:pt idx="40">
                  <c:v>2016.16666667</c:v>
                </c:pt>
                <c:pt idx="41">
                  <c:v>2016.16939891</c:v>
                </c:pt>
                <c:pt idx="42">
                  <c:v>2016.17213115</c:v>
                </c:pt>
                <c:pt idx="43">
                  <c:v>2016.17486339</c:v>
                </c:pt>
                <c:pt idx="44">
                  <c:v>2016.18306011</c:v>
                </c:pt>
                <c:pt idx="45">
                  <c:v>2016.18579235</c:v>
                </c:pt>
                <c:pt idx="46">
                  <c:v>2016.18852459</c:v>
                </c:pt>
                <c:pt idx="47">
                  <c:v>2016.19125683</c:v>
                </c:pt>
                <c:pt idx="48">
                  <c:v>2016.19398907</c:v>
                </c:pt>
                <c:pt idx="49">
                  <c:v>2016.20218579</c:v>
                </c:pt>
                <c:pt idx="50">
                  <c:v>2016.20491803</c:v>
                </c:pt>
                <c:pt idx="51">
                  <c:v>2016.20765027</c:v>
                </c:pt>
                <c:pt idx="52">
                  <c:v>2016.21038251</c:v>
                </c:pt>
                <c:pt idx="53">
                  <c:v>2016.21311475</c:v>
                </c:pt>
                <c:pt idx="54">
                  <c:v>2016.22131148</c:v>
                </c:pt>
                <c:pt idx="55">
                  <c:v>2016.22404372</c:v>
                </c:pt>
                <c:pt idx="56">
                  <c:v>2016.22677596</c:v>
                </c:pt>
                <c:pt idx="57">
                  <c:v>2016.2295082</c:v>
                </c:pt>
                <c:pt idx="58">
                  <c:v>2016.24043716</c:v>
                </c:pt>
                <c:pt idx="59">
                  <c:v>2016.2431694</c:v>
                </c:pt>
                <c:pt idx="60">
                  <c:v>2016.24590164</c:v>
                </c:pt>
                <c:pt idx="61">
                  <c:v>2016.24863388</c:v>
                </c:pt>
                <c:pt idx="62">
                  <c:v>2016.25136612</c:v>
                </c:pt>
                <c:pt idx="63">
                  <c:v>2016.25956284</c:v>
                </c:pt>
                <c:pt idx="64">
                  <c:v>2016.26229508</c:v>
                </c:pt>
                <c:pt idx="65">
                  <c:v>2016.26502732</c:v>
                </c:pt>
                <c:pt idx="66">
                  <c:v>2016.26775956</c:v>
                </c:pt>
                <c:pt idx="67">
                  <c:v>2016.2704918</c:v>
                </c:pt>
                <c:pt idx="68">
                  <c:v>2016.27868852</c:v>
                </c:pt>
                <c:pt idx="69">
                  <c:v>2016.28142077</c:v>
                </c:pt>
                <c:pt idx="70">
                  <c:v>2016.28415301</c:v>
                </c:pt>
                <c:pt idx="71">
                  <c:v>2016.28688525</c:v>
                </c:pt>
                <c:pt idx="72">
                  <c:v>2016.28961749</c:v>
                </c:pt>
                <c:pt idx="73">
                  <c:v>2016.29781421</c:v>
                </c:pt>
                <c:pt idx="74">
                  <c:v>2016.30054645</c:v>
                </c:pt>
                <c:pt idx="75">
                  <c:v>2016.30327869</c:v>
                </c:pt>
                <c:pt idx="76">
                  <c:v>2016.30601093</c:v>
                </c:pt>
                <c:pt idx="77">
                  <c:v>2016.30874317</c:v>
                </c:pt>
                <c:pt idx="78">
                  <c:v>2016.31693989</c:v>
                </c:pt>
                <c:pt idx="79">
                  <c:v>2016.31967213</c:v>
                </c:pt>
                <c:pt idx="80">
                  <c:v>2016.32240437</c:v>
                </c:pt>
                <c:pt idx="81">
                  <c:v>2016.32513661</c:v>
                </c:pt>
                <c:pt idx="82">
                  <c:v>2016.32786885</c:v>
                </c:pt>
                <c:pt idx="83">
                  <c:v>2016.33606557</c:v>
                </c:pt>
                <c:pt idx="84">
                  <c:v>2016.33879781</c:v>
                </c:pt>
                <c:pt idx="85">
                  <c:v>2016.34153005</c:v>
                </c:pt>
                <c:pt idx="86">
                  <c:v>2016.3442623</c:v>
                </c:pt>
                <c:pt idx="87">
                  <c:v>2016.34699454</c:v>
                </c:pt>
                <c:pt idx="88">
                  <c:v>2016.35519126</c:v>
                </c:pt>
                <c:pt idx="89">
                  <c:v>2016.3579235</c:v>
                </c:pt>
                <c:pt idx="90">
                  <c:v>2016.36065574</c:v>
                </c:pt>
                <c:pt idx="91">
                  <c:v>2016.36338798</c:v>
                </c:pt>
                <c:pt idx="92">
                  <c:v>2016.36612022</c:v>
                </c:pt>
                <c:pt idx="93">
                  <c:v>2016.37431694</c:v>
                </c:pt>
                <c:pt idx="94">
                  <c:v>2016.37704918</c:v>
                </c:pt>
                <c:pt idx="95">
                  <c:v>2016.37978142</c:v>
                </c:pt>
                <c:pt idx="96">
                  <c:v>2016.38251366</c:v>
                </c:pt>
                <c:pt idx="97">
                  <c:v>2016.3852459</c:v>
                </c:pt>
                <c:pt idx="98">
                  <c:v>2016.39344262</c:v>
                </c:pt>
                <c:pt idx="99">
                  <c:v>2016.39617486</c:v>
                </c:pt>
                <c:pt idx="100">
                  <c:v>2016.3989071</c:v>
                </c:pt>
                <c:pt idx="101">
                  <c:v>2016.40163934</c:v>
                </c:pt>
                <c:pt idx="102">
                  <c:v>2016.40437158</c:v>
                </c:pt>
                <c:pt idx="103">
                  <c:v>2016.41530055</c:v>
                </c:pt>
                <c:pt idx="104">
                  <c:v>2016.41803279</c:v>
                </c:pt>
                <c:pt idx="105">
                  <c:v>2016.42076503</c:v>
                </c:pt>
                <c:pt idx="106">
                  <c:v>2016.42349727</c:v>
                </c:pt>
                <c:pt idx="107">
                  <c:v>2016.43169399</c:v>
                </c:pt>
                <c:pt idx="108">
                  <c:v>2016.43442623</c:v>
                </c:pt>
                <c:pt idx="109">
                  <c:v>2016.43715847</c:v>
                </c:pt>
                <c:pt idx="110">
                  <c:v>2016.43989071</c:v>
                </c:pt>
                <c:pt idx="111">
                  <c:v>2016.44262295</c:v>
                </c:pt>
                <c:pt idx="112">
                  <c:v>2016.45081967</c:v>
                </c:pt>
                <c:pt idx="113">
                  <c:v>2016.45355191</c:v>
                </c:pt>
                <c:pt idx="114">
                  <c:v>2016.45628415</c:v>
                </c:pt>
                <c:pt idx="115">
                  <c:v>2016.45901639</c:v>
                </c:pt>
                <c:pt idx="116">
                  <c:v>2016.46174863</c:v>
                </c:pt>
                <c:pt idx="117">
                  <c:v>2016.46994536</c:v>
                </c:pt>
                <c:pt idx="118">
                  <c:v>2016.4726776</c:v>
                </c:pt>
                <c:pt idx="119">
                  <c:v>2016.47540984</c:v>
                </c:pt>
                <c:pt idx="120">
                  <c:v>2016.47814208</c:v>
                </c:pt>
                <c:pt idx="121">
                  <c:v>2016.48087432</c:v>
                </c:pt>
                <c:pt idx="122">
                  <c:v>2016.48907104</c:v>
                </c:pt>
                <c:pt idx="123">
                  <c:v>2016.49180328</c:v>
                </c:pt>
                <c:pt idx="124">
                  <c:v>2016.49453552</c:v>
                </c:pt>
                <c:pt idx="125">
                  <c:v>2016.49726776</c:v>
                </c:pt>
                <c:pt idx="126">
                  <c:v>2016.5</c:v>
                </c:pt>
                <c:pt idx="127">
                  <c:v>2016.51092896</c:v>
                </c:pt>
                <c:pt idx="128">
                  <c:v>2016.5136612</c:v>
                </c:pt>
                <c:pt idx="129">
                  <c:v>2016.51639344</c:v>
                </c:pt>
                <c:pt idx="130">
                  <c:v>2016.51912568</c:v>
                </c:pt>
                <c:pt idx="131">
                  <c:v>2016.5273224</c:v>
                </c:pt>
                <c:pt idx="132">
                  <c:v>2016.53005464</c:v>
                </c:pt>
                <c:pt idx="133">
                  <c:v>2016.53278689</c:v>
                </c:pt>
                <c:pt idx="134">
                  <c:v>2016.53551913</c:v>
                </c:pt>
                <c:pt idx="135">
                  <c:v>2016.53825137</c:v>
                </c:pt>
                <c:pt idx="136">
                  <c:v>2016.54644809</c:v>
                </c:pt>
                <c:pt idx="137">
                  <c:v>2016.54918033</c:v>
                </c:pt>
                <c:pt idx="138">
                  <c:v>2016.55191257</c:v>
                </c:pt>
                <c:pt idx="139">
                  <c:v>2016.55464481</c:v>
                </c:pt>
                <c:pt idx="140">
                  <c:v>2016.55737705</c:v>
                </c:pt>
                <c:pt idx="141">
                  <c:v>2016.56557377</c:v>
                </c:pt>
                <c:pt idx="142">
                  <c:v>2016.56830601</c:v>
                </c:pt>
                <c:pt idx="143">
                  <c:v>2016.57103825</c:v>
                </c:pt>
                <c:pt idx="144">
                  <c:v>2016.57377049</c:v>
                </c:pt>
                <c:pt idx="145">
                  <c:v>2016.57650273</c:v>
                </c:pt>
                <c:pt idx="146">
                  <c:v>2016.58469945</c:v>
                </c:pt>
                <c:pt idx="147">
                  <c:v>2016.58743169</c:v>
                </c:pt>
                <c:pt idx="148">
                  <c:v>2016.59016393</c:v>
                </c:pt>
                <c:pt idx="149">
                  <c:v>2016.59289617</c:v>
                </c:pt>
                <c:pt idx="150">
                  <c:v>2016.59562842</c:v>
                </c:pt>
                <c:pt idx="151">
                  <c:v>2016.60382514</c:v>
                </c:pt>
                <c:pt idx="152">
                  <c:v>2016.60655738</c:v>
                </c:pt>
                <c:pt idx="153">
                  <c:v>2016.60928962</c:v>
                </c:pt>
                <c:pt idx="154">
                  <c:v>2016.61202186</c:v>
                </c:pt>
                <c:pt idx="155">
                  <c:v>2016.6147541</c:v>
                </c:pt>
                <c:pt idx="156">
                  <c:v>2016.62295082</c:v>
                </c:pt>
                <c:pt idx="157">
                  <c:v>2016.62568306</c:v>
                </c:pt>
                <c:pt idx="158">
                  <c:v>2016.6284153</c:v>
                </c:pt>
                <c:pt idx="159">
                  <c:v>2016.63114754</c:v>
                </c:pt>
                <c:pt idx="160">
                  <c:v>2016.63387978</c:v>
                </c:pt>
                <c:pt idx="161">
                  <c:v>2016.6420765</c:v>
                </c:pt>
                <c:pt idx="162">
                  <c:v>2016.64480874</c:v>
                </c:pt>
                <c:pt idx="163">
                  <c:v>2016.64754098</c:v>
                </c:pt>
                <c:pt idx="164">
                  <c:v>2016.65027322</c:v>
                </c:pt>
                <c:pt idx="165">
                  <c:v>2016.65300546</c:v>
                </c:pt>
                <c:pt idx="166">
                  <c:v>2016.66120219</c:v>
                </c:pt>
                <c:pt idx="167">
                  <c:v>2016.66393443</c:v>
                </c:pt>
                <c:pt idx="168">
                  <c:v>2016.66666667</c:v>
                </c:pt>
                <c:pt idx="169">
                  <c:v>2016.66939891</c:v>
                </c:pt>
                <c:pt idx="170">
                  <c:v>2016.67213115</c:v>
                </c:pt>
                <c:pt idx="171">
                  <c:v>2016.68306011</c:v>
                </c:pt>
                <c:pt idx="172">
                  <c:v>2016.68579235</c:v>
                </c:pt>
                <c:pt idx="173">
                  <c:v>2016.68852459</c:v>
                </c:pt>
                <c:pt idx="174">
                  <c:v>2016.69125683</c:v>
                </c:pt>
                <c:pt idx="175">
                  <c:v>2016.69945355</c:v>
                </c:pt>
                <c:pt idx="176">
                  <c:v>2016.70218579</c:v>
                </c:pt>
                <c:pt idx="177">
                  <c:v>2016.70491803</c:v>
                </c:pt>
                <c:pt idx="178">
                  <c:v>2016.70765027</c:v>
                </c:pt>
                <c:pt idx="179">
                  <c:v>2016.71038251</c:v>
                </c:pt>
                <c:pt idx="180">
                  <c:v>2016.71857923</c:v>
                </c:pt>
                <c:pt idx="181">
                  <c:v>2016.72131148</c:v>
                </c:pt>
                <c:pt idx="182">
                  <c:v>2016.72404372</c:v>
                </c:pt>
                <c:pt idx="183">
                  <c:v>2016.72677596</c:v>
                </c:pt>
                <c:pt idx="184">
                  <c:v>2016.7295082</c:v>
                </c:pt>
                <c:pt idx="185">
                  <c:v>2016.73770492</c:v>
                </c:pt>
                <c:pt idx="186">
                  <c:v>2016.74043716</c:v>
                </c:pt>
                <c:pt idx="187">
                  <c:v>2016.7431694</c:v>
                </c:pt>
                <c:pt idx="188">
                  <c:v>2016.74590164</c:v>
                </c:pt>
                <c:pt idx="189">
                  <c:v>2016.74863388</c:v>
                </c:pt>
                <c:pt idx="190">
                  <c:v>2016.7568306</c:v>
                </c:pt>
                <c:pt idx="191">
                  <c:v>2016.75956284</c:v>
                </c:pt>
                <c:pt idx="192">
                  <c:v>2016.76229508</c:v>
                </c:pt>
                <c:pt idx="193">
                  <c:v>2016.76502732</c:v>
                </c:pt>
                <c:pt idx="194">
                  <c:v>2016.76775956</c:v>
                </c:pt>
                <c:pt idx="195">
                  <c:v>2016.77595628</c:v>
                </c:pt>
                <c:pt idx="196">
                  <c:v>2016.77868852</c:v>
                </c:pt>
                <c:pt idx="197">
                  <c:v>2016.78142077</c:v>
                </c:pt>
                <c:pt idx="198">
                  <c:v>2016.78415301</c:v>
                </c:pt>
                <c:pt idx="199">
                  <c:v>2016.78688525</c:v>
                </c:pt>
                <c:pt idx="200">
                  <c:v>2016.79508197</c:v>
                </c:pt>
                <c:pt idx="201">
                  <c:v>2016.79781421</c:v>
                </c:pt>
                <c:pt idx="202">
                  <c:v>2016.80054645</c:v>
                </c:pt>
                <c:pt idx="203">
                  <c:v>2016.80327869</c:v>
                </c:pt>
                <c:pt idx="204">
                  <c:v>2016.80601093</c:v>
                </c:pt>
                <c:pt idx="205">
                  <c:v>2016.81420765</c:v>
                </c:pt>
                <c:pt idx="206">
                  <c:v>2016.81693989</c:v>
                </c:pt>
                <c:pt idx="207">
                  <c:v>2016.81967213</c:v>
                </c:pt>
                <c:pt idx="208">
                  <c:v>2016.82240437</c:v>
                </c:pt>
                <c:pt idx="209">
                  <c:v>2016.82513661</c:v>
                </c:pt>
                <c:pt idx="210">
                  <c:v>2016.83333333</c:v>
                </c:pt>
                <c:pt idx="211">
                  <c:v>2016.83606557</c:v>
                </c:pt>
                <c:pt idx="212">
                  <c:v>2016.83879781</c:v>
                </c:pt>
                <c:pt idx="213">
                  <c:v>2016.84153005</c:v>
                </c:pt>
                <c:pt idx="214">
                  <c:v>2016.8442623</c:v>
                </c:pt>
                <c:pt idx="215">
                  <c:v>2016.85245902</c:v>
                </c:pt>
                <c:pt idx="216">
                  <c:v>2016.85519126</c:v>
                </c:pt>
                <c:pt idx="217">
                  <c:v>2016.8579235</c:v>
                </c:pt>
                <c:pt idx="218">
                  <c:v>2016.86065574</c:v>
                </c:pt>
                <c:pt idx="219">
                  <c:v>2016.86338798</c:v>
                </c:pt>
                <c:pt idx="220">
                  <c:v>2016.8715847</c:v>
                </c:pt>
                <c:pt idx="221">
                  <c:v>2016.87431694</c:v>
                </c:pt>
                <c:pt idx="222">
                  <c:v>2016.87704918</c:v>
                </c:pt>
                <c:pt idx="223">
                  <c:v>2016.87978142</c:v>
                </c:pt>
                <c:pt idx="224">
                  <c:v>2016.88251366</c:v>
                </c:pt>
                <c:pt idx="225">
                  <c:v>2016.89071038</c:v>
                </c:pt>
                <c:pt idx="226">
                  <c:v>2016.89344262</c:v>
                </c:pt>
                <c:pt idx="227">
                  <c:v>2016.89617486</c:v>
                </c:pt>
                <c:pt idx="228">
                  <c:v>2016.90163934</c:v>
                </c:pt>
                <c:pt idx="229">
                  <c:v>2016.90983607</c:v>
                </c:pt>
                <c:pt idx="230">
                  <c:v>2016.91256831</c:v>
                </c:pt>
                <c:pt idx="231">
                  <c:v>2016.91530055</c:v>
                </c:pt>
                <c:pt idx="232">
                  <c:v>2016.91803279</c:v>
                </c:pt>
                <c:pt idx="233">
                  <c:v>2016.92076503</c:v>
                </c:pt>
                <c:pt idx="234">
                  <c:v>2016.92896175</c:v>
                </c:pt>
                <c:pt idx="235">
                  <c:v>2016.93169399</c:v>
                </c:pt>
                <c:pt idx="236">
                  <c:v>2016.93442623</c:v>
                </c:pt>
                <c:pt idx="237">
                  <c:v>2016.93715847</c:v>
                </c:pt>
                <c:pt idx="238">
                  <c:v>2016.93989071</c:v>
                </c:pt>
                <c:pt idx="239">
                  <c:v>2016.94808743</c:v>
                </c:pt>
                <c:pt idx="240">
                  <c:v>2016.95081967</c:v>
                </c:pt>
                <c:pt idx="241">
                  <c:v>2016.95355191</c:v>
                </c:pt>
                <c:pt idx="242">
                  <c:v>2016.95628415</c:v>
                </c:pt>
                <c:pt idx="243">
                  <c:v>2016.95901639</c:v>
                </c:pt>
                <c:pt idx="244">
                  <c:v>2016.96721311</c:v>
                </c:pt>
                <c:pt idx="245">
                  <c:v>2016.96994536</c:v>
                </c:pt>
                <c:pt idx="246">
                  <c:v>2016.9726776</c:v>
                </c:pt>
                <c:pt idx="247">
                  <c:v>2016.97540984</c:v>
                </c:pt>
                <c:pt idx="248">
                  <c:v>2016.97814208</c:v>
                </c:pt>
                <c:pt idx="249">
                  <c:v>2016.98907104</c:v>
                </c:pt>
                <c:pt idx="250">
                  <c:v>2016.99180328</c:v>
                </c:pt>
                <c:pt idx="251">
                  <c:v>2016.99453552</c:v>
                </c:pt>
                <c:pt idx="252">
                  <c:v>2016.99726776</c:v>
                </c:pt>
                <c:pt idx="253">
                  <c:v>2017.00821918</c:v>
                </c:pt>
                <c:pt idx="254">
                  <c:v>2017.0109589</c:v>
                </c:pt>
                <c:pt idx="255">
                  <c:v>2017.01369863</c:v>
                </c:pt>
                <c:pt idx="256">
                  <c:v>2017.01643836</c:v>
                </c:pt>
                <c:pt idx="257">
                  <c:v>2017.02465753</c:v>
                </c:pt>
                <c:pt idx="258">
                  <c:v>2017.02739726</c:v>
                </c:pt>
                <c:pt idx="259">
                  <c:v>2017.03013699</c:v>
                </c:pt>
                <c:pt idx="260">
                  <c:v>2017.03287671</c:v>
                </c:pt>
                <c:pt idx="261">
                  <c:v>2017.03561644</c:v>
                </c:pt>
                <c:pt idx="262">
                  <c:v>2017.04657534</c:v>
                </c:pt>
                <c:pt idx="263">
                  <c:v>2017.04931507</c:v>
                </c:pt>
                <c:pt idx="264">
                  <c:v>2017.05205479</c:v>
                </c:pt>
                <c:pt idx="265">
                  <c:v>2017.05479452</c:v>
                </c:pt>
                <c:pt idx="266">
                  <c:v>2017.0630137</c:v>
                </c:pt>
                <c:pt idx="267">
                  <c:v>2017.06575342</c:v>
                </c:pt>
                <c:pt idx="268">
                  <c:v>2017.06849315</c:v>
                </c:pt>
                <c:pt idx="269">
                  <c:v>2017.07123288</c:v>
                </c:pt>
                <c:pt idx="270">
                  <c:v>2017.0739726</c:v>
                </c:pt>
                <c:pt idx="271">
                  <c:v>2017.08219178</c:v>
                </c:pt>
                <c:pt idx="272">
                  <c:v>2017.08493151</c:v>
                </c:pt>
                <c:pt idx="273">
                  <c:v>2017.08767123</c:v>
                </c:pt>
                <c:pt idx="274">
                  <c:v>2017.09041096</c:v>
                </c:pt>
                <c:pt idx="275">
                  <c:v>2017.09315068</c:v>
                </c:pt>
                <c:pt idx="276">
                  <c:v>2017.10136986</c:v>
                </c:pt>
                <c:pt idx="277">
                  <c:v>2017.10410959</c:v>
                </c:pt>
                <c:pt idx="278">
                  <c:v>2017.10684932</c:v>
                </c:pt>
                <c:pt idx="279">
                  <c:v>2017.10958904</c:v>
                </c:pt>
                <c:pt idx="280">
                  <c:v>2017.11232877</c:v>
                </c:pt>
                <c:pt idx="281">
                  <c:v>2017.12054795</c:v>
                </c:pt>
                <c:pt idx="282">
                  <c:v>2017.12328767</c:v>
                </c:pt>
                <c:pt idx="283">
                  <c:v>2017.1260274</c:v>
                </c:pt>
                <c:pt idx="284">
                  <c:v>2017.12876712</c:v>
                </c:pt>
                <c:pt idx="285">
                  <c:v>2017.13150685</c:v>
                </c:pt>
                <c:pt idx="286">
                  <c:v>2017.14246575</c:v>
                </c:pt>
                <c:pt idx="287">
                  <c:v>2017.14520548</c:v>
                </c:pt>
                <c:pt idx="288">
                  <c:v>2017.14794521</c:v>
                </c:pt>
                <c:pt idx="289">
                  <c:v>2017.15068493</c:v>
                </c:pt>
                <c:pt idx="290">
                  <c:v>2017.15890411</c:v>
                </c:pt>
                <c:pt idx="291">
                  <c:v>2017.16164384</c:v>
                </c:pt>
                <c:pt idx="292">
                  <c:v>2017.16438356</c:v>
                </c:pt>
                <c:pt idx="293">
                  <c:v>2017.16712329</c:v>
                </c:pt>
                <c:pt idx="294">
                  <c:v>2017.16986301</c:v>
                </c:pt>
                <c:pt idx="295">
                  <c:v>2017.17808219</c:v>
                </c:pt>
                <c:pt idx="296">
                  <c:v>2017.18082192</c:v>
                </c:pt>
                <c:pt idx="297">
                  <c:v>2017.18356164</c:v>
                </c:pt>
                <c:pt idx="298">
                  <c:v>2017.18630137</c:v>
                </c:pt>
                <c:pt idx="299">
                  <c:v>2017.1890411</c:v>
                </c:pt>
                <c:pt idx="300">
                  <c:v>2017.19726027</c:v>
                </c:pt>
                <c:pt idx="301">
                  <c:v>2017.2</c:v>
                </c:pt>
                <c:pt idx="302">
                  <c:v>2017.20273973</c:v>
                </c:pt>
                <c:pt idx="303">
                  <c:v>2017.20547945</c:v>
                </c:pt>
                <c:pt idx="304">
                  <c:v>2017.20821918</c:v>
                </c:pt>
                <c:pt idx="305">
                  <c:v>2017.21643836</c:v>
                </c:pt>
                <c:pt idx="306">
                  <c:v>2017.21917808</c:v>
                </c:pt>
                <c:pt idx="307">
                  <c:v>2017.22191781</c:v>
                </c:pt>
                <c:pt idx="308">
                  <c:v>2017.22465753</c:v>
                </c:pt>
                <c:pt idx="309">
                  <c:v>2017.22739726</c:v>
                </c:pt>
                <c:pt idx="310">
                  <c:v>2017.23561644</c:v>
                </c:pt>
                <c:pt idx="311">
                  <c:v>2017.23835616</c:v>
                </c:pt>
                <c:pt idx="312">
                  <c:v>2017.24109589</c:v>
                </c:pt>
                <c:pt idx="313">
                  <c:v>2017.24383562</c:v>
                </c:pt>
                <c:pt idx="314">
                  <c:v>2017.24657534</c:v>
                </c:pt>
                <c:pt idx="315">
                  <c:v>2017.25479452</c:v>
                </c:pt>
                <c:pt idx="316">
                  <c:v>2017.25753425</c:v>
                </c:pt>
                <c:pt idx="317">
                  <c:v>2017.26027397</c:v>
                </c:pt>
                <c:pt idx="318">
                  <c:v>2017.2630137</c:v>
                </c:pt>
                <c:pt idx="319">
                  <c:v>2017.26575342</c:v>
                </c:pt>
                <c:pt idx="320">
                  <c:v>2017.2739726</c:v>
                </c:pt>
                <c:pt idx="321">
                  <c:v>2017.27671233</c:v>
                </c:pt>
                <c:pt idx="322">
                  <c:v>2017.27945205</c:v>
                </c:pt>
                <c:pt idx="323">
                  <c:v>2017.28219178</c:v>
                </c:pt>
                <c:pt idx="324">
                  <c:v>2017.29315068</c:v>
                </c:pt>
                <c:pt idx="325">
                  <c:v>2017.29589041</c:v>
                </c:pt>
                <c:pt idx="326">
                  <c:v>2017.29863014</c:v>
                </c:pt>
                <c:pt idx="327">
                  <c:v>2017.30136986</c:v>
                </c:pt>
                <c:pt idx="328">
                  <c:v>2017.30410959</c:v>
                </c:pt>
                <c:pt idx="329">
                  <c:v>2017.31232877</c:v>
                </c:pt>
                <c:pt idx="330">
                  <c:v>2017.31506849</c:v>
                </c:pt>
                <c:pt idx="331">
                  <c:v>2017.31780822</c:v>
                </c:pt>
                <c:pt idx="332">
                  <c:v>2017.32054795</c:v>
                </c:pt>
                <c:pt idx="333">
                  <c:v>2017.32328767</c:v>
                </c:pt>
                <c:pt idx="334">
                  <c:v>2017.33150685</c:v>
                </c:pt>
                <c:pt idx="335">
                  <c:v>2017.33424658</c:v>
                </c:pt>
                <c:pt idx="336">
                  <c:v>2017.3369863</c:v>
                </c:pt>
                <c:pt idx="337">
                  <c:v>2017.33972603</c:v>
                </c:pt>
                <c:pt idx="338">
                  <c:v>2017.34246575</c:v>
                </c:pt>
                <c:pt idx="339">
                  <c:v>2017.35068493</c:v>
                </c:pt>
                <c:pt idx="340">
                  <c:v>2017.35342466</c:v>
                </c:pt>
                <c:pt idx="341">
                  <c:v>2017.35616438</c:v>
                </c:pt>
                <c:pt idx="342">
                  <c:v>2017.35890411</c:v>
                </c:pt>
                <c:pt idx="343">
                  <c:v>2017.36164384</c:v>
                </c:pt>
                <c:pt idx="344">
                  <c:v>2017.36986301</c:v>
                </c:pt>
                <c:pt idx="345">
                  <c:v>2017.37260274</c:v>
                </c:pt>
                <c:pt idx="346">
                  <c:v>2017.37534247</c:v>
                </c:pt>
                <c:pt idx="347">
                  <c:v>2017.37808219</c:v>
                </c:pt>
                <c:pt idx="348">
                  <c:v>2017.38082192</c:v>
                </c:pt>
                <c:pt idx="349">
                  <c:v>2017.3890411</c:v>
                </c:pt>
                <c:pt idx="350">
                  <c:v>2017.39178082</c:v>
                </c:pt>
                <c:pt idx="351">
                  <c:v>2017.39452055</c:v>
                </c:pt>
                <c:pt idx="352">
                  <c:v>2017.39726027</c:v>
                </c:pt>
                <c:pt idx="353">
                  <c:v>2017.4</c:v>
                </c:pt>
                <c:pt idx="354">
                  <c:v>2017.4109589</c:v>
                </c:pt>
                <c:pt idx="355">
                  <c:v>2017.41369863</c:v>
                </c:pt>
                <c:pt idx="356">
                  <c:v>2017.41643836</c:v>
                </c:pt>
                <c:pt idx="357">
                  <c:v>2017.41917808</c:v>
                </c:pt>
                <c:pt idx="358">
                  <c:v>2017.42739726</c:v>
                </c:pt>
                <c:pt idx="359">
                  <c:v>2017.43013699</c:v>
                </c:pt>
                <c:pt idx="360">
                  <c:v>2017.43287671</c:v>
                </c:pt>
                <c:pt idx="361">
                  <c:v>2017.43561644</c:v>
                </c:pt>
                <c:pt idx="362">
                  <c:v>2017.43835616</c:v>
                </c:pt>
                <c:pt idx="363">
                  <c:v>2017.44657534</c:v>
                </c:pt>
                <c:pt idx="364">
                  <c:v>2017.44931507</c:v>
                </c:pt>
                <c:pt idx="365">
                  <c:v>2017.45205479</c:v>
                </c:pt>
                <c:pt idx="366">
                  <c:v>2017.45479452</c:v>
                </c:pt>
                <c:pt idx="367">
                  <c:v>2017.45753425</c:v>
                </c:pt>
                <c:pt idx="368">
                  <c:v>2017.46575342</c:v>
                </c:pt>
                <c:pt idx="369">
                  <c:v>2017.46849315</c:v>
                </c:pt>
                <c:pt idx="370">
                  <c:v>2017.47123288</c:v>
                </c:pt>
                <c:pt idx="371">
                  <c:v>2017.4739726</c:v>
                </c:pt>
                <c:pt idx="372">
                  <c:v>2017.47671233</c:v>
                </c:pt>
                <c:pt idx="373">
                  <c:v>2017.48493151</c:v>
                </c:pt>
                <c:pt idx="374">
                  <c:v>2017.48767123</c:v>
                </c:pt>
                <c:pt idx="375">
                  <c:v>2017.49041096</c:v>
                </c:pt>
                <c:pt idx="376">
                  <c:v>2017.49315068</c:v>
                </c:pt>
                <c:pt idx="377">
                  <c:v>2017.49589041</c:v>
                </c:pt>
                <c:pt idx="378">
                  <c:v>2017.50410959</c:v>
                </c:pt>
                <c:pt idx="379">
                  <c:v>2017.50958904</c:v>
                </c:pt>
                <c:pt idx="380">
                  <c:v>2017.51232877</c:v>
                </c:pt>
                <c:pt idx="381">
                  <c:v>2017.51506849</c:v>
                </c:pt>
                <c:pt idx="382">
                  <c:v>2017.52328767</c:v>
                </c:pt>
                <c:pt idx="383">
                  <c:v>2017.5260274</c:v>
                </c:pt>
                <c:pt idx="384">
                  <c:v>2017.52876712</c:v>
                </c:pt>
                <c:pt idx="385">
                  <c:v>2017.53150685</c:v>
                </c:pt>
                <c:pt idx="386">
                  <c:v>2017.53424658</c:v>
                </c:pt>
                <c:pt idx="387">
                  <c:v>2017.54246575</c:v>
                </c:pt>
                <c:pt idx="388">
                  <c:v>2017.54520548</c:v>
                </c:pt>
                <c:pt idx="389">
                  <c:v>2017.54794521</c:v>
                </c:pt>
                <c:pt idx="390">
                  <c:v>2017.55068493</c:v>
                </c:pt>
                <c:pt idx="391">
                  <c:v>2017.55342466</c:v>
                </c:pt>
                <c:pt idx="392">
                  <c:v>2017.56164384</c:v>
                </c:pt>
                <c:pt idx="393">
                  <c:v>2017.56438356</c:v>
                </c:pt>
                <c:pt idx="394">
                  <c:v>2017.56712329</c:v>
                </c:pt>
                <c:pt idx="395">
                  <c:v>2017.56986301</c:v>
                </c:pt>
                <c:pt idx="396">
                  <c:v>2017.57260274</c:v>
                </c:pt>
                <c:pt idx="397">
                  <c:v>2017.58082192</c:v>
                </c:pt>
                <c:pt idx="398">
                  <c:v>2017.58356164</c:v>
                </c:pt>
                <c:pt idx="399">
                  <c:v>2017.58630137</c:v>
                </c:pt>
                <c:pt idx="400">
                  <c:v>2017.5890411</c:v>
                </c:pt>
                <c:pt idx="401">
                  <c:v>2017.59178082</c:v>
                </c:pt>
                <c:pt idx="402">
                  <c:v>2017.6</c:v>
                </c:pt>
                <c:pt idx="403">
                  <c:v>2017.60273973</c:v>
                </c:pt>
                <c:pt idx="404">
                  <c:v>2017.60547945</c:v>
                </c:pt>
                <c:pt idx="405">
                  <c:v>2017.60821918</c:v>
                </c:pt>
                <c:pt idx="406">
                  <c:v>2017.6109589</c:v>
                </c:pt>
                <c:pt idx="407">
                  <c:v>2017.61917808</c:v>
                </c:pt>
                <c:pt idx="408">
                  <c:v>2017.62191781</c:v>
                </c:pt>
                <c:pt idx="409">
                  <c:v>2017.62465753</c:v>
                </c:pt>
                <c:pt idx="410">
                  <c:v>2017.62739726</c:v>
                </c:pt>
                <c:pt idx="411">
                  <c:v>2017.63013699</c:v>
                </c:pt>
                <c:pt idx="412">
                  <c:v>2017.63835616</c:v>
                </c:pt>
                <c:pt idx="413">
                  <c:v>2017.64109589</c:v>
                </c:pt>
                <c:pt idx="414">
                  <c:v>2017.64383562</c:v>
                </c:pt>
                <c:pt idx="415">
                  <c:v>2017.64657534</c:v>
                </c:pt>
                <c:pt idx="416">
                  <c:v>2017.64931507</c:v>
                </c:pt>
                <c:pt idx="417">
                  <c:v>2017.65753425</c:v>
                </c:pt>
                <c:pt idx="418">
                  <c:v>2017.66027397</c:v>
                </c:pt>
                <c:pt idx="419">
                  <c:v>2017.6630137</c:v>
                </c:pt>
                <c:pt idx="420">
                  <c:v>2017.66575342</c:v>
                </c:pt>
                <c:pt idx="421">
                  <c:v>2017.66849315</c:v>
                </c:pt>
                <c:pt idx="422">
                  <c:v>2017.67945205</c:v>
                </c:pt>
                <c:pt idx="423">
                  <c:v>2017.68219178</c:v>
                </c:pt>
                <c:pt idx="424">
                  <c:v>2017.68493151</c:v>
                </c:pt>
                <c:pt idx="425">
                  <c:v>2017.68767123</c:v>
                </c:pt>
                <c:pt idx="426">
                  <c:v>2017.69589041</c:v>
                </c:pt>
                <c:pt idx="427">
                  <c:v>2017.69863014</c:v>
                </c:pt>
                <c:pt idx="428">
                  <c:v>2017.70136986</c:v>
                </c:pt>
                <c:pt idx="429">
                  <c:v>2017.70410959</c:v>
                </c:pt>
                <c:pt idx="430">
                  <c:v>2017.70684932</c:v>
                </c:pt>
                <c:pt idx="431">
                  <c:v>2017.71506849</c:v>
                </c:pt>
                <c:pt idx="432">
                  <c:v>2017.71780822</c:v>
                </c:pt>
                <c:pt idx="433">
                  <c:v>2017.72054795</c:v>
                </c:pt>
                <c:pt idx="434">
                  <c:v>2017.72328767</c:v>
                </c:pt>
                <c:pt idx="435">
                  <c:v>2017.7260274</c:v>
                </c:pt>
                <c:pt idx="436">
                  <c:v>2017.73424658</c:v>
                </c:pt>
                <c:pt idx="437">
                  <c:v>2017.7369863</c:v>
                </c:pt>
                <c:pt idx="438">
                  <c:v>2017.73972603</c:v>
                </c:pt>
                <c:pt idx="439">
                  <c:v>2017.74246575</c:v>
                </c:pt>
                <c:pt idx="440">
                  <c:v>2017.74520548</c:v>
                </c:pt>
                <c:pt idx="441">
                  <c:v>2017.75342466</c:v>
                </c:pt>
                <c:pt idx="442">
                  <c:v>2017.75616438</c:v>
                </c:pt>
                <c:pt idx="443">
                  <c:v>2017.75890411</c:v>
                </c:pt>
                <c:pt idx="444">
                  <c:v>2017.76164384</c:v>
                </c:pt>
                <c:pt idx="445">
                  <c:v>2017.76438356</c:v>
                </c:pt>
                <c:pt idx="446">
                  <c:v>2017.77260274</c:v>
                </c:pt>
                <c:pt idx="447">
                  <c:v>2017.77534247</c:v>
                </c:pt>
                <c:pt idx="448">
                  <c:v>2017.77808219</c:v>
                </c:pt>
                <c:pt idx="449">
                  <c:v>2017.78082192</c:v>
                </c:pt>
                <c:pt idx="450">
                  <c:v>2017.78356164</c:v>
                </c:pt>
                <c:pt idx="451">
                  <c:v>2017.79178082</c:v>
                </c:pt>
                <c:pt idx="452">
                  <c:v>2017.79452055</c:v>
                </c:pt>
                <c:pt idx="453">
                  <c:v>2017.79726027</c:v>
                </c:pt>
                <c:pt idx="454">
                  <c:v>2017.8</c:v>
                </c:pt>
                <c:pt idx="455">
                  <c:v>2017.80273973</c:v>
                </c:pt>
                <c:pt idx="456">
                  <c:v>2017.8109589</c:v>
                </c:pt>
                <c:pt idx="457">
                  <c:v>2017.81369863</c:v>
                </c:pt>
                <c:pt idx="458">
                  <c:v>2017.81643836</c:v>
                </c:pt>
                <c:pt idx="459">
                  <c:v>2017.81917808</c:v>
                </c:pt>
                <c:pt idx="460">
                  <c:v>2017.82191781</c:v>
                </c:pt>
                <c:pt idx="461">
                  <c:v>2017.83013699</c:v>
                </c:pt>
                <c:pt idx="462">
                  <c:v>2017.83287671</c:v>
                </c:pt>
                <c:pt idx="463">
                  <c:v>2017.83561644</c:v>
                </c:pt>
                <c:pt idx="464">
                  <c:v>2017.83835616</c:v>
                </c:pt>
                <c:pt idx="465">
                  <c:v>2017.84109589</c:v>
                </c:pt>
                <c:pt idx="466">
                  <c:v>2017.84931507</c:v>
                </c:pt>
                <c:pt idx="467">
                  <c:v>2017.85205479</c:v>
                </c:pt>
                <c:pt idx="468">
                  <c:v>2017.85479452</c:v>
                </c:pt>
                <c:pt idx="469">
                  <c:v>2017.85753425</c:v>
                </c:pt>
                <c:pt idx="470">
                  <c:v>2017.86027397</c:v>
                </c:pt>
                <c:pt idx="471">
                  <c:v>2017.86849315</c:v>
                </c:pt>
                <c:pt idx="472">
                  <c:v>2017.87123288</c:v>
                </c:pt>
                <c:pt idx="473">
                  <c:v>2017.8739726</c:v>
                </c:pt>
                <c:pt idx="474">
                  <c:v>2017.87671233</c:v>
                </c:pt>
                <c:pt idx="475">
                  <c:v>2017.87945205</c:v>
                </c:pt>
                <c:pt idx="476">
                  <c:v>2017.88767123</c:v>
                </c:pt>
                <c:pt idx="477">
                  <c:v>2017.89041096</c:v>
                </c:pt>
                <c:pt idx="478">
                  <c:v>2017.89315068</c:v>
                </c:pt>
                <c:pt idx="479">
                  <c:v>2017.89863014</c:v>
                </c:pt>
                <c:pt idx="480">
                  <c:v>2017.90684932</c:v>
                </c:pt>
                <c:pt idx="481">
                  <c:v>2017.90958904</c:v>
                </c:pt>
                <c:pt idx="482">
                  <c:v>2017.91232877</c:v>
                </c:pt>
                <c:pt idx="483">
                  <c:v>2017.91506849</c:v>
                </c:pt>
                <c:pt idx="484">
                  <c:v>2017.91780822</c:v>
                </c:pt>
                <c:pt idx="485">
                  <c:v>2017.9260274</c:v>
                </c:pt>
                <c:pt idx="486">
                  <c:v>2017.92876712</c:v>
                </c:pt>
                <c:pt idx="487">
                  <c:v>2017.93150685</c:v>
                </c:pt>
                <c:pt idx="488">
                  <c:v>2017.93424658</c:v>
                </c:pt>
                <c:pt idx="489">
                  <c:v>2017.9369863</c:v>
                </c:pt>
                <c:pt idx="490">
                  <c:v>2017.94520548</c:v>
                </c:pt>
                <c:pt idx="491">
                  <c:v>2017.94794521</c:v>
                </c:pt>
                <c:pt idx="492">
                  <c:v>2017.95068493</c:v>
                </c:pt>
                <c:pt idx="493">
                  <c:v>2017.95342466</c:v>
                </c:pt>
                <c:pt idx="494">
                  <c:v>2017.95616438</c:v>
                </c:pt>
                <c:pt idx="495">
                  <c:v>2017.96438356</c:v>
                </c:pt>
                <c:pt idx="496">
                  <c:v>2017.96712329</c:v>
                </c:pt>
                <c:pt idx="497">
                  <c:v>2017.96986301</c:v>
                </c:pt>
                <c:pt idx="498">
                  <c:v>2017.97260274</c:v>
                </c:pt>
                <c:pt idx="499">
                  <c:v>2017.97534247</c:v>
                </c:pt>
                <c:pt idx="500">
                  <c:v>2017.98630137</c:v>
                </c:pt>
                <c:pt idx="501">
                  <c:v>2017.9890411</c:v>
                </c:pt>
                <c:pt idx="502">
                  <c:v>2017.99178082</c:v>
                </c:pt>
                <c:pt idx="503">
                  <c:v>2017.99452055</c:v>
                </c:pt>
                <c:pt idx="504">
                  <c:v>2018.00547945</c:v>
                </c:pt>
                <c:pt idx="505">
                  <c:v>2018.00821918</c:v>
                </c:pt>
                <c:pt idx="506">
                  <c:v>2018.0109589</c:v>
                </c:pt>
                <c:pt idx="507">
                  <c:v>2018.01369863</c:v>
                </c:pt>
                <c:pt idx="508">
                  <c:v>2018.02191781</c:v>
                </c:pt>
                <c:pt idx="509">
                  <c:v>2018.02465753</c:v>
                </c:pt>
                <c:pt idx="510">
                  <c:v>2018.02739726</c:v>
                </c:pt>
                <c:pt idx="511">
                  <c:v>2018.03013699</c:v>
                </c:pt>
                <c:pt idx="512">
                  <c:v>2018.03287671</c:v>
                </c:pt>
                <c:pt idx="513">
                  <c:v>2018.04383562</c:v>
                </c:pt>
                <c:pt idx="514">
                  <c:v>2018.04657534</c:v>
                </c:pt>
                <c:pt idx="515">
                  <c:v>2018.04931507</c:v>
                </c:pt>
                <c:pt idx="516">
                  <c:v>2018.05205479</c:v>
                </c:pt>
                <c:pt idx="517">
                  <c:v>2018.06027397</c:v>
                </c:pt>
                <c:pt idx="518">
                  <c:v>2018.0630137</c:v>
                </c:pt>
                <c:pt idx="519">
                  <c:v>2018.06575342</c:v>
                </c:pt>
                <c:pt idx="520">
                  <c:v>2018.06849315</c:v>
                </c:pt>
                <c:pt idx="521">
                  <c:v>2018.07123288</c:v>
                </c:pt>
                <c:pt idx="522">
                  <c:v>2018.07945205</c:v>
                </c:pt>
                <c:pt idx="523">
                  <c:v>2018.08219178</c:v>
                </c:pt>
                <c:pt idx="524">
                  <c:v>2018.08493151</c:v>
                </c:pt>
                <c:pt idx="525">
                  <c:v>2018.08767123</c:v>
                </c:pt>
                <c:pt idx="526">
                  <c:v>2018.09041096</c:v>
                </c:pt>
                <c:pt idx="527">
                  <c:v>2018.09863014</c:v>
                </c:pt>
                <c:pt idx="528">
                  <c:v>2018.10136986</c:v>
                </c:pt>
                <c:pt idx="529">
                  <c:v>2018.10410959</c:v>
                </c:pt>
                <c:pt idx="530">
                  <c:v>2018.10684932</c:v>
                </c:pt>
                <c:pt idx="531">
                  <c:v>2018.10958904</c:v>
                </c:pt>
                <c:pt idx="532">
                  <c:v>2018.11780822</c:v>
                </c:pt>
                <c:pt idx="533">
                  <c:v>2018.12054795</c:v>
                </c:pt>
                <c:pt idx="534">
                  <c:v>2018.12328767</c:v>
                </c:pt>
                <c:pt idx="535">
                  <c:v>2018.1260274</c:v>
                </c:pt>
                <c:pt idx="536">
                  <c:v>2018.12876712</c:v>
                </c:pt>
                <c:pt idx="537">
                  <c:v>2018.13972603</c:v>
                </c:pt>
                <c:pt idx="538">
                  <c:v>2018.14246575</c:v>
                </c:pt>
                <c:pt idx="539">
                  <c:v>2018.14520548</c:v>
                </c:pt>
                <c:pt idx="540">
                  <c:v>2018.14794521</c:v>
                </c:pt>
                <c:pt idx="541">
                  <c:v>2018.15616438</c:v>
                </c:pt>
                <c:pt idx="542">
                  <c:v>2018.15890411</c:v>
                </c:pt>
                <c:pt idx="543">
                  <c:v>2018.16164384</c:v>
                </c:pt>
                <c:pt idx="544">
                  <c:v>2018.16438356</c:v>
                </c:pt>
                <c:pt idx="545">
                  <c:v>2018.16712329</c:v>
                </c:pt>
                <c:pt idx="546">
                  <c:v>2018.17534247</c:v>
                </c:pt>
                <c:pt idx="547">
                  <c:v>2018.17808219</c:v>
                </c:pt>
                <c:pt idx="548">
                  <c:v>2018.18082192</c:v>
                </c:pt>
                <c:pt idx="549">
                  <c:v>2018.18356164</c:v>
                </c:pt>
                <c:pt idx="550">
                  <c:v>2018.18630137</c:v>
                </c:pt>
                <c:pt idx="551">
                  <c:v>2018.19452055</c:v>
                </c:pt>
                <c:pt idx="552">
                  <c:v>2018.19726027</c:v>
                </c:pt>
                <c:pt idx="553">
                  <c:v>2018.2</c:v>
                </c:pt>
                <c:pt idx="554">
                  <c:v>2018.20273973</c:v>
                </c:pt>
                <c:pt idx="555">
                  <c:v>2018.20547945</c:v>
                </c:pt>
                <c:pt idx="556">
                  <c:v>2018.21369863</c:v>
                </c:pt>
                <c:pt idx="557">
                  <c:v>2018.21643836</c:v>
                </c:pt>
                <c:pt idx="558">
                  <c:v>2018.21917808</c:v>
                </c:pt>
                <c:pt idx="559">
                  <c:v>2018.22191781</c:v>
                </c:pt>
                <c:pt idx="560">
                  <c:v>2018.22465753</c:v>
                </c:pt>
                <c:pt idx="561">
                  <c:v>2018.23287671</c:v>
                </c:pt>
                <c:pt idx="562">
                  <c:v>2018.23561644</c:v>
                </c:pt>
                <c:pt idx="563">
                  <c:v>2018.23835616</c:v>
                </c:pt>
                <c:pt idx="564">
                  <c:v>2018.24109589</c:v>
                </c:pt>
                <c:pt idx="565">
                  <c:v>2018.25205479</c:v>
                </c:pt>
                <c:pt idx="566">
                  <c:v>2018.25479452</c:v>
                </c:pt>
                <c:pt idx="567">
                  <c:v>2018.25753425</c:v>
                </c:pt>
                <c:pt idx="568">
                  <c:v>2018.26027397</c:v>
                </c:pt>
                <c:pt idx="569">
                  <c:v>2018.2630137</c:v>
                </c:pt>
                <c:pt idx="570">
                  <c:v>2018.27123288</c:v>
                </c:pt>
                <c:pt idx="571">
                  <c:v>2018.2739726</c:v>
                </c:pt>
                <c:pt idx="572">
                  <c:v>2018.27671233</c:v>
                </c:pt>
                <c:pt idx="573">
                  <c:v>2018.27945205</c:v>
                </c:pt>
                <c:pt idx="574">
                  <c:v>2018.28219178</c:v>
                </c:pt>
                <c:pt idx="575">
                  <c:v>2018.29041096</c:v>
                </c:pt>
                <c:pt idx="576">
                  <c:v>2018.29315068</c:v>
                </c:pt>
                <c:pt idx="577">
                  <c:v>2018.29589041</c:v>
                </c:pt>
                <c:pt idx="578">
                  <c:v>2018.29863014</c:v>
                </c:pt>
                <c:pt idx="579">
                  <c:v>2018.30136986</c:v>
                </c:pt>
                <c:pt idx="580">
                  <c:v>2018.30958904</c:v>
                </c:pt>
                <c:pt idx="581">
                  <c:v>2018.31232877</c:v>
                </c:pt>
                <c:pt idx="582">
                  <c:v>2018.31506849</c:v>
                </c:pt>
                <c:pt idx="583">
                  <c:v>2018.31780822</c:v>
                </c:pt>
                <c:pt idx="584">
                  <c:v>2018.32054795</c:v>
                </c:pt>
                <c:pt idx="585">
                  <c:v>2018.32876712</c:v>
                </c:pt>
                <c:pt idx="586">
                  <c:v>2018.33150685</c:v>
                </c:pt>
                <c:pt idx="587">
                  <c:v>2018.33424658</c:v>
                </c:pt>
                <c:pt idx="588">
                  <c:v>2018.3369863</c:v>
                </c:pt>
                <c:pt idx="589">
                  <c:v>2018.33972603</c:v>
                </c:pt>
                <c:pt idx="590">
                  <c:v>2018.34794521</c:v>
                </c:pt>
                <c:pt idx="591">
                  <c:v>2018.35068493</c:v>
                </c:pt>
                <c:pt idx="592">
                  <c:v>2018.35342466</c:v>
                </c:pt>
                <c:pt idx="593">
                  <c:v>2018.35616438</c:v>
                </c:pt>
                <c:pt idx="594">
                  <c:v>2018.35890411</c:v>
                </c:pt>
                <c:pt idx="595">
                  <c:v>2018.36712329</c:v>
                </c:pt>
                <c:pt idx="596">
                  <c:v>2018.36986301</c:v>
                </c:pt>
                <c:pt idx="597">
                  <c:v>2018.37260274</c:v>
                </c:pt>
                <c:pt idx="598">
                  <c:v>2018.37534247</c:v>
                </c:pt>
                <c:pt idx="599">
                  <c:v>2018.37808219</c:v>
                </c:pt>
                <c:pt idx="600">
                  <c:v>2018.38630137</c:v>
                </c:pt>
                <c:pt idx="601">
                  <c:v>2018.3890411</c:v>
                </c:pt>
                <c:pt idx="602">
                  <c:v>2018.39178082</c:v>
                </c:pt>
                <c:pt idx="603">
                  <c:v>2018.39452055</c:v>
                </c:pt>
                <c:pt idx="604">
                  <c:v>2018.39726027</c:v>
                </c:pt>
                <c:pt idx="605">
                  <c:v>2018.40821918</c:v>
                </c:pt>
                <c:pt idx="606">
                  <c:v>2018.4109589</c:v>
                </c:pt>
                <c:pt idx="607">
                  <c:v>2018.41369863</c:v>
                </c:pt>
                <c:pt idx="608">
                  <c:v>2018.41643836</c:v>
                </c:pt>
                <c:pt idx="609">
                  <c:v>2018.42465753</c:v>
                </c:pt>
                <c:pt idx="610">
                  <c:v>2018.42739726</c:v>
                </c:pt>
                <c:pt idx="611">
                  <c:v>2018.43013699</c:v>
                </c:pt>
                <c:pt idx="612">
                  <c:v>2018.43287671</c:v>
                </c:pt>
                <c:pt idx="613">
                  <c:v>2018.43561644</c:v>
                </c:pt>
                <c:pt idx="614">
                  <c:v>2018.44383562</c:v>
                </c:pt>
                <c:pt idx="615">
                  <c:v>2018.44657534</c:v>
                </c:pt>
                <c:pt idx="616">
                  <c:v>2018.44931507</c:v>
                </c:pt>
                <c:pt idx="617">
                  <c:v>2018.45205479</c:v>
                </c:pt>
                <c:pt idx="618">
                  <c:v>2018.45479452</c:v>
                </c:pt>
                <c:pt idx="619">
                  <c:v>2018.4630137</c:v>
                </c:pt>
                <c:pt idx="620">
                  <c:v>2018.46575342</c:v>
                </c:pt>
                <c:pt idx="621">
                  <c:v>2018.46849315</c:v>
                </c:pt>
                <c:pt idx="622">
                  <c:v>2018.47123288</c:v>
                </c:pt>
                <c:pt idx="623">
                  <c:v>2018.4739726</c:v>
                </c:pt>
                <c:pt idx="624">
                  <c:v>2018.48219178</c:v>
                </c:pt>
                <c:pt idx="625">
                  <c:v>2018.48493151</c:v>
                </c:pt>
                <c:pt idx="626">
                  <c:v>2018.48767123</c:v>
                </c:pt>
                <c:pt idx="627">
                  <c:v>2018.49041096</c:v>
                </c:pt>
                <c:pt idx="628">
                  <c:v>2018.49315068</c:v>
                </c:pt>
                <c:pt idx="629">
                  <c:v>2018.50136986</c:v>
                </c:pt>
                <c:pt idx="630">
                  <c:v>2018.50410959</c:v>
                </c:pt>
                <c:pt idx="631">
                  <c:v>2018.50958904</c:v>
                </c:pt>
                <c:pt idx="632">
                  <c:v>2018.51232877</c:v>
                </c:pt>
                <c:pt idx="633">
                  <c:v>2018.52054795</c:v>
                </c:pt>
                <c:pt idx="634">
                  <c:v>2018.52328767</c:v>
                </c:pt>
                <c:pt idx="635">
                  <c:v>2018.5260274</c:v>
                </c:pt>
                <c:pt idx="636">
                  <c:v>2018.52876712</c:v>
                </c:pt>
                <c:pt idx="637">
                  <c:v>2018.53150685</c:v>
                </c:pt>
                <c:pt idx="638">
                  <c:v>2018.53972603</c:v>
                </c:pt>
                <c:pt idx="639">
                  <c:v>2018.54246575</c:v>
                </c:pt>
                <c:pt idx="640">
                  <c:v>2018.54520548</c:v>
                </c:pt>
                <c:pt idx="641">
                  <c:v>2018.54794521</c:v>
                </c:pt>
                <c:pt idx="642">
                  <c:v>2018.55068493</c:v>
                </c:pt>
                <c:pt idx="643">
                  <c:v>2018.55890411</c:v>
                </c:pt>
                <c:pt idx="644">
                  <c:v>2018.56164384</c:v>
                </c:pt>
                <c:pt idx="645">
                  <c:v>2018.56438356</c:v>
                </c:pt>
                <c:pt idx="646">
                  <c:v>2018.56712329</c:v>
                </c:pt>
                <c:pt idx="647">
                  <c:v>2018.56986301</c:v>
                </c:pt>
                <c:pt idx="648">
                  <c:v>2018.57808219</c:v>
                </c:pt>
                <c:pt idx="649">
                  <c:v>2018.58082192</c:v>
                </c:pt>
                <c:pt idx="650">
                  <c:v>2018.58356164</c:v>
                </c:pt>
                <c:pt idx="651">
                  <c:v>2018.58630137</c:v>
                </c:pt>
                <c:pt idx="652">
                  <c:v>2018.5890411</c:v>
                </c:pt>
                <c:pt idx="653">
                  <c:v>2018.59726027</c:v>
                </c:pt>
                <c:pt idx="654">
                  <c:v>2018.6</c:v>
                </c:pt>
                <c:pt idx="655">
                  <c:v>2018.60273973</c:v>
                </c:pt>
                <c:pt idx="656">
                  <c:v>2018.60547945</c:v>
                </c:pt>
                <c:pt idx="657">
                  <c:v>2018.60821918</c:v>
                </c:pt>
                <c:pt idx="658">
                  <c:v>2018.61643836</c:v>
                </c:pt>
                <c:pt idx="659">
                  <c:v>2018.61917808</c:v>
                </c:pt>
                <c:pt idx="660">
                  <c:v>2018.62191781</c:v>
                </c:pt>
                <c:pt idx="661">
                  <c:v>2018.62465753</c:v>
                </c:pt>
                <c:pt idx="662">
                  <c:v>2018.62739726</c:v>
                </c:pt>
                <c:pt idx="663">
                  <c:v>2018.63561644</c:v>
                </c:pt>
                <c:pt idx="664">
                  <c:v>2018.63835616</c:v>
                </c:pt>
                <c:pt idx="665">
                  <c:v>2018.64109589</c:v>
                </c:pt>
                <c:pt idx="666">
                  <c:v>2018.64383562</c:v>
                </c:pt>
                <c:pt idx="667">
                  <c:v>2018.64657534</c:v>
                </c:pt>
                <c:pt idx="668">
                  <c:v>2018.65479452</c:v>
                </c:pt>
                <c:pt idx="669">
                  <c:v>2018.65753425</c:v>
                </c:pt>
                <c:pt idx="670">
                  <c:v>2018.66027397</c:v>
                </c:pt>
                <c:pt idx="671">
                  <c:v>2018.6630137</c:v>
                </c:pt>
                <c:pt idx="672">
                  <c:v>2018.66575342</c:v>
                </c:pt>
                <c:pt idx="673">
                  <c:v>2018.67671233</c:v>
                </c:pt>
                <c:pt idx="674">
                  <c:v>2018.67945205</c:v>
                </c:pt>
                <c:pt idx="675">
                  <c:v>2018.68219178</c:v>
                </c:pt>
                <c:pt idx="676">
                  <c:v>2018.68493151</c:v>
                </c:pt>
                <c:pt idx="677">
                  <c:v>2018.69315068</c:v>
                </c:pt>
                <c:pt idx="678">
                  <c:v>2018.69589041</c:v>
                </c:pt>
                <c:pt idx="679">
                  <c:v>2018.69863014</c:v>
                </c:pt>
                <c:pt idx="680">
                  <c:v>2018.70136986</c:v>
                </c:pt>
                <c:pt idx="681">
                  <c:v>2018.70410959</c:v>
                </c:pt>
                <c:pt idx="682">
                  <c:v>2018.71232877</c:v>
                </c:pt>
                <c:pt idx="683">
                  <c:v>2018.71506849</c:v>
                </c:pt>
                <c:pt idx="684">
                  <c:v>2018.71780822</c:v>
                </c:pt>
                <c:pt idx="685">
                  <c:v>2018.72054795</c:v>
                </c:pt>
                <c:pt idx="686">
                  <c:v>2018.72328767</c:v>
                </c:pt>
                <c:pt idx="687">
                  <c:v>2018.73150685</c:v>
                </c:pt>
                <c:pt idx="688">
                  <c:v>2018.73424658</c:v>
                </c:pt>
                <c:pt idx="689">
                  <c:v>2018.7369863</c:v>
                </c:pt>
                <c:pt idx="690">
                  <c:v>2018.73972603</c:v>
                </c:pt>
                <c:pt idx="691">
                  <c:v>2018.74246575</c:v>
                </c:pt>
                <c:pt idx="692">
                  <c:v>2018.75068493</c:v>
                </c:pt>
                <c:pt idx="693">
                  <c:v>2018.75342466</c:v>
                </c:pt>
                <c:pt idx="694">
                  <c:v>2018.75616438</c:v>
                </c:pt>
                <c:pt idx="695">
                  <c:v>2018.75890411</c:v>
                </c:pt>
                <c:pt idx="696">
                  <c:v>2018.76164384</c:v>
                </c:pt>
                <c:pt idx="697">
                  <c:v>2018.76986301</c:v>
                </c:pt>
                <c:pt idx="698">
                  <c:v>2018.77260274</c:v>
                </c:pt>
                <c:pt idx="699">
                  <c:v>2018.77534247</c:v>
                </c:pt>
                <c:pt idx="700">
                  <c:v>2018.77808219</c:v>
                </c:pt>
                <c:pt idx="701">
                  <c:v>2018.78082192</c:v>
                </c:pt>
                <c:pt idx="702">
                  <c:v>2018.7890411</c:v>
                </c:pt>
                <c:pt idx="703">
                  <c:v>2018.79178082</c:v>
                </c:pt>
                <c:pt idx="704">
                  <c:v>2018.79452055</c:v>
                </c:pt>
                <c:pt idx="705">
                  <c:v>2018.79726027</c:v>
                </c:pt>
                <c:pt idx="706">
                  <c:v>2018.8</c:v>
                </c:pt>
                <c:pt idx="707">
                  <c:v>2018.80821918</c:v>
                </c:pt>
                <c:pt idx="708">
                  <c:v>2018.8109589</c:v>
                </c:pt>
                <c:pt idx="709">
                  <c:v>2018.81369863</c:v>
                </c:pt>
                <c:pt idx="710">
                  <c:v>2018.81643836</c:v>
                </c:pt>
                <c:pt idx="711">
                  <c:v>2018.81917808</c:v>
                </c:pt>
                <c:pt idx="712">
                  <c:v>2018.82739726</c:v>
                </c:pt>
                <c:pt idx="713">
                  <c:v>2018.83013699</c:v>
                </c:pt>
                <c:pt idx="714">
                  <c:v>2018.83287671</c:v>
                </c:pt>
                <c:pt idx="715">
                  <c:v>2018.83561644</c:v>
                </c:pt>
                <c:pt idx="716">
                  <c:v>2018.83835616</c:v>
                </c:pt>
                <c:pt idx="717">
                  <c:v>2018.84657534</c:v>
                </c:pt>
                <c:pt idx="718">
                  <c:v>2018.84931507</c:v>
                </c:pt>
                <c:pt idx="719">
                  <c:v>2018.85205479</c:v>
                </c:pt>
                <c:pt idx="720">
                  <c:v>2018.85479452</c:v>
                </c:pt>
                <c:pt idx="721">
                  <c:v>2018.85753425</c:v>
                </c:pt>
                <c:pt idx="722">
                  <c:v>2018.86575342</c:v>
                </c:pt>
                <c:pt idx="723">
                  <c:v>2018.86849315</c:v>
                </c:pt>
                <c:pt idx="724">
                  <c:v>2018.87123288</c:v>
                </c:pt>
                <c:pt idx="725">
                  <c:v>2018.8739726</c:v>
                </c:pt>
                <c:pt idx="726">
                  <c:v>2018.87671233</c:v>
                </c:pt>
                <c:pt idx="727">
                  <c:v>2018.88493151</c:v>
                </c:pt>
                <c:pt idx="728">
                  <c:v>2018.88767123</c:v>
                </c:pt>
                <c:pt idx="729">
                  <c:v>2018.89041096</c:v>
                </c:pt>
                <c:pt idx="730">
                  <c:v>2018.89589041</c:v>
                </c:pt>
                <c:pt idx="731">
                  <c:v>2018.90410959</c:v>
                </c:pt>
                <c:pt idx="732">
                  <c:v>2018.90684932</c:v>
                </c:pt>
                <c:pt idx="733">
                  <c:v>2018.90958904</c:v>
                </c:pt>
                <c:pt idx="734">
                  <c:v>2018.91232877</c:v>
                </c:pt>
                <c:pt idx="735">
                  <c:v>2018.91506849</c:v>
                </c:pt>
                <c:pt idx="736">
                  <c:v>2018.92328767</c:v>
                </c:pt>
                <c:pt idx="737">
                  <c:v>2018.9260274</c:v>
                </c:pt>
                <c:pt idx="738">
                  <c:v>2018.93150685</c:v>
                </c:pt>
                <c:pt idx="739">
                  <c:v>2018.93424658</c:v>
                </c:pt>
                <c:pt idx="740">
                  <c:v>2018.94246575</c:v>
                </c:pt>
                <c:pt idx="741">
                  <c:v>2018.94520548</c:v>
                </c:pt>
                <c:pt idx="742">
                  <c:v>2018.94794521</c:v>
                </c:pt>
                <c:pt idx="743">
                  <c:v>2018.95068493</c:v>
                </c:pt>
                <c:pt idx="744">
                  <c:v>2018.95342466</c:v>
                </c:pt>
                <c:pt idx="745">
                  <c:v>2018.96164384</c:v>
                </c:pt>
                <c:pt idx="746">
                  <c:v>2018.96438356</c:v>
                </c:pt>
                <c:pt idx="747">
                  <c:v>2018.96712329</c:v>
                </c:pt>
                <c:pt idx="748">
                  <c:v>2018.96986301</c:v>
                </c:pt>
                <c:pt idx="749">
                  <c:v>2018.97260274</c:v>
                </c:pt>
                <c:pt idx="750">
                  <c:v>2018.98082192</c:v>
                </c:pt>
                <c:pt idx="751">
                  <c:v>2018.98630137</c:v>
                </c:pt>
                <c:pt idx="752">
                  <c:v>2018.9890411</c:v>
                </c:pt>
                <c:pt idx="753">
                  <c:v>2018.99178082</c:v>
                </c:pt>
                <c:pt idx="754">
                  <c:v>2019</c:v>
                </c:pt>
                <c:pt idx="755">
                  <c:v>2019.00547945</c:v>
                </c:pt>
                <c:pt idx="756">
                  <c:v>2019.00821918</c:v>
                </c:pt>
                <c:pt idx="757">
                  <c:v>2019.0109589</c:v>
                </c:pt>
                <c:pt idx="758">
                  <c:v>2019.01917808</c:v>
                </c:pt>
                <c:pt idx="759">
                  <c:v>2019.02191781</c:v>
                </c:pt>
                <c:pt idx="760">
                  <c:v>2019.02465753</c:v>
                </c:pt>
                <c:pt idx="761">
                  <c:v>2019.02739726</c:v>
                </c:pt>
                <c:pt idx="762">
                  <c:v>2019.03013699</c:v>
                </c:pt>
                <c:pt idx="763">
                  <c:v>2019.03835616</c:v>
                </c:pt>
                <c:pt idx="764">
                  <c:v>2019.04109589</c:v>
                </c:pt>
                <c:pt idx="765">
                  <c:v>2019.04383562</c:v>
                </c:pt>
                <c:pt idx="766">
                  <c:v>2019.04657534</c:v>
                </c:pt>
                <c:pt idx="767">
                  <c:v>2019.04931507</c:v>
                </c:pt>
                <c:pt idx="768">
                  <c:v>2019.06027397</c:v>
                </c:pt>
                <c:pt idx="769">
                  <c:v>2019.0630137</c:v>
                </c:pt>
                <c:pt idx="770">
                  <c:v>2019.06575342</c:v>
                </c:pt>
                <c:pt idx="771">
                  <c:v>2019.06849315</c:v>
                </c:pt>
                <c:pt idx="772">
                  <c:v>2019.07671233</c:v>
                </c:pt>
                <c:pt idx="773">
                  <c:v>2019.07945205</c:v>
                </c:pt>
                <c:pt idx="774">
                  <c:v>2019.08219178</c:v>
                </c:pt>
                <c:pt idx="775">
                  <c:v>2019.08493151</c:v>
                </c:pt>
                <c:pt idx="776">
                  <c:v>2019.08767123</c:v>
                </c:pt>
                <c:pt idx="777">
                  <c:v>2019.09589041</c:v>
                </c:pt>
                <c:pt idx="778">
                  <c:v>2019.09863014</c:v>
                </c:pt>
                <c:pt idx="779">
                  <c:v>2019.10136986</c:v>
                </c:pt>
                <c:pt idx="780">
                  <c:v>2019.10410959</c:v>
                </c:pt>
                <c:pt idx="781">
                  <c:v>2019.10684932</c:v>
                </c:pt>
                <c:pt idx="782">
                  <c:v>2019.11506849</c:v>
                </c:pt>
                <c:pt idx="783">
                  <c:v>2019.11780822</c:v>
                </c:pt>
                <c:pt idx="784">
                  <c:v>2019.12054795</c:v>
                </c:pt>
                <c:pt idx="785">
                  <c:v>2019.12328767</c:v>
                </c:pt>
                <c:pt idx="786">
                  <c:v>2019.1260274</c:v>
                </c:pt>
                <c:pt idx="787">
                  <c:v>2019.1369863</c:v>
                </c:pt>
                <c:pt idx="788">
                  <c:v>2019.13972603</c:v>
                </c:pt>
                <c:pt idx="789">
                  <c:v>2019.14246575</c:v>
                </c:pt>
                <c:pt idx="790">
                  <c:v>2019.14520548</c:v>
                </c:pt>
                <c:pt idx="791">
                  <c:v>2019.15342466</c:v>
                </c:pt>
                <c:pt idx="792">
                  <c:v>2019.15616438</c:v>
                </c:pt>
                <c:pt idx="793">
                  <c:v>2019.15890411</c:v>
                </c:pt>
                <c:pt idx="794">
                  <c:v>2019.16164384</c:v>
                </c:pt>
                <c:pt idx="795">
                  <c:v>2019.16438356</c:v>
                </c:pt>
                <c:pt idx="796">
                  <c:v>2019.17260274</c:v>
                </c:pt>
                <c:pt idx="797">
                  <c:v>2019.17534247</c:v>
                </c:pt>
                <c:pt idx="798">
                  <c:v>2019.17808219</c:v>
                </c:pt>
                <c:pt idx="799">
                  <c:v>2019.18082192</c:v>
                </c:pt>
                <c:pt idx="800">
                  <c:v>2019.18356164</c:v>
                </c:pt>
                <c:pt idx="801">
                  <c:v>2019.19178082</c:v>
                </c:pt>
                <c:pt idx="802">
                  <c:v>2019.19452055</c:v>
                </c:pt>
                <c:pt idx="803">
                  <c:v>2019.19726027</c:v>
                </c:pt>
                <c:pt idx="804">
                  <c:v>2019.2</c:v>
                </c:pt>
                <c:pt idx="805">
                  <c:v>2019.20273973</c:v>
                </c:pt>
                <c:pt idx="806">
                  <c:v>2019.2109589</c:v>
                </c:pt>
                <c:pt idx="807">
                  <c:v>2019.21369863</c:v>
                </c:pt>
                <c:pt idx="808">
                  <c:v>2019.21643836</c:v>
                </c:pt>
                <c:pt idx="809">
                  <c:v>2019.21917808</c:v>
                </c:pt>
                <c:pt idx="810">
                  <c:v>2019.22191781</c:v>
                </c:pt>
                <c:pt idx="811">
                  <c:v>2019.23013699</c:v>
                </c:pt>
                <c:pt idx="812">
                  <c:v>2019.23287671</c:v>
                </c:pt>
                <c:pt idx="813">
                  <c:v>2019.23561644</c:v>
                </c:pt>
                <c:pt idx="814">
                  <c:v>2019.23835616</c:v>
                </c:pt>
                <c:pt idx="815">
                  <c:v>2019.24109589</c:v>
                </c:pt>
                <c:pt idx="816">
                  <c:v>2019.24931507</c:v>
                </c:pt>
                <c:pt idx="817">
                  <c:v>2019.25205479</c:v>
                </c:pt>
                <c:pt idx="818">
                  <c:v>2019.25479452</c:v>
                </c:pt>
                <c:pt idx="819">
                  <c:v>2019.25753425</c:v>
                </c:pt>
                <c:pt idx="820">
                  <c:v>2019.26027397</c:v>
                </c:pt>
                <c:pt idx="821">
                  <c:v>2019.26849315</c:v>
                </c:pt>
                <c:pt idx="822">
                  <c:v>2019.27123288</c:v>
                </c:pt>
                <c:pt idx="823">
                  <c:v>2019.2739726</c:v>
                </c:pt>
                <c:pt idx="824">
                  <c:v>2019.27671233</c:v>
                </c:pt>
                <c:pt idx="825">
                  <c:v>2019.27945205</c:v>
                </c:pt>
                <c:pt idx="826">
                  <c:v>2019.28767123</c:v>
                </c:pt>
                <c:pt idx="827">
                  <c:v>2019.29041096</c:v>
                </c:pt>
                <c:pt idx="828">
                  <c:v>2019.29315068</c:v>
                </c:pt>
                <c:pt idx="829">
                  <c:v>2019.29589041</c:v>
                </c:pt>
                <c:pt idx="830">
                  <c:v>2019.30684932</c:v>
                </c:pt>
                <c:pt idx="831">
                  <c:v>2019.30958904</c:v>
                </c:pt>
                <c:pt idx="832">
                  <c:v>2019.31232877</c:v>
                </c:pt>
                <c:pt idx="833">
                  <c:v>2019.31506849</c:v>
                </c:pt>
                <c:pt idx="834">
                  <c:v>2019.31780822</c:v>
                </c:pt>
                <c:pt idx="835">
                  <c:v>2019.3260274</c:v>
                </c:pt>
                <c:pt idx="836">
                  <c:v>2019.32876712</c:v>
                </c:pt>
                <c:pt idx="837">
                  <c:v>2019.33150685</c:v>
                </c:pt>
                <c:pt idx="838">
                  <c:v>2019.33424658</c:v>
                </c:pt>
                <c:pt idx="839">
                  <c:v>2019.3369863</c:v>
                </c:pt>
                <c:pt idx="840">
                  <c:v>2019.34520548</c:v>
                </c:pt>
                <c:pt idx="841">
                  <c:v>2019.34794521</c:v>
                </c:pt>
                <c:pt idx="842">
                  <c:v>2019.35068493</c:v>
                </c:pt>
                <c:pt idx="843">
                  <c:v>2019.35342466</c:v>
                </c:pt>
                <c:pt idx="844">
                  <c:v>2019.35616438</c:v>
                </c:pt>
                <c:pt idx="845">
                  <c:v>2019.36438356</c:v>
                </c:pt>
                <c:pt idx="846">
                  <c:v>2019.36712329</c:v>
                </c:pt>
                <c:pt idx="847">
                  <c:v>2019.36986301</c:v>
                </c:pt>
                <c:pt idx="848">
                  <c:v>2019.37260274</c:v>
                </c:pt>
                <c:pt idx="849">
                  <c:v>2019.37534247</c:v>
                </c:pt>
                <c:pt idx="850">
                  <c:v>2019.38356164</c:v>
                </c:pt>
                <c:pt idx="851">
                  <c:v>2019.38630137</c:v>
                </c:pt>
                <c:pt idx="852">
                  <c:v>2019.3890411</c:v>
                </c:pt>
                <c:pt idx="853">
                  <c:v>2019.39178082</c:v>
                </c:pt>
                <c:pt idx="854">
                  <c:v>2019.39452055</c:v>
                </c:pt>
                <c:pt idx="855">
                  <c:v>2019.40547945</c:v>
                </c:pt>
                <c:pt idx="856">
                  <c:v>2019.40821918</c:v>
                </c:pt>
                <c:pt idx="857">
                  <c:v>2019.4109589</c:v>
                </c:pt>
                <c:pt idx="858">
                  <c:v>2019.41369863</c:v>
                </c:pt>
                <c:pt idx="859">
                  <c:v>2019.42191781</c:v>
                </c:pt>
                <c:pt idx="860">
                  <c:v>2019.42465753</c:v>
                </c:pt>
                <c:pt idx="861">
                  <c:v>2019.42739726</c:v>
                </c:pt>
                <c:pt idx="862">
                  <c:v>2019.43013699</c:v>
                </c:pt>
                <c:pt idx="863">
                  <c:v>2019.43287671</c:v>
                </c:pt>
                <c:pt idx="864">
                  <c:v>2019.44109589</c:v>
                </c:pt>
                <c:pt idx="865">
                  <c:v>2019.44383562</c:v>
                </c:pt>
                <c:pt idx="866">
                  <c:v>2019.44657534</c:v>
                </c:pt>
                <c:pt idx="867">
                  <c:v>2019.44931507</c:v>
                </c:pt>
                <c:pt idx="868">
                  <c:v>2019.45205479</c:v>
                </c:pt>
                <c:pt idx="869">
                  <c:v>2019.46027397</c:v>
                </c:pt>
                <c:pt idx="870">
                  <c:v>2019.4630137</c:v>
                </c:pt>
                <c:pt idx="871">
                  <c:v>2019.46575342</c:v>
                </c:pt>
                <c:pt idx="872">
                  <c:v>2019.46849315</c:v>
                </c:pt>
                <c:pt idx="873">
                  <c:v>2019.47123288</c:v>
                </c:pt>
                <c:pt idx="874">
                  <c:v>2019.47945205</c:v>
                </c:pt>
                <c:pt idx="875">
                  <c:v>2019.48219178</c:v>
                </c:pt>
                <c:pt idx="876">
                  <c:v>2019.48493151</c:v>
                </c:pt>
                <c:pt idx="877">
                  <c:v>2019.48767123</c:v>
                </c:pt>
                <c:pt idx="878">
                  <c:v>2019.49041096</c:v>
                </c:pt>
                <c:pt idx="879">
                  <c:v>2019.49863014</c:v>
                </c:pt>
                <c:pt idx="880">
                  <c:v>2019.50136986</c:v>
                </c:pt>
                <c:pt idx="881">
                  <c:v>2019.50410959</c:v>
                </c:pt>
                <c:pt idx="882">
                  <c:v>2019.50958904</c:v>
                </c:pt>
                <c:pt idx="883">
                  <c:v>2019.51780822</c:v>
                </c:pt>
                <c:pt idx="884">
                  <c:v>2019.52054795</c:v>
                </c:pt>
                <c:pt idx="885">
                  <c:v>2019.52328767</c:v>
                </c:pt>
                <c:pt idx="886">
                  <c:v>2019.5260274</c:v>
                </c:pt>
                <c:pt idx="887">
                  <c:v>2019.52876712</c:v>
                </c:pt>
                <c:pt idx="888">
                  <c:v>2019.5369863</c:v>
                </c:pt>
                <c:pt idx="889">
                  <c:v>2019.53972603</c:v>
                </c:pt>
                <c:pt idx="890">
                  <c:v>2019.54246575</c:v>
                </c:pt>
                <c:pt idx="891">
                  <c:v>2019.54520548</c:v>
                </c:pt>
                <c:pt idx="892">
                  <c:v>2019.54794521</c:v>
                </c:pt>
                <c:pt idx="893">
                  <c:v>2019.55616438</c:v>
                </c:pt>
                <c:pt idx="894">
                  <c:v>2019.55890411</c:v>
                </c:pt>
                <c:pt idx="895">
                  <c:v>2019.56164384</c:v>
                </c:pt>
                <c:pt idx="896">
                  <c:v>2019.56438356</c:v>
                </c:pt>
                <c:pt idx="897">
                  <c:v>2019.56712329</c:v>
                </c:pt>
                <c:pt idx="898">
                  <c:v>2019.57534247</c:v>
                </c:pt>
                <c:pt idx="899">
                  <c:v>2019.57808219</c:v>
                </c:pt>
                <c:pt idx="900">
                  <c:v>2019.58082192</c:v>
                </c:pt>
                <c:pt idx="901">
                  <c:v>2019.58356164</c:v>
                </c:pt>
                <c:pt idx="902">
                  <c:v>2019.58630137</c:v>
                </c:pt>
                <c:pt idx="903">
                  <c:v>2019.59452055</c:v>
                </c:pt>
                <c:pt idx="904">
                  <c:v>2019.59726027</c:v>
                </c:pt>
                <c:pt idx="905">
                  <c:v>2019.6</c:v>
                </c:pt>
                <c:pt idx="906">
                  <c:v>2019.60273973</c:v>
                </c:pt>
                <c:pt idx="907">
                  <c:v>2019.60547945</c:v>
                </c:pt>
                <c:pt idx="908">
                  <c:v>2019.61369863</c:v>
                </c:pt>
                <c:pt idx="909">
                  <c:v>2019.61643836</c:v>
                </c:pt>
                <c:pt idx="910">
                  <c:v>2019.61917808</c:v>
                </c:pt>
                <c:pt idx="911">
                  <c:v>2019.62191781</c:v>
                </c:pt>
                <c:pt idx="912">
                  <c:v>2019.62465753</c:v>
                </c:pt>
                <c:pt idx="913">
                  <c:v>2019.63287671</c:v>
                </c:pt>
                <c:pt idx="914">
                  <c:v>2019.63561644</c:v>
                </c:pt>
                <c:pt idx="915">
                  <c:v>2019.63835616</c:v>
                </c:pt>
                <c:pt idx="916">
                  <c:v>2019.64109589</c:v>
                </c:pt>
                <c:pt idx="917">
                  <c:v>2019.64383562</c:v>
                </c:pt>
                <c:pt idx="918">
                  <c:v>2019.65205479</c:v>
                </c:pt>
                <c:pt idx="919">
                  <c:v>2019.65479452</c:v>
                </c:pt>
                <c:pt idx="920">
                  <c:v>2019.65753425</c:v>
                </c:pt>
                <c:pt idx="921">
                  <c:v>2019.66027397</c:v>
                </c:pt>
                <c:pt idx="922">
                  <c:v>2019.6630137</c:v>
                </c:pt>
                <c:pt idx="923">
                  <c:v>2019.6739726</c:v>
                </c:pt>
                <c:pt idx="924">
                  <c:v>2019.67671233</c:v>
                </c:pt>
                <c:pt idx="925">
                  <c:v>2019.67945205</c:v>
                </c:pt>
                <c:pt idx="926">
                  <c:v>2019.68219178</c:v>
                </c:pt>
                <c:pt idx="927">
                  <c:v>2019.69041096</c:v>
                </c:pt>
                <c:pt idx="928">
                  <c:v>2019.69315068</c:v>
                </c:pt>
                <c:pt idx="929">
                  <c:v>2019.69589041</c:v>
                </c:pt>
                <c:pt idx="930">
                  <c:v>2019.69863014</c:v>
                </c:pt>
                <c:pt idx="931">
                  <c:v>2019.70136986</c:v>
                </c:pt>
                <c:pt idx="932">
                  <c:v>2019.70958904</c:v>
                </c:pt>
                <c:pt idx="933">
                  <c:v>2019.71232877</c:v>
                </c:pt>
                <c:pt idx="934">
                  <c:v>2019.71506849</c:v>
                </c:pt>
                <c:pt idx="935">
                  <c:v>2019.71780822</c:v>
                </c:pt>
                <c:pt idx="936">
                  <c:v>2019.72054795</c:v>
                </c:pt>
                <c:pt idx="937">
                  <c:v>2019.72876712</c:v>
                </c:pt>
                <c:pt idx="938">
                  <c:v>2019.73150685</c:v>
                </c:pt>
                <c:pt idx="939">
                  <c:v>2019.73424658</c:v>
                </c:pt>
                <c:pt idx="940">
                  <c:v>2019.7369863</c:v>
                </c:pt>
                <c:pt idx="941">
                  <c:v>2019.73972603</c:v>
                </c:pt>
                <c:pt idx="942">
                  <c:v>2019.74794521</c:v>
                </c:pt>
                <c:pt idx="943">
                  <c:v>2019.75068493</c:v>
                </c:pt>
                <c:pt idx="944">
                  <c:v>2019.75342466</c:v>
                </c:pt>
                <c:pt idx="945">
                  <c:v>2019.75616438</c:v>
                </c:pt>
                <c:pt idx="946">
                  <c:v>2019.75890411</c:v>
                </c:pt>
                <c:pt idx="947">
                  <c:v>2019.76712329</c:v>
                </c:pt>
                <c:pt idx="948">
                  <c:v>2019.76986301</c:v>
                </c:pt>
                <c:pt idx="949">
                  <c:v>2019.77260274</c:v>
                </c:pt>
                <c:pt idx="950">
                  <c:v>2019.77534247</c:v>
                </c:pt>
                <c:pt idx="951">
                  <c:v>2019.77808219</c:v>
                </c:pt>
                <c:pt idx="952">
                  <c:v>2019.78630137</c:v>
                </c:pt>
                <c:pt idx="953">
                  <c:v>2019.7890411</c:v>
                </c:pt>
                <c:pt idx="954">
                  <c:v>2019.79178082</c:v>
                </c:pt>
                <c:pt idx="955">
                  <c:v>2019.79452055</c:v>
                </c:pt>
                <c:pt idx="956">
                  <c:v>2019.79726027</c:v>
                </c:pt>
                <c:pt idx="957">
                  <c:v>2019.80547945</c:v>
                </c:pt>
                <c:pt idx="958">
                  <c:v>2019.80821918</c:v>
                </c:pt>
                <c:pt idx="959">
                  <c:v>2019.8109589</c:v>
                </c:pt>
                <c:pt idx="960">
                  <c:v>2019.81369863</c:v>
                </c:pt>
                <c:pt idx="961">
                  <c:v>2019.81643836</c:v>
                </c:pt>
                <c:pt idx="962">
                  <c:v>2019.82465753</c:v>
                </c:pt>
                <c:pt idx="963">
                  <c:v>2019.82739726</c:v>
                </c:pt>
                <c:pt idx="964">
                  <c:v>2019.83013699</c:v>
                </c:pt>
                <c:pt idx="965">
                  <c:v>2019.83287671</c:v>
                </c:pt>
                <c:pt idx="966">
                  <c:v>2019.83561644</c:v>
                </c:pt>
                <c:pt idx="967">
                  <c:v>2019.84383562</c:v>
                </c:pt>
                <c:pt idx="968">
                  <c:v>2019.84657534</c:v>
                </c:pt>
                <c:pt idx="969">
                  <c:v>2019.84931507</c:v>
                </c:pt>
                <c:pt idx="970">
                  <c:v>2019.85205479</c:v>
                </c:pt>
                <c:pt idx="971">
                  <c:v>2019.85479452</c:v>
                </c:pt>
                <c:pt idx="972">
                  <c:v>2019.8630137</c:v>
                </c:pt>
                <c:pt idx="973">
                  <c:v>2019.86575342</c:v>
                </c:pt>
                <c:pt idx="974">
                  <c:v>2019.86849315</c:v>
                </c:pt>
                <c:pt idx="975">
                  <c:v>2019.87123288</c:v>
                </c:pt>
                <c:pt idx="976">
                  <c:v>2019.8739726</c:v>
                </c:pt>
                <c:pt idx="977">
                  <c:v>2019.88219178</c:v>
                </c:pt>
                <c:pt idx="978">
                  <c:v>2019.88493151</c:v>
                </c:pt>
                <c:pt idx="979">
                  <c:v>2019.88767123</c:v>
                </c:pt>
                <c:pt idx="980">
                  <c:v>2019.89041096</c:v>
                </c:pt>
                <c:pt idx="981">
                  <c:v>2019.89315068</c:v>
                </c:pt>
                <c:pt idx="982">
                  <c:v>2019.90136986</c:v>
                </c:pt>
                <c:pt idx="983">
                  <c:v>2019.90410959</c:v>
                </c:pt>
                <c:pt idx="984">
                  <c:v>2019.90684932</c:v>
                </c:pt>
                <c:pt idx="985">
                  <c:v>2019.91232877</c:v>
                </c:pt>
                <c:pt idx="986">
                  <c:v>2019.92054795</c:v>
                </c:pt>
                <c:pt idx="987">
                  <c:v>2019.92328767</c:v>
                </c:pt>
                <c:pt idx="988">
                  <c:v>2019.9260274</c:v>
                </c:pt>
                <c:pt idx="989">
                  <c:v>2019.92876712</c:v>
                </c:pt>
                <c:pt idx="990">
                  <c:v>2019.93150685</c:v>
                </c:pt>
                <c:pt idx="991">
                  <c:v>2019.93972603</c:v>
                </c:pt>
                <c:pt idx="992">
                  <c:v>2019.94246575</c:v>
                </c:pt>
                <c:pt idx="993">
                  <c:v>2019.94520548</c:v>
                </c:pt>
                <c:pt idx="994">
                  <c:v>2019.94794521</c:v>
                </c:pt>
                <c:pt idx="995">
                  <c:v>2019.95068493</c:v>
                </c:pt>
                <c:pt idx="996">
                  <c:v>2019.95890411</c:v>
                </c:pt>
                <c:pt idx="997">
                  <c:v>2019.96164384</c:v>
                </c:pt>
                <c:pt idx="998">
                  <c:v>2019.96438356</c:v>
                </c:pt>
                <c:pt idx="999">
                  <c:v>2019.96712329</c:v>
                </c:pt>
                <c:pt idx="1000">
                  <c:v>2019.96986301</c:v>
                </c:pt>
                <c:pt idx="1001">
                  <c:v>2019.97808219</c:v>
                </c:pt>
                <c:pt idx="1002">
                  <c:v>2019.98082192</c:v>
                </c:pt>
                <c:pt idx="1003">
                  <c:v>2019.98630137</c:v>
                </c:pt>
                <c:pt idx="1004">
                  <c:v>2019.9890411</c:v>
                </c:pt>
                <c:pt idx="1005">
                  <c:v>2019.99726027</c:v>
                </c:pt>
                <c:pt idx="1006">
                  <c:v>2020</c:v>
                </c:pt>
                <c:pt idx="1007">
                  <c:v>2020.00546448</c:v>
                </c:pt>
                <c:pt idx="1008">
                  <c:v>2020.00819672</c:v>
                </c:pt>
                <c:pt idx="1009">
                  <c:v>2020.01639344</c:v>
                </c:pt>
                <c:pt idx="1010">
                  <c:v>2020.01912568</c:v>
                </c:pt>
                <c:pt idx="1011">
                  <c:v>2020.02185792</c:v>
                </c:pt>
                <c:pt idx="1012">
                  <c:v>2020.02459016</c:v>
                </c:pt>
                <c:pt idx="1013">
                  <c:v>2020.0273224</c:v>
                </c:pt>
                <c:pt idx="1014">
                  <c:v>2020.03551913</c:v>
                </c:pt>
                <c:pt idx="1015">
                  <c:v>2020.03825137</c:v>
                </c:pt>
                <c:pt idx="1016">
                  <c:v>2020.04098361</c:v>
                </c:pt>
                <c:pt idx="1017">
                  <c:v>2020.04371585</c:v>
                </c:pt>
                <c:pt idx="1018">
                  <c:v>2020.04644809</c:v>
                </c:pt>
                <c:pt idx="1019">
                  <c:v>2020.05737705</c:v>
                </c:pt>
                <c:pt idx="1020">
                  <c:v>2020.06010929</c:v>
                </c:pt>
                <c:pt idx="1021">
                  <c:v>2020.06284153</c:v>
                </c:pt>
                <c:pt idx="1022">
                  <c:v>2020.06557377</c:v>
                </c:pt>
                <c:pt idx="1023">
                  <c:v>2020.07377049</c:v>
                </c:pt>
                <c:pt idx="1024">
                  <c:v>2020.07650273</c:v>
                </c:pt>
                <c:pt idx="1025">
                  <c:v>2020.07923497</c:v>
                </c:pt>
                <c:pt idx="1026">
                  <c:v>2020.08196721</c:v>
                </c:pt>
                <c:pt idx="1027">
                  <c:v>2020.08469945</c:v>
                </c:pt>
                <c:pt idx="1028">
                  <c:v>2020.09289617</c:v>
                </c:pt>
                <c:pt idx="1029">
                  <c:v>2020.09562842</c:v>
                </c:pt>
                <c:pt idx="1030">
                  <c:v>2020.09836066</c:v>
                </c:pt>
                <c:pt idx="1031">
                  <c:v>2020.1010929</c:v>
                </c:pt>
                <c:pt idx="1032">
                  <c:v>2020.10382514</c:v>
                </c:pt>
                <c:pt idx="1033">
                  <c:v>2020.11202186</c:v>
                </c:pt>
                <c:pt idx="1034">
                  <c:v>2020.1147541</c:v>
                </c:pt>
                <c:pt idx="1035">
                  <c:v>2020.11748634</c:v>
                </c:pt>
                <c:pt idx="1036">
                  <c:v>2020.12021858</c:v>
                </c:pt>
                <c:pt idx="1037">
                  <c:v>2020.12295082</c:v>
                </c:pt>
                <c:pt idx="1038">
                  <c:v>2020.13387978</c:v>
                </c:pt>
                <c:pt idx="1039">
                  <c:v>2020.13661202</c:v>
                </c:pt>
                <c:pt idx="1040">
                  <c:v>2020.13934426</c:v>
                </c:pt>
                <c:pt idx="1041">
                  <c:v>2020.1420765</c:v>
                </c:pt>
                <c:pt idx="1042">
                  <c:v>2020.15027322</c:v>
                </c:pt>
                <c:pt idx="1043">
                  <c:v>2020.15300546</c:v>
                </c:pt>
                <c:pt idx="1044">
                  <c:v>2020.1557377</c:v>
                </c:pt>
                <c:pt idx="1045">
                  <c:v>2020.15846995</c:v>
                </c:pt>
                <c:pt idx="1046">
                  <c:v>2020.16120219</c:v>
                </c:pt>
                <c:pt idx="1047">
                  <c:v>2020.16939891</c:v>
                </c:pt>
                <c:pt idx="1048">
                  <c:v>2020.17213115</c:v>
                </c:pt>
                <c:pt idx="1049">
                  <c:v>2020.17486339</c:v>
                </c:pt>
                <c:pt idx="1050">
                  <c:v>2020.17759563</c:v>
                </c:pt>
                <c:pt idx="1051">
                  <c:v>2020.18032787</c:v>
                </c:pt>
                <c:pt idx="1052">
                  <c:v>2020.18852459</c:v>
                </c:pt>
                <c:pt idx="1053">
                  <c:v>2020.19125683</c:v>
                </c:pt>
                <c:pt idx="1054">
                  <c:v>2020.19398907</c:v>
                </c:pt>
                <c:pt idx="1055">
                  <c:v>2020.19672131</c:v>
                </c:pt>
                <c:pt idx="1056">
                  <c:v>2020.19945355</c:v>
                </c:pt>
                <c:pt idx="1057">
                  <c:v>2020.20765027</c:v>
                </c:pt>
                <c:pt idx="1058">
                  <c:v>2020.21038251</c:v>
                </c:pt>
                <c:pt idx="1059">
                  <c:v>2020.21311475</c:v>
                </c:pt>
                <c:pt idx="1060">
                  <c:v>2020.21584699</c:v>
                </c:pt>
                <c:pt idx="1061">
                  <c:v>2020.21857923</c:v>
                </c:pt>
                <c:pt idx="1062">
                  <c:v>2020.22677596</c:v>
                </c:pt>
                <c:pt idx="1063">
                  <c:v>2020.2295082</c:v>
                </c:pt>
                <c:pt idx="1064">
                  <c:v>2020.23224044</c:v>
                </c:pt>
                <c:pt idx="1065">
                  <c:v>2020.23497268</c:v>
                </c:pt>
                <c:pt idx="1066">
                  <c:v>2020.23770492</c:v>
                </c:pt>
                <c:pt idx="1067">
                  <c:v>2020.24590164</c:v>
                </c:pt>
                <c:pt idx="1068">
                  <c:v>2020.24863388</c:v>
                </c:pt>
                <c:pt idx="1069">
                  <c:v>2020.25136612</c:v>
                </c:pt>
                <c:pt idx="1070">
                  <c:v>2020.25409836</c:v>
                </c:pt>
                <c:pt idx="1071">
                  <c:v>2020.2568306</c:v>
                </c:pt>
                <c:pt idx="1072">
                  <c:v>2020.26502732</c:v>
                </c:pt>
                <c:pt idx="1073">
                  <c:v>2020.26775956</c:v>
                </c:pt>
                <c:pt idx="1074">
                  <c:v>2020.2704918</c:v>
                </c:pt>
                <c:pt idx="1075">
                  <c:v>2020.27322404</c:v>
                </c:pt>
                <c:pt idx="1076">
                  <c:v>2020.28415301</c:v>
                </c:pt>
                <c:pt idx="1077">
                  <c:v>2020.28688525</c:v>
                </c:pt>
                <c:pt idx="1078">
                  <c:v>2020.28961749</c:v>
                </c:pt>
                <c:pt idx="1079">
                  <c:v>2020.29234973</c:v>
                </c:pt>
                <c:pt idx="1080">
                  <c:v>2020.29508197</c:v>
                </c:pt>
                <c:pt idx="1081">
                  <c:v>2020.30327869</c:v>
                </c:pt>
                <c:pt idx="1082">
                  <c:v>2020.30601093</c:v>
                </c:pt>
                <c:pt idx="1083">
                  <c:v>2020.30874317</c:v>
                </c:pt>
                <c:pt idx="1084">
                  <c:v>2020.31147541</c:v>
                </c:pt>
                <c:pt idx="1085">
                  <c:v>2020.31420765</c:v>
                </c:pt>
                <c:pt idx="1086">
                  <c:v>2020.32240437</c:v>
                </c:pt>
                <c:pt idx="1087">
                  <c:v>2020.32513661</c:v>
                </c:pt>
                <c:pt idx="1088">
                  <c:v>2020.32786885</c:v>
                </c:pt>
                <c:pt idx="1089">
                  <c:v>2020.33060109</c:v>
                </c:pt>
                <c:pt idx="1090">
                  <c:v>2020.33333333</c:v>
                </c:pt>
                <c:pt idx="1091">
                  <c:v>2020.34153005</c:v>
                </c:pt>
                <c:pt idx="1092">
                  <c:v>2020.3442623</c:v>
                </c:pt>
                <c:pt idx="1093">
                  <c:v>2020.34699454</c:v>
                </c:pt>
                <c:pt idx="1094">
                  <c:v>2020.34972678</c:v>
                </c:pt>
                <c:pt idx="1095">
                  <c:v>2020.35245902</c:v>
                </c:pt>
                <c:pt idx="1096">
                  <c:v>2020.36065574</c:v>
                </c:pt>
                <c:pt idx="1097">
                  <c:v>2020.36338798</c:v>
                </c:pt>
                <c:pt idx="1098">
                  <c:v>2020.36612022</c:v>
                </c:pt>
                <c:pt idx="1099">
                  <c:v>2020.36885246</c:v>
                </c:pt>
                <c:pt idx="1100">
                  <c:v>2020.3715847</c:v>
                </c:pt>
                <c:pt idx="1101">
                  <c:v>2020.37978142</c:v>
                </c:pt>
                <c:pt idx="1102">
                  <c:v>2020.38251366</c:v>
                </c:pt>
                <c:pt idx="1103">
                  <c:v>2020.3852459</c:v>
                </c:pt>
                <c:pt idx="1104">
                  <c:v>2020.38797814</c:v>
                </c:pt>
                <c:pt idx="1105">
                  <c:v>2020.39071038</c:v>
                </c:pt>
                <c:pt idx="1106">
                  <c:v>2020.40163934</c:v>
                </c:pt>
                <c:pt idx="1107">
                  <c:v>2020.40437158</c:v>
                </c:pt>
                <c:pt idx="1108">
                  <c:v>2020.40710383</c:v>
                </c:pt>
                <c:pt idx="1109">
                  <c:v>2020.40983607</c:v>
                </c:pt>
                <c:pt idx="1110">
                  <c:v>2020.41803279</c:v>
                </c:pt>
                <c:pt idx="1111">
                  <c:v>2020.42076503</c:v>
                </c:pt>
                <c:pt idx="1112">
                  <c:v>2020.42349727</c:v>
                </c:pt>
                <c:pt idx="1113">
                  <c:v>2020.42622951</c:v>
                </c:pt>
                <c:pt idx="1114">
                  <c:v>2020.42896175</c:v>
                </c:pt>
                <c:pt idx="1115">
                  <c:v>2020.43715847</c:v>
                </c:pt>
                <c:pt idx="1116">
                  <c:v>2020.43989071</c:v>
                </c:pt>
                <c:pt idx="1117">
                  <c:v>2020.44262295</c:v>
                </c:pt>
                <c:pt idx="1118">
                  <c:v>2020.44535519</c:v>
                </c:pt>
                <c:pt idx="1119">
                  <c:v>2020.44808743</c:v>
                </c:pt>
                <c:pt idx="1120">
                  <c:v>2020.45628415</c:v>
                </c:pt>
                <c:pt idx="1121">
                  <c:v>2020.45901639</c:v>
                </c:pt>
                <c:pt idx="1122">
                  <c:v>2020.46174863</c:v>
                </c:pt>
                <c:pt idx="1123">
                  <c:v>2020.46448087</c:v>
                </c:pt>
                <c:pt idx="1124">
                  <c:v>2020.46721311</c:v>
                </c:pt>
                <c:pt idx="1125">
                  <c:v>2020.47540984</c:v>
                </c:pt>
                <c:pt idx="1126">
                  <c:v>2020.47814208</c:v>
                </c:pt>
                <c:pt idx="1127">
                  <c:v>2020.48087432</c:v>
                </c:pt>
                <c:pt idx="1128">
                  <c:v>2020.48360656</c:v>
                </c:pt>
                <c:pt idx="1129">
                  <c:v>2020.4863388</c:v>
                </c:pt>
                <c:pt idx="1130">
                  <c:v>2020.49453552</c:v>
                </c:pt>
                <c:pt idx="1131">
                  <c:v>2020.49726776</c:v>
                </c:pt>
                <c:pt idx="1132">
                  <c:v>2020.5</c:v>
                </c:pt>
                <c:pt idx="1133">
                  <c:v>2020.50273224</c:v>
                </c:pt>
                <c:pt idx="1134">
                  <c:v>2020.5136612</c:v>
                </c:pt>
                <c:pt idx="1135">
                  <c:v>2020.51639344</c:v>
                </c:pt>
                <c:pt idx="1136">
                  <c:v>2020.51912568</c:v>
                </c:pt>
                <c:pt idx="1137">
                  <c:v>2020.52185792</c:v>
                </c:pt>
                <c:pt idx="1138">
                  <c:v>2020.52459016</c:v>
                </c:pt>
                <c:pt idx="1139">
                  <c:v>2020.53278689</c:v>
                </c:pt>
                <c:pt idx="1140">
                  <c:v>2020.53551913</c:v>
                </c:pt>
                <c:pt idx="1141">
                  <c:v>2020.53825137</c:v>
                </c:pt>
                <c:pt idx="1142">
                  <c:v>2020.54098361</c:v>
                </c:pt>
                <c:pt idx="1143">
                  <c:v>2020.54371585</c:v>
                </c:pt>
                <c:pt idx="1144">
                  <c:v>2020.55191257</c:v>
                </c:pt>
                <c:pt idx="1145">
                  <c:v>2020.55464481</c:v>
                </c:pt>
                <c:pt idx="1146">
                  <c:v>2020.55737705</c:v>
                </c:pt>
                <c:pt idx="1147">
                  <c:v>2020.56010929</c:v>
                </c:pt>
                <c:pt idx="1148">
                  <c:v>2020.56284153</c:v>
                </c:pt>
                <c:pt idx="1149">
                  <c:v>2020.57103825</c:v>
                </c:pt>
                <c:pt idx="1150">
                  <c:v>2020.57377049</c:v>
                </c:pt>
                <c:pt idx="1151">
                  <c:v>2020.57650273</c:v>
                </c:pt>
                <c:pt idx="1152">
                  <c:v>2020.57923497</c:v>
                </c:pt>
                <c:pt idx="1153">
                  <c:v>2020.58196721</c:v>
                </c:pt>
                <c:pt idx="1154">
                  <c:v>2020.59016393</c:v>
                </c:pt>
                <c:pt idx="1155">
                  <c:v>2020.59289617</c:v>
                </c:pt>
                <c:pt idx="1156">
                  <c:v>2020.59562842</c:v>
                </c:pt>
                <c:pt idx="1157">
                  <c:v>2020.59836066</c:v>
                </c:pt>
                <c:pt idx="1158">
                  <c:v>2020.6010929</c:v>
                </c:pt>
                <c:pt idx="1159">
                  <c:v>2020.60928962</c:v>
                </c:pt>
                <c:pt idx="1160">
                  <c:v>2020.61202186</c:v>
                </c:pt>
                <c:pt idx="1161">
                  <c:v>2020.6147541</c:v>
                </c:pt>
                <c:pt idx="1162">
                  <c:v>2020.61748634</c:v>
                </c:pt>
                <c:pt idx="1163">
                  <c:v>2020.62021858</c:v>
                </c:pt>
                <c:pt idx="1164">
                  <c:v>2020.6284153</c:v>
                </c:pt>
                <c:pt idx="1165">
                  <c:v>2020.63114754</c:v>
                </c:pt>
                <c:pt idx="1166">
                  <c:v>2020.63387978</c:v>
                </c:pt>
                <c:pt idx="1167">
                  <c:v>2020.63661202</c:v>
                </c:pt>
                <c:pt idx="1168">
                  <c:v>2020.63934426</c:v>
                </c:pt>
                <c:pt idx="1169">
                  <c:v>2020.64754098</c:v>
                </c:pt>
                <c:pt idx="1170">
                  <c:v>2020.65027322</c:v>
                </c:pt>
                <c:pt idx="1171">
                  <c:v>2020.65300546</c:v>
                </c:pt>
                <c:pt idx="1172">
                  <c:v>2020.6557377</c:v>
                </c:pt>
                <c:pt idx="1173">
                  <c:v>2020.65846995</c:v>
                </c:pt>
                <c:pt idx="1174">
                  <c:v>2020.66666667</c:v>
                </c:pt>
                <c:pt idx="1175">
                  <c:v>2020.66939891</c:v>
                </c:pt>
                <c:pt idx="1176">
                  <c:v>2020.67213115</c:v>
                </c:pt>
                <c:pt idx="1177">
                  <c:v>2020.67486339</c:v>
                </c:pt>
                <c:pt idx="1178">
                  <c:v>2020.67759563</c:v>
                </c:pt>
                <c:pt idx="1179">
                  <c:v>2020.68852459</c:v>
                </c:pt>
                <c:pt idx="1180">
                  <c:v>2020.69125683</c:v>
                </c:pt>
                <c:pt idx="1181">
                  <c:v>2020.69398907</c:v>
                </c:pt>
                <c:pt idx="1182">
                  <c:v>2020.69672131</c:v>
                </c:pt>
                <c:pt idx="1183">
                  <c:v>2020.70491803</c:v>
                </c:pt>
                <c:pt idx="1184">
                  <c:v>2020.70765027</c:v>
                </c:pt>
                <c:pt idx="1185">
                  <c:v>2020.71038251</c:v>
                </c:pt>
                <c:pt idx="1186">
                  <c:v>2020.71311475</c:v>
                </c:pt>
                <c:pt idx="1187">
                  <c:v>2020.71584699</c:v>
                </c:pt>
                <c:pt idx="1188">
                  <c:v>2020.72404372</c:v>
                </c:pt>
                <c:pt idx="1189">
                  <c:v>2020.72677596</c:v>
                </c:pt>
                <c:pt idx="1190">
                  <c:v>2020.7295082</c:v>
                </c:pt>
                <c:pt idx="1191">
                  <c:v>2020.73224044</c:v>
                </c:pt>
                <c:pt idx="1192">
                  <c:v>2020.73497268</c:v>
                </c:pt>
                <c:pt idx="1193">
                  <c:v>2020.7431694</c:v>
                </c:pt>
                <c:pt idx="1194">
                  <c:v>2020.74590164</c:v>
                </c:pt>
                <c:pt idx="1195">
                  <c:v>2020.74863388</c:v>
                </c:pt>
                <c:pt idx="1196">
                  <c:v>2020.75136612</c:v>
                </c:pt>
                <c:pt idx="1197">
                  <c:v>2020.75409836</c:v>
                </c:pt>
                <c:pt idx="1198">
                  <c:v>2020.76229508</c:v>
                </c:pt>
                <c:pt idx="1199">
                  <c:v>2020.76502732</c:v>
                </c:pt>
                <c:pt idx="1200">
                  <c:v>2020.76775956</c:v>
                </c:pt>
                <c:pt idx="1201">
                  <c:v>2020.7704918</c:v>
                </c:pt>
                <c:pt idx="1202">
                  <c:v>2020.77322404</c:v>
                </c:pt>
                <c:pt idx="1203">
                  <c:v>2020.78142077</c:v>
                </c:pt>
                <c:pt idx="1204">
                  <c:v>2020.78415301</c:v>
                </c:pt>
                <c:pt idx="1205">
                  <c:v>2020.78688525</c:v>
                </c:pt>
                <c:pt idx="1206">
                  <c:v>2020.78961749</c:v>
                </c:pt>
                <c:pt idx="1207">
                  <c:v>2020.79234973</c:v>
                </c:pt>
                <c:pt idx="1208">
                  <c:v>2020.80054645</c:v>
                </c:pt>
                <c:pt idx="1209">
                  <c:v>2020.80327869</c:v>
                </c:pt>
                <c:pt idx="1210">
                  <c:v>2020.80601093</c:v>
                </c:pt>
                <c:pt idx="1211">
                  <c:v>2020.80874317</c:v>
                </c:pt>
                <c:pt idx="1212">
                  <c:v>2020.81147541</c:v>
                </c:pt>
                <c:pt idx="1213">
                  <c:v>2020.81967213</c:v>
                </c:pt>
                <c:pt idx="1214">
                  <c:v>2020.82240437</c:v>
                </c:pt>
                <c:pt idx="1215">
                  <c:v>2020.82513661</c:v>
                </c:pt>
                <c:pt idx="1216">
                  <c:v>2020.82786885</c:v>
                </c:pt>
                <c:pt idx="1217">
                  <c:v>2020.83060109</c:v>
                </c:pt>
                <c:pt idx="1218">
                  <c:v>2020.83879781</c:v>
                </c:pt>
                <c:pt idx="1219">
                  <c:v>2020.84153005</c:v>
                </c:pt>
                <c:pt idx="1220">
                  <c:v>2020.8442623</c:v>
                </c:pt>
                <c:pt idx="1221">
                  <c:v>2020.84699454</c:v>
                </c:pt>
                <c:pt idx="1222">
                  <c:v>2020.84972678</c:v>
                </c:pt>
                <c:pt idx="1223">
                  <c:v>2020.8579235</c:v>
                </c:pt>
                <c:pt idx="1224">
                  <c:v>2020.86065574</c:v>
                </c:pt>
                <c:pt idx="1225">
                  <c:v>2020.86338798</c:v>
                </c:pt>
                <c:pt idx="1226">
                  <c:v>2020.86612022</c:v>
                </c:pt>
                <c:pt idx="1227">
                  <c:v>2020.86885246</c:v>
                </c:pt>
                <c:pt idx="1228">
                  <c:v>2020.87704918</c:v>
                </c:pt>
                <c:pt idx="1229">
                  <c:v>2020.87978142</c:v>
                </c:pt>
                <c:pt idx="1230">
                  <c:v>2020.88251366</c:v>
                </c:pt>
                <c:pt idx="1231">
                  <c:v>2020.8852459</c:v>
                </c:pt>
                <c:pt idx="1232">
                  <c:v>2020.88797814</c:v>
                </c:pt>
                <c:pt idx="1233">
                  <c:v>2020.89617486</c:v>
                </c:pt>
                <c:pt idx="1234">
                  <c:v>2020.8989071</c:v>
                </c:pt>
                <c:pt idx="1235">
                  <c:v>2020.90163934</c:v>
                </c:pt>
                <c:pt idx="1236">
                  <c:v>2020.90710383</c:v>
                </c:pt>
                <c:pt idx="1237">
                  <c:v>2020.91530055</c:v>
                </c:pt>
                <c:pt idx="1238">
                  <c:v>2020.91803279</c:v>
                </c:pt>
                <c:pt idx="1239">
                  <c:v>2020.92076503</c:v>
                </c:pt>
                <c:pt idx="1240">
                  <c:v>2020.92349727</c:v>
                </c:pt>
                <c:pt idx="1241">
                  <c:v>2020.92622951</c:v>
                </c:pt>
                <c:pt idx="1242">
                  <c:v>2020.93442623</c:v>
                </c:pt>
                <c:pt idx="1243">
                  <c:v>2020.93715847</c:v>
                </c:pt>
                <c:pt idx="1244">
                  <c:v>2020.93989071</c:v>
                </c:pt>
                <c:pt idx="1245">
                  <c:v>2020.94262295</c:v>
                </c:pt>
                <c:pt idx="1246">
                  <c:v>2020.94535519</c:v>
                </c:pt>
                <c:pt idx="1247">
                  <c:v>2020.95355191</c:v>
                </c:pt>
                <c:pt idx="1248">
                  <c:v>2020.95628415</c:v>
                </c:pt>
                <c:pt idx="1249">
                  <c:v>2020.95901639</c:v>
                </c:pt>
                <c:pt idx="1250">
                  <c:v>2020.96174863</c:v>
                </c:pt>
                <c:pt idx="1251">
                  <c:v>2020.96448087</c:v>
                </c:pt>
                <c:pt idx="1252">
                  <c:v>2020.9726776</c:v>
                </c:pt>
                <c:pt idx="1253">
                  <c:v>2020.97540984</c:v>
                </c:pt>
                <c:pt idx="1254">
                  <c:v>2020.97814208</c:v>
                </c:pt>
                <c:pt idx="1255">
                  <c:v>2020.98087432</c:v>
                </c:pt>
                <c:pt idx="1256">
                  <c:v>2020.99180328</c:v>
                </c:pt>
                <c:pt idx="1257">
                  <c:v>2020.99453552</c:v>
                </c:pt>
                <c:pt idx="1258">
                  <c:v>2020.99726776</c:v>
                </c:pt>
                <c:pt idx="1259">
                  <c:v>2021</c:v>
                </c:pt>
                <c:pt idx="1260">
                  <c:v>2021.0109589</c:v>
                </c:pt>
                <c:pt idx="1261">
                  <c:v>2021.01369863</c:v>
                </c:pt>
                <c:pt idx="1262">
                  <c:v>2021.01643836</c:v>
                </c:pt>
                <c:pt idx="1263">
                  <c:v>2021.01917808</c:v>
                </c:pt>
                <c:pt idx="1264">
                  <c:v>2021.02191781</c:v>
                </c:pt>
                <c:pt idx="1265">
                  <c:v>2021.03013699</c:v>
                </c:pt>
                <c:pt idx="1266">
                  <c:v>2021.03287671</c:v>
                </c:pt>
                <c:pt idx="1267">
                  <c:v>2021.03561644</c:v>
                </c:pt>
                <c:pt idx="1268">
                  <c:v>2021.03835616</c:v>
                </c:pt>
                <c:pt idx="1269">
                  <c:v>2021.04109589</c:v>
                </c:pt>
                <c:pt idx="1270">
                  <c:v>2021.05205479</c:v>
                </c:pt>
                <c:pt idx="1271">
                  <c:v>2021.05479452</c:v>
                </c:pt>
                <c:pt idx="1272">
                  <c:v>2021.05753425</c:v>
                </c:pt>
                <c:pt idx="1273">
                  <c:v>2021.06027397</c:v>
                </c:pt>
                <c:pt idx="1274">
                  <c:v>2021.06849315</c:v>
                </c:pt>
                <c:pt idx="1275">
                  <c:v>2021.07123288</c:v>
                </c:pt>
                <c:pt idx="1276">
                  <c:v>2021.0739726</c:v>
                </c:pt>
                <c:pt idx="1277">
                  <c:v>2021.07671233</c:v>
                </c:pt>
                <c:pt idx="1278">
                  <c:v>2021.07945205</c:v>
                </c:pt>
                <c:pt idx="1279">
                  <c:v>2021.08767123</c:v>
                </c:pt>
                <c:pt idx="1280">
                  <c:v>2021.09041096</c:v>
                </c:pt>
                <c:pt idx="1281">
                  <c:v>2021.09315068</c:v>
                </c:pt>
                <c:pt idx="1282">
                  <c:v>2021.09589041</c:v>
                </c:pt>
                <c:pt idx="1283">
                  <c:v>2021.09863014</c:v>
                </c:pt>
                <c:pt idx="1284">
                  <c:v>2021.10684932</c:v>
                </c:pt>
                <c:pt idx="1285">
                  <c:v>2021.10958904</c:v>
                </c:pt>
                <c:pt idx="1286">
                  <c:v>2021.11232877</c:v>
                </c:pt>
                <c:pt idx="1287">
                  <c:v>2021.11506849</c:v>
                </c:pt>
                <c:pt idx="1288">
                  <c:v>2021.11780822</c:v>
                </c:pt>
                <c:pt idx="1289">
                  <c:v>2021.12876712</c:v>
                </c:pt>
                <c:pt idx="1290">
                  <c:v>2021.13150685</c:v>
                </c:pt>
                <c:pt idx="1291">
                  <c:v>2021.13424658</c:v>
                </c:pt>
                <c:pt idx="1292">
                  <c:v>2021.1369863</c:v>
                </c:pt>
                <c:pt idx="1293">
                  <c:v>2021.14520548</c:v>
                </c:pt>
                <c:pt idx="1294">
                  <c:v>2021.14794521</c:v>
                </c:pt>
                <c:pt idx="1295">
                  <c:v>2021.15068493</c:v>
                </c:pt>
                <c:pt idx="1296">
                  <c:v>2021.15342466</c:v>
                </c:pt>
                <c:pt idx="1297">
                  <c:v>2021.15616438</c:v>
                </c:pt>
                <c:pt idx="1298">
                  <c:v>2021.16438356</c:v>
                </c:pt>
                <c:pt idx="1299">
                  <c:v>2021.16712329</c:v>
                </c:pt>
                <c:pt idx="1300">
                  <c:v>2021.16986301</c:v>
                </c:pt>
                <c:pt idx="1301">
                  <c:v>2021.17260274</c:v>
                </c:pt>
                <c:pt idx="1302">
                  <c:v>2021.17534247</c:v>
                </c:pt>
                <c:pt idx="1303">
                  <c:v>2021.18356164</c:v>
                </c:pt>
                <c:pt idx="1304">
                  <c:v>2021.18630137</c:v>
                </c:pt>
                <c:pt idx="1305">
                  <c:v>2021.1890411</c:v>
                </c:pt>
                <c:pt idx="1306">
                  <c:v>2021.19178082</c:v>
                </c:pt>
                <c:pt idx="1307">
                  <c:v>2021.19452055</c:v>
                </c:pt>
                <c:pt idx="1308">
                  <c:v>2021.20273973</c:v>
                </c:pt>
                <c:pt idx="1309">
                  <c:v>2021.20547945</c:v>
                </c:pt>
                <c:pt idx="1310">
                  <c:v>2021.20821918</c:v>
                </c:pt>
                <c:pt idx="1311">
                  <c:v>2021.2109589</c:v>
                </c:pt>
                <c:pt idx="1312">
                  <c:v>2021.21369863</c:v>
                </c:pt>
                <c:pt idx="1313">
                  <c:v>2021.22191781</c:v>
                </c:pt>
                <c:pt idx="1314">
                  <c:v>2021.22465753</c:v>
                </c:pt>
                <c:pt idx="1315">
                  <c:v>2021.22739726</c:v>
                </c:pt>
                <c:pt idx="1316">
                  <c:v>2021.23013699</c:v>
                </c:pt>
                <c:pt idx="1317">
                  <c:v>2021.23287671</c:v>
                </c:pt>
                <c:pt idx="1318">
                  <c:v>2021.24109589</c:v>
                </c:pt>
                <c:pt idx="1319">
                  <c:v>2021.24383562</c:v>
                </c:pt>
                <c:pt idx="1320">
                  <c:v>2021.24657534</c:v>
                </c:pt>
                <c:pt idx="1321">
                  <c:v>2021.24931507</c:v>
                </c:pt>
                <c:pt idx="1322">
                  <c:v>2021.26027397</c:v>
                </c:pt>
                <c:pt idx="1323">
                  <c:v>2021.2630137</c:v>
                </c:pt>
                <c:pt idx="1324">
                  <c:v>2021.26575342</c:v>
                </c:pt>
                <c:pt idx="1325">
                  <c:v>2021.26849315</c:v>
                </c:pt>
                <c:pt idx="1326">
                  <c:v>2021.27123288</c:v>
                </c:pt>
                <c:pt idx="1327">
                  <c:v>2021.27945205</c:v>
                </c:pt>
                <c:pt idx="1328">
                  <c:v>2021.28219178</c:v>
                </c:pt>
                <c:pt idx="1329">
                  <c:v>2021.28493151</c:v>
                </c:pt>
                <c:pt idx="1330">
                  <c:v>2021.28767123</c:v>
                </c:pt>
                <c:pt idx="1331">
                  <c:v>2021.29041096</c:v>
                </c:pt>
                <c:pt idx="1332">
                  <c:v>2021.29863014</c:v>
                </c:pt>
                <c:pt idx="1333">
                  <c:v>2021.30136986</c:v>
                </c:pt>
                <c:pt idx="1334">
                  <c:v>2021.30410959</c:v>
                </c:pt>
                <c:pt idx="1335">
                  <c:v>2021.30684932</c:v>
                </c:pt>
                <c:pt idx="1336">
                  <c:v>2021.30958904</c:v>
                </c:pt>
                <c:pt idx="1337">
                  <c:v>2021.31780822</c:v>
                </c:pt>
                <c:pt idx="1338">
                  <c:v>2021.32054795</c:v>
                </c:pt>
                <c:pt idx="1339">
                  <c:v>2021.32328767</c:v>
                </c:pt>
                <c:pt idx="1340">
                  <c:v>2021.3260274</c:v>
                </c:pt>
                <c:pt idx="1341">
                  <c:v>2021.32876712</c:v>
                </c:pt>
                <c:pt idx="1342">
                  <c:v>2021.3369863</c:v>
                </c:pt>
                <c:pt idx="1343">
                  <c:v>2021.33972603</c:v>
                </c:pt>
                <c:pt idx="1344">
                  <c:v>2021.34246575</c:v>
                </c:pt>
                <c:pt idx="1345">
                  <c:v>2021.34520548</c:v>
                </c:pt>
                <c:pt idx="1346">
                  <c:v>2021.34794521</c:v>
                </c:pt>
                <c:pt idx="1347">
                  <c:v>2021.35616438</c:v>
                </c:pt>
                <c:pt idx="1348">
                  <c:v>2021.35890411</c:v>
                </c:pt>
                <c:pt idx="1349">
                  <c:v>2021.36164384</c:v>
                </c:pt>
                <c:pt idx="1350">
                  <c:v>2021.36438356</c:v>
                </c:pt>
                <c:pt idx="1351">
                  <c:v>2021.36712329</c:v>
                </c:pt>
                <c:pt idx="1352">
                  <c:v>2021.37534247</c:v>
                </c:pt>
                <c:pt idx="1353">
                  <c:v>2021.37808219</c:v>
                </c:pt>
                <c:pt idx="1354">
                  <c:v>2021.38082192</c:v>
                </c:pt>
                <c:pt idx="1355">
                  <c:v>2021.38356164</c:v>
                </c:pt>
                <c:pt idx="1356">
                  <c:v>2021.38630137</c:v>
                </c:pt>
                <c:pt idx="1357">
                  <c:v>2021.39452055</c:v>
                </c:pt>
                <c:pt idx="1358">
                  <c:v>2021.39726027</c:v>
                </c:pt>
                <c:pt idx="1359">
                  <c:v>2021.4</c:v>
                </c:pt>
                <c:pt idx="1360">
                  <c:v>2021.40273973</c:v>
                </c:pt>
                <c:pt idx="1361">
                  <c:v>2021.40547945</c:v>
                </c:pt>
                <c:pt idx="1362">
                  <c:v>2021.41643836</c:v>
                </c:pt>
                <c:pt idx="1363">
                  <c:v>2021.41917808</c:v>
                </c:pt>
                <c:pt idx="1364">
                  <c:v>2021.42191781</c:v>
                </c:pt>
                <c:pt idx="1365">
                  <c:v>2021.42465753</c:v>
                </c:pt>
                <c:pt idx="1366">
                  <c:v>2021.43287671</c:v>
                </c:pt>
                <c:pt idx="1367">
                  <c:v>2021.43561644</c:v>
                </c:pt>
                <c:pt idx="1368">
                  <c:v>2021.43835616</c:v>
                </c:pt>
                <c:pt idx="1369">
                  <c:v>2021.44109589</c:v>
                </c:pt>
                <c:pt idx="1370">
                  <c:v>2021.44383562</c:v>
                </c:pt>
                <c:pt idx="1371">
                  <c:v>2021.45205479</c:v>
                </c:pt>
                <c:pt idx="1372">
                  <c:v>2021.45479452</c:v>
                </c:pt>
                <c:pt idx="1373">
                  <c:v>2021.45753425</c:v>
                </c:pt>
                <c:pt idx="1374">
                  <c:v>2021.46027397</c:v>
                </c:pt>
                <c:pt idx="1375">
                  <c:v>2021.4630137</c:v>
                </c:pt>
                <c:pt idx="1376">
                  <c:v>2021.47123288</c:v>
                </c:pt>
                <c:pt idx="1377">
                  <c:v>2021.4739726</c:v>
                </c:pt>
                <c:pt idx="1378">
                  <c:v>2021.47671233</c:v>
                </c:pt>
                <c:pt idx="1379">
                  <c:v>2021.47945205</c:v>
                </c:pt>
                <c:pt idx="1380">
                  <c:v>2021.48219178</c:v>
                </c:pt>
                <c:pt idx="1381">
                  <c:v>2021.49041096</c:v>
                </c:pt>
                <c:pt idx="1382">
                  <c:v>2021.49315068</c:v>
                </c:pt>
                <c:pt idx="1383">
                  <c:v>2021.49589041</c:v>
                </c:pt>
                <c:pt idx="1384">
                  <c:v>2021.49863014</c:v>
                </c:pt>
                <c:pt idx="1385">
                  <c:v>2021.50136986</c:v>
                </c:pt>
                <c:pt idx="1386">
                  <c:v>2021.51232877</c:v>
                </c:pt>
                <c:pt idx="1387">
                  <c:v>2021.51506849</c:v>
                </c:pt>
                <c:pt idx="1388">
                  <c:v>2021.51780822</c:v>
                </c:pt>
                <c:pt idx="1389">
                  <c:v>2021.52054795</c:v>
                </c:pt>
                <c:pt idx="1390">
                  <c:v>2021.52876712</c:v>
                </c:pt>
                <c:pt idx="1391">
                  <c:v>2021.53150685</c:v>
                </c:pt>
                <c:pt idx="1392">
                  <c:v>2021.53424658</c:v>
                </c:pt>
                <c:pt idx="1393">
                  <c:v>2021.5369863</c:v>
                </c:pt>
                <c:pt idx="1394">
                  <c:v>2021.53972603</c:v>
                </c:pt>
                <c:pt idx="1395">
                  <c:v>2021.54794521</c:v>
                </c:pt>
                <c:pt idx="1396">
                  <c:v>2021.55068493</c:v>
                </c:pt>
                <c:pt idx="1397">
                  <c:v>2021.55342466</c:v>
                </c:pt>
                <c:pt idx="1398">
                  <c:v>2021.55616438</c:v>
                </c:pt>
                <c:pt idx="1399">
                  <c:v>2021.55890411</c:v>
                </c:pt>
                <c:pt idx="1400">
                  <c:v>2021.56712329</c:v>
                </c:pt>
                <c:pt idx="1401">
                  <c:v>2021.56986301</c:v>
                </c:pt>
                <c:pt idx="1402">
                  <c:v>2021.57260274</c:v>
                </c:pt>
                <c:pt idx="1403">
                  <c:v>2021.57534247</c:v>
                </c:pt>
                <c:pt idx="1404">
                  <c:v>2021.57808219</c:v>
                </c:pt>
                <c:pt idx="1405">
                  <c:v>2021.58630137</c:v>
                </c:pt>
                <c:pt idx="1406">
                  <c:v>2021.5890411</c:v>
                </c:pt>
                <c:pt idx="1407">
                  <c:v>2021.59178082</c:v>
                </c:pt>
                <c:pt idx="1408">
                  <c:v>2021.59452055</c:v>
                </c:pt>
                <c:pt idx="1409">
                  <c:v>2021.59726027</c:v>
                </c:pt>
                <c:pt idx="1410">
                  <c:v>2021.60547945</c:v>
                </c:pt>
                <c:pt idx="1411">
                  <c:v>2021.60821918</c:v>
                </c:pt>
                <c:pt idx="1412">
                  <c:v>2021.6109589</c:v>
                </c:pt>
                <c:pt idx="1413">
                  <c:v>2021.61369863</c:v>
                </c:pt>
                <c:pt idx="1414">
                  <c:v>2021.61643836</c:v>
                </c:pt>
                <c:pt idx="1415">
                  <c:v>2021.62465753</c:v>
                </c:pt>
                <c:pt idx="1416">
                  <c:v>2021.62739726</c:v>
                </c:pt>
                <c:pt idx="1417">
                  <c:v>2021.63013699</c:v>
                </c:pt>
                <c:pt idx="1418">
                  <c:v>2021.63287671</c:v>
                </c:pt>
                <c:pt idx="1419">
                  <c:v>2021.63561644</c:v>
                </c:pt>
                <c:pt idx="1420">
                  <c:v>2021.64383562</c:v>
                </c:pt>
                <c:pt idx="1421">
                  <c:v>2021.64657534</c:v>
                </c:pt>
                <c:pt idx="1422">
                  <c:v>2021.64931507</c:v>
                </c:pt>
                <c:pt idx="1423">
                  <c:v>2021.65205479</c:v>
                </c:pt>
                <c:pt idx="1424">
                  <c:v>2021.65479452</c:v>
                </c:pt>
                <c:pt idx="1425">
                  <c:v>2021.6630137</c:v>
                </c:pt>
                <c:pt idx="1426">
                  <c:v>2021.66575342</c:v>
                </c:pt>
                <c:pt idx="1427">
                  <c:v>2021.66849315</c:v>
                </c:pt>
                <c:pt idx="1428">
                  <c:v>2021.67123288</c:v>
                </c:pt>
                <c:pt idx="1429">
                  <c:v>2021.6739726</c:v>
                </c:pt>
                <c:pt idx="1430">
                  <c:v>2021.68493151</c:v>
                </c:pt>
                <c:pt idx="1431">
                  <c:v>2021.68767123</c:v>
                </c:pt>
                <c:pt idx="1432">
                  <c:v>2021.69041096</c:v>
                </c:pt>
                <c:pt idx="1433">
                  <c:v>2021.69315068</c:v>
                </c:pt>
                <c:pt idx="1434">
                  <c:v>2021.70136986</c:v>
                </c:pt>
                <c:pt idx="1435">
                  <c:v>2021.70410959</c:v>
                </c:pt>
                <c:pt idx="1436">
                  <c:v>2021.70684932</c:v>
                </c:pt>
                <c:pt idx="1437">
                  <c:v>2021.70958904</c:v>
                </c:pt>
                <c:pt idx="1438">
                  <c:v>2021.71232877</c:v>
                </c:pt>
                <c:pt idx="1439">
                  <c:v>2021.72054795</c:v>
                </c:pt>
                <c:pt idx="1440">
                  <c:v>2021.72328767</c:v>
                </c:pt>
                <c:pt idx="1441">
                  <c:v>2021.7260274</c:v>
                </c:pt>
                <c:pt idx="1442">
                  <c:v>2021.72876712</c:v>
                </c:pt>
                <c:pt idx="1443">
                  <c:v>2021.73150685</c:v>
                </c:pt>
                <c:pt idx="1444">
                  <c:v>2021.73972603</c:v>
                </c:pt>
                <c:pt idx="1445">
                  <c:v>2021.74246575</c:v>
                </c:pt>
                <c:pt idx="1446">
                  <c:v>2021.74520548</c:v>
                </c:pt>
                <c:pt idx="1447">
                  <c:v>2021.74794521</c:v>
                </c:pt>
                <c:pt idx="1448">
                  <c:v>2021.75068493</c:v>
                </c:pt>
                <c:pt idx="1449">
                  <c:v>2021.75890411</c:v>
                </c:pt>
                <c:pt idx="1450">
                  <c:v>2021.76164384</c:v>
                </c:pt>
                <c:pt idx="1451">
                  <c:v>2021.76438356</c:v>
                </c:pt>
                <c:pt idx="1452">
                  <c:v>2021.76712329</c:v>
                </c:pt>
                <c:pt idx="1453">
                  <c:v>2021.76986301</c:v>
                </c:pt>
                <c:pt idx="1454">
                  <c:v>2021.77808219</c:v>
                </c:pt>
                <c:pt idx="1455">
                  <c:v>2021.78082192</c:v>
                </c:pt>
                <c:pt idx="1456">
                  <c:v>2021.78356164</c:v>
                </c:pt>
                <c:pt idx="1457">
                  <c:v>2021.78630137</c:v>
                </c:pt>
                <c:pt idx="1458">
                  <c:v>2021.7890411</c:v>
                </c:pt>
                <c:pt idx="1459">
                  <c:v>2021.79726027</c:v>
                </c:pt>
                <c:pt idx="1460">
                  <c:v>2021.8</c:v>
                </c:pt>
                <c:pt idx="1461">
                  <c:v>2021.80273973</c:v>
                </c:pt>
                <c:pt idx="1462">
                  <c:v>2021.80547945</c:v>
                </c:pt>
                <c:pt idx="1463">
                  <c:v>2021.80821918</c:v>
                </c:pt>
                <c:pt idx="1464">
                  <c:v>2021.81643836</c:v>
                </c:pt>
                <c:pt idx="1465">
                  <c:v>2021.81917808</c:v>
                </c:pt>
                <c:pt idx="1466">
                  <c:v>2021.82191781</c:v>
                </c:pt>
                <c:pt idx="1467">
                  <c:v>2021.82465753</c:v>
                </c:pt>
                <c:pt idx="1468">
                  <c:v>2021.82739726</c:v>
                </c:pt>
                <c:pt idx="1469">
                  <c:v>2021.83561644</c:v>
                </c:pt>
                <c:pt idx="1470">
                  <c:v>2021.83835616</c:v>
                </c:pt>
                <c:pt idx="1471">
                  <c:v>2021.84109589</c:v>
                </c:pt>
                <c:pt idx="1472">
                  <c:v>2021.84383562</c:v>
                </c:pt>
                <c:pt idx="1473">
                  <c:v>2021.84657534</c:v>
                </c:pt>
                <c:pt idx="1474">
                  <c:v>2021.85479452</c:v>
                </c:pt>
                <c:pt idx="1475">
                  <c:v>2021.85753425</c:v>
                </c:pt>
                <c:pt idx="1476">
                  <c:v>2021.86027397</c:v>
                </c:pt>
                <c:pt idx="1477">
                  <c:v>2021.8630137</c:v>
                </c:pt>
                <c:pt idx="1478">
                  <c:v>2021.86575342</c:v>
                </c:pt>
                <c:pt idx="1479">
                  <c:v>2021.8739726</c:v>
                </c:pt>
                <c:pt idx="1480">
                  <c:v>2021.87671233</c:v>
                </c:pt>
                <c:pt idx="1481">
                  <c:v>2021.87945205</c:v>
                </c:pt>
                <c:pt idx="1482">
                  <c:v>2021.88219178</c:v>
                </c:pt>
                <c:pt idx="1483">
                  <c:v>2021.88493151</c:v>
                </c:pt>
                <c:pt idx="1484">
                  <c:v>2021.89315068</c:v>
                </c:pt>
                <c:pt idx="1485">
                  <c:v>2021.89589041</c:v>
                </c:pt>
                <c:pt idx="1486">
                  <c:v>2021.89863014</c:v>
                </c:pt>
                <c:pt idx="1487">
                  <c:v>2021.90410959</c:v>
                </c:pt>
                <c:pt idx="1488">
                  <c:v>2021.91232877</c:v>
                </c:pt>
                <c:pt idx="1489">
                  <c:v>2021.91506849</c:v>
                </c:pt>
                <c:pt idx="1490">
                  <c:v>2021.91780822</c:v>
                </c:pt>
                <c:pt idx="1491">
                  <c:v>2021.92054795</c:v>
                </c:pt>
                <c:pt idx="1492">
                  <c:v>2021.92328767</c:v>
                </c:pt>
                <c:pt idx="1493">
                  <c:v>2021.93150685</c:v>
                </c:pt>
                <c:pt idx="1494">
                  <c:v>2021.93424658</c:v>
                </c:pt>
                <c:pt idx="1495">
                  <c:v>2021.9369863</c:v>
                </c:pt>
                <c:pt idx="1496">
                  <c:v>2021.93972603</c:v>
                </c:pt>
                <c:pt idx="1497">
                  <c:v>2021.94246575</c:v>
                </c:pt>
                <c:pt idx="1498">
                  <c:v>2021.95068493</c:v>
                </c:pt>
                <c:pt idx="1499">
                  <c:v>2021.95342466</c:v>
                </c:pt>
                <c:pt idx="1500">
                  <c:v>2021.95616438</c:v>
                </c:pt>
                <c:pt idx="1501">
                  <c:v>2021.95890411</c:v>
                </c:pt>
                <c:pt idx="1502">
                  <c:v>2021.96164384</c:v>
                </c:pt>
                <c:pt idx="1503">
                  <c:v>2021.96986301</c:v>
                </c:pt>
                <c:pt idx="1504">
                  <c:v>2021.97260274</c:v>
                </c:pt>
                <c:pt idx="1505">
                  <c:v>2021.97534247</c:v>
                </c:pt>
                <c:pt idx="1506">
                  <c:v>2021.97808219</c:v>
                </c:pt>
                <c:pt idx="1507">
                  <c:v>2021.9890411</c:v>
                </c:pt>
                <c:pt idx="1508">
                  <c:v>2021.99178082</c:v>
                </c:pt>
                <c:pt idx="1509">
                  <c:v>2021.99452055</c:v>
                </c:pt>
                <c:pt idx="1510">
                  <c:v>2021.99726027</c:v>
                </c:pt>
                <c:pt idx="1511">
                  <c:v>2022</c:v>
                </c:pt>
                <c:pt idx="1512">
                  <c:v>2022.00821918</c:v>
                </c:pt>
                <c:pt idx="1513">
                  <c:v>2022.0109589</c:v>
                </c:pt>
                <c:pt idx="1514">
                  <c:v>2022.01369863</c:v>
                </c:pt>
                <c:pt idx="1515">
                  <c:v>2022.01643836</c:v>
                </c:pt>
                <c:pt idx="1516">
                  <c:v>2022.01917808</c:v>
                </c:pt>
                <c:pt idx="1517">
                  <c:v>2022.02739726</c:v>
                </c:pt>
                <c:pt idx="1518">
                  <c:v>2022.03013699</c:v>
                </c:pt>
                <c:pt idx="1519">
                  <c:v>2022.03287671</c:v>
                </c:pt>
                <c:pt idx="1520">
                  <c:v>2022.03561644</c:v>
                </c:pt>
                <c:pt idx="1521">
                  <c:v>2022.03835616</c:v>
                </c:pt>
                <c:pt idx="1522">
                  <c:v>2022.04931507</c:v>
                </c:pt>
                <c:pt idx="1523">
                  <c:v>2022.05205479</c:v>
                </c:pt>
                <c:pt idx="1524">
                  <c:v>2022.05479452</c:v>
                </c:pt>
                <c:pt idx="1525">
                  <c:v>2022.05753425</c:v>
                </c:pt>
                <c:pt idx="1526">
                  <c:v>2022.06575342</c:v>
                </c:pt>
                <c:pt idx="1527">
                  <c:v>2022.06849315</c:v>
                </c:pt>
                <c:pt idx="1528">
                  <c:v>2022.07123288</c:v>
                </c:pt>
                <c:pt idx="1529">
                  <c:v>2022.0739726</c:v>
                </c:pt>
                <c:pt idx="1530">
                  <c:v>2022.07671233</c:v>
                </c:pt>
                <c:pt idx="1531">
                  <c:v>2022.08493151</c:v>
                </c:pt>
                <c:pt idx="1532">
                  <c:v>2022.08767123</c:v>
                </c:pt>
                <c:pt idx="1533">
                  <c:v>2022.09041096</c:v>
                </c:pt>
                <c:pt idx="1534">
                  <c:v>2022.09315068</c:v>
                </c:pt>
                <c:pt idx="1535">
                  <c:v>2022.09589041</c:v>
                </c:pt>
                <c:pt idx="1536">
                  <c:v>2022.10410959</c:v>
                </c:pt>
                <c:pt idx="1537">
                  <c:v>2022.10684932</c:v>
                </c:pt>
                <c:pt idx="1538">
                  <c:v>2022.10958904</c:v>
                </c:pt>
                <c:pt idx="1539">
                  <c:v>2022.11232877</c:v>
                </c:pt>
                <c:pt idx="1540">
                  <c:v>2022.11506849</c:v>
                </c:pt>
                <c:pt idx="1541">
                  <c:v>2022.12328767</c:v>
                </c:pt>
                <c:pt idx="1542">
                  <c:v>2022.1260274</c:v>
                </c:pt>
                <c:pt idx="1543">
                  <c:v>2022.12876712</c:v>
                </c:pt>
                <c:pt idx="1544">
                  <c:v>2022.13150685</c:v>
                </c:pt>
                <c:pt idx="1545">
                  <c:v>2022.13424658</c:v>
                </c:pt>
                <c:pt idx="1546">
                  <c:v>2022.14520548</c:v>
                </c:pt>
                <c:pt idx="1547">
                  <c:v>2022.14794521</c:v>
                </c:pt>
                <c:pt idx="1548">
                  <c:v>2022.15068493</c:v>
                </c:pt>
                <c:pt idx="1549">
                  <c:v>2022.15342466</c:v>
                </c:pt>
                <c:pt idx="1550">
                  <c:v>2022.16164384</c:v>
                </c:pt>
                <c:pt idx="1551">
                  <c:v>2022.16438356</c:v>
                </c:pt>
                <c:pt idx="1552">
                  <c:v>2022.16712329</c:v>
                </c:pt>
                <c:pt idx="1553">
                  <c:v>2022.16986301</c:v>
                </c:pt>
                <c:pt idx="1554">
                  <c:v>2022.17260274</c:v>
                </c:pt>
                <c:pt idx="1555">
                  <c:v>2022.18082192</c:v>
                </c:pt>
                <c:pt idx="1556">
                  <c:v>2022.18356164</c:v>
                </c:pt>
                <c:pt idx="1557">
                  <c:v>2022.18630137</c:v>
                </c:pt>
                <c:pt idx="1558">
                  <c:v>2022.1890411</c:v>
                </c:pt>
                <c:pt idx="1559">
                  <c:v>2022.19178082</c:v>
                </c:pt>
                <c:pt idx="1560">
                  <c:v>2022.2</c:v>
                </c:pt>
                <c:pt idx="1561">
                  <c:v>2022.20273973</c:v>
                </c:pt>
                <c:pt idx="1562">
                  <c:v>2022.20547945</c:v>
                </c:pt>
                <c:pt idx="1563">
                  <c:v>2022.20821918</c:v>
                </c:pt>
                <c:pt idx="1564">
                  <c:v>2022.2109589</c:v>
                </c:pt>
                <c:pt idx="1565">
                  <c:v>2022.21917808</c:v>
                </c:pt>
                <c:pt idx="1566">
                  <c:v>2022.22191781</c:v>
                </c:pt>
                <c:pt idx="1567">
                  <c:v>2022.22465753</c:v>
                </c:pt>
                <c:pt idx="1568">
                  <c:v>2022.22739726</c:v>
                </c:pt>
                <c:pt idx="1569">
                  <c:v>2022.23013699</c:v>
                </c:pt>
                <c:pt idx="1570">
                  <c:v>2022.23835616</c:v>
                </c:pt>
                <c:pt idx="1571">
                  <c:v>2022.24109589</c:v>
                </c:pt>
                <c:pt idx="1572">
                  <c:v>2022.24383562</c:v>
                </c:pt>
                <c:pt idx="1573">
                  <c:v>2022.24657534</c:v>
                </c:pt>
                <c:pt idx="1574">
                  <c:v>2022.24931507</c:v>
                </c:pt>
                <c:pt idx="1575">
                  <c:v>2022.25753425</c:v>
                </c:pt>
                <c:pt idx="1576">
                  <c:v>2022.26027397</c:v>
                </c:pt>
                <c:pt idx="1577">
                  <c:v>2022.2630137</c:v>
                </c:pt>
                <c:pt idx="1578">
                  <c:v>2022.26575342</c:v>
                </c:pt>
                <c:pt idx="1579">
                  <c:v>2022.26849315</c:v>
                </c:pt>
                <c:pt idx="1580">
                  <c:v>2022.27671233</c:v>
                </c:pt>
                <c:pt idx="1581">
                  <c:v>2022.27945205</c:v>
                </c:pt>
                <c:pt idx="1582">
                  <c:v>2022.28219178</c:v>
                </c:pt>
                <c:pt idx="1583">
                  <c:v>2022.28493151</c:v>
                </c:pt>
                <c:pt idx="1584">
                  <c:v>2022.29589041</c:v>
                </c:pt>
                <c:pt idx="1585">
                  <c:v>2022.29863014</c:v>
                </c:pt>
                <c:pt idx="1586">
                  <c:v>2022.30136986</c:v>
                </c:pt>
                <c:pt idx="1587">
                  <c:v>2022.30410959</c:v>
                </c:pt>
                <c:pt idx="1588">
                  <c:v>2022.30684932</c:v>
                </c:pt>
                <c:pt idx="1589">
                  <c:v>2022.31506849</c:v>
                </c:pt>
                <c:pt idx="1590">
                  <c:v>2022.31780822</c:v>
                </c:pt>
                <c:pt idx="1591">
                  <c:v>2022.32054795</c:v>
                </c:pt>
                <c:pt idx="1592">
                  <c:v>2022.32328767</c:v>
                </c:pt>
                <c:pt idx="1593">
                  <c:v>2022.3260274</c:v>
                </c:pt>
                <c:pt idx="1594">
                  <c:v>2022.33424658</c:v>
                </c:pt>
                <c:pt idx="1595">
                  <c:v>2022.3369863</c:v>
                </c:pt>
                <c:pt idx="1596">
                  <c:v>2022.33972603</c:v>
                </c:pt>
                <c:pt idx="1597">
                  <c:v>2022.34246575</c:v>
                </c:pt>
                <c:pt idx="1598">
                  <c:v>2022.34520548</c:v>
                </c:pt>
                <c:pt idx="1599">
                  <c:v>2022.35342466</c:v>
                </c:pt>
                <c:pt idx="1600">
                  <c:v>2022.35616438</c:v>
                </c:pt>
                <c:pt idx="1601">
                  <c:v>2022.35890411</c:v>
                </c:pt>
                <c:pt idx="1602">
                  <c:v>2022.36164384</c:v>
                </c:pt>
                <c:pt idx="1603">
                  <c:v>2022.36438356</c:v>
                </c:pt>
                <c:pt idx="1604">
                  <c:v>2022.37260274</c:v>
                </c:pt>
                <c:pt idx="1605">
                  <c:v>2022.37534247</c:v>
                </c:pt>
                <c:pt idx="1606">
                  <c:v>2022.37808219</c:v>
                </c:pt>
                <c:pt idx="1607">
                  <c:v>2022.38082192</c:v>
                </c:pt>
                <c:pt idx="1608">
                  <c:v>2022.38356164</c:v>
                </c:pt>
                <c:pt idx="1609">
                  <c:v>2022.39178082</c:v>
                </c:pt>
                <c:pt idx="1610">
                  <c:v>2022.39452055</c:v>
                </c:pt>
                <c:pt idx="1611">
                  <c:v>2022.39726027</c:v>
                </c:pt>
                <c:pt idx="1612">
                  <c:v>2022.4</c:v>
                </c:pt>
                <c:pt idx="1613">
                  <c:v>2022.40273973</c:v>
                </c:pt>
                <c:pt idx="1614">
                  <c:v>2022.41369863</c:v>
                </c:pt>
                <c:pt idx="1615">
                  <c:v>2022.41643836</c:v>
                </c:pt>
                <c:pt idx="1616">
                  <c:v>2022.41917808</c:v>
                </c:pt>
                <c:pt idx="1617">
                  <c:v>2022.42191781</c:v>
                </c:pt>
                <c:pt idx="1618">
                  <c:v>2022.43013699</c:v>
                </c:pt>
                <c:pt idx="1619">
                  <c:v>2022.43287671</c:v>
                </c:pt>
                <c:pt idx="1620">
                  <c:v>2022.43561644</c:v>
                </c:pt>
                <c:pt idx="1621">
                  <c:v>2022.43835616</c:v>
                </c:pt>
                <c:pt idx="1622">
                  <c:v>2022.44109589</c:v>
                </c:pt>
                <c:pt idx="1623">
                  <c:v>2022.44931507</c:v>
                </c:pt>
                <c:pt idx="1624">
                  <c:v>2022.45205479</c:v>
                </c:pt>
                <c:pt idx="1625">
                  <c:v>2022.45479452</c:v>
                </c:pt>
                <c:pt idx="1626">
                  <c:v>2022.45753425</c:v>
                </c:pt>
                <c:pt idx="1627">
                  <c:v>2022.46027397</c:v>
                </c:pt>
                <c:pt idx="1628">
                  <c:v>2022.47123288</c:v>
                </c:pt>
                <c:pt idx="1629">
                  <c:v>2022.4739726</c:v>
                </c:pt>
                <c:pt idx="1630">
                  <c:v>2022.47671233</c:v>
                </c:pt>
                <c:pt idx="1631">
                  <c:v>2022.47945205</c:v>
                </c:pt>
                <c:pt idx="1632">
                  <c:v>2022.48767123</c:v>
                </c:pt>
                <c:pt idx="1633">
                  <c:v>2022.49041096</c:v>
                </c:pt>
                <c:pt idx="1634">
                  <c:v>2022.49315068</c:v>
                </c:pt>
                <c:pt idx="1635">
                  <c:v>2022.49589041</c:v>
                </c:pt>
                <c:pt idx="1636">
                  <c:v>2022.49863014</c:v>
                </c:pt>
                <c:pt idx="1637">
                  <c:v>2022.50958904</c:v>
                </c:pt>
                <c:pt idx="1638">
                  <c:v>2022.51232877</c:v>
                </c:pt>
                <c:pt idx="1639">
                  <c:v>2022.51506849</c:v>
                </c:pt>
                <c:pt idx="1640">
                  <c:v>2022.51780822</c:v>
                </c:pt>
                <c:pt idx="1641">
                  <c:v>2022.5260274</c:v>
                </c:pt>
                <c:pt idx="1642">
                  <c:v>2022.52876712</c:v>
                </c:pt>
                <c:pt idx="1643">
                  <c:v>2022.53150685</c:v>
                </c:pt>
                <c:pt idx="1644">
                  <c:v>2022.53424658</c:v>
                </c:pt>
                <c:pt idx="1645">
                  <c:v>2022.5369863</c:v>
                </c:pt>
                <c:pt idx="1646">
                  <c:v>2022.54520548</c:v>
                </c:pt>
                <c:pt idx="1647">
                  <c:v>2022.54794521</c:v>
                </c:pt>
                <c:pt idx="1648">
                  <c:v>2022.55068493</c:v>
                </c:pt>
                <c:pt idx="1649">
                  <c:v>2022.55342466</c:v>
                </c:pt>
                <c:pt idx="1650">
                  <c:v>2022.55616438</c:v>
                </c:pt>
                <c:pt idx="1651">
                  <c:v>2022.56438356</c:v>
                </c:pt>
                <c:pt idx="1652">
                  <c:v>2022.56712329</c:v>
                </c:pt>
                <c:pt idx="1653">
                  <c:v>2022.56986301</c:v>
                </c:pt>
                <c:pt idx="1654">
                  <c:v>2022.57260274</c:v>
                </c:pt>
                <c:pt idx="1655">
                  <c:v>2022.57534247</c:v>
                </c:pt>
                <c:pt idx="1656">
                  <c:v>2022.58356164</c:v>
                </c:pt>
                <c:pt idx="1657">
                  <c:v>2022.58630137</c:v>
                </c:pt>
                <c:pt idx="1658">
                  <c:v>2022.5890411</c:v>
                </c:pt>
                <c:pt idx="1659">
                  <c:v>2022.59178082</c:v>
                </c:pt>
                <c:pt idx="1660">
                  <c:v>2022.59452055</c:v>
                </c:pt>
                <c:pt idx="1661">
                  <c:v>2022.60273973</c:v>
                </c:pt>
                <c:pt idx="1662">
                  <c:v>2022.60547945</c:v>
                </c:pt>
                <c:pt idx="1663">
                  <c:v>2022.60821918</c:v>
                </c:pt>
                <c:pt idx="1664">
                  <c:v>2022.6109589</c:v>
                </c:pt>
                <c:pt idx="1665">
                  <c:v>2022.61369863</c:v>
                </c:pt>
                <c:pt idx="1666">
                  <c:v>2022.62191781</c:v>
                </c:pt>
                <c:pt idx="1667">
                  <c:v>2022.62465753</c:v>
                </c:pt>
                <c:pt idx="1668">
                  <c:v>2022.62739726</c:v>
                </c:pt>
                <c:pt idx="1669">
                  <c:v>2022.63013699</c:v>
                </c:pt>
                <c:pt idx="1670">
                  <c:v>2022.63287671</c:v>
                </c:pt>
                <c:pt idx="1671">
                  <c:v>2022.64109589</c:v>
                </c:pt>
                <c:pt idx="1672">
                  <c:v>2022.64383562</c:v>
                </c:pt>
                <c:pt idx="1673">
                  <c:v>2022.64657534</c:v>
                </c:pt>
                <c:pt idx="1674">
                  <c:v>2022.64931507</c:v>
                </c:pt>
                <c:pt idx="1675">
                  <c:v>2022.65205479</c:v>
                </c:pt>
                <c:pt idx="1676">
                  <c:v>2022.66027397</c:v>
                </c:pt>
                <c:pt idx="1677">
                  <c:v>2022.6630137</c:v>
                </c:pt>
                <c:pt idx="1678">
                  <c:v>2022.66575342</c:v>
                </c:pt>
                <c:pt idx="1679">
                  <c:v>2022.66849315</c:v>
                </c:pt>
                <c:pt idx="1680">
                  <c:v>2022.67123288</c:v>
                </c:pt>
                <c:pt idx="1681">
                  <c:v>2022.68219178</c:v>
                </c:pt>
                <c:pt idx="1682">
                  <c:v>2022.68493151</c:v>
                </c:pt>
                <c:pt idx="1683">
                  <c:v>2022.68767123</c:v>
                </c:pt>
                <c:pt idx="1684">
                  <c:v>2022.69041096</c:v>
                </c:pt>
                <c:pt idx="1685">
                  <c:v>2022.69863014</c:v>
                </c:pt>
                <c:pt idx="1686">
                  <c:v>2022.70136986</c:v>
                </c:pt>
                <c:pt idx="1687">
                  <c:v>2022.70410959</c:v>
                </c:pt>
                <c:pt idx="1688">
                  <c:v>2022.70684932</c:v>
                </c:pt>
                <c:pt idx="1689">
                  <c:v>2022.70958904</c:v>
                </c:pt>
                <c:pt idx="1690">
                  <c:v>2022.71780822</c:v>
                </c:pt>
                <c:pt idx="1691">
                  <c:v>2022.72054795</c:v>
                </c:pt>
                <c:pt idx="1692">
                  <c:v>2022.72328767</c:v>
                </c:pt>
                <c:pt idx="1693">
                  <c:v>2022.7260274</c:v>
                </c:pt>
                <c:pt idx="1694">
                  <c:v>2022.72876712</c:v>
                </c:pt>
                <c:pt idx="1695">
                  <c:v>2022.7369863</c:v>
                </c:pt>
                <c:pt idx="1696">
                  <c:v>2022.73972603</c:v>
                </c:pt>
                <c:pt idx="1697">
                  <c:v>2022.74246575</c:v>
                </c:pt>
                <c:pt idx="1698">
                  <c:v>2022.74520548</c:v>
                </c:pt>
                <c:pt idx="1699">
                  <c:v>2022.74794521</c:v>
                </c:pt>
                <c:pt idx="1700">
                  <c:v>2022.75616438</c:v>
                </c:pt>
                <c:pt idx="1701">
                  <c:v>2022.75890411</c:v>
                </c:pt>
                <c:pt idx="1702">
                  <c:v>2022.76164384</c:v>
                </c:pt>
                <c:pt idx="1703">
                  <c:v>2022.76438356</c:v>
                </c:pt>
                <c:pt idx="1704">
                  <c:v>2022.76712329</c:v>
                </c:pt>
                <c:pt idx="1705">
                  <c:v>2022.77534247</c:v>
                </c:pt>
                <c:pt idx="1706">
                  <c:v>2022.77808219</c:v>
                </c:pt>
                <c:pt idx="1707">
                  <c:v>2022.78082192</c:v>
                </c:pt>
                <c:pt idx="1708">
                  <c:v>2022.78356164</c:v>
                </c:pt>
                <c:pt idx="1709">
                  <c:v>2022.78630137</c:v>
                </c:pt>
                <c:pt idx="1710">
                  <c:v>2022.79452055</c:v>
                </c:pt>
                <c:pt idx="1711">
                  <c:v>2022.79726027</c:v>
                </c:pt>
                <c:pt idx="1712">
                  <c:v>2022.8</c:v>
                </c:pt>
                <c:pt idx="1713">
                  <c:v>2022.80273973</c:v>
                </c:pt>
                <c:pt idx="1714">
                  <c:v>2022.80547945</c:v>
                </c:pt>
                <c:pt idx="1715">
                  <c:v>2022.81369863</c:v>
                </c:pt>
                <c:pt idx="1716">
                  <c:v>2022.81643836</c:v>
                </c:pt>
                <c:pt idx="1717">
                  <c:v>2022.81917808</c:v>
                </c:pt>
                <c:pt idx="1718">
                  <c:v>2022.82191781</c:v>
                </c:pt>
                <c:pt idx="1719">
                  <c:v>2022.82465753</c:v>
                </c:pt>
                <c:pt idx="1720">
                  <c:v>2022.83287671</c:v>
                </c:pt>
                <c:pt idx="1721">
                  <c:v>2022.83561644</c:v>
                </c:pt>
                <c:pt idx="1722">
                  <c:v>2022.83835616</c:v>
                </c:pt>
                <c:pt idx="1723">
                  <c:v>2022.84109589</c:v>
                </c:pt>
                <c:pt idx="1724">
                  <c:v>2022.84383562</c:v>
                </c:pt>
                <c:pt idx="1725">
                  <c:v>2022.85205479</c:v>
                </c:pt>
                <c:pt idx="1726">
                  <c:v>2022.85479452</c:v>
                </c:pt>
                <c:pt idx="1727">
                  <c:v>2022.85753425</c:v>
                </c:pt>
                <c:pt idx="1728">
                  <c:v>2022.86027397</c:v>
                </c:pt>
                <c:pt idx="1729">
                  <c:v>2022.8630137</c:v>
                </c:pt>
                <c:pt idx="1730">
                  <c:v>2022.87123288</c:v>
                </c:pt>
                <c:pt idx="1731">
                  <c:v>2022.8739726</c:v>
                </c:pt>
                <c:pt idx="1732">
                  <c:v>2022.87671233</c:v>
                </c:pt>
                <c:pt idx="1733">
                  <c:v>2022.87945205</c:v>
                </c:pt>
                <c:pt idx="1734">
                  <c:v>2022.88219178</c:v>
                </c:pt>
                <c:pt idx="1735">
                  <c:v>2022.89041096</c:v>
                </c:pt>
                <c:pt idx="1736">
                  <c:v>2022.89315068</c:v>
                </c:pt>
                <c:pt idx="1737">
                  <c:v>2022.89589041</c:v>
                </c:pt>
                <c:pt idx="1738">
                  <c:v>2022.90136986</c:v>
                </c:pt>
                <c:pt idx="1739">
                  <c:v>2022.90958904</c:v>
                </c:pt>
                <c:pt idx="1740">
                  <c:v>2022.91232877</c:v>
                </c:pt>
                <c:pt idx="1741">
                  <c:v>2022.91506849</c:v>
                </c:pt>
                <c:pt idx="1742">
                  <c:v>2022.91780822</c:v>
                </c:pt>
                <c:pt idx="1743">
                  <c:v>2022.92054795</c:v>
                </c:pt>
                <c:pt idx="1744">
                  <c:v>2022.92876712</c:v>
                </c:pt>
                <c:pt idx="1745">
                  <c:v>2022.93150685</c:v>
                </c:pt>
                <c:pt idx="1746">
                  <c:v>2022.93424658</c:v>
                </c:pt>
                <c:pt idx="1747">
                  <c:v>2022.9369863</c:v>
                </c:pt>
                <c:pt idx="1748">
                  <c:v>2022.93972603</c:v>
                </c:pt>
                <c:pt idx="1749">
                  <c:v>2022.94794521</c:v>
                </c:pt>
                <c:pt idx="1750">
                  <c:v>2022.95068493</c:v>
                </c:pt>
                <c:pt idx="1751">
                  <c:v>2022.95342466</c:v>
                </c:pt>
                <c:pt idx="1752">
                  <c:v>2022.95616438</c:v>
                </c:pt>
                <c:pt idx="1753">
                  <c:v>2022.95890411</c:v>
                </c:pt>
                <c:pt idx="1754">
                  <c:v>2022.96712329</c:v>
                </c:pt>
                <c:pt idx="1755">
                  <c:v>2022.96986301</c:v>
                </c:pt>
                <c:pt idx="1756">
                  <c:v>2022.97260274</c:v>
                </c:pt>
                <c:pt idx="1757">
                  <c:v>2022.97534247</c:v>
                </c:pt>
                <c:pt idx="1758">
                  <c:v>2022.97808219</c:v>
                </c:pt>
                <c:pt idx="1759">
                  <c:v>2022.9890411</c:v>
                </c:pt>
                <c:pt idx="1760">
                  <c:v>2022.99178082</c:v>
                </c:pt>
                <c:pt idx="1761">
                  <c:v>2022.99452055</c:v>
                </c:pt>
                <c:pt idx="1762">
                  <c:v>2022.99726027</c:v>
                </c:pt>
                <c:pt idx="1763">
                  <c:v>2023.00821918</c:v>
                </c:pt>
                <c:pt idx="1764">
                  <c:v>2023.0109589</c:v>
                </c:pt>
                <c:pt idx="1765">
                  <c:v>2023.01369863</c:v>
                </c:pt>
                <c:pt idx="1766">
                  <c:v>2023.01643836</c:v>
                </c:pt>
                <c:pt idx="1767">
                  <c:v>2023.02465753</c:v>
                </c:pt>
                <c:pt idx="1768">
                  <c:v>2023.02739726</c:v>
                </c:pt>
                <c:pt idx="1769">
                  <c:v>2023.03013699</c:v>
                </c:pt>
                <c:pt idx="1770">
                  <c:v>2023.03287671</c:v>
                </c:pt>
                <c:pt idx="1771">
                  <c:v>2023.03561644</c:v>
                </c:pt>
                <c:pt idx="1772">
                  <c:v>2023.04657534</c:v>
                </c:pt>
                <c:pt idx="1773">
                  <c:v>2023.04931507</c:v>
                </c:pt>
                <c:pt idx="1774">
                  <c:v>2023.05205479</c:v>
                </c:pt>
                <c:pt idx="1775">
                  <c:v>2023.05479452</c:v>
                </c:pt>
                <c:pt idx="1776">
                  <c:v>2023.0630137</c:v>
                </c:pt>
                <c:pt idx="1777">
                  <c:v>2023.06575342</c:v>
                </c:pt>
                <c:pt idx="1778">
                  <c:v>2023.06849315</c:v>
                </c:pt>
                <c:pt idx="1779">
                  <c:v>2023.07123288</c:v>
                </c:pt>
                <c:pt idx="1780">
                  <c:v>2023.0739726</c:v>
                </c:pt>
                <c:pt idx="1781">
                  <c:v>2023.08219178</c:v>
                </c:pt>
                <c:pt idx="1782">
                  <c:v>2023.08493151</c:v>
                </c:pt>
                <c:pt idx="1783">
                  <c:v>2023.08767123</c:v>
                </c:pt>
                <c:pt idx="1784">
                  <c:v>2023.09041096</c:v>
                </c:pt>
                <c:pt idx="1785">
                  <c:v>2023.09315068</c:v>
                </c:pt>
                <c:pt idx="1786">
                  <c:v>2023.10136986</c:v>
                </c:pt>
                <c:pt idx="1787">
                  <c:v>2023.10410959</c:v>
                </c:pt>
                <c:pt idx="1788">
                  <c:v>2023.10684932</c:v>
                </c:pt>
                <c:pt idx="1789">
                  <c:v>2023.10958904</c:v>
                </c:pt>
                <c:pt idx="1790">
                  <c:v>2023.11232877</c:v>
                </c:pt>
                <c:pt idx="1791">
                  <c:v>2023.12054795</c:v>
                </c:pt>
                <c:pt idx="1792">
                  <c:v>2023.12328767</c:v>
                </c:pt>
                <c:pt idx="1793">
                  <c:v>2023.1260274</c:v>
                </c:pt>
                <c:pt idx="1794">
                  <c:v>2023.12876712</c:v>
                </c:pt>
                <c:pt idx="1795">
                  <c:v>2023.13150685</c:v>
                </c:pt>
                <c:pt idx="1796">
                  <c:v>2023.14246575</c:v>
                </c:pt>
                <c:pt idx="1797">
                  <c:v>2023.14520548</c:v>
                </c:pt>
                <c:pt idx="1798">
                  <c:v>2023.14794521</c:v>
                </c:pt>
                <c:pt idx="1799">
                  <c:v>2023.15068493</c:v>
                </c:pt>
                <c:pt idx="1800">
                  <c:v>2023.15890411</c:v>
                </c:pt>
                <c:pt idx="1801">
                  <c:v>2023.16164384</c:v>
                </c:pt>
                <c:pt idx="1802">
                  <c:v>2023.16438356</c:v>
                </c:pt>
                <c:pt idx="1803">
                  <c:v>2023.16712329</c:v>
                </c:pt>
                <c:pt idx="1804">
                  <c:v>2023.16986301</c:v>
                </c:pt>
                <c:pt idx="1805">
                  <c:v>2023.17808219</c:v>
                </c:pt>
                <c:pt idx="1806">
                  <c:v>2023.18082192</c:v>
                </c:pt>
                <c:pt idx="1807">
                  <c:v>2023.18356164</c:v>
                </c:pt>
                <c:pt idx="1808">
                  <c:v>2023.18630137</c:v>
                </c:pt>
                <c:pt idx="1809">
                  <c:v>2023.1890411</c:v>
                </c:pt>
                <c:pt idx="1810">
                  <c:v>2023.19726027</c:v>
                </c:pt>
                <c:pt idx="1811">
                  <c:v>2023.2</c:v>
                </c:pt>
                <c:pt idx="1812">
                  <c:v>2023.20273973</c:v>
                </c:pt>
                <c:pt idx="1813">
                  <c:v>2023.20547945</c:v>
                </c:pt>
                <c:pt idx="1814">
                  <c:v>2023.20821918</c:v>
                </c:pt>
                <c:pt idx="1815">
                  <c:v>2023.21643836</c:v>
                </c:pt>
                <c:pt idx="1816">
                  <c:v>2023.21917808</c:v>
                </c:pt>
                <c:pt idx="1817">
                  <c:v>2023.22191781</c:v>
                </c:pt>
                <c:pt idx="1818">
                  <c:v>2023.22465753</c:v>
                </c:pt>
                <c:pt idx="1819">
                  <c:v>2023.22739726</c:v>
                </c:pt>
                <c:pt idx="1820">
                  <c:v>2023.23561644</c:v>
                </c:pt>
                <c:pt idx="1821">
                  <c:v>2023.23835616</c:v>
                </c:pt>
                <c:pt idx="1822">
                  <c:v>2023.24109589</c:v>
                </c:pt>
                <c:pt idx="1823">
                  <c:v>2023.24383562</c:v>
                </c:pt>
                <c:pt idx="1824">
                  <c:v>2023.24657534</c:v>
                </c:pt>
                <c:pt idx="1825">
                  <c:v>2023.25479452</c:v>
                </c:pt>
                <c:pt idx="1826">
                  <c:v>2023.25753425</c:v>
                </c:pt>
                <c:pt idx="1827">
                  <c:v>2023.26027397</c:v>
                </c:pt>
                <c:pt idx="1828">
                  <c:v>2023.2630137</c:v>
                </c:pt>
                <c:pt idx="1829">
                  <c:v>2023.2739726</c:v>
                </c:pt>
                <c:pt idx="1830">
                  <c:v>2023.27671233</c:v>
                </c:pt>
                <c:pt idx="1831">
                  <c:v>2023.27945205</c:v>
                </c:pt>
                <c:pt idx="1832">
                  <c:v>2023.28219178</c:v>
                </c:pt>
                <c:pt idx="1833">
                  <c:v>2023.28493151</c:v>
                </c:pt>
                <c:pt idx="1834">
                  <c:v>2023.29315068</c:v>
                </c:pt>
                <c:pt idx="1835">
                  <c:v>2023.29589041</c:v>
                </c:pt>
                <c:pt idx="1836">
                  <c:v>2023.29863014</c:v>
                </c:pt>
                <c:pt idx="1837">
                  <c:v>2023.30136986</c:v>
                </c:pt>
                <c:pt idx="1838">
                  <c:v>2023.30410959</c:v>
                </c:pt>
                <c:pt idx="1839">
                  <c:v>2023.31232877</c:v>
                </c:pt>
                <c:pt idx="1840">
                  <c:v>2023.31506849</c:v>
                </c:pt>
                <c:pt idx="1841">
                  <c:v>2023.31780822</c:v>
                </c:pt>
                <c:pt idx="1842">
                  <c:v>2023.32054795</c:v>
                </c:pt>
                <c:pt idx="1843">
                  <c:v>2023.32328767</c:v>
                </c:pt>
                <c:pt idx="1844">
                  <c:v>2023.33150685</c:v>
                </c:pt>
                <c:pt idx="1845">
                  <c:v>2023.33424658</c:v>
                </c:pt>
                <c:pt idx="1846">
                  <c:v>2023.3369863</c:v>
                </c:pt>
                <c:pt idx="1847">
                  <c:v>2023.33972603</c:v>
                </c:pt>
                <c:pt idx="1848">
                  <c:v>2023.34246575</c:v>
                </c:pt>
                <c:pt idx="1849">
                  <c:v>2023.35068493</c:v>
                </c:pt>
                <c:pt idx="1850">
                  <c:v>2023.35342466</c:v>
                </c:pt>
                <c:pt idx="1851">
                  <c:v>2023.35616438</c:v>
                </c:pt>
                <c:pt idx="1852">
                  <c:v>2023.35890411</c:v>
                </c:pt>
                <c:pt idx="1853">
                  <c:v>2023.36164384</c:v>
                </c:pt>
                <c:pt idx="1854">
                  <c:v>2023.36986301</c:v>
                </c:pt>
                <c:pt idx="1855">
                  <c:v>2023.37260274</c:v>
                </c:pt>
                <c:pt idx="1856">
                  <c:v>2023.37534247</c:v>
                </c:pt>
                <c:pt idx="1857">
                  <c:v>2023.37808219</c:v>
                </c:pt>
                <c:pt idx="1858">
                  <c:v>2023.38082192</c:v>
                </c:pt>
                <c:pt idx="1859">
                  <c:v>2023.3890411</c:v>
                </c:pt>
                <c:pt idx="1860">
                  <c:v>2023.39178082</c:v>
                </c:pt>
                <c:pt idx="1861">
                  <c:v>2023.39452055</c:v>
                </c:pt>
                <c:pt idx="1862">
                  <c:v>2023.39726027</c:v>
                </c:pt>
                <c:pt idx="1863">
                  <c:v>2023.4</c:v>
                </c:pt>
                <c:pt idx="1864">
                  <c:v>2023.4109589</c:v>
                </c:pt>
                <c:pt idx="1865">
                  <c:v>2023.41369863</c:v>
                </c:pt>
                <c:pt idx="1866">
                  <c:v>2023.41643836</c:v>
                </c:pt>
                <c:pt idx="1867">
                  <c:v>2023.41917808</c:v>
                </c:pt>
                <c:pt idx="1868">
                  <c:v>2023.42739726</c:v>
                </c:pt>
                <c:pt idx="1869">
                  <c:v>2023.43013699</c:v>
                </c:pt>
                <c:pt idx="1870">
                  <c:v>2023.43287671</c:v>
                </c:pt>
                <c:pt idx="1871">
                  <c:v>2023.43561644</c:v>
                </c:pt>
                <c:pt idx="1872">
                  <c:v>2023.43835616</c:v>
                </c:pt>
                <c:pt idx="1873">
                  <c:v>2023.44657534</c:v>
                </c:pt>
                <c:pt idx="1874">
                  <c:v>2023.44931507</c:v>
                </c:pt>
                <c:pt idx="1875">
                  <c:v>2023.45205479</c:v>
                </c:pt>
                <c:pt idx="1876">
                  <c:v>2023.45479452</c:v>
                </c:pt>
                <c:pt idx="1877">
                  <c:v>2023.45753425</c:v>
                </c:pt>
                <c:pt idx="1878">
                  <c:v>2023.46849315</c:v>
                </c:pt>
                <c:pt idx="1879">
                  <c:v>2023.47123288</c:v>
                </c:pt>
                <c:pt idx="1880">
                  <c:v>2023.4739726</c:v>
                </c:pt>
                <c:pt idx="1881">
                  <c:v>2023.47671233</c:v>
                </c:pt>
                <c:pt idx="1882">
                  <c:v>2023.48493151</c:v>
                </c:pt>
                <c:pt idx="1883">
                  <c:v>2023.48767123</c:v>
                </c:pt>
                <c:pt idx="1884">
                  <c:v>2023.49041096</c:v>
                </c:pt>
                <c:pt idx="1885">
                  <c:v>2023.49315068</c:v>
                </c:pt>
                <c:pt idx="1886">
                  <c:v>2023.49589041</c:v>
                </c:pt>
                <c:pt idx="1887">
                  <c:v>2023.50410959</c:v>
                </c:pt>
                <c:pt idx="1888">
                  <c:v>2023.50958904</c:v>
                </c:pt>
                <c:pt idx="1889">
                  <c:v>2023.51232877</c:v>
                </c:pt>
                <c:pt idx="1890">
                  <c:v>2023.51506849</c:v>
                </c:pt>
                <c:pt idx="1891">
                  <c:v>2023.52328767</c:v>
                </c:pt>
                <c:pt idx="1892">
                  <c:v>2023.5260274</c:v>
                </c:pt>
                <c:pt idx="1893">
                  <c:v>2023.52876712</c:v>
                </c:pt>
                <c:pt idx="1894">
                  <c:v>2023.53150685</c:v>
                </c:pt>
                <c:pt idx="1895">
                  <c:v>2023.53424658</c:v>
                </c:pt>
                <c:pt idx="1896">
                  <c:v>2023.54246575</c:v>
                </c:pt>
                <c:pt idx="1897">
                  <c:v>2023.54520548</c:v>
                </c:pt>
                <c:pt idx="1898">
                  <c:v>2023.54794521</c:v>
                </c:pt>
                <c:pt idx="1899">
                  <c:v>2023.55068493</c:v>
                </c:pt>
                <c:pt idx="1900">
                  <c:v>2023.55342466</c:v>
                </c:pt>
                <c:pt idx="1901">
                  <c:v>2023.56164384</c:v>
                </c:pt>
                <c:pt idx="1902">
                  <c:v>2023.56438356</c:v>
                </c:pt>
                <c:pt idx="1903">
                  <c:v>2023.56712329</c:v>
                </c:pt>
                <c:pt idx="1904">
                  <c:v>2023.56986301</c:v>
                </c:pt>
                <c:pt idx="1905">
                  <c:v>2023.57260274</c:v>
                </c:pt>
                <c:pt idx="1906">
                  <c:v>2023.58082192</c:v>
                </c:pt>
                <c:pt idx="1907">
                  <c:v>2023.58356164</c:v>
                </c:pt>
                <c:pt idx="1908">
                  <c:v>2023.58630137</c:v>
                </c:pt>
                <c:pt idx="1909">
                  <c:v>2023.5890411</c:v>
                </c:pt>
                <c:pt idx="1910">
                  <c:v>2023.59178082</c:v>
                </c:pt>
                <c:pt idx="1911">
                  <c:v>2023.6</c:v>
                </c:pt>
                <c:pt idx="1912">
                  <c:v>2023.60273973</c:v>
                </c:pt>
                <c:pt idx="1913">
                  <c:v>2023.60547945</c:v>
                </c:pt>
                <c:pt idx="1914">
                  <c:v>2023.60821918</c:v>
                </c:pt>
                <c:pt idx="1915">
                  <c:v>2023.6109589</c:v>
                </c:pt>
                <c:pt idx="1916">
                  <c:v>2023.61917808</c:v>
                </c:pt>
                <c:pt idx="1917">
                  <c:v>2023.62191781</c:v>
                </c:pt>
                <c:pt idx="1918">
                  <c:v>2023.62465753</c:v>
                </c:pt>
                <c:pt idx="1919">
                  <c:v>2023.62739726</c:v>
                </c:pt>
                <c:pt idx="1920">
                  <c:v>2023.63013699</c:v>
                </c:pt>
                <c:pt idx="1921">
                  <c:v>2023.63835616</c:v>
                </c:pt>
                <c:pt idx="1922">
                  <c:v>2023.64109589</c:v>
                </c:pt>
                <c:pt idx="1923">
                  <c:v>2023.64383562</c:v>
                </c:pt>
                <c:pt idx="1924">
                  <c:v>2023.64657534</c:v>
                </c:pt>
                <c:pt idx="1925">
                  <c:v>2023.64931507</c:v>
                </c:pt>
                <c:pt idx="1926">
                  <c:v>2023.65753425</c:v>
                </c:pt>
                <c:pt idx="1927">
                  <c:v>2023.66027397</c:v>
                </c:pt>
                <c:pt idx="1928">
                  <c:v>2023.6630137</c:v>
                </c:pt>
                <c:pt idx="1929">
                  <c:v>2023.66575342</c:v>
                </c:pt>
                <c:pt idx="1930">
                  <c:v>2023.66849315</c:v>
                </c:pt>
                <c:pt idx="1931">
                  <c:v>2023.67945205</c:v>
                </c:pt>
                <c:pt idx="1932">
                  <c:v>2023.68219178</c:v>
                </c:pt>
                <c:pt idx="1933">
                  <c:v>2023.68493151</c:v>
                </c:pt>
                <c:pt idx="1934">
                  <c:v>2023.68767123</c:v>
                </c:pt>
                <c:pt idx="1935">
                  <c:v>2023.69589041</c:v>
                </c:pt>
                <c:pt idx="1936">
                  <c:v>2023.69863014</c:v>
                </c:pt>
                <c:pt idx="1937">
                  <c:v>2023.70136986</c:v>
                </c:pt>
                <c:pt idx="1938">
                  <c:v>2023.70410959</c:v>
                </c:pt>
                <c:pt idx="1939">
                  <c:v>2023.70684932</c:v>
                </c:pt>
                <c:pt idx="1940">
                  <c:v>2023.71506849</c:v>
                </c:pt>
                <c:pt idx="1941">
                  <c:v>2023.71780822</c:v>
                </c:pt>
                <c:pt idx="1942">
                  <c:v>2023.72054795</c:v>
                </c:pt>
                <c:pt idx="1943">
                  <c:v>2023.72328767</c:v>
                </c:pt>
                <c:pt idx="1944">
                  <c:v>2023.7260274</c:v>
                </c:pt>
                <c:pt idx="1945">
                  <c:v>2023.73424658</c:v>
                </c:pt>
                <c:pt idx="1946">
                  <c:v>2023.7369863</c:v>
                </c:pt>
                <c:pt idx="1947">
                  <c:v>2023.73972603</c:v>
                </c:pt>
                <c:pt idx="1948">
                  <c:v>2023.74246575</c:v>
                </c:pt>
                <c:pt idx="1949">
                  <c:v>2023.74520548</c:v>
                </c:pt>
                <c:pt idx="1950">
                  <c:v>2023.75342466</c:v>
                </c:pt>
                <c:pt idx="1951">
                  <c:v>2023.75616438</c:v>
                </c:pt>
                <c:pt idx="1952">
                  <c:v>2023.75890411</c:v>
                </c:pt>
                <c:pt idx="1953">
                  <c:v>2023.76164384</c:v>
                </c:pt>
                <c:pt idx="1954">
                  <c:v>2023.76438356</c:v>
                </c:pt>
                <c:pt idx="1955">
                  <c:v>2023.77260274</c:v>
                </c:pt>
                <c:pt idx="1956">
                  <c:v>2023.77534247</c:v>
                </c:pt>
                <c:pt idx="1957">
                  <c:v>2023.77808219</c:v>
                </c:pt>
                <c:pt idx="1958">
                  <c:v>2023.78082192</c:v>
                </c:pt>
                <c:pt idx="1959">
                  <c:v>2023.78356164</c:v>
                </c:pt>
                <c:pt idx="1960">
                  <c:v>2023.79178082</c:v>
                </c:pt>
                <c:pt idx="1961">
                  <c:v>2023.79452055</c:v>
                </c:pt>
                <c:pt idx="1962">
                  <c:v>2023.79726027</c:v>
                </c:pt>
                <c:pt idx="1963">
                  <c:v>2023.8</c:v>
                </c:pt>
                <c:pt idx="1964">
                  <c:v>2023.80273973</c:v>
                </c:pt>
                <c:pt idx="1965">
                  <c:v>2023.8109589</c:v>
                </c:pt>
                <c:pt idx="1966">
                  <c:v>2023.81369863</c:v>
                </c:pt>
                <c:pt idx="1967">
                  <c:v>2023.81643836</c:v>
                </c:pt>
                <c:pt idx="1968">
                  <c:v>2023.81917808</c:v>
                </c:pt>
                <c:pt idx="1969">
                  <c:v>2023.82191781</c:v>
                </c:pt>
                <c:pt idx="1970">
                  <c:v>2023.83013699</c:v>
                </c:pt>
                <c:pt idx="1971">
                  <c:v>2023.83287671</c:v>
                </c:pt>
                <c:pt idx="1972">
                  <c:v>2023.83561644</c:v>
                </c:pt>
                <c:pt idx="1973">
                  <c:v>2023.83835616</c:v>
                </c:pt>
                <c:pt idx="1974">
                  <c:v>2023.84109589</c:v>
                </c:pt>
                <c:pt idx="1975">
                  <c:v>2023.84931507</c:v>
                </c:pt>
                <c:pt idx="1976">
                  <c:v>2023.85205479</c:v>
                </c:pt>
                <c:pt idx="1977">
                  <c:v>2023.85479452</c:v>
                </c:pt>
                <c:pt idx="1978">
                  <c:v>2023.85753425</c:v>
                </c:pt>
                <c:pt idx="1979">
                  <c:v>2023.86027397</c:v>
                </c:pt>
                <c:pt idx="1980">
                  <c:v>2023.86849315</c:v>
                </c:pt>
                <c:pt idx="1981">
                  <c:v>2023.87123288</c:v>
                </c:pt>
                <c:pt idx="1982">
                  <c:v>2023.8739726</c:v>
                </c:pt>
                <c:pt idx="1983">
                  <c:v>2023.87671233</c:v>
                </c:pt>
                <c:pt idx="1984">
                  <c:v>2023.87945205</c:v>
                </c:pt>
                <c:pt idx="1985">
                  <c:v>2023.88767123</c:v>
                </c:pt>
                <c:pt idx="1986">
                  <c:v>2023.89041096</c:v>
                </c:pt>
                <c:pt idx="1987">
                  <c:v>2023.89315068</c:v>
                </c:pt>
                <c:pt idx="1988">
                  <c:v>2023.89863014</c:v>
                </c:pt>
                <c:pt idx="1989">
                  <c:v>2023.90684932</c:v>
                </c:pt>
                <c:pt idx="1990">
                  <c:v>2023.90958904</c:v>
                </c:pt>
                <c:pt idx="1991">
                  <c:v>2023.91232877</c:v>
                </c:pt>
                <c:pt idx="1992">
                  <c:v>2023.91506849</c:v>
                </c:pt>
                <c:pt idx="1993">
                  <c:v>2023.91780822</c:v>
                </c:pt>
                <c:pt idx="1994">
                  <c:v>2023.9260274</c:v>
                </c:pt>
                <c:pt idx="1995">
                  <c:v>2023.92876712</c:v>
                </c:pt>
                <c:pt idx="1996">
                  <c:v>2023.93150685</c:v>
                </c:pt>
                <c:pt idx="1997">
                  <c:v>2023.93424658</c:v>
                </c:pt>
                <c:pt idx="1998">
                  <c:v>2023.9369863</c:v>
                </c:pt>
                <c:pt idx="1999">
                  <c:v>2023.94520548</c:v>
                </c:pt>
                <c:pt idx="2000">
                  <c:v>2023.94794521</c:v>
                </c:pt>
                <c:pt idx="2001">
                  <c:v>2023.95068493</c:v>
                </c:pt>
                <c:pt idx="2002">
                  <c:v>2023.95342466</c:v>
                </c:pt>
                <c:pt idx="2003">
                  <c:v>2023.95616438</c:v>
                </c:pt>
                <c:pt idx="2004">
                  <c:v>2023.96438356</c:v>
                </c:pt>
                <c:pt idx="2005">
                  <c:v>2023.96712329</c:v>
                </c:pt>
                <c:pt idx="2006">
                  <c:v>2023.96986301</c:v>
                </c:pt>
                <c:pt idx="2007">
                  <c:v>2023.97260274</c:v>
                </c:pt>
                <c:pt idx="2008">
                  <c:v>2023.97534247</c:v>
                </c:pt>
                <c:pt idx="2009">
                  <c:v>2023.98630137</c:v>
                </c:pt>
                <c:pt idx="2010">
                  <c:v>2023.9890411</c:v>
                </c:pt>
                <c:pt idx="2011">
                  <c:v>2023.99178082</c:v>
                </c:pt>
                <c:pt idx="2012">
                  <c:v>2023.99452055</c:v>
                </c:pt>
                <c:pt idx="2013">
                  <c:v>2024.00546448</c:v>
                </c:pt>
                <c:pt idx="2014">
                  <c:v>2024.00819672</c:v>
                </c:pt>
                <c:pt idx="2015">
                  <c:v>2024.01092896</c:v>
                </c:pt>
                <c:pt idx="2016">
                  <c:v>2024.0136612</c:v>
                </c:pt>
                <c:pt idx="2017">
                  <c:v>2024.02185792</c:v>
                </c:pt>
                <c:pt idx="2018">
                  <c:v>2024.02459016</c:v>
                </c:pt>
                <c:pt idx="2019">
                  <c:v>2024.0273224</c:v>
                </c:pt>
                <c:pt idx="2020">
                  <c:v>2024.03005464</c:v>
                </c:pt>
                <c:pt idx="2021">
                  <c:v>2024.03278689</c:v>
                </c:pt>
                <c:pt idx="2022">
                  <c:v>2024.04371585</c:v>
                </c:pt>
                <c:pt idx="2023">
                  <c:v>2024.04644809</c:v>
                </c:pt>
                <c:pt idx="2024">
                  <c:v>2024.04918033</c:v>
                </c:pt>
                <c:pt idx="2025">
                  <c:v>2024.05191257</c:v>
                </c:pt>
                <c:pt idx="2026">
                  <c:v>2024.06010929</c:v>
                </c:pt>
                <c:pt idx="2027">
                  <c:v>2024.06284153</c:v>
                </c:pt>
                <c:pt idx="2028">
                  <c:v>2024.06557377</c:v>
                </c:pt>
                <c:pt idx="2029">
                  <c:v>2024.06830601</c:v>
                </c:pt>
                <c:pt idx="2030">
                  <c:v>2024.07103825</c:v>
                </c:pt>
                <c:pt idx="2031">
                  <c:v>2024.07923497</c:v>
                </c:pt>
                <c:pt idx="2032">
                  <c:v>2024.08196721</c:v>
                </c:pt>
                <c:pt idx="2033">
                  <c:v>2024.08469945</c:v>
                </c:pt>
                <c:pt idx="2034">
                  <c:v>2024.08743169</c:v>
                </c:pt>
                <c:pt idx="2035">
                  <c:v>2024.09016393</c:v>
                </c:pt>
                <c:pt idx="2036">
                  <c:v>2024.09836066</c:v>
                </c:pt>
                <c:pt idx="2037">
                  <c:v>2024.1010929</c:v>
                </c:pt>
                <c:pt idx="2038">
                  <c:v>2024.10382514</c:v>
                </c:pt>
                <c:pt idx="2039">
                  <c:v>2024.10655738</c:v>
                </c:pt>
                <c:pt idx="2040">
                  <c:v>2024.10928962</c:v>
                </c:pt>
                <c:pt idx="2041">
                  <c:v>2024.11748634</c:v>
                </c:pt>
                <c:pt idx="2042">
                  <c:v>2024.12021858</c:v>
                </c:pt>
                <c:pt idx="2043">
                  <c:v>2024.12295082</c:v>
                </c:pt>
                <c:pt idx="2044">
                  <c:v>2024.12568306</c:v>
                </c:pt>
                <c:pt idx="2045">
                  <c:v>2024.1284153</c:v>
                </c:pt>
                <c:pt idx="2046">
                  <c:v>2024.13934426</c:v>
                </c:pt>
                <c:pt idx="2047">
                  <c:v>2024.1420765</c:v>
                </c:pt>
                <c:pt idx="2048">
                  <c:v>2024.14480874</c:v>
                </c:pt>
                <c:pt idx="2049">
                  <c:v>2024.14754098</c:v>
                </c:pt>
                <c:pt idx="2050">
                  <c:v>2024.1557377</c:v>
                </c:pt>
                <c:pt idx="2051">
                  <c:v>2024.15846995</c:v>
                </c:pt>
                <c:pt idx="2052">
                  <c:v>2024.16120219</c:v>
                </c:pt>
                <c:pt idx="2053">
                  <c:v>2024.16393443</c:v>
                </c:pt>
                <c:pt idx="2054">
                  <c:v>2024.16666667</c:v>
                </c:pt>
                <c:pt idx="2055">
                  <c:v>2024.17486339</c:v>
                </c:pt>
                <c:pt idx="2056">
                  <c:v>2024.17759563</c:v>
                </c:pt>
                <c:pt idx="2057">
                  <c:v>2024.18032787</c:v>
                </c:pt>
                <c:pt idx="2058">
                  <c:v>2024.18306011</c:v>
                </c:pt>
                <c:pt idx="2059">
                  <c:v>2024.18579235</c:v>
                </c:pt>
                <c:pt idx="2060">
                  <c:v>2024.19398907</c:v>
                </c:pt>
                <c:pt idx="2061">
                  <c:v>2024.19672131</c:v>
                </c:pt>
                <c:pt idx="2062">
                  <c:v>2024.19945355</c:v>
                </c:pt>
                <c:pt idx="2063">
                  <c:v>2024.20218579</c:v>
                </c:pt>
                <c:pt idx="2064">
                  <c:v>2024.20491803</c:v>
                </c:pt>
                <c:pt idx="2065">
                  <c:v>2024.21311475</c:v>
                </c:pt>
                <c:pt idx="2066">
                  <c:v>2024.21584699</c:v>
                </c:pt>
                <c:pt idx="2067">
                  <c:v>2024.21857923</c:v>
                </c:pt>
                <c:pt idx="2068">
                  <c:v>2024.22131148</c:v>
                </c:pt>
                <c:pt idx="2069">
                  <c:v>2024.22404372</c:v>
                </c:pt>
                <c:pt idx="2070">
                  <c:v>2024.23224044</c:v>
                </c:pt>
                <c:pt idx="2071">
                  <c:v>2024.23497268</c:v>
                </c:pt>
                <c:pt idx="2072">
                  <c:v>2024.23770492</c:v>
                </c:pt>
                <c:pt idx="2073">
                  <c:v>2024.24043716</c:v>
                </c:pt>
                <c:pt idx="2074">
                  <c:v>2024.25136612</c:v>
                </c:pt>
                <c:pt idx="2075">
                  <c:v>2024.25409836</c:v>
                </c:pt>
                <c:pt idx="2076">
                  <c:v>2024.2568306</c:v>
                </c:pt>
                <c:pt idx="2077">
                  <c:v>2024.25956284</c:v>
                </c:pt>
                <c:pt idx="2078">
                  <c:v>2024.26229508</c:v>
                </c:pt>
                <c:pt idx="2079">
                  <c:v>2024.2704918</c:v>
                </c:pt>
                <c:pt idx="2080">
                  <c:v>2024.27322404</c:v>
                </c:pt>
                <c:pt idx="2081">
                  <c:v>2024.27595628</c:v>
                </c:pt>
                <c:pt idx="2082">
                  <c:v>2024.27868852</c:v>
                </c:pt>
                <c:pt idx="2083">
                  <c:v>2024.28142077</c:v>
                </c:pt>
                <c:pt idx="2084">
                  <c:v>2024.28961749</c:v>
                </c:pt>
                <c:pt idx="2085">
                  <c:v>2024.29234973</c:v>
                </c:pt>
                <c:pt idx="2086">
                  <c:v>2024.29508197</c:v>
                </c:pt>
                <c:pt idx="2087">
                  <c:v>2024.29781421</c:v>
                </c:pt>
                <c:pt idx="2088">
                  <c:v>2024.30054645</c:v>
                </c:pt>
                <c:pt idx="2089">
                  <c:v>2024.30874317</c:v>
                </c:pt>
                <c:pt idx="2090">
                  <c:v>2024.31147541</c:v>
                </c:pt>
                <c:pt idx="2091">
                  <c:v>2024.31420765</c:v>
                </c:pt>
                <c:pt idx="2092">
                  <c:v>2024.31693989</c:v>
                </c:pt>
                <c:pt idx="2093">
                  <c:v>2024.31967213</c:v>
                </c:pt>
                <c:pt idx="2094">
                  <c:v>2024.32786885</c:v>
                </c:pt>
                <c:pt idx="2095">
                  <c:v>2024.33060109</c:v>
                </c:pt>
                <c:pt idx="2096">
                  <c:v>2024.33333333</c:v>
                </c:pt>
                <c:pt idx="2097">
                  <c:v>2024.33606557</c:v>
                </c:pt>
                <c:pt idx="2098">
                  <c:v>2024.33879781</c:v>
                </c:pt>
                <c:pt idx="2099">
                  <c:v>2024.34699454</c:v>
                </c:pt>
                <c:pt idx="2100">
                  <c:v>2024.34972678</c:v>
                </c:pt>
                <c:pt idx="2101">
                  <c:v>2024.35245902</c:v>
                </c:pt>
                <c:pt idx="2102">
                  <c:v>2024.35519126</c:v>
                </c:pt>
                <c:pt idx="2103">
                  <c:v>2024.3579235</c:v>
                </c:pt>
                <c:pt idx="2104">
                  <c:v>2024.36612022</c:v>
                </c:pt>
                <c:pt idx="2105">
                  <c:v>2024.36885246</c:v>
                </c:pt>
                <c:pt idx="2106">
                  <c:v>2024.3715847</c:v>
                </c:pt>
                <c:pt idx="2107">
                  <c:v>2024.37431694</c:v>
                </c:pt>
                <c:pt idx="2108">
                  <c:v>2024.37704918</c:v>
                </c:pt>
                <c:pt idx="2109">
                  <c:v>2024.3852459</c:v>
                </c:pt>
                <c:pt idx="2110">
                  <c:v>2024.38797814</c:v>
                </c:pt>
                <c:pt idx="2111">
                  <c:v>2024.39071038</c:v>
                </c:pt>
                <c:pt idx="2112">
                  <c:v>2024.39344262</c:v>
                </c:pt>
                <c:pt idx="2113">
                  <c:v>2024.39617486</c:v>
                </c:pt>
                <c:pt idx="2114">
                  <c:v>2024.40710383</c:v>
                </c:pt>
                <c:pt idx="2115">
                  <c:v>2024.40983607</c:v>
                </c:pt>
                <c:pt idx="2116">
                  <c:v>2024.41256831</c:v>
                </c:pt>
                <c:pt idx="2117">
                  <c:v>2024.41530055</c:v>
                </c:pt>
                <c:pt idx="2118">
                  <c:v>2024.42349727</c:v>
                </c:pt>
                <c:pt idx="2119">
                  <c:v>2024.42622951</c:v>
                </c:pt>
                <c:pt idx="2120">
                  <c:v>2024.42896175</c:v>
                </c:pt>
                <c:pt idx="2121">
                  <c:v>2024.43169399</c:v>
                </c:pt>
                <c:pt idx="2122">
                  <c:v>2024.43442623</c:v>
                </c:pt>
                <c:pt idx="2123">
                  <c:v>2024.44262295</c:v>
                </c:pt>
                <c:pt idx="2124">
                  <c:v>2024.44535519</c:v>
                </c:pt>
                <c:pt idx="2125">
                  <c:v>2024.44808743</c:v>
                </c:pt>
                <c:pt idx="2126">
                  <c:v>2024.45081967</c:v>
                </c:pt>
                <c:pt idx="2127">
                  <c:v>2024.45355191</c:v>
                </c:pt>
                <c:pt idx="2128">
                  <c:v>2024.46174863</c:v>
                </c:pt>
                <c:pt idx="2129">
                  <c:v>2024.46448087</c:v>
                </c:pt>
                <c:pt idx="2130">
                  <c:v>2024.46994536</c:v>
                </c:pt>
                <c:pt idx="2131">
                  <c:v>2024.4726776</c:v>
                </c:pt>
                <c:pt idx="2132">
                  <c:v>2024.48087432</c:v>
                </c:pt>
                <c:pt idx="2133">
                  <c:v>2024.48360656</c:v>
                </c:pt>
                <c:pt idx="2134">
                  <c:v>2024.4863388</c:v>
                </c:pt>
                <c:pt idx="2135">
                  <c:v>2024.48907104</c:v>
                </c:pt>
                <c:pt idx="2136">
                  <c:v>2024.49180328</c:v>
                </c:pt>
                <c:pt idx="2137">
                  <c:v>2024.5</c:v>
                </c:pt>
                <c:pt idx="2138">
                  <c:v>2024.50273224</c:v>
                </c:pt>
                <c:pt idx="2139">
                  <c:v>2024.50546448</c:v>
                </c:pt>
                <c:pt idx="2140">
                  <c:v>2024.51092896</c:v>
                </c:pt>
                <c:pt idx="2141">
                  <c:v>2024.51912568</c:v>
                </c:pt>
                <c:pt idx="2142">
                  <c:v>2024.52185792</c:v>
                </c:pt>
                <c:pt idx="2143">
                  <c:v>2024.52459016</c:v>
                </c:pt>
                <c:pt idx="2144">
                  <c:v>2024.5273224</c:v>
                </c:pt>
                <c:pt idx="2145">
                  <c:v>2024.53005464</c:v>
                </c:pt>
                <c:pt idx="2146">
                  <c:v>2024.53825137</c:v>
                </c:pt>
                <c:pt idx="2147">
                  <c:v>2024.54098361</c:v>
                </c:pt>
                <c:pt idx="2148">
                  <c:v>2024.54371585</c:v>
                </c:pt>
                <c:pt idx="2149">
                  <c:v>2024.54644809</c:v>
                </c:pt>
                <c:pt idx="2150">
                  <c:v>2024.54918033</c:v>
                </c:pt>
                <c:pt idx="2151">
                  <c:v>2024.55737705</c:v>
                </c:pt>
                <c:pt idx="2152">
                  <c:v>2024.56010929</c:v>
                </c:pt>
                <c:pt idx="2153">
                  <c:v>2024.56284153</c:v>
                </c:pt>
                <c:pt idx="2154">
                  <c:v>2024.56557377</c:v>
                </c:pt>
                <c:pt idx="2155">
                  <c:v>2024.56830601</c:v>
                </c:pt>
                <c:pt idx="2156">
                  <c:v>2024.57650273</c:v>
                </c:pt>
                <c:pt idx="2157">
                  <c:v>2024.57923497</c:v>
                </c:pt>
                <c:pt idx="2158">
                  <c:v>2024.58196721</c:v>
                </c:pt>
                <c:pt idx="2159">
                  <c:v>2024.58469945</c:v>
                </c:pt>
                <c:pt idx="2160">
                  <c:v>2024.58743169</c:v>
                </c:pt>
                <c:pt idx="2161">
                  <c:v>2024.59562842</c:v>
                </c:pt>
                <c:pt idx="2162">
                  <c:v>2024.59836066</c:v>
                </c:pt>
                <c:pt idx="2163">
                  <c:v>2024.6010929</c:v>
                </c:pt>
                <c:pt idx="2164">
                  <c:v>2024.60382514</c:v>
                </c:pt>
                <c:pt idx="2165">
                  <c:v>2024.60655738</c:v>
                </c:pt>
                <c:pt idx="2166">
                  <c:v>2024.6147541</c:v>
                </c:pt>
                <c:pt idx="2167">
                  <c:v>2024.61748634</c:v>
                </c:pt>
                <c:pt idx="2168">
                  <c:v>2024.62021858</c:v>
                </c:pt>
                <c:pt idx="2169">
                  <c:v>2024.62295082</c:v>
                </c:pt>
                <c:pt idx="2170">
                  <c:v>2024.62568306</c:v>
                </c:pt>
                <c:pt idx="2171">
                  <c:v>2024.63387978</c:v>
                </c:pt>
                <c:pt idx="2172">
                  <c:v>2024.63661202</c:v>
                </c:pt>
                <c:pt idx="2173">
                  <c:v>2024.63934426</c:v>
                </c:pt>
                <c:pt idx="2174">
                  <c:v>2024.6420765</c:v>
                </c:pt>
                <c:pt idx="2175">
                  <c:v>2024.64480874</c:v>
                </c:pt>
                <c:pt idx="2176">
                  <c:v>2024.65300546</c:v>
                </c:pt>
                <c:pt idx="2177">
                  <c:v>2024.6557377</c:v>
                </c:pt>
                <c:pt idx="2178">
                  <c:v>2024.65846995</c:v>
                </c:pt>
                <c:pt idx="2179">
                  <c:v>2024.66120219</c:v>
                </c:pt>
                <c:pt idx="2180">
                  <c:v>2024.66393443</c:v>
                </c:pt>
                <c:pt idx="2181">
                  <c:v>2024.67486339</c:v>
                </c:pt>
                <c:pt idx="2182">
                  <c:v>2024.67759563</c:v>
                </c:pt>
                <c:pt idx="2183">
                  <c:v>2024.68032787</c:v>
                </c:pt>
                <c:pt idx="2184">
                  <c:v>2024.68306011</c:v>
                </c:pt>
                <c:pt idx="2185">
                  <c:v>2024.69125683</c:v>
                </c:pt>
                <c:pt idx="2186">
                  <c:v>2024.69398907</c:v>
                </c:pt>
                <c:pt idx="2187">
                  <c:v>2024.69672131</c:v>
                </c:pt>
                <c:pt idx="2188">
                  <c:v>2024.69945355</c:v>
                </c:pt>
                <c:pt idx="2189">
                  <c:v>2024.70218579</c:v>
                </c:pt>
                <c:pt idx="2190">
                  <c:v>2024.71038251</c:v>
                </c:pt>
                <c:pt idx="2191">
                  <c:v>2024.71311475</c:v>
                </c:pt>
                <c:pt idx="2192">
                  <c:v>2024.71584699</c:v>
                </c:pt>
                <c:pt idx="2193">
                  <c:v>2024.71857923</c:v>
                </c:pt>
                <c:pt idx="2194">
                  <c:v>2024.72131148</c:v>
                </c:pt>
                <c:pt idx="2195">
                  <c:v>2024.7295082</c:v>
                </c:pt>
                <c:pt idx="2196">
                  <c:v>2024.73224044</c:v>
                </c:pt>
                <c:pt idx="2197">
                  <c:v>2024.73497268</c:v>
                </c:pt>
                <c:pt idx="2198">
                  <c:v>2024.73770492</c:v>
                </c:pt>
                <c:pt idx="2199">
                  <c:v>2024.74043716</c:v>
                </c:pt>
                <c:pt idx="2200">
                  <c:v>2024.74863388</c:v>
                </c:pt>
                <c:pt idx="2201">
                  <c:v>2024.75136612</c:v>
                </c:pt>
                <c:pt idx="2202">
                  <c:v>2024.75409836</c:v>
                </c:pt>
                <c:pt idx="2203">
                  <c:v>2024.7568306</c:v>
                </c:pt>
                <c:pt idx="2204">
                  <c:v>2024.75956284</c:v>
                </c:pt>
                <c:pt idx="2205">
                  <c:v>2024.76775956</c:v>
                </c:pt>
                <c:pt idx="2206">
                  <c:v>2024.7704918</c:v>
                </c:pt>
                <c:pt idx="2207">
                  <c:v>2024.77322404</c:v>
                </c:pt>
                <c:pt idx="2208">
                  <c:v>2024.77595628</c:v>
                </c:pt>
                <c:pt idx="2209">
                  <c:v>2024.77868852</c:v>
                </c:pt>
                <c:pt idx="2210">
                  <c:v>2024.78688525</c:v>
                </c:pt>
                <c:pt idx="2211">
                  <c:v>2024.78961749</c:v>
                </c:pt>
                <c:pt idx="2212">
                  <c:v>2024.79234973</c:v>
                </c:pt>
                <c:pt idx="2213">
                  <c:v>2024.79508197</c:v>
                </c:pt>
                <c:pt idx="2214">
                  <c:v>2024.79781421</c:v>
                </c:pt>
                <c:pt idx="2215">
                  <c:v>2024.80601093</c:v>
                </c:pt>
                <c:pt idx="2216">
                  <c:v>2024.80874317</c:v>
                </c:pt>
                <c:pt idx="2217">
                  <c:v>2024.81147541</c:v>
                </c:pt>
                <c:pt idx="2218">
                  <c:v>2024.81420765</c:v>
                </c:pt>
                <c:pt idx="2219">
                  <c:v>2024.81693989</c:v>
                </c:pt>
                <c:pt idx="2220">
                  <c:v>2024.82513661</c:v>
                </c:pt>
                <c:pt idx="2221">
                  <c:v>2024.82786885</c:v>
                </c:pt>
                <c:pt idx="2222">
                  <c:v>2024.83060109</c:v>
                </c:pt>
                <c:pt idx="2223">
                  <c:v>2024.83333333</c:v>
                </c:pt>
                <c:pt idx="2224">
                  <c:v>2024.83606557</c:v>
                </c:pt>
                <c:pt idx="2225">
                  <c:v>2024.8442623</c:v>
                </c:pt>
                <c:pt idx="2226">
                  <c:v>2024.84699454</c:v>
                </c:pt>
                <c:pt idx="2227">
                  <c:v>2024.84972678</c:v>
                </c:pt>
                <c:pt idx="2228">
                  <c:v>2024.85245902</c:v>
                </c:pt>
                <c:pt idx="2229">
                  <c:v>2024.85519126</c:v>
                </c:pt>
                <c:pt idx="2230">
                  <c:v>2024.86338798</c:v>
                </c:pt>
                <c:pt idx="2231">
                  <c:v>2024.86612022</c:v>
                </c:pt>
                <c:pt idx="2232">
                  <c:v>2024.86885246</c:v>
                </c:pt>
                <c:pt idx="2233">
                  <c:v>2024.8715847</c:v>
                </c:pt>
                <c:pt idx="2234">
                  <c:v>2024.87431694</c:v>
                </c:pt>
                <c:pt idx="2235">
                  <c:v>2024.88251366</c:v>
                </c:pt>
                <c:pt idx="2236">
                  <c:v>2024.8852459</c:v>
                </c:pt>
                <c:pt idx="2237">
                  <c:v>2024.88797814</c:v>
                </c:pt>
                <c:pt idx="2238">
                  <c:v>2024.89071038</c:v>
                </c:pt>
                <c:pt idx="2239">
                  <c:v>2024.89344262</c:v>
                </c:pt>
                <c:pt idx="2240">
                  <c:v>2024.90163934</c:v>
                </c:pt>
                <c:pt idx="2241">
                  <c:v>2024.90437158</c:v>
                </c:pt>
                <c:pt idx="2242">
                  <c:v>2024.90710383</c:v>
                </c:pt>
                <c:pt idx="2243">
                  <c:v>2024.91256831</c:v>
                </c:pt>
                <c:pt idx="2244">
                  <c:v>2024.92076503</c:v>
                </c:pt>
                <c:pt idx="2245">
                  <c:v>2024.92349727</c:v>
                </c:pt>
                <c:pt idx="2246">
                  <c:v>2024.92622951</c:v>
                </c:pt>
                <c:pt idx="2247">
                  <c:v>2024.92896175</c:v>
                </c:pt>
                <c:pt idx="2248">
                  <c:v>2024.93169399</c:v>
                </c:pt>
                <c:pt idx="2249">
                  <c:v>2024.93989071</c:v>
                </c:pt>
                <c:pt idx="2250">
                  <c:v>2024.94262295</c:v>
                </c:pt>
                <c:pt idx="2251">
                  <c:v>2024.94535519</c:v>
                </c:pt>
                <c:pt idx="2252">
                  <c:v>2024.94808743</c:v>
                </c:pt>
                <c:pt idx="2253">
                  <c:v>2024.95081967</c:v>
                </c:pt>
                <c:pt idx="2254">
                  <c:v>2024.95901639</c:v>
                </c:pt>
                <c:pt idx="2255">
                  <c:v>2024.96174863</c:v>
                </c:pt>
                <c:pt idx="2256">
                  <c:v>2024.96448087</c:v>
                </c:pt>
                <c:pt idx="2257">
                  <c:v>2024.96721311</c:v>
                </c:pt>
                <c:pt idx="2258">
                  <c:v>2024.96994536</c:v>
                </c:pt>
                <c:pt idx="2259">
                  <c:v>2024.97814208</c:v>
                </c:pt>
                <c:pt idx="2260">
                  <c:v>2024.98087432</c:v>
                </c:pt>
                <c:pt idx="2261">
                  <c:v>2024.9863388</c:v>
                </c:pt>
                <c:pt idx="2262">
                  <c:v>2024.98907104</c:v>
                </c:pt>
                <c:pt idx="2263">
                  <c:v>2024.99726776</c:v>
                </c:pt>
                <c:pt idx="2264">
                  <c:v>2025</c:v>
                </c:pt>
                <c:pt idx="2265">
                  <c:v>2025.00547945</c:v>
                </c:pt>
                <c:pt idx="2266">
                  <c:v>2025.00821918</c:v>
                </c:pt>
                <c:pt idx="2267">
                  <c:v>2025.01643836</c:v>
                </c:pt>
                <c:pt idx="2268">
                  <c:v>2025.01917808</c:v>
                </c:pt>
                <c:pt idx="2269">
                  <c:v>2025.02191781</c:v>
                </c:pt>
                <c:pt idx="2270">
                  <c:v>2025.02739726</c:v>
                </c:pt>
                <c:pt idx="2271">
                  <c:v>2025.03561644</c:v>
                </c:pt>
                <c:pt idx="2272">
                  <c:v>2025.03835616</c:v>
                </c:pt>
                <c:pt idx="2273">
                  <c:v>2025.04109589</c:v>
                </c:pt>
                <c:pt idx="2274">
                  <c:v>2025.04383562</c:v>
                </c:pt>
                <c:pt idx="2275">
                  <c:v>2025.04657534</c:v>
                </c:pt>
                <c:pt idx="2276">
                  <c:v>2025.05753425</c:v>
                </c:pt>
                <c:pt idx="2277">
                  <c:v>2025.06027397</c:v>
                </c:pt>
                <c:pt idx="2278">
                  <c:v>2025.0630137</c:v>
                </c:pt>
                <c:pt idx="2279">
                  <c:v>2025.06575342</c:v>
                </c:pt>
                <c:pt idx="2280">
                  <c:v>2025.0739726</c:v>
                </c:pt>
                <c:pt idx="2281">
                  <c:v>2025.07671233</c:v>
                </c:pt>
                <c:pt idx="2282">
                  <c:v>2025.07945205</c:v>
                </c:pt>
                <c:pt idx="2283">
                  <c:v>2025.08219178</c:v>
                </c:pt>
                <c:pt idx="2284">
                  <c:v>2025.08493151</c:v>
                </c:pt>
                <c:pt idx="2285">
                  <c:v>2025.09315068</c:v>
                </c:pt>
                <c:pt idx="2286">
                  <c:v>2025.09589041</c:v>
                </c:pt>
                <c:pt idx="2287">
                  <c:v>2025.09863014</c:v>
                </c:pt>
                <c:pt idx="2288">
                  <c:v>2025.10136986</c:v>
                </c:pt>
                <c:pt idx="2289">
                  <c:v>2025.10410959</c:v>
                </c:pt>
                <c:pt idx="2290">
                  <c:v>2025.11232877</c:v>
                </c:pt>
                <c:pt idx="2291">
                  <c:v>2025.11506849</c:v>
                </c:pt>
                <c:pt idx="2292">
                  <c:v>2025.11780822</c:v>
                </c:pt>
                <c:pt idx="2293">
                  <c:v>2025.12054795</c:v>
                </c:pt>
                <c:pt idx="2294">
                  <c:v>2025.12328767</c:v>
                </c:pt>
                <c:pt idx="2295">
                  <c:v>2025.13424658</c:v>
                </c:pt>
                <c:pt idx="2296">
                  <c:v>2025.1369863</c:v>
                </c:pt>
                <c:pt idx="2297">
                  <c:v>2025.13972603</c:v>
                </c:pt>
                <c:pt idx="2298">
                  <c:v>2025.14246575</c:v>
                </c:pt>
                <c:pt idx="2299">
                  <c:v>2025.15068493</c:v>
                </c:pt>
                <c:pt idx="2300">
                  <c:v>2025.15342466</c:v>
                </c:pt>
                <c:pt idx="2301">
                  <c:v>2025.15616438</c:v>
                </c:pt>
                <c:pt idx="2302">
                  <c:v>2025.15890411</c:v>
                </c:pt>
                <c:pt idx="2303">
                  <c:v>2025.16164384</c:v>
                </c:pt>
                <c:pt idx="2304">
                  <c:v>2025.16986301</c:v>
                </c:pt>
                <c:pt idx="2305">
                  <c:v>2025.17260274</c:v>
                </c:pt>
                <c:pt idx="2306">
                  <c:v>2025.17534247</c:v>
                </c:pt>
                <c:pt idx="2307">
                  <c:v>2025.17808219</c:v>
                </c:pt>
                <c:pt idx="2308">
                  <c:v>2025.18082192</c:v>
                </c:pt>
                <c:pt idx="2309">
                  <c:v>2025.1890411</c:v>
                </c:pt>
                <c:pt idx="2310">
                  <c:v>2025.19178082</c:v>
                </c:pt>
                <c:pt idx="2311">
                  <c:v>2025.19452055</c:v>
                </c:pt>
                <c:pt idx="2312">
                  <c:v>2025.19726027</c:v>
                </c:pt>
                <c:pt idx="2313">
                  <c:v>2025.2</c:v>
                </c:pt>
                <c:pt idx="2314">
                  <c:v>2025.20821918</c:v>
                </c:pt>
                <c:pt idx="2315">
                  <c:v>2025.2109589</c:v>
                </c:pt>
                <c:pt idx="2316">
                  <c:v>2025.21369863</c:v>
                </c:pt>
                <c:pt idx="2317">
                  <c:v>2025.21643836</c:v>
                </c:pt>
                <c:pt idx="2318">
                  <c:v>2025.21917808</c:v>
                </c:pt>
                <c:pt idx="2319">
                  <c:v>2025.22739726</c:v>
                </c:pt>
                <c:pt idx="2320">
                  <c:v>2025.23013699</c:v>
                </c:pt>
                <c:pt idx="2321">
                  <c:v>2025.23287671</c:v>
                </c:pt>
                <c:pt idx="2322">
                  <c:v>2025.23561644</c:v>
                </c:pt>
                <c:pt idx="2323">
                  <c:v>2025.23835616</c:v>
                </c:pt>
                <c:pt idx="2324">
                  <c:v>2025.24657534</c:v>
                </c:pt>
                <c:pt idx="2325">
                  <c:v>2025.24931507</c:v>
                </c:pt>
                <c:pt idx="2326">
                  <c:v>2025.25205479</c:v>
                </c:pt>
                <c:pt idx="2327">
                  <c:v>2025.25479452</c:v>
                </c:pt>
                <c:pt idx="2328">
                  <c:v>2025.25753425</c:v>
                </c:pt>
                <c:pt idx="2329">
                  <c:v>2025.26575342</c:v>
                </c:pt>
                <c:pt idx="2330">
                  <c:v>2025.26849315</c:v>
                </c:pt>
                <c:pt idx="2331">
                  <c:v>2025.27123288</c:v>
                </c:pt>
                <c:pt idx="2332">
                  <c:v>2025.2739726</c:v>
                </c:pt>
                <c:pt idx="2333">
                  <c:v>2025.27671233</c:v>
                </c:pt>
                <c:pt idx="2334">
                  <c:v>2025.28493151</c:v>
                </c:pt>
                <c:pt idx="2335">
                  <c:v>2025.28767123</c:v>
                </c:pt>
                <c:pt idx="2336">
                  <c:v>2025.29041096</c:v>
                </c:pt>
                <c:pt idx="2337">
                  <c:v>2025.29315068</c:v>
                </c:pt>
                <c:pt idx="2338">
                  <c:v>2025.30410959</c:v>
                </c:pt>
                <c:pt idx="2339">
                  <c:v>2025.30684932</c:v>
                </c:pt>
                <c:pt idx="2340">
                  <c:v>2025.30958904</c:v>
                </c:pt>
                <c:pt idx="2341">
                  <c:v>2025.31232877</c:v>
                </c:pt>
                <c:pt idx="2342">
                  <c:v>2025.31506849</c:v>
                </c:pt>
                <c:pt idx="2343">
                  <c:v>2025.32328767</c:v>
                </c:pt>
                <c:pt idx="2344">
                  <c:v>2025.3260274</c:v>
                </c:pt>
                <c:pt idx="2345">
                  <c:v>2025.32876712</c:v>
                </c:pt>
                <c:pt idx="2346">
                  <c:v>2025.33150685</c:v>
                </c:pt>
                <c:pt idx="2347">
                  <c:v>2025.33424658</c:v>
                </c:pt>
                <c:pt idx="2348">
                  <c:v>2025.34246575</c:v>
                </c:pt>
                <c:pt idx="2349">
                  <c:v>2025.34520548</c:v>
                </c:pt>
                <c:pt idx="2350">
                  <c:v>2025.34794521</c:v>
                </c:pt>
                <c:pt idx="2351">
                  <c:v>2025.35068493</c:v>
                </c:pt>
                <c:pt idx="2352">
                  <c:v>2025.35342466</c:v>
                </c:pt>
                <c:pt idx="2353">
                  <c:v>2025.36164384</c:v>
                </c:pt>
                <c:pt idx="2354">
                  <c:v>2025.36438356</c:v>
                </c:pt>
                <c:pt idx="2355">
                  <c:v>2025.36712329</c:v>
                </c:pt>
                <c:pt idx="2356">
                  <c:v>2025.36986301</c:v>
                </c:pt>
                <c:pt idx="2357">
                  <c:v>2025.37260274</c:v>
                </c:pt>
                <c:pt idx="2358">
                  <c:v>2025.38082192</c:v>
                </c:pt>
                <c:pt idx="2359">
                  <c:v>2025.38356164</c:v>
                </c:pt>
                <c:pt idx="2360">
                  <c:v>2025.38630137</c:v>
                </c:pt>
                <c:pt idx="2361">
                  <c:v>2025.3890411</c:v>
                </c:pt>
                <c:pt idx="2362">
                  <c:v>2025.39178082</c:v>
                </c:pt>
                <c:pt idx="2363">
                  <c:v>2025.40273973</c:v>
                </c:pt>
                <c:pt idx="2364">
                  <c:v>2025.40547945</c:v>
                </c:pt>
                <c:pt idx="2365">
                  <c:v>2025.40821918</c:v>
                </c:pt>
                <c:pt idx="2366">
                  <c:v>2025.4109589</c:v>
                </c:pt>
                <c:pt idx="2367">
                  <c:v>2025.41917808</c:v>
                </c:pt>
                <c:pt idx="2368">
                  <c:v>2025.42191781</c:v>
                </c:pt>
                <c:pt idx="2369">
                  <c:v>2025.42465753</c:v>
                </c:pt>
                <c:pt idx="2370">
                  <c:v>2025.42739726</c:v>
                </c:pt>
                <c:pt idx="2371">
                  <c:v>2025.43013699</c:v>
                </c:pt>
                <c:pt idx="2372">
                  <c:v>2025.43835616</c:v>
                </c:pt>
                <c:pt idx="2373">
                  <c:v>2025.44109589</c:v>
                </c:pt>
                <c:pt idx="2374">
                  <c:v>2025.44383562</c:v>
                </c:pt>
                <c:pt idx="2375">
                  <c:v>2025.44657534</c:v>
                </c:pt>
                <c:pt idx="2376">
                  <c:v>2025.44931507</c:v>
                </c:pt>
                <c:pt idx="2377">
                  <c:v>2025.45753425</c:v>
                </c:pt>
                <c:pt idx="2378">
                  <c:v>2025.46027397</c:v>
                </c:pt>
                <c:pt idx="2379">
                  <c:v>2025.4630137</c:v>
                </c:pt>
                <c:pt idx="2380">
                  <c:v>2025.46849315</c:v>
                </c:pt>
                <c:pt idx="2381">
                  <c:v>2025.47671233</c:v>
                </c:pt>
                <c:pt idx="2382">
                  <c:v>2025.47945205</c:v>
                </c:pt>
                <c:pt idx="2383">
                  <c:v>2025.48219178</c:v>
                </c:pt>
                <c:pt idx="2384">
                  <c:v>2025.48493151</c:v>
                </c:pt>
                <c:pt idx="2385">
                  <c:v>2025.48767123</c:v>
                </c:pt>
                <c:pt idx="2386">
                  <c:v>2025.49589041</c:v>
                </c:pt>
                <c:pt idx="2387">
                  <c:v>2025.49863014</c:v>
                </c:pt>
                <c:pt idx="2388">
                  <c:v>2025.50136986</c:v>
                </c:pt>
                <c:pt idx="2389">
                  <c:v>2025.50410959</c:v>
                </c:pt>
                <c:pt idx="2390">
                  <c:v>2025.51506849</c:v>
                </c:pt>
                <c:pt idx="2391">
                  <c:v>2025.51780822</c:v>
                </c:pt>
                <c:pt idx="2392">
                  <c:v>2025.52054795</c:v>
                </c:pt>
                <c:pt idx="2393">
                  <c:v>2025.52328767</c:v>
                </c:pt>
                <c:pt idx="2394">
                  <c:v>2025.5260274</c:v>
                </c:pt>
                <c:pt idx="2395">
                  <c:v>2025.53424658</c:v>
                </c:pt>
                <c:pt idx="2396">
                  <c:v>2025.5369863</c:v>
                </c:pt>
                <c:pt idx="2397">
                  <c:v>2025.53972603</c:v>
                </c:pt>
                <c:pt idx="2398">
                  <c:v>2025.54246575</c:v>
                </c:pt>
                <c:pt idx="2399">
                  <c:v>2025.54520548</c:v>
                </c:pt>
                <c:pt idx="2400">
                  <c:v>2025.55342466</c:v>
                </c:pt>
                <c:pt idx="2401">
                  <c:v>2025.55616438</c:v>
                </c:pt>
                <c:pt idx="2402">
                  <c:v>2025.55890411</c:v>
                </c:pt>
                <c:pt idx="2403">
                  <c:v>2025.56164384</c:v>
                </c:pt>
                <c:pt idx="2404">
                  <c:v>2025.56438356</c:v>
                </c:pt>
                <c:pt idx="2405">
                  <c:v>2025.57260274</c:v>
                </c:pt>
                <c:pt idx="2406">
                  <c:v>2025.57534247</c:v>
                </c:pt>
                <c:pt idx="2407">
                  <c:v>2025.57808219</c:v>
                </c:pt>
                <c:pt idx="2408">
                  <c:v>2025.58082192</c:v>
                </c:pt>
                <c:pt idx="2409">
                  <c:v>2025.58356164</c:v>
                </c:pt>
                <c:pt idx="2410">
                  <c:v>2025.59178082</c:v>
                </c:pt>
                <c:pt idx="2411">
                  <c:v>2025.59452055</c:v>
                </c:pt>
                <c:pt idx="2412">
                  <c:v>2025.59726027</c:v>
                </c:pt>
                <c:pt idx="2413">
                  <c:v>2025.6</c:v>
                </c:pt>
                <c:pt idx="2414">
                  <c:v>2025.60273973</c:v>
                </c:pt>
                <c:pt idx="2415">
                  <c:v>2025.6109589</c:v>
                </c:pt>
                <c:pt idx="2416">
                  <c:v>2025.61369863</c:v>
                </c:pt>
                <c:pt idx="2417">
                  <c:v>2025.61643836</c:v>
                </c:pt>
                <c:pt idx="2418">
                  <c:v>2025.61917808</c:v>
                </c:pt>
                <c:pt idx="2419">
                  <c:v>2025.62191781</c:v>
                </c:pt>
                <c:pt idx="2420">
                  <c:v>2025.63013699</c:v>
                </c:pt>
                <c:pt idx="2421">
                  <c:v>2025.63287671</c:v>
                </c:pt>
                <c:pt idx="2422">
                  <c:v>2025.63561644</c:v>
                </c:pt>
                <c:pt idx="2423">
                  <c:v>2025.63835616</c:v>
                </c:pt>
                <c:pt idx="2424">
                  <c:v>2025.64109589</c:v>
                </c:pt>
                <c:pt idx="2425">
                  <c:v>2025.64931507</c:v>
                </c:pt>
                <c:pt idx="2426">
                  <c:v>2025.65205479</c:v>
                </c:pt>
                <c:pt idx="2427">
                  <c:v>2025.65479452</c:v>
                </c:pt>
                <c:pt idx="2428">
                  <c:v>2025.65753425</c:v>
                </c:pt>
                <c:pt idx="2429">
                  <c:v>2025.66027397</c:v>
                </c:pt>
                <c:pt idx="2430">
                  <c:v>2025.67123288</c:v>
                </c:pt>
                <c:pt idx="2431">
                  <c:v>2025.6739726</c:v>
                </c:pt>
                <c:pt idx="2432">
                  <c:v>2025.67671233</c:v>
                </c:pt>
                <c:pt idx="2433">
                  <c:v>2025.67945205</c:v>
                </c:pt>
                <c:pt idx="2434">
                  <c:v>2025.68767123</c:v>
                </c:pt>
                <c:pt idx="2435">
                  <c:v>2025.69041096</c:v>
                </c:pt>
                <c:pt idx="2436">
                  <c:v>2025.69315068</c:v>
                </c:pt>
                <c:pt idx="2437">
                  <c:v>2025.69589041</c:v>
                </c:pt>
                <c:pt idx="2438">
                  <c:v>2025.69863014</c:v>
                </c:pt>
                <c:pt idx="2439">
                  <c:v>2025.70684932</c:v>
                </c:pt>
                <c:pt idx="2440">
                  <c:v>2025.70958904</c:v>
                </c:pt>
                <c:pt idx="2441">
                  <c:v>2025.71232877</c:v>
                </c:pt>
                <c:pt idx="2442">
                  <c:v>2025.71506849</c:v>
                </c:pt>
                <c:pt idx="2443">
                  <c:v>2025.71780822</c:v>
                </c:pt>
                <c:pt idx="2444">
                  <c:v>2025.7260274</c:v>
                </c:pt>
                <c:pt idx="2445">
                  <c:v>2025.72876712</c:v>
                </c:pt>
                <c:pt idx="2446">
                  <c:v>2025.73150685</c:v>
                </c:pt>
                <c:pt idx="2447">
                  <c:v>2025.73424658</c:v>
                </c:pt>
                <c:pt idx="2448">
                  <c:v>2025.7369863</c:v>
                </c:pt>
                <c:pt idx="2449">
                  <c:v>2025.74520548</c:v>
                </c:pt>
                <c:pt idx="2450">
                  <c:v>2025.74794521</c:v>
                </c:pt>
                <c:pt idx="2451">
                  <c:v>2025.75068493</c:v>
                </c:pt>
                <c:pt idx="2452">
                  <c:v>2025.75342466</c:v>
                </c:pt>
                <c:pt idx="2453">
                  <c:v>2025.75616438</c:v>
                </c:pt>
                <c:pt idx="2454">
                  <c:v>2025.76438356</c:v>
                </c:pt>
                <c:pt idx="2455">
                  <c:v>2025.76712329</c:v>
                </c:pt>
                <c:pt idx="2456">
                  <c:v>2025.76986301</c:v>
                </c:pt>
                <c:pt idx="2457">
                  <c:v>2025.77260274</c:v>
                </c:pt>
                <c:pt idx="2458">
                  <c:v>2025.77534247</c:v>
                </c:pt>
                <c:pt idx="2459">
                  <c:v>2025.78356164</c:v>
                </c:pt>
                <c:pt idx="2460">
                  <c:v>2025.78630137</c:v>
                </c:pt>
                <c:pt idx="2461">
                  <c:v>2025.7890411</c:v>
                </c:pt>
                <c:pt idx="2462">
                  <c:v>2025.79178082</c:v>
                </c:pt>
                <c:pt idx="2463">
                  <c:v>2025.79452055</c:v>
                </c:pt>
                <c:pt idx="2464">
                  <c:v>2025.80273973</c:v>
                </c:pt>
                <c:pt idx="2465">
                  <c:v>2025.80547945</c:v>
                </c:pt>
                <c:pt idx="2466">
                  <c:v>2025.80821918</c:v>
                </c:pt>
                <c:pt idx="2467">
                  <c:v>2025.8109589</c:v>
                </c:pt>
                <c:pt idx="2468">
                  <c:v>2025.81369863</c:v>
                </c:pt>
                <c:pt idx="2469">
                  <c:v>2025.82191781</c:v>
                </c:pt>
                <c:pt idx="2470">
                  <c:v>2025.82465753</c:v>
                </c:pt>
                <c:pt idx="2471">
                  <c:v>2025.82739726</c:v>
                </c:pt>
                <c:pt idx="2472">
                  <c:v>2025.83013699</c:v>
                </c:pt>
                <c:pt idx="2473">
                  <c:v>2025.83287671</c:v>
                </c:pt>
                <c:pt idx="2474">
                  <c:v>2025.84109589</c:v>
                </c:pt>
                <c:pt idx="2475">
                  <c:v>2025.84383562</c:v>
                </c:pt>
                <c:pt idx="2476">
                  <c:v>2025.84657534</c:v>
                </c:pt>
                <c:pt idx="2477">
                  <c:v>2025.84931507</c:v>
                </c:pt>
                <c:pt idx="2478">
                  <c:v>2025.85205479</c:v>
                </c:pt>
                <c:pt idx="2479">
                  <c:v>2025.86027397</c:v>
                </c:pt>
                <c:pt idx="2480">
                  <c:v>2025.8630137</c:v>
                </c:pt>
                <c:pt idx="2481">
                  <c:v>2025.86575342</c:v>
                </c:pt>
                <c:pt idx="2482">
                  <c:v>2025.86849315</c:v>
                </c:pt>
                <c:pt idx="2483">
                  <c:v>2025.87123288</c:v>
                </c:pt>
                <c:pt idx="2484">
                  <c:v>2025.87945205</c:v>
                </c:pt>
                <c:pt idx="2485">
                  <c:v>2025.88219178</c:v>
                </c:pt>
                <c:pt idx="2486">
                  <c:v>2025.88493151</c:v>
                </c:pt>
                <c:pt idx="2487">
                  <c:v>2025.88767123</c:v>
                </c:pt>
                <c:pt idx="2488">
                  <c:v>2025.89041096</c:v>
                </c:pt>
                <c:pt idx="2489">
                  <c:v>2025.89863014</c:v>
                </c:pt>
                <c:pt idx="2490">
                  <c:v>2025.90136986</c:v>
                </c:pt>
                <c:pt idx="2491">
                  <c:v>2025.90410959</c:v>
                </c:pt>
                <c:pt idx="2492">
                  <c:v>2025.90958904</c:v>
                </c:pt>
                <c:pt idx="2493">
                  <c:v>2025.91780822</c:v>
                </c:pt>
                <c:pt idx="2494">
                  <c:v>2025.92054795</c:v>
                </c:pt>
                <c:pt idx="2495">
                  <c:v>2025.92328767</c:v>
                </c:pt>
                <c:pt idx="2496">
                  <c:v>2025.9260274</c:v>
                </c:pt>
                <c:pt idx="2497">
                  <c:v>2025.92876712</c:v>
                </c:pt>
                <c:pt idx="2498">
                  <c:v>2025.9369863</c:v>
                </c:pt>
                <c:pt idx="2499">
                  <c:v>2025.93972603</c:v>
                </c:pt>
                <c:pt idx="2500">
                  <c:v>2025.94246575</c:v>
                </c:pt>
                <c:pt idx="2501">
                  <c:v>2025.94520548</c:v>
                </c:pt>
                <c:pt idx="2502">
                  <c:v>2025.94794521</c:v>
                </c:pt>
                <c:pt idx="2503">
                  <c:v>2025.95616438</c:v>
                </c:pt>
                <c:pt idx="2504">
                  <c:v>2025.95890411</c:v>
                </c:pt>
                <c:pt idx="2505">
                  <c:v>2025.96164384</c:v>
                </c:pt>
                <c:pt idx="2506">
                  <c:v>2025.96438356</c:v>
                </c:pt>
                <c:pt idx="2507">
                  <c:v>2025.96712329</c:v>
                </c:pt>
                <c:pt idx="2508">
                  <c:v>2025.97534247</c:v>
                </c:pt>
                <c:pt idx="2509">
                  <c:v>2025.97808219</c:v>
                </c:pt>
                <c:pt idx="2510">
                  <c:v>2025.98082192</c:v>
                </c:pt>
                <c:pt idx="2511">
                  <c:v>2025.98630137</c:v>
                </c:pt>
                <c:pt idx="2512">
                  <c:v>2025.99452055</c:v>
                </c:pt>
                <c:pt idx="2513">
                  <c:v>2025.99726027</c:v>
                </c:pt>
                <c:pt idx="2514">
                  <c:v>2026</c:v>
                </c:pt>
                <c:pt idx="2515">
                  <c:v>2026.00547945</c:v>
                </c:pt>
                <c:pt idx="2516">
                  <c:v>2026.01369863</c:v>
                </c:pt>
                <c:pt idx="2517">
                  <c:v>2026.01643836</c:v>
                </c:pt>
                <c:pt idx="2518">
                  <c:v>2026.01917808</c:v>
                </c:pt>
                <c:pt idx="2519">
                  <c:v>2026.02191781</c:v>
                </c:pt>
                <c:pt idx="2520">
                  <c:v>2026.02465753</c:v>
                </c:pt>
                <c:pt idx="2521">
                  <c:v>2026.03287671</c:v>
                </c:pt>
                <c:pt idx="2522">
                  <c:v>2026.03561644</c:v>
                </c:pt>
                <c:pt idx="2523">
                  <c:v>2026.03835616</c:v>
                </c:pt>
                <c:pt idx="2524">
                  <c:v>2026.04109589</c:v>
                </c:pt>
                <c:pt idx="2525">
                  <c:v>2026.04383562</c:v>
                </c:pt>
                <c:pt idx="2526">
                  <c:v>2026.05479452</c:v>
                </c:pt>
                <c:pt idx="2527">
                  <c:v>2026.05753425</c:v>
                </c:pt>
                <c:pt idx="2528">
                  <c:v>2026.06027397</c:v>
                </c:pt>
                <c:pt idx="2529">
                  <c:v>2026.0630137</c:v>
                </c:pt>
                <c:pt idx="2530">
                  <c:v>2026.07123288</c:v>
                </c:pt>
                <c:pt idx="2531">
                  <c:v>2026.0739726</c:v>
                </c:pt>
                <c:pt idx="2532">
                  <c:v>2026.07671233</c:v>
                </c:pt>
                <c:pt idx="2533">
                  <c:v>2026.07945205</c:v>
                </c:pt>
                <c:pt idx="2534">
                  <c:v>2026.08219178</c:v>
                </c:pt>
                <c:pt idx="2535">
                  <c:v>2026.09041096</c:v>
                </c:pt>
                <c:pt idx="2536">
                  <c:v>2026.09315068</c:v>
                </c:pt>
                <c:pt idx="2537">
                  <c:v>2026.09589041</c:v>
                </c:pt>
                <c:pt idx="2538">
                  <c:v>2026.09863014</c:v>
                </c:pt>
                <c:pt idx="2539">
                  <c:v>2026.10136986</c:v>
                </c:pt>
                <c:pt idx="2540">
                  <c:v>2026.10958904</c:v>
                </c:pt>
                <c:pt idx="2541">
                  <c:v>2026.11232877</c:v>
                </c:pt>
                <c:pt idx="2542">
                  <c:v>2026.11506849</c:v>
                </c:pt>
                <c:pt idx="2543">
                  <c:v>2026.11780822</c:v>
                </c:pt>
                <c:pt idx="2544">
                  <c:v>2026.12054795</c:v>
                </c:pt>
                <c:pt idx="2545">
                  <c:v>2026.13150685</c:v>
                </c:pt>
                <c:pt idx="2546">
                  <c:v>2026.13424658</c:v>
                </c:pt>
                <c:pt idx="2547">
                  <c:v>2026.1369863</c:v>
                </c:pt>
                <c:pt idx="2548">
                  <c:v>2026.13972603</c:v>
                </c:pt>
                <c:pt idx="2549">
                  <c:v>2026.14794521</c:v>
                </c:pt>
                <c:pt idx="2550">
                  <c:v>2026.15068493</c:v>
                </c:pt>
                <c:pt idx="2551">
                  <c:v>2026.15342466</c:v>
                </c:pt>
                <c:pt idx="2552">
                  <c:v>2026.15616438</c:v>
                </c:pt>
                <c:pt idx="2553">
                  <c:v>2026.15890411</c:v>
                </c:pt>
                <c:pt idx="2554">
                  <c:v>2026.16712329</c:v>
                </c:pt>
                <c:pt idx="2555">
                  <c:v>2026.16986301</c:v>
                </c:pt>
                <c:pt idx="2556">
                  <c:v>2026.17260274</c:v>
                </c:pt>
                <c:pt idx="2557">
                  <c:v>2026.17534247</c:v>
                </c:pt>
                <c:pt idx="2558">
                  <c:v>2026.17808219</c:v>
                </c:pt>
                <c:pt idx="2559">
                  <c:v>2026.18630137</c:v>
                </c:pt>
                <c:pt idx="2560">
                  <c:v>2026.1890411</c:v>
                </c:pt>
                <c:pt idx="2561">
                  <c:v>2026.19178082</c:v>
                </c:pt>
                <c:pt idx="2562">
                  <c:v>2026.19452055</c:v>
                </c:pt>
                <c:pt idx="2563">
                  <c:v>2026.19726027</c:v>
                </c:pt>
                <c:pt idx="2564">
                  <c:v>2026.20547945</c:v>
                </c:pt>
                <c:pt idx="2565">
                  <c:v>2026.20821918</c:v>
                </c:pt>
                <c:pt idx="2566">
                  <c:v>2026.2109589</c:v>
                </c:pt>
                <c:pt idx="2567">
                  <c:v>2026.21369863</c:v>
                </c:pt>
                <c:pt idx="2568">
                  <c:v>2026.21643836</c:v>
                </c:pt>
                <c:pt idx="2569">
                  <c:v>2026.22465753</c:v>
                </c:pt>
                <c:pt idx="2570">
                  <c:v>2026.22739726</c:v>
                </c:pt>
                <c:pt idx="2571">
                  <c:v>2026.23013699</c:v>
                </c:pt>
                <c:pt idx="2572">
                  <c:v>2026.23287671</c:v>
                </c:pt>
                <c:pt idx="2573">
                  <c:v>2026.23561644</c:v>
                </c:pt>
                <c:pt idx="2574">
                  <c:v>2026.24383562</c:v>
                </c:pt>
                <c:pt idx="2575">
                  <c:v>2026.24657534</c:v>
                </c:pt>
                <c:pt idx="2576">
                  <c:v>2026.24931507</c:v>
                </c:pt>
                <c:pt idx="2577">
                  <c:v>2026.25205479</c:v>
                </c:pt>
                <c:pt idx="2578">
                  <c:v>2026.2630137</c:v>
                </c:pt>
                <c:pt idx="2579">
                  <c:v>2026.26575342</c:v>
                </c:pt>
                <c:pt idx="2580">
                  <c:v>2026.26849315</c:v>
                </c:pt>
                <c:pt idx="2581">
                  <c:v>2026.27123288</c:v>
                </c:pt>
                <c:pt idx="2582">
                  <c:v>2026.2739726</c:v>
                </c:pt>
                <c:pt idx="2583">
                  <c:v>2026.28219178</c:v>
                </c:pt>
                <c:pt idx="2584">
                  <c:v>2026.28493151</c:v>
                </c:pt>
                <c:pt idx="2585">
                  <c:v>2026.28767123</c:v>
                </c:pt>
                <c:pt idx="2586">
                  <c:v>2026.29041096</c:v>
                </c:pt>
                <c:pt idx="2587">
                  <c:v>2026.29315068</c:v>
                </c:pt>
                <c:pt idx="2588">
                  <c:v>2026.30136986</c:v>
                </c:pt>
                <c:pt idx="2589">
                  <c:v>2026.30410959</c:v>
                </c:pt>
                <c:pt idx="2590">
                  <c:v>2026.30684932</c:v>
                </c:pt>
                <c:pt idx="2591">
                  <c:v>2026.30958904</c:v>
                </c:pt>
                <c:pt idx="2592">
                  <c:v>2026.31232877</c:v>
                </c:pt>
                <c:pt idx="2593">
                  <c:v>2026.32054795</c:v>
                </c:pt>
                <c:pt idx="2594">
                  <c:v>2026.32328767</c:v>
                </c:pt>
                <c:pt idx="2595">
                  <c:v>2026.3260274</c:v>
                </c:pt>
                <c:pt idx="2596">
                  <c:v>2026.32876712</c:v>
                </c:pt>
                <c:pt idx="2597">
                  <c:v>2026.33150685</c:v>
                </c:pt>
                <c:pt idx="2598">
                  <c:v>2026.33972603</c:v>
                </c:pt>
                <c:pt idx="2599">
                  <c:v>2026.34246575</c:v>
                </c:pt>
                <c:pt idx="2600">
                  <c:v>2026.34520548</c:v>
                </c:pt>
                <c:pt idx="2601">
                  <c:v>2026.34794521</c:v>
                </c:pt>
                <c:pt idx="2602">
                  <c:v>2026.35068493</c:v>
                </c:pt>
                <c:pt idx="2603">
                  <c:v>2026.35890411</c:v>
                </c:pt>
                <c:pt idx="2604">
                  <c:v>2026.36164384</c:v>
                </c:pt>
                <c:pt idx="2605">
                  <c:v>2026.36438356</c:v>
                </c:pt>
                <c:pt idx="2606">
                  <c:v>2026.36712329</c:v>
                </c:pt>
                <c:pt idx="2607">
                  <c:v>2026.36986301</c:v>
                </c:pt>
                <c:pt idx="2608">
                  <c:v>2026.37808219</c:v>
                </c:pt>
                <c:pt idx="2609">
                  <c:v>2026.38082192</c:v>
                </c:pt>
                <c:pt idx="2610">
                  <c:v>2026.38356164</c:v>
                </c:pt>
                <c:pt idx="2611">
                  <c:v>2026.38630137</c:v>
                </c:pt>
                <c:pt idx="2612">
                  <c:v>2026.3890411</c:v>
                </c:pt>
                <c:pt idx="2613">
                  <c:v>2026.4</c:v>
                </c:pt>
                <c:pt idx="2614">
                  <c:v>2026.40273973</c:v>
                </c:pt>
                <c:pt idx="2615">
                  <c:v>2026.40547945</c:v>
                </c:pt>
                <c:pt idx="2616">
                  <c:v>2026.40821918</c:v>
                </c:pt>
                <c:pt idx="2617">
                  <c:v>2026.41643836</c:v>
                </c:pt>
                <c:pt idx="2618">
                  <c:v>2026.41917808</c:v>
                </c:pt>
                <c:pt idx="2619">
                  <c:v>2026.42191781</c:v>
                </c:pt>
                <c:pt idx="2620">
                  <c:v>2026.42465753</c:v>
                </c:pt>
                <c:pt idx="2621">
                  <c:v>2026.42739726</c:v>
                </c:pt>
                <c:pt idx="2622">
                  <c:v>2026.43561644</c:v>
                </c:pt>
                <c:pt idx="2623">
                  <c:v>2026.43835616</c:v>
                </c:pt>
                <c:pt idx="2624">
                  <c:v>2026.44109589</c:v>
                </c:pt>
                <c:pt idx="2625">
                  <c:v>2026.44383562</c:v>
                </c:pt>
                <c:pt idx="2626">
                  <c:v>2026.44657534</c:v>
                </c:pt>
                <c:pt idx="2627">
                  <c:v>2026.45479452</c:v>
                </c:pt>
                <c:pt idx="2628">
                  <c:v>2026.45753425</c:v>
                </c:pt>
                <c:pt idx="2629">
                  <c:v>2026.46027397</c:v>
                </c:pt>
                <c:pt idx="2630">
                  <c:v>2026.4630137</c:v>
                </c:pt>
                <c:pt idx="2631">
                  <c:v>2026.4739726</c:v>
                </c:pt>
                <c:pt idx="2632">
                  <c:v>2026.47671233</c:v>
                </c:pt>
                <c:pt idx="2633">
                  <c:v>2026.47945205</c:v>
                </c:pt>
                <c:pt idx="2634">
                  <c:v>2026.48219178</c:v>
                </c:pt>
                <c:pt idx="2635">
                  <c:v>2026.48493151</c:v>
                </c:pt>
                <c:pt idx="2636">
                  <c:v>2026.49315068</c:v>
                </c:pt>
                <c:pt idx="2637">
                  <c:v>2026.49589041</c:v>
                </c:pt>
                <c:pt idx="2638">
                  <c:v>2026.49863014</c:v>
                </c:pt>
                <c:pt idx="2639">
                  <c:v>2026.50136986</c:v>
                </c:pt>
                <c:pt idx="2640">
                  <c:v>2026.51232877</c:v>
                </c:pt>
                <c:pt idx="2641">
                  <c:v>2026.51506849</c:v>
                </c:pt>
                <c:pt idx="2642">
                  <c:v>2026.51780822</c:v>
                </c:pt>
                <c:pt idx="2643">
                  <c:v>2026.52054795</c:v>
                </c:pt>
                <c:pt idx="2644">
                  <c:v>2026.52328767</c:v>
                </c:pt>
                <c:pt idx="2645">
                  <c:v>2026.53150685</c:v>
                </c:pt>
                <c:pt idx="2646">
                  <c:v>2026.53424658</c:v>
                </c:pt>
                <c:pt idx="2647">
                  <c:v>2026.5369863</c:v>
                </c:pt>
                <c:pt idx="2648">
                  <c:v>2026.53972603</c:v>
                </c:pt>
                <c:pt idx="2649">
                  <c:v>2026.54246575</c:v>
                </c:pt>
                <c:pt idx="2650">
                  <c:v>2026.55068493</c:v>
                </c:pt>
                <c:pt idx="2651">
                  <c:v>2026.55342466</c:v>
                </c:pt>
                <c:pt idx="2652">
                  <c:v>2026.55616438</c:v>
                </c:pt>
                <c:pt idx="2653">
                  <c:v>2026.55890411</c:v>
                </c:pt>
                <c:pt idx="2654">
                  <c:v>2026.56164384</c:v>
                </c:pt>
                <c:pt idx="2655">
                  <c:v>2026.56986301</c:v>
                </c:pt>
                <c:pt idx="2656">
                  <c:v>2026.57260274</c:v>
                </c:pt>
                <c:pt idx="2657">
                  <c:v>2026.57534247</c:v>
                </c:pt>
                <c:pt idx="2658">
                  <c:v>2026.57808219</c:v>
                </c:pt>
                <c:pt idx="2659">
                  <c:v>2026.58082192</c:v>
                </c:pt>
                <c:pt idx="2660">
                  <c:v>2026.5890411</c:v>
                </c:pt>
                <c:pt idx="2661">
                  <c:v>2026.59178082</c:v>
                </c:pt>
                <c:pt idx="2662">
                  <c:v>2026.59452055</c:v>
                </c:pt>
                <c:pt idx="2663">
                  <c:v>2026.59726027</c:v>
                </c:pt>
                <c:pt idx="2664">
                  <c:v>2026.6</c:v>
                </c:pt>
                <c:pt idx="2665">
                  <c:v>2026.60821918</c:v>
                </c:pt>
                <c:pt idx="2666">
                  <c:v>2026.6109589</c:v>
                </c:pt>
                <c:pt idx="2667">
                  <c:v>2026.61369863</c:v>
                </c:pt>
                <c:pt idx="2668">
                  <c:v>2026.61643836</c:v>
                </c:pt>
                <c:pt idx="2669">
                  <c:v>2026.61917808</c:v>
                </c:pt>
                <c:pt idx="2670">
                  <c:v>2026.62739726</c:v>
                </c:pt>
                <c:pt idx="2671">
                  <c:v>2026.63013699</c:v>
                </c:pt>
                <c:pt idx="2672">
                  <c:v>2026.63287671</c:v>
                </c:pt>
                <c:pt idx="2673">
                  <c:v>2026.63561644</c:v>
                </c:pt>
                <c:pt idx="2674">
                  <c:v>2026.63835616</c:v>
                </c:pt>
                <c:pt idx="2675">
                  <c:v>2026.64657534</c:v>
                </c:pt>
                <c:pt idx="2676">
                  <c:v>2026.64931507</c:v>
                </c:pt>
                <c:pt idx="2677">
                  <c:v>2026.65205479</c:v>
                </c:pt>
                <c:pt idx="2678">
                  <c:v>2026.65479452</c:v>
                </c:pt>
                <c:pt idx="2679">
                  <c:v>2026.65753425</c:v>
                </c:pt>
                <c:pt idx="2680">
                  <c:v>2026.66575342</c:v>
                </c:pt>
                <c:pt idx="2681">
                  <c:v>2026.66849315</c:v>
                </c:pt>
                <c:pt idx="2682">
                  <c:v>2026.67123288</c:v>
                </c:pt>
                <c:pt idx="2683">
                  <c:v>2026.6739726</c:v>
                </c:pt>
                <c:pt idx="2684">
                  <c:v>2026.67671233</c:v>
                </c:pt>
                <c:pt idx="2685">
                  <c:v>2026.68767123</c:v>
                </c:pt>
                <c:pt idx="2686">
                  <c:v>2026.69041096</c:v>
                </c:pt>
                <c:pt idx="2687">
                  <c:v>2026.69315068</c:v>
                </c:pt>
                <c:pt idx="2688">
                  <c:v>2026.69589041</c:v>
                </c:pt>
                <c:pt idx="2689">
                  <c:v>2026.70410959</c:v>
                </c:pt>
                <c:pt idx="2690">
                  <c:v>2026.70684932</c:v>
                </c:pt>
                <c:pt idx="2691">
                  <c:v>2026.70958904</c:v>
                </c:pt>
                <c:pt idx="2692">
                  <c:v>2026.71232877</c:v>
                </c:pt>
                <c:pt idx="2693">
                  <c:v>2026.71506849</c:v>
                </c:pt>
                <c:pt idx="2694">
                  <c:v>2026.72328767</c:v>
                </c:pt>
                <c:pt idx="2695">
                  <c:v>2026.7260274</c:v>
                </c:pt>
                <c:pt idx="2696">
                  <c:v>2026.72876712</c:v>
                </c:pt>
                <c:pt idx="2697">
                  <c:v>2026.73150685</c:v>
                </c:pt>
                <c:pt idx="2698">
                  <c:v>2026.73424658</c:v>
                </c:pt>
                <c:pt idx="2699">
                  <c:v>2026.74246575</c:v>
                </c:pt>
                <c:pt idx="2700">
                  <c:v>2026.74520548</c:v>
                </c:pt>
                <c:pt idx="2701">
                  <c:v>2026.74794521</c:v>
                </c:pt>
              </c:numCache>
            </c:numRef>
          </c:xVal>
          <c:yVal>
            <c:numRef>
              <c:f>'Chart Data'!$D$2:$D$2703</c:f>
              <c:numCache>
                <c:formatCode>#,##0</c:formatCode>
                <c:ptCount val="2702"/>
                <c:pt idx="0">
                  <c:v>100</c:v>
                </c:pt>
                <c:pt idx="1">
                  <c:v>98.6020619882</c:v>
                </c:pt>
                <c:pt idx="2">
                  <c:v>98.7688465937</c:v>
                </c:pt>
                <c:pt idx="3">
                  <c:v>97.5229549106</c:v>
                </c:pt>
                <c:pt idx="4">
                  <c:v>95.1832089732</c:v>
                </c:pt>
                <c:pt idx="5">
                  <c:v>94.1384378085</c:v>
                </c:pt>
                <c:pt idx="6">
                  <c:v>94.2316467292</c:v>
                </c:pt>
                <c:pt idx="7">
                  <c:v>94.9919228725</c:v>
                </c:pt>
                <c:pt idx="8">
                  <c:v>92.6227626811</c:v>
                </c:pt>
                <c:pt idx="9">
                  <c:v>94.1433149677</c:v>
                </c:pt>
                <c:pt idx="10">
                  <c:v>92.1224266644</c:v>
                </c:pt>
                <c:pt idx="11">
                  <c:v>92.2450854388</c:v>
                </c:pt>
                <c:pt idx="12">
                  <c:v>91.0629261229</c:v>
                </c:pt>
                <c:pt idx="13">
                  <c:v>91.5730609576</c:v>
                </c:pt>
                <c:pt idx="14">
                  <c:v>93.4517284501</c:v>
                </c:pt>
                <c:pt idx="15">
                  <c:v>92.0390521615</c:v>
                </c:pt>
                <c:pt idx="16">
                  <c:v>93.2947426627</c:v>
                </c:pt>
                <c:pt idx="17">
                  <c:v>92.2794213518</c:v>
                </c:pt>
                <c:pt idx="18">
                  <c:v>92.7601063328</c:v>
                </c:pt>
                <c:pt idx="19">
                  <c:v>95.0213460265</c:v>
                </c:pt>
                <c:pt idx="20">
                  <c:v>94.9870012137</c:v>
                </c:pt>
                <c:pt idx="21">
                  <c:v>93.2751450265</c:v>
                </c:pt>
                <c:pt idx="22">
                  <c:v>93.8343362511</c:v>
                </c:pt>
                <c:pt idx="23">
                  <c:v>93.9814787209</c:v>
                </c:pt>
                <c:pt idx="24">
                  <c:v>92.1911073902</c:v>
                </c:pt>
                <c:pt idx="25">
                  <c:v>90.9501373659</c:v>
                </c:pt>
                <c:pt idx="26">
                  <c:v>90.9550145251</c:v>
                </c:pt>
                <c:pt idx="27">
                  <c:v>90.8765438812</c:v>
                </c:pt>
                <c:pt idx="28">
                  <c:v>89.6944290649</c:v>
                </c:pt>
                <c:pt idx="29">
                  <c:v>91.5436556035</c:v>
                </c:pt>
                <c:pt idx="30">
                  <c:v>93.0887716848</c:v>
                </c:pt>
                <c:pt idx="31">
                  <c:v>94.6093328714</c:v>
                </c:pt>
                <c:pt idx="32">
                  <c:v>94.2218479111</c:v>
                </c:pt>
                <c:pt idx="33">
                  <c:v>94.1776953803</c:v>
                </c:pt>
                <c:pt idx="34">
                  <c:v>95.5412885793</c:v>
                </c:pt>
                <c:pt idx="35">
                  <c:v>94.334654468</c:v>
                </c:pt>
                <c:pt idx="36">
                  <c:v>94.7662830591</c:v>
                </c:pt>
                <c:pt idx="37">
                  <c:v>95.9140619625</c:v>
                </c:pt>
                <c:pt idx="38">
                  <c:v>95.6933527079</c:v>
                </c:pt>
                <c:pt idx="39">
                  <c:v>94.9428842825</c:v>
                </c:pt>
                <c:pt idx="40">
                  <c:v>97.1747097223</c:v>
                </c:pt>
                <c:pt idx="41">
                  <c:v>97.6112243726</c:v>
                </c:pt>
                <c:pt idx="42">
                  <c:v>97.9938232736</c:v>
                </c:pt>
                <c:pt idx="43">
                  <c:v>98.3126720077</c:v>
                </c:pt>
                <c:pt idx="44">
                  <c:v>98.3911248518</c:v>
                </c:pt>
                <c:pt idx="45">
                  <c:v>97.3169572329</c:v>
                </c:pt>
                <c:pt idx="46">
                  <c:v>97.797633314</c:v>
                </c:pt>
                <c:pt idx="47">
                  <c:v>97.8761306577</c:v>
                </c:pt>
                <c:pt idx="48">
                  <c:v>99.4555292523</c:v>
                </c:pt>
                <c:pt idx="49">
                  <c:v>99.3280378183</c:v>
                </c:pt>
                <c:pt idx="50">
                  <c:v>99.1661570718</c:v>
                </c:pt>
                <c:pt idx="51">
                  <c:v>99.7400331736</c:v>
                </c:pt>
                <c:pt idx="52">
                  <c:v>100.372808983</c:v>
                </c:pt>
                <c:pt idx="53">
                  <c:v>100.767218085</c:v>
                </c:pt>
                <c:pt idx="54">
                  <c:v>100.910239889</c:v>
                </c:pt>
                <c:pt idx="55">
                  <c:v>100.855985943</c:v>
                </c:pt>
                <c:pt idx="56">
                  <c:v>100.190360508</c:v>
                </c:pt>
                <c:pt idx="57">
                  <c:v>100.145994379</c:v>
                </c:pt>
                <c:pt idx="58">
                  <c:v>100.205125485</c:v>
                </c:pt>
                <c:pt idx="59">
                  <c:v>101.132079435</c:v>
                </c:pt>
                <c:pt idx="60">
                  <c:v>101.575838624</c:v>
                </c:pt>
                <c:pt idx="61">
                  <c:v>101.329283986</c:v>
                </c:pt>
                <c:pt idx="62">
                  <c:v>102.019544415</c:v>
                </c:pt>
                <c:pt idx="63">
                  <c:v>101.689196977</c:v>
                </c:pt>
                <c:pt idx="64">
                  <c:v>100.673528569</c:v>
                </c:pt>
                <c:pt idx="65">
                  <c:v>101.773025376</c:v>
                </c:pt>
                <c:pt idx="66">
                  <c:v>100.555221858</c:v>
                </c:pt>
                <c:pt idx="67">
                  <c:v>100.82642039</c:v>
                </c:pt>
                <c:pt idx="68">
                  <c:v>100.589735769</c:v>
                </c:pt>
                <c:pt idx="69">
                  <c:v>101.526479637</c:v>
                </c:pt>
                <c:pt idx="70">
                  <c:v>102.552053662</c:v>
                </c:pt>
                <c:pt idx="71">
                  <c:v>102.556975321</c:v>
                </c:pt>
                <c:pt idx="72">
                  <c:v>102.443563569</c:v>
                </c:pt>
                <c:pt idx="73">
                  <c:v>103.163389551</c:v>
                </c:pt>
                <c:pt idx="74">
                  <c:v>103.48881533</c:v>
                </c:pt>
                <c:pt idx="75">
                  <c:v>103.587426506</c:v>
                </c:pt>
                <c:pt idx="76">
                  <c:v>103.030282264</c:v>
                </c:pt>
                <c:pt idx="77">
                  <c:v>103.030282264</c:v>
                </c:pt>
                <c:pt idx="78">
                  <c:v>102.852764348</c:v>
                </c:pt>
                <c:pt idx="79">
                  <c:v>103.00561167</c:v>
                </c:pt>
                <c:pt idx="80">
                  <c:v>103.217625697</c:v>
                </c:pt>
                <c:pt idx="81">
                  <c:v>102.28082843</c:v>
                </c:pt>
                <c:pt idx="82">
                  <c:v>101.728659247</c:v>
                </c:pt>
                <c:pt idx="83">
                  <c:v>102.537235286</c:v>
                </c:pt>
                <c:pt idx="84">
                  <c:v>101.644857547</c:v>
                </c:pt>
                <c:pt idx="85">
                  <c:v>101.077861088</c:v>
                </c:pt>
                <c:pt idx="86">
                  <c:v>101.058112153</c:v>
                </c:pt>
                <c:pt idx="87">
                  <c:v>101.427904061</c:v>
                </c:pt>
                <c:pt idx="88">
                  <c:v>101.511714661</c:v>
                </c:pt>
                <c:pt idx="89">
                  <c:v>102.773893207</c:v>
                </c:pt>
                <c:pt idx="90">
                  <c:v>101.812469846</c:v>
                </c:pt>
                <c:pt idx="91">
                  <c:v>101.842053199</c:v>
                </c:pt>
                <c:pt idx="92">
                  <c:v>100.954623818</c:v>
                </c:pt>
                <c:pt idx="93">
                  <c:v>101.950507692</c:v>
                </c:pt>
                <c:pt idx="94">
                  <c:v>100.998989947</c:v>
                </c:pt>
                <c:pt idx="95">
                  <c:v>101.0285466</c:v>
                </c:pt>
                <c:pt idx="96">
                  <c:v>100.678459127</c:v>
                </c:pt>
                <c:pt idx="97">
                  <c:v>101.314501209</c:v>
                </c:pt>
                <c:pt idx="98">
                  <c:v>101.176454464</c:v>
                </c:pt>
                <c:pt idx="99">
                  <c:v>102.487938598</c:v>
                </c:pt>
                <c:pt idx="100">
                  <c:v>103.183129586</c:v>
                </c:pt>
                <c:pt idx="101">
                  <c:v>103.212721838</c:v>
                </c:pt>
                <c:pt idx="102">
                  <c:v>103.656463228</c:v>
                </c:pt>
                <c:pt idx="103">
                  <c:v>103.459231977</c:v>
                </c:pt>
                <c:pt idx="104">
                  <c:v>103.671192605</c:v>
                </c:pt>
                <c:pt idx="105">
                  <c:v>103.986766167</c:v>
                </c:pt>
                <c:pt idx="106">
                  <c:v>103.676167664</c:v>
                </c:pt>
                <c:pt idx="107">
                  <c:v>104.203710753</c:v>
                </c:pt>
                <c:pt idx="108">
                  <c:v>104.366410292</c:v>
                </c:pt>
                <c:pt idx="109">
                  <c:v>104.706592148</c:v>
                </c:pt>
                <c:pt idx="110">
                  <c:v>104.563659343</c:v>
                </c:pt>
                <c:pt idx="111">
                  <c:v>103.572625929</c:v>
                </c:pt>
                <c:pt idx="112">
                  <c:v>102.773893207</c:v>
                </c:pt>
                <c:pt idx="113">
                  <c:v>102.571731398</c:v>
                </c:pt>
                <c:pt idx="114">
                  <c:v>102.428762993</c:v>
                </c:pt>
                <c:pt idx="115">
                  <c:v>102.734448737</c:v>
                </c:pt>
                <c:pt idx="116">
                  <c:v>102.351849836</c:v>
                </c:pt>
                <c:pt idx="117">
                  <c:v>103.011013925</c:v>
                </c:pt>
                <c:pt idx="118">
                  <c:v>103.30340318</c:v>
                </c:pt>
                <c:pt idx="119">
                  <c:v>103.134900889</c:v>
                </c:pt>
                <c:pt idx="120">
                  <c:v>104.47797086</c:v>
                </c:pt>
                <c:pt idx="121">
                  <c:v>100.726260628</c:v>
                </c:pt>
                <c:pt idx="122">
                  <c:v>98.9222724109</c:v>
                </c:pt>
                <c:pt idx="123">
                  <c:v>100.706422694</c:v>
                </c:pt>
                <c:pt idx="124">
                  <c:v>102.421215856</c:v>
                </c:pt>
                <c:pt idx="125">
                  <c:v>103.818833471</c:v>
                </c:pt>
                <c:pt idx="126">
                  <c:v>104.036917247</c:v>
                </c:pt>
                <c:pt idx="127">
                  <c:v>103.288549204</c:v>
                </c:pt>
                <c:pt idx="128">
                  <c:v>103.908064125</c:v>
                </c:pt>
                <c:pt idx="129">
                  <c:v>103.843584164</c:v>
                </c:pt>
                <c:pt idx="130">
                  <c:v>105.389892835</c:v>
                </c:pt>
                <c:pt idx="131">
                  <c:v>105.761598227</c:v>
                </c:pt>
                <c:pt idx="132">
                  <c:v>106.529795304</c:v>
                </c:pt>
                <c:pt idx="133">
                  <c:v>106.514905729</c:v>
                </c:pt>
                <c:pt idx="134">
                  <c:v>107.109616556</c:v>
                </c:pt>
                <c:pt idx="135">
                  <c:v>106.965900558</c:v>
                </c:pt>
                <c:pt idx="136">
                  <c:v>107.253385954</c:v>
                </c:pt>
                <c:pt idx="137">
                  <c:v>107.144335166</c:v>
                </c:pt>
                <c:pt idx="138">
                  <c:v>107.590354937</c:v>
                </c:pt>
                <c:pt idx="139">
                  <c:v>107.183966535</c:v>
                </c:pt>
                <c:pt idx="140">
                  <c:v>107.664696015</c:v>
                </c:pt>
                <c:pt idx="141">
                  <c:v>107.37232456</c:v>
                </c:pt>
                <c:pt idx="142">
                  <c:v>107.421879346</c:v>
                </c:pt>
                <c:pt idx="143">
                  <c:v>107.307844599</c:v>
                </c:pt>
                <c:pt idx="144">
                  <c:v>107.431802763</c:v>
                </c:pt>
                <c:pt idx="145">
                  <c:v>107.605217813</c:v>
                </c:pt>
                <c:pt idx="146">
                  <c:v>107.516004959</c:v>
                </c:pt>
                <c:pt idx="147">
                  <c:v>106.827132918</c:v>
                </c:pt>
                <c:pt idx="148">
                  <c:v>107.139360108</c:v>
                </c:pt>
                <c:pt idx="149">
                  <c:v>107.253385954</c:v>
                </c:pt>
                <c:pt idx="150">
                  <c:v>108.13056262</c:v>
                </c:pt>
                <c:pt idx="151">
                  <c:v>108.066136059</c:v>
                </c:pt>
                <c:pt idx="152">
                  <c:v>108.13056262</c:v>
                </c:pt>
                <c:pt idx="153">
                  <c:v>107.862950758</c:v>
                </c:pt>
                <c:pt idx="154">
                  <c:v>108.363518173</c:v>
                </c:pt>
                <c:pt idx="155">
                  <c:v>108.26933026</c:v>
                </c:pt>
                <c:pt idx="156">
                  <c:v>108.581584149</c:v>
                </c:pt>
                <c:pt idx="157">
                  <c:v>108.021547432</c:v>
                </c:pt>
                <c:pt idx="158">
                  <c:v>108.224741633</c:v>
                </c:pt>
                <c:pt idx="159">
                  <c:v>108.467585003</c:v>
                </c:pt>
                <c:pt idx="160">
                  <c:v>108.309006128</c:v>
                </c:pt>
                <c:pt idx="161">
                  <c:v>108.30403997</c:v>
                </c:pt>
                <c:pt idx="162">
                  <c:v>108.522105947</c:v>
                </c:pt>
                <c:pt idx="163">
                  <c:v>107.967026488</c:v>
                </c:pt>
                <c:pt idx="164">
                  <c:v>107.892676509</c:v>
                </c:pt>
                <c:pt idx="165">
                  <c:v>107.689491208</c:v>
                </c:pt>
                <c:pt idx="166">
                  <c:v>108.219793274</c:v>
                </c:pt>
                <c:pt idx="167">
                  <c:v>108.041367566</c:v>
                </c:pt>
                <c:pt idx="168">
                  <c:v>107.734115435</c:v>
                </c:pt>
                <c:pt idx="169">
                  <c:v>107.739028194</c:v>
                </c:pt>
                <c:pt idx="170">
                  <c:v>108.224741633</c:v>
                </c:pt>
                <c:pt idx="171">
                  <c:v>108.551849498</c:v>
                </c:pt>
                <c:pt idx="172">
                  <c:v>108.541926081</c:v>
                </c:pt>
                <c:pt idx="173">
                  <c:v>108.294125453</c:v>
                </c:pt>
                <c:pt idx="174">
                  <c:v>105.702120025</c:v>
                </c:pt>
                <c:pt idx="175">
                  <c:v>107.218649545</c:v>
                </c:pt>
                <c:pt idx="176">
                  <c:v>105.677324832</c:v>
                </c:pt>
                <c:pt idx="177">
                  <c:v>105.637702363</c:v>
                </c:pt>
                <c:pt idx="178">
                  <c:v>106.693331437</c:v>
                </c:pt>
                <c:pt idx="179">
                  <c:v>106.280891085</c:v>
                </c:pt>
                <c:pt idx="180">
                  <c:v>106.300809119</c:v>
                </c:pt>
                <c:pt idx="181">
                  <c:v>106.305810877</c:v>
                </c:pt>
                <c:pt idx="182">
                  <c:v>107.501266682</c:v>
                </c:pt>
                <c:pt idx="183">
                  <c:v>108.178693418</c:v>
                </c:pt>
                <c:pt idx="184">
                  <c:v>107.585958374</c:v>
                </c:pt>
                <c:pt idx="185">
                  <c:v>106.714228462</c:v>
                </c:pt>
                <c:pt idx="186">
                  <c:v>107.376747823</c:v>
                </c:pt>
                <c:pt idx="187">
                  <c:v>107.909693167</c:v>
                </c:pt>
                <c:pt idx="188">
                  <c:v>106.93341583</c:v>
                </c:pt>
                <c:pt idx="189">
                  <c:v>107.740354283</c:v>
                </c:pt>
                <c:pt idx="190">
                  <c:v>107.481339749</c:v>
                </c:pt>
                <c:pt idx="191">
                  <c:v>106.93341583</c:v>
                </c:pt>
                <c:pt idx="192">
                  <c:v>107.406598173</c:v>
                </c:pt>
                <c:pt idx="193">
                  <c:v>107.481339749</c:v>
                </c:pt>
                <c:pt idx="194">
                  <c:v>107.112722631</c:v>
                </c:pt>
                <c:pt idx="195">
                  <c:v>107.670641166</c:v>
                </c:pt>
                <c:pt idx="196">
                  <c:v>106.310777036</c:v>
                </c:pt>
                <c:pt idx="197">
                  <c:v>106.450274469</c:v>
                </c:pt>
                <c:pt idx="198">
                  <c:v>106.101566485</c:v>
                </c:pt>
                <c:pt idx="199">
                  <c:v>106.156363327</c:v>
                </c:pt>
                <c:pt idx="200">
                  <c:v>105.787764009</c:v>
                </c:pt>
                <c:pt idx="201">
                  <c:v>106.450274469</c:v>
                </c:pt>
                <c:pt idx="202">
                  <c:v>106.734155396</c:v>
                </c:pt>
                <c:pt idx="203">
                  <c:v>106.534930561</c:v>
                </c:pt>
                <c:pt idx="204">
                  <c:v>106.584725645</c:v>
                </c:pt>
                <c:pt idx="205">
                  <c:v>107.038007755</c:v>
                </c:pt>
                <c:pt idx="206">
                  <c:v>106.679367454</c:v>
                </c:pt>
                <c:pt idx="207">
                  <c:v>106.465208544</c:v>
                </c:pt>
                <c:pt idx="208">
                  <c:v>106.181283118</c:v>
                </c:pt>
                <c:pt idx="209">
                  <c:v>105.867462842</c:v>
                </c:pt>
                <c:pt idx="210">
                  <c:v>105.8724557</c:v>
                </c:pt>
                <c:pt idx="211">
                  <c:v>105.105344414</c:v>
                </c:pt>
                <c:pt idx="212">
                  <c:v>104.472764403</c:v>
                </c:pt>
                <c:pt idx="213">
                  <c:v>103.994607001</c:v>
                </c:pt>
                <c:pt idx="214">
                  <c:v>103.880038259</c:v>
                </c:pt>
                <c:pt idx="215">
                  <c:v>106.171288502</c:v>
                </c:pt>
                <c:pt idx="216">
                  <c:v>106.649490404</c:v>
                </c:pt>
                <c:pt idx="217">
                  <c:v>107.78019035</c:v>
                </c:pt>
                <c:pt idx="218">
                  <c:v>108.049172801</c:v>
                </c:pt>
                <c:pt idx="219">
                  <c:v>107.800135083</c:v>
                </c:pt>
                <c:pt idx="220">
                  <c:v>107.884782275</c:v>
                </c:pt>
                <c:pt idx="221">
                  <c:v>108.726626237</c:v>
                </c:pt>
                <c:pt idx="222">
                  <c:v>108.522364045</c:v>
                </c:pt>
                <c:pt idx="223">
                  <c:v>109.08023808</c:v>
                </c:pt>
                <c:pt idx="224">
                  <c:v>108.836193221</c:v>
                </c:pt>
                <c:pt idx="225">
                  <c:v>109.658065749</c:v>
                </c:pt>
                <c:pt idx="226">
                  <c:v>109.872233558</c:v>
                </c:pt>
                <c:pt idx="227">
                  <c:v>109.931996559</c:v>
                </c:pt>
                <c:pt idx="228">
                  <c:v>110.340458643</c:v>
                </c:pt>
                <c:pt idx="229">
                  <c:v>109.822411775</c:v>
                </c:pt>
                <c:pt idx="230">
                  <c:v>110.036615184</c:v>
                </c:pt>
                <c:pt idx="231">
                  <c:v>109.772643391</c:v>
                </c:pt>
                <c:pt idx="232">
                  <c:v>109.369156364</c:v>
                </c:pt>
                <c:pt idx="233">
                  <c:v>109.423944306</c:v>
                </c:pt>
                <c:pt idx="234">
                  <c:v>110.081417409</c:v>
                </c:pt>
                <c:pt idx="235">
                  <c:v>110.430116494</c:v>
                </c:pt>
                <c:pt idx="236">
                  <c:v>111.874627816</c:v>
                </c:pt>
                <c:pt idx="237">
                  <c:v>112.148558626</c:v>
                </c:pt>
                <c:pt idx="238">
                  <c:v>112.826012062</c:v>
                </c:pt>
                <c:pt idx="239">
                  <c:v>112.696518144</c:v>
                </c:pt>
                <c:pt idx="240">
                  <c:v>113.448641956</c:v>
                </c:pt>
                <c:pt idx="241">
                  <c:v>112.512200685</c:v>
                </c:pt>
                <c:pt idx="242">
                  <c:v>112.975406213</c:v>
                </c:pt>
                <c:pt idx="243">
                  <c:v>112.75447446</c:v>
                </c:pt>
                <c:pt idx="244">
                  <c:v>112.999978907</c:v>
                </c:pt>
                <c:pt idx="245">
                  <c:v>113.435879463</c:v>
                </c:pt>
                <c:pt idx="246">
                  <c:v>113.120252502</c:v>
                </c:pt>
                <c:pt idx="247">
                  <c:v>112.924890235</c:v>
                </c:pt>
                <c:pt idx="248">
                  <c:v>113.090188553</c:v>
                </c:pt>
                <c:pt idx="249">
                  <c:v>113.370785407</c:v>
                </c:pt>
                <c:pt idx="250">
                  <c:v>112.433836841</c:v>
                </c:pt>
                <c:pt idx="251">
                  <c:v>112.40879245</c:v>
                </c:pt>
                <c:pt idx="252">
                  <c:v>111.997909585</c:v>
                </c:pt>
                <c:pt idx="253">
                  <c:v>112.854705422</c:v>
                </c:pt>
                <c:pt idx="254">
                  <c:v>113.526071309</c:v>
                </c:pt>
                <c:pt idx="255">
                  <c:v>113.435879463</c:v>
                </c:pt>
                <c:pt idx="256">
                  <c:v>113.841724969</c:v>
                </c:pt>
                <c:pt idx="257">
                  <c:v>113.465943411</c:v>
                </c:pt>
                <c:pt idx="258">
                  <c:v>113.465943411</c:v>
                </c:pt>
                <c:pt idx="259">
                  <c:v>113.78659883</c:v>
                </c:pt>
                <c:pt idx="260">
                  <c:v>113.501026918</c:v>
                </c:pt>
                <c:pt idx="261">
                  <c:v>113.761572239</c:v>
                </c:pt>
                <c:pt idx="262">
                  <c:v>113.360755191</c:v>
                </c:pt>
                <c:pt idx="263">
                  <c:v>113.611279196</c:v>
                </c:pt>
                <c:pt idx="264">
                  <c:v>113.190410615</c:v>
                </c:pt>
                <c:pt idx="265">
                  <c:v>113.606250738</c:v>
                </c:pt>
                <c:pt idx="266">
                  <c:v>113.31063081</c:v>
                </c:pt>
                <c:pt idx="267">
                  <c:v>114.037167335</c:v>
                </c:pt>
                <c:pt idx="268">
                  <c:v>115.024177983</c:v>
                </c:pt>
                <c:pt idx="269">
                  <c:v>114.903966688</c:v>
                </c:pt>
                <c:pt idx="270">
                  <c:v>114.723582996</c:v>
                </c:pt>
                <c:pt idx="271">
                  <c:v>114.012105145</c:v>
                </c:pt>
                <c:pt idx="272">
                  <c:v>114.002074929</c:v>
                </c:pt>
                <c:pt idx="273">
                  <c:v>114.047161952</c:v>
                </c:pt>
                <c:pt idx="274">
                  <c:v>114.122330723</c:v>
                </c:pt>
                <c:pt idx="275">
                  <c:v>114.908959546</c:v>
                </c:pt>
                <c:pt idx="276">
                  <c:v>114.703522564</c:v>
                </c:pt>
                <c:pt idx="277">
                  <c:v>114.708542122</c:v>
                </c:pt>
                <c:pt idx="278">
                  <c:v>114.858835165</c:v>
                </c:pt>
                <c:pt idx="279">
                  <c:v>115.540275768</c:v>
                </c:pt>
                <c:pt idx="280">
                  <c:v>115.996236755</c:v>
                </c:pt>
                <c:pt idx="281">
                  <c:v>116.627544077</c:v>
                </c:pt>
                <c:pt idx="282">
                  <c:v>117.093508581</c:v>
                </c:pt>
                <c:pt idx="283">
                  <c:v>117.704755471</c:v>
                </c:pt>
                <c:pt idx="284">
                  <c:v>117.604577908</c:v>
                </c:pt>
                <c:pt idx="285">
                  <c:v>117.789963358</c:v>
                </c:pt>
                <c:pt idx="286">
                  <c:v>118.491410993</c:v>
                </c:pt>
                <c:pt idx="287">
                  <c:v>118.386204973</c:v>
                </c:pt>
                <c:pt idx="288">
                  <c:v>118.466366603</c:v>
                </c:pt>
                <c:pt idx="289">
                  <c:v>118.616677446</c:v>
                </c:pt>
                <c:pt idx="290">
                  <c:v>118.802045096</c:v>
                </c:pt>
                <c:pt idx="291">
                  <c:v>118.481398577</c:v>
                </c:pt>
                <c:pt idx="292">
                  <c:v>120.139846311</c:v>
                </c:pt>
                <c:pt idx="293">
                  <c:v>119.383263637</c:v>
                </c:pt>
                <c:pt idx="294">
                  <c:v>119.458414608</c:v>
                </c:pt>
                <c:pt idx="295">
                  <c:v>119.102675683</c:v>
                </c:pt>
                <c:pt idx="296">
                  <c:v>118.746927857</c:v>
                </c:pt>
                <c:pt idx="297">
                  <c:v>118.5265123</c:v>
                </c:pt>
                <c:pt idx="298">
                  <c:v>118.676823143</c:v>
                </c:pt>
                <c:pt idx="299">
                  <c:v>119.092672166</c:v>
                </c:pt>
                <c:pt idx="300">
                  <c:v>119.152800063</c:v>
                </c:pt>
                <c:pt idx="301">
                  <c:v>118.696847976</c:v>
                </c:pt>
                <c:pt idx="302">
                  <c:v>119.723979488</c:v>
                </c:pt>
                <c:pt idx="303">
                  <c:v>119.488496357</c:v>
                </c:pt>
                <c:pt idx="304">
                  <c:v>119.278645011</c:v>
                </c:pt>
                <c:pt idx="305">
                  <c:v>119.147816105</c:v>
                </c:pt>
                <c:pt idx="306">
                  <c:v>117.618025696</c:v>
                </c:pt>
                <c:pt idx="307">
                  <c:v>117.894768882</c:v>
                </c:pt>
                <c:pt idx="308">
                  <c:v>117.768995133</c:v>
                </c:pt>
                <c:pt idx="309">
                  <c:v>117.683431249</c:v>
                </c:pt>
                <c:pt idx="310">
                  <c:v>117.562685958</c:v>
                </c:pt>
                <c:pt idx="311">
                  <c:v>118.418146806</c:v>
                </c:pt>
                <c:pt idx="312">
                  <c:v>118.52886188</c:v>
                </c:pt>
                <c:pt idx="313">
                  <c:v>118.906263225</c:v>
                </c:pt>
                <c:pt idx="314">
                  <c:v>118.629475539</c:v>
                </c:pt>
                <c:pt idx="315">
                  <c:v>118.423184164</c:v>
                </c:pt>
                <c:pt idx="316">
                  <c:v>118.498637733</c:v>
                </c:pt>
                <c:pt idx="317">
                  <c:v>118.146378678</c:v>
                </c:pt>
                <c:pt idx="318">
                  <c:v>118.478497201</c:v>
                </c:pt>
                <c:pt idx="319">
                  <c:v>118.357760811</c:v>
                </c:pt>
                <c:pt idx="320">
                  <c:v>118.428212622</c:v>
                </c:pt>
                <c:pt idx="321">
                  <c:v>118.2872912</c:v>
                </c:pt>
                <c:pt idx="322">
                  <c:v>117.768995133</c:v>
                </c:pt>
                <c:pt idx="323">
                  <c:v>117.004073229</c:v>
                </c:pt>
                <c:pt idx="324">
                  <c:v>118.040718762</c:v>
                </c:pt>
                <c:pt idx="325">
                  <c:v>117.688450807</c:v>
                </c:pt>
                <c:pt idx="326">
                  <c:v>117.472075816</c:v>
                </c:pt>
                <c:pt idx="327">
                  <c:v>118.428212622</c:v>
                </c:pt>
                <c:pt idx="328">
                  <c:v>118.050784577</c:v>
                </c:pt>
                <c:pt idx="329">
                  <c:v>119.349096822</c:v>
                </c:pt>
                <c:pt idx="330">
                  <c:v>120.043558016</c:v>
                </c:pt>
                <c:pt idx="331">
                  <c:v>119.968042147</c:v>
                </c:pt>
                <c:pt idx="332">
                  <c:v>120.068691406</c:v>
                </c:pt>
                <c:pt idx="333">
                  <c:v>119.807024693</c:v>
                </c:pt>
                <c:pt idx="334">
                  <c:v>120.108954669</c:v>
                </c:pt>
                <c:pt idx="335">
                  <c:v>120.154219691</c:v>
                </c:pt>
                <c:pt idx="336">
                  <c:v>120.008305411</c:v>
                </c:pt>
                <c:pt idx="337">
                  <c:v>120.149209032</c:v>
                </c:pt>
                <c:pt idx="338">
                  <c:v>120.622240077</c:v>
                </c:pt>
                <c:pt idx="339">
                  <c:v>120.602135146</c:v>
                </c:pt>
                <c:pt idx="340">
                  <c:v>120.491384472</c:v>
                </c:pt>
                <c:pt idx="341">
                  <c:v>120.707803962</c:v>
                </c:pt>
                <c:pt idx="342">
                  <c:v>120.461231524</c:v>
                </c:pt>
                <c:pt idx="343">
                  <c:v>120.259950807</c:v>
                </c:pt>
                <c:pt idx="344">
                  <c:v>120.924170053</c:v>
                </c:pt>
                <c:pt idx="345">
                  <c:v>120.813463879</c:v>
                </c:pt>
                <c:pt idx="346">
                  <c:v>118.669756602</c:v>
                </c:pt>
                <c:pt idx="347">
                  <c:v>119.147816105</c:v>
                </c:pt>
                <c:pt idx="348">
                  <c:v>119.922777126</c:v>
                </c:pt>
                <c:pt idx="349">
                  <c:v>120.531665535</c:v>
                </c:pt>
                <c:pt idx="350">
                  <c:v>120.798360705</c:v>
                </c:pt>
                <c:pt idx="351">
                  <c:v>121.080167949</c:v>
                </c:pt>
                <c:pt idx="352">
                  <c:v>121.65888561</c:v>
                </c:pt>
                <c:pt idx="353">
                  <c:v>121.63375222</c:v>
                </c:pt>
                <c:pt idx="354">
                  <c:v>121.528047804</c:v>
                </c:pt>
                <c:pt idx="355">
                  <c:v>121.497859256</c:v>
                </c:pt>
                <c:pt idx="356">
                  <c:v>122.464035178</c:v>
                </c:pt>
                <c:pt idx="357">
                  <c:v>122.87164287</c:v>
                </c:pt>
                <c:pt idx="358">
                  <c:v>122.781086127</c:v>
                </c:pt>
                <c:pt idx="359">
                  <c:v>122.388554909</c:v>
                </c:pt>
                <c:pt idx="360">
                  <c:v>122.615004616</c:v>
                </c:pt>
                <c:pt idx="361">
                  <c:v>122.675381711</c:v>
                </c:pt>
                <c:pt idx="362">
                  <c:v>122.489195268</c:v>
                </c:pt>
                <c:pt idx="363">
                  <c:v>122.464035178</c:v>
                </c:pt>
                <c:pt idx="364">
                  <c:v>123.062866671</c:v>
                </c:pt>
                <c:pt idx="365">
                  <c:v>122.906868776</c:v>
                </c:pt>
                <c:pt idx="366">
                  <c:v>122.670353253</c:v>
                </c:pt>
                <c:pt idx="367">
                  <c:v>122.697142029</c:v>
                </c:pt>
                <c:pt idx="368">
                  <c:v>123.718613189</c:v>
                </c:pt>
                <c:pt idx="369">
                  <c:v>122.884280765</c:v>
                </c:pt>
                <c:pt idx="370">
                  <c:v>122.853932018</c:v>
                </c:pt>
                <c:pt idx="371">
                  <c:v>122.798307483</c:v>
                </c:pt>
                <c:pt idx="372">
                  <c:v>122.944942657</c:v>
                </c:pt>
                <c:pt idx="373">
                  <c:v>123.025816281</c:v>
                </c:pt>
                <c:pt idx="374">
                  <c:v>122.034711668</c:v>
                </c:pt>
                <c:pt idx="375">
                  <c:v>123.127017335</c:v>
                </c:pt>
                <c:pt idx="376">
                  <c:v>122.044884283</c:v>
                </c:pt>
                <c:pt idx="377">
                  <c:v>122.272384181</c:v>
                </c:pt>
                <c:pt idx="378">
                  <c:v>122.479716847</c:v>
                </c:pt>
                <c:pt idx="379">
                  <c:v>122.76288578</c:v>
                </c:pt>
                <c:pt idx="380">
                  <c:v>121.640293666</c:v>
                </c:pt>
                <c:pt idx="381">
                  <c:v>122.42912077</c:v>
                </c:pt>
                <c:pt idx="382">
                  <c:v>122.56065277</c:v>
                </c:pt>
                <c:pt idx="383">
                  <c:v>122.469588732</c:v>
                </c:pt>
                <c:pt idx="384">
                  <c:v>123.389938937</c:v>
                </c:pt>
                <c:pt idx="385">
                  <c:v>123.597253803</c:v>
                </c:pt>
                <c:pt idx="386">
                  <c:v>124.173737583</c:v>
                </c:pt>
                <c:pt idx="387">
                  <c:v>124.15855431</c:v>
                </c:pt>
                <c:pt idx="388">
                  <c:v>124.224289161</c:v>
                </c:pt>
                <c:pt idx="389">
                  <c:v>124.896856537</c:v>
                </c:pt>
                <c:pt idx="390">
                  <c:v>124.952498872</c:v>
                </c:pt>
                <c:pt idx="391">
                  <c:v>124.841249802</c:v>
                </c:pt>
                <c:pt idx="392">
                  <c:v>124.810901056</c:v>
                </c:pt>
                <c:pt idx="393">
                  <c:v>125.11427282</c:v>
                </c:pt>
                <c:pt idx="394">
                  <c:v>125.119336877</c:v>
                </c:pt>
                <c:pt idx="395">
                  <c:v>125.00303265</c:v>
                </c:pt>
                <c:pt idx="396">
                  <c:v>124.856379676</c:v>
                </c:pt>
                <c:pt idx="397">
                  <c:v>124.785616367</c:v>
                </c:pt>
                <c:pt idx="398">
                  <c:v>125.063730142</c:v>
                </c:pt>
                <c:pt idx="399">
                  <c:v>125.124409835</c:v>
                </c:pt>
                <c:pt idx="400">
                  <c:v>124.881682164</c:v>
                </c:pt>
                <c:pt idx="401">
                  <c:v>125.109253262</c:v>
                </c:pt>
                <c:pt idx="402">
                  <c:v>125.341817217</c:v>
                </c:pt>
                <c:pt idx="403">
                  <c:v>125.033372496</c:v>
                </c:pt>
                <c:pt idx="404">
                  <c:v>125.028317338</c:v>
                </c:pt>
                <c:pt idx="405">
                  <c:v>123.263497694</c:v>
                </c:pt>
                <c:pt idx="406">
                  <c:v>123.445536772</c:v>
                </c:pt>
                <c:pt idx="407">
                  <c:v>124.66929434</c:v>
                </c:pt>
                <c:pt idx="408">
                  <c:v>124.654137767</c:v>
                </c:pt>
                <c:pt idx="409">
                  <c:v>124.871562949</c:v>
                </c:pt>
                <c:pt idx="410">
                  <c:v>122.924677527</c:v>
                </c:pt>
                <c:pt idx="411">
                  <c:v>122.732572633</c:v>
                </c:pt>
                <c:pt idx="412">
                  <c:v>122.82863843</c:v>
                </c:pt>
                <c:pt idx="413">
                  <c:v>124.113048991</c:v>
                </c:pt>
                <c:pt idx="414">
                  <c:v>123.668061611</c:v>
                </c:pt>
                <c:pt idx="415">
                  <c:v>123.379855321</c:v>
                </c:pt>
                <c:pt idx="416">
                  <c:v>123.668061611</c:v>
                </c:pt>
                <c:pt idx="417">
                  <c:v>123.673107869</c:v>
                </c:pt>
                <c:pt idx="418">
                  <c:v>123.814732385</c:v>
                </c:pt>
                <c:pt idx="419">
                  <c:v>124.401290881</c:v>
                </c:pt>
                <c:pt idx="420">
                  <c:v>125.149685623</c:v>
                </c:pt>
                <c:pt idx="421">
                  <c:v>125.326660644</c:v>
                </c:pt>
                <c:pt idx="422">
                  <c:v>124.426575569</c:v>
                </c:pt>
                <c:pt idx="423">
                  <c:v>124.851351218</c:v>
                </c:pt>
                <c:pt idx="424">
                  <c:v>124.836176845</c:v>
                </c:pt>
                <c:pt idx="425">
                  <c:v>124.689541671</c:v>
                </c:pt>
                <c:pt idx="426">
                  <c:v>126.019430852</c:v>
                </c:pt>
                <c:pt idx="427">
                  <c:v>126.4442243</c:v>
                </c:pt>
                <c:pt idx="428">
                  <c:v>126.504859493</c:v>
                </c:pt>
                <c:pt idx="429">
                  <c:v>126.464436031</c:v>
                </c:pt>
                <c:pt idx="430">
                  <c:v>126.634700507</c:v>
                </c:pt>
                <c:pt idx="431">
                  <c:v>126.904030055</c:v>
                </c:pt>
                <c:pt idx="432">
                  <c:v>127.031049793</c:v>
                </c:pt>
                <c:pt idx="433">
                  <c:v>127.076813211</c:v>
                </c:pt>
                <c:pt idx="434">
                  <c:v>126.736319858</c:v>
                </c:pt>
                <c:pt idx="435">
                  <c:v>126.761738045</c:v>
                </c:pt>
                <c:pt idx="436">
                  <c:v>126.502554412</c:v>
                </c:pt>
                <c:pt idx="437">
                  <c:v>126.578791175</c:v>
                </c:pt>
                <c:pt idx="438">
                  <c:v>127.071740253</c:v>
                </c:pt>
                <c:pt idx="439">
                  <c:v>127.224195978</c:v>
                </c:pt>
                <c:pt idx="440">
                  <c:v>127.67138164</c:v>
                </c:pt>
                <c:pt idx="441">
                  <c:v>128.225321908</c:v>
                </c:pt>
                <c:pt idx="442">
                  <c:v>128.499715514</c:v>
                </c:pt>
                <c:pt idx="443">
                  <c:v>128.652189039</c:v>
                </c:pt>
                <c:pt idx="444">
                  <c:v>129.414458766</c:v>
                </c:pt>
                <c:pt idx="445">
                  <c:v>129.267084898</c:v>
                </c:pt>
                <c:pt idx="446">
                  <c:v>129.053646882</c:v>
                </c:pt>
                <c:pt idx="447">
                  <c:v>129.394149136</c:v>
                </c:pt>
                <c:pt idx="448">
                  <c:v>129.597387836</c:v>
                </c:pt>
                <c:pt idx="449">
                  <c:v>129.404277251</c:v>
                </c:pt>
                <c:pt idx="450">
                  <c:v>129.561823734</c:v>
                </c:pt>
                <c:pt idx="451">
                  <c:v>129.734615789</c:v>
                </c:pt>
                <c:pt idx="452">
                  <c:v>129.826098124</c:v>
                </c:pt>
                <c:pt idx="453">
                  <c:v>129.953153462</c:v>
                </c:pt>
                <c:pt idx="454">
                  <c:v>129.988717564</c:v>
                </c:pt>
                <c:pt idx="455">
                  <c:v>130.659522756</c:v>
                </c:pt>
                <c:pt idx="456">
                  <c:v>130.151319205</c:v>
                </c:pt>
                <c:pt idx="457">
                  <c:v>130.380020593</c:v>
                </c:pt>
                <c:pt idx="458">
                  <c:v>129.734615789</c:v>
                </c:pt>
                <c:pt idx="459">
                  <c:v>129.902325987</c:v>
                </c:pt>
                <c:pt idx="460">
                  <c:v>130.964425306</c:v>
                </c:pt>
                <c:pt idx="461">
                  <c:v>130.476575885</c:v>
                </c:pt>
                <c:pt idx="462">
                  <c:v>130.679823486</c:v>
                </c:pt>
                <c:pt idx="463">
                  <c:v>130.852597741</c:v>
                </c:pt>
                <c:pt idx="464">
                  <c:v>130.903443016</c:v>
                </c:pt>
                <c:pt idx="465">
                  <c:v>131.340491662</c:v>
                </c:pt>
                <c:pt idx="466">
                  <c:v>131.543748163</c:v>
                </c:pt>
                <c:pt idx="467">
                  <c:v>131.452301427</c:v>
                </c:pt>
                <c:pt idx="468">
                  <c:v>131.675876458</c:v>
                </c:pt>
                <c:pt idx="469">
                  <c:v>131.198181852</c:v>
                </c:pt>
                <c:pt idx="470">
                  <c:v>131.157535892</c:v>
                </c:pt>
                <c:pt idx="471">
                  <c:v>131.279509372</c:v>
                </c:pt>
                <c:pt idx="472">
                  <c:v>130.974606821</c:v>
                </c:pt>
                <c:pt idx="473">
                  <c:v>130.319047202</c:v>
                </c:pt>
                <c:pt idx="474">
                  <c:v>131.42690104</c:v>
                </c:pt>
                <c:pt idx="475">
                  <c:v>131.040626469</c:v>
                </c:pt>
                <c:pt idx="476">
                  <c:v>131.2642549</c:v>
                </c:pt>
                <c:pt idx="477">
                  <c:v>132.123097719</c:v>
                </c:pt>
                <c:pt idx="478">
                  <c:v>132.006232796</c:v>
                </c:pt>
                <c:pt idx="479">
                  <c:v>132.311144247</c:v>
                </c:pt>
                <c:pt idx="480">
                  <c:v>132.245053399</c:v>
                </c:pt>
                <c:pt idx="481">
                  <c:v>133.586681582</c:v>
                </c:pt>
                <c:pt idx="482">
                  <c:v>133.505354062</c:v>
                </c:pt>
                <c:pt idx="483">
                  <c:v>134.674181289</c:v>
                </c:pt>
                <c:pt idx="484">
                  <c:v>134.394652426</c:v>
                </c:pt>
                <c:pt idx="485">
                  <c:v>134.232059686</c:v>
                </c:pt>
                <c:pt idx="486">
                  <c:v>133.749283222</c:v>
                </c:pt>
                <c:pt idx="487">
                  <c:v>133.77470141</c:v>
                </c:pt>
                <c:pt idx="488">
                  <c:v>134.196486683</c:v>
                </c:pt>
                <c:pt idx="489">
                  <c:v>134.928291965</c:v>
                </c:pt>
                <c:pt idx="490">
                  <c:v>135.334822766</c:v>
                </c:pt>
                <c:pt idx="491">
                  <c:v>135.573687868</c:v>
                </c:pt>
                <c:pt idx="492">
                  <c:v>135.558415596</c:v>
                </c:pt>
                <c:pt idx="493">
                  <c:v>135.004555427</c:v>
                </c:pt>
                <c:pt idx="494">
                  <c:v>136.128731728</c:v>
                </c:pt>
                <c:pt idx="495">
                  <c:v>136.99196221</c:v>
                </c:pt>
                <c:pt idx="496">
                  <c:v>136.465860909</c:v>
                </c:pt>
                <c:pt idx="497">
                  <c:v>136.394314407</c:v>
                </c:pt>
                <c:pt idx="498">
                  <c:v>136.675240558</c:v>
                </c:pt>
                <c:pt idx="499">
                  <c:v>136.639534057</c:v>
                </c:pt>
                <c:pt idx="500">
                  <c:v>136.476024624</c:v>
                </c:pt>
                <c:pt idx="501">
                  <c:v>136.542480368</c:v>
                </c:pt>
                <c:pt idx="502">
                  <c:v>136.823424319</c:v>
                </c:pt>
                <c:pt idx="503">
                  <c:v>136.307504533</c:v>
                </c:pt>
                <c:pt idx="504">
                  <c:v>137.283096576</c:v>
                </c:pt>
                <c:pt idx="505">
                  <c:v>138.151400016</c:v>
                </c:pt>
                <c:pt idx="506">
                  <c:v>138.733704347</c:v>
                </c:pt>
                <c:pt idx="507">
                  <c:v>139.658201918</c:v>
                </c:pt>
                <c:pt idx="508">
                  <c:v>139.913647582</c:v>
                </c:pt>
                <c:pt idx="509">
                  <c:v>140.230315834</c:v>
                </c:pt>
                <c:pt idx="510">
                  <c:v>140.015774228</c:v>
                </c:pt>
                <c:pt idx="511">
                  <c:v>141.037334387</c:v>
                </c:pt>
                <c:pt idx="512">
                  <c:v>141.9567323</c:v>
                </c:pt>
                <c:pt idx="513">
                  <c:v>141.471543956</c:v>
                </c:pt>
                <c:pt idx="514">
                  <c:v>142.819989482</c:v>
                </c:pt>
                <c:pt idx="515">
                  <c:v>142.579922889</c:v>
                </c:pt>
                <c:pt idx="516">
                  <c:v>143.228602866</c:v>
                </c:pt>
                <c:pt idx="517">
                  <c:v>144.393211528</c:v>
                </c:pt>
                <c:pt idx="518">
                  <c:v>144.699653766</c:v>
                </c:pt>
                <c:pt idx="519">
                  <c:v>144.643486336</c:v>
                </c:pt>
                <c:pt idx="520">
                  <c:v>144.704771223</c:v>
                </c:pt>
                <c:pt idx="521">
                  <c:v>146.380111016</c:v>
                </c:pt>
                <c:pt idx="522">
                  <c:v>145.40967203</c:v>
                </c:pt>
                <c:pt idx="523">
                  <c:v>143.9181513</c:v>
                </c:pt>
                <c:pt idx="524">
                  <c:v>143.989706702</c:v>
                </c:pt>
                <c:pt idx="525">
                  <c:v>143.826277368</c:v>
                </c:pt>
                <c:pt idx="526">
                  <c:v>140.695123348</c:v>
                </c:pt>
                <c:pt idx="527">
                  <c:v>134.810901946</c:v>
                </c:pt>
                <c:pt idx="528">
                  <c:v>137.466977939</c:v>
                </c:pt>
                <c:pt idx="529">
                  <c:v>136.721262074</c:v>
                </c:pt>
                <c:pt idx="530">
                  <c:v>131.592982551</c:v>
                </c:pt>
                <c:pt idx="531">
                  <c:v>133.569691624</c:v>
                </c:pt>
                <c:pt idx="532">
                  <c:v>135.531119524</c:v>
                </c:pt>
                <c:pt idx="533">
                  <c:v>135.868257605</c:v>
                </c:pt>
                <c:pt idx="534">
                  <c:v>137.701980474</c:v>
                </c:pt>
                <c:pt idx="535">
                  <c:v>139.459039383</c:v>
                </c:pt>
                <c:pt idx="536">
                  <c:v>139.499863342</c:v>
                </c:pt>
                <c:pt idx="537">
                  <c:v>138.626469144</c:v>
                </c:pt>
                <c:pt idx="538">
                  <c:v>137.936911809</c:v>
                </c:pt>
                <c:pt idx="539">
                  <c:v>138.115693515</c:v>
                </c:pt>
                <c:pt idx="540">
                  <c:v>140.317152408</c:v>
                </c:pt>
                <c:pt idx="541">
                  <c:v>141.946524085</c:v>
                </c:pt>
                <c:pt idx="542">
                  <c:v>140.174130604</c:v>
                </c:pt>
                <c:pt idx="543">
                  <c:v>138.754174176</c:v>
                </c:pt>
                <c:pt idx="544">
                  <c:v>136.736578845</c:v>
                </c:pt>
                <c:pt idx="545">
                  <c:v>137.441426252</c:v>
                </c:pt>
                <c:pt idx="546">
                  <c:v>139.03002737</c:v>
                </c:pt>
                <c:pt idx="547">
                  <c:v>139.382455523</c:v>
                </c:pt>
                <c:pt idx="548">
                  <c:v>139.331334351</c:v>
                </c:pt>
                <c:pt idx="549">
                  <c:v>140.005574913</c:v>
                </c:pt>
                <c:pt idx="550">
                  <c:v>142.442009642</c:v>
                </c:pt>
                <c:pt idx="551">
                  <c:v>142.263245737</c:v>
                </c:pt>
                <c:pt idx="552">
                  <c:v>141.343856724</c:v>
                </c:pt>
                <c:pt idx="553">
                  <c:v>140.618486089</c:v>
                </c:pt>
                <c:pt idx="554">
                  <c:v>140.46524717</c:v>
                </c:pt>
                <c:pt idx="555">
                  <c:v>140.617613896</c:v>
                </c:pt>
                <c:pt idx="556">
                  <c:v>138.714987804</c:v>
                </c:pt>
                <c:pt idx="557">
                  <c:v>138.950933731</c:v>
                </c:pt>
                <c:pt idx="558">
                  <c:v>138.684247461</c:v>
                </c:pt>
                <c:pt idx="559">
                  <c:v>135.217548446</c:v>
                </c:pt>
                <c:pt idx="560">
                  <c:v>132.335432143</c:v>
                </c:pt>
                <c:pt idx="561">
                  <c:v>135.955975272</c:v>
                </c:pt>
                <c:pt idx="562">
                  <c:v>133.64308931</c:v>
                </c:pt>
                <c:pt idx="563">
                  <c:v>133.248253011</c:v>
                </c:pt>
                <c:pt idx="564">
                  <c:v>134.950835476</c:v>
                </c:pt>
                <c:pt idx="565">
                  <c:v>132.037969931</c:v>
                </c:pt>
                <c:pt idx="566">
                  <c:v>133.730335281</c:v>
                </c:pt>
                <c:pt idx="567">
                  <c:v>135.161105118</c:v>
                </c:pt>
                <c:pt idx="568">
                  <c:v>136.227787899</c:v>
                </c:pt>
                <c:pt idx="569">
                  <c:v>133.191871983</c:v>
                </c:pt>
                <c:pt idx="570">
                  <c:v>133.848241495</c:v>
                </c:pt>
                <c:pt idx="571">
                  <c:v>135.9764985</c:v>
                </c:pt>
                <c:pt idx="572">
                  <c:v>135.26366786</c:v>
                </c:pt>
                <c:pt idx="573">
                  <c:v>136.376487856</c:v>
                </c:pt>
                <c:pt idx="574">
                  <c:v>135.9764985</c:v>
                </c:pt>
                <c:pt idx="575">
                  <c:v>137.094427053</c:v>
                </c:pt>
                <c:pt idx="576">
                  <c:v>138.56117929</c:v>
                </c:pt>
                <c:pt idx="577">
                  <c:v>138.663733133</c:v>
                </c:pt>
                <c:pt idx="578">
                  <c:v>137.894494764</c:v>
                </c:pt>
                <c:pt idx="579">
                  <c:v>136.72523144</c:v>
                </c:pt>
                <c:pt idx="580">
                  <c:v>136.704708212</c:v>
                </c:pt>
                <c:pt idx="581">
                  <c:v>134.863642905</c:v>
                </c:pt>
                <c:pt idx="582">
                  <c:v>135.197007418</c:v>
                </c:pt>
                <c:pt idx="583">
                  <c:v>136.571369527</c:v>
                </c:pt>
                <c:pt idx="584">
                  <c:v>136.699572955</c:v>
                </c:pt>
                <c:pt idx="585">
                  <c:v>135.648269245</c:v>
                </c:pt>
                <c:pt idx="586">
                  <c:v>135.88930593</c:v>
                </c:pt>
                <c:pt idx="587">
                  <c:v>134.976493962</c:v>
                </c:pt>
                <c:pt idx="588">
                  <c:v>134.679040649</c:v>
                </c:pt>
                <c:pt idx="589">
                  <c:v>136.42265177</c:v>
                </c:pt>
                <c:pt idx="590">
                  <c:v>136.884219711</c:v>
                </c:pt>
                <c:pt idx="591">
                  <c:v>136.884219711</c:v>
                </c:pt>
                <c:pt idx="592">
                  <c:v>138.207282649</c:v>
                </c:pt>
                <c:pt idx="593">
                  <c:v>139.499623044</c:v>
                </c:pt>
                <c:pt idx="594">
                  <c:v>139.925253085</c:v>
                </c:pt>
                <c:pt idx="595">
                  <c:v>139.991931327</c:v>
                </c:pt>
                <c:pt idx="596">
                  <c:v>139.027829088</c:v>
                </c:pt>
                <c:pt idx="597">
                  <c:v>139.6124474</c:v>
                </c:pt>
                <c:pt idx="598">
                  <c:v>139.494523386</c:v>
                </c:pt>
                <c:pt idx="599">
                  <c:v>139.145788702</c:v>
                </c:pt>
                <c:pt idx="600">
                  <c:v>140.191974955</c:v>
                </c:pt>
                <c:pt idx="601">
                  <c:v>139.802220514</c:v>
                </c:pt>
                <c:pt idx="602">
                  <c:v>140.186804098</c:v>
                </c:pt>
                <c:pt idx="603">
                  <c:v>139.899612399</c:v>
                </c:pt>
                <c:pt idx="604">
                  <c:v>139.566265686</c:v>
                </c:pt>
                <c:pt idx="605">
                  <c:v>137.961137407</c:v>
                </c:pt>
                <c:pt idx="606">
                  <c:v>139.802220514</c:v>
                </c:pt>
                <c:pt idx="607">
                  <c:v>138.945771774</c:v>
                </c:pt>
                <c:pt idx="608">
                  <c:v>140.309890069</c:v>
                </c:pt>
                <c:pt idx="609">
                  <c:v>140.976592395</c:v>
                </c:pt>
                <c:pt idx="610">
                  <c:v>141.079146237</c:v>
                </c:pt>
                <c:pt idx="611">
                  <c:v>142.258653375</c:v>
                </c:pt>
                <c:pt idx="612">
                  <c:v>142.243283204</c:v>
                </c:pt>
                <c:pt idx="613">
                  <c:v>142.663769088</c:v>
                </c:pt>
                <c:pt idx="614">
                  <c:v>142.853515502</c:v>
                </c:pt>
                <c:pt idx="615">
                  <c:v>143.038144458</c:v>
                </c:pt>
                <c:pt idx="616">
                  <c:v>142.581747374</c:v>
                </c:pt>
                <c:pt idx="617">
                  <c:v>142.940716973</c:v>
                </c:pt>
                <c:pt idx="618">
                  <c:v>142.758366397</c:v>
                </c:pt>
                <c:pt idx="619">
                  <c:v>142.464704453</c:v>
                </c:pt>
                <c:pt idx="620">
                  <c:v>141.918694018</c:v>
                </c:pt>
                <c:pt idx="621">
                  <c:v>142.160816493</c:v>
                </c:pt>
                <c:pt idx="622">
                  <c:v>141.269595745</c:v>
                </c:pt>
                <c:pt idx="623">
                  <c:v>141.527186291</c:v>
                </c:pt>
                <c:pt idx="624">
                  <c:v>139.600601599</c:v>
                </c:pt>
                <c:pt idx="625">
                  <c:v>139.909660415</c:v>
                </c:pt>
                <c:pt idx="626">
                  <c:v>138.750658706</c:v>
                </c:pt>
                <c:pt idx="627">
                  <c:v>139.543980273</c:v>
                </c:pt>
                <c:pt idx="628">
                  <c:v>139.744860493</c:v>
                </c:pt>
                <c:pt idx="629">
                  <c:v>140.043622095</c:v>
                </c:pt>
                <c:pt idx="630">
                  <c:v>139.54906213</c:v>
                </c:pt>
                <c:pt idx="631">
                  <c:v>140.687469412</c:v>
                </c:pt>
                <c:pt idx="632">
                  <c:v>141.877522962</c:v>
                </c:pt>
                <c:pt idx="633">
                  <c:v>143.154991581</c:v>
                </c:pt>
                <c:pt idx="634">
                  <c:v>143.670101474</c:v>
                </c:pt>
                <c:pt idx="635">
                  <c:v>142.619242761</c:v>
                </c:pt>
                <c:pt idx="636">
                  <c:v>143.91224175</c:v>
                </c:pt>
                <c:pt idx="637">
                  <c:v>144.025546702</c:v>
                </c:pt>
                <c:pt idx="638">
                  <c:v>143.896809279</c:v>
                </c:pt>
                <c:pt idx="639">
                  <c:v>144.478864412</c:v>
                </c:pt>
                <c:pt idx="640">
                  <c:v>144.78286807</c:v>
                </c:pt>
                <c:pt idx="641">
                  <c:v>144.236786436</c:v>
                </c:pt>
                <c:pt idx="642">
                  <c:v>144.071942014</c:v>
                </c:pt>
                <c:pt idx="643">
                  <c:v>144.339785275</c:v>
                </c:pt>
                <c:pt idx="644">
                  <c:v>145.066117102</c:v>
                </c:pt>
                <c:pt idx="645">
                  <c:v>146.302468065</c:v>
                </c:pt>
                <c:pt idx="646">
                  <c:v>145.957293351</c:v>
                </c:pt>
                <c:pt idx="647">
                  <c:v>144.96826242</c:v>
                </c:pt>
                <c:pt idx="648">
                  <c:v>144.211003352</c:v>
                </c:pt>
                <c:pt idx="649">
                  <c:v>144.921876008</c:v>
                </c:pt>
                <c:pt idx="650">
                  <c:v>144.679771332</c:v>
                </c:pt>
                <c:pt idx="651">
                  <c:v>145.467939843</c:v>
                </c:pt>
                <c:pt idx="652">
                  <c:v>146.091237231</c:v>
                </c:pt>
                <c:pt idx="653">
                  <c:v>146.627012752</c:v>
                </c:pt>
                <c:pt idx="654">
                  <c:v>147.111204303</c:v>
                </c:pt>
                <c:pt idx="655">
                  <c:v>147.04941212</c:v>
                </c:pt>
                <c:pt idx="656">
                  <c:v>146.8485052</c:v>
                </c:pt>
                <c:pt idx="657">
                  <c:v>145.864591726</c:v>
                </c:pt>
                <c:pt idx="658">
                  <c:v>145.318545692</c:v>
                </c:pt>
                <c:pt idx="659">
                  <c:v>146.245775539</c:v>
                </c:pt>
                <c:pt idx="660">
                  <c:v>145.15371017</c:v>
                </c:pt>
                <c:pt idx="661">
                  <c:v>146.328251149</c:v>
                </c:pt>
                <c:pt idx="662">
                  <c:v>146.843361043</c:v>
                </c:pt>
                <c:pt idx="663">
                  <c:v>147.157590715</c:v>
                </c:pt>
                <c:pt idx="664">
                  <c:v>147.50267643</c:v>
                </c:pt>
                <c:pt idx="665">
                  <c:v>147.415163462</c:v>
                </c:pt>
                <c:pt idx="666">
                  <c:v>147.219365099</c:v>
                </c:pt>
                <c:pt idx="667">
                  <c:v>148.105397191</c:v>
                </c:pt>
                <c:pt idx="668">
                  <c:v>149.274785114</c:v>
                </c:pt>
                <c:pt idx="669">
                  <c:v>149.346856711</c:v>
                </c:pt>
                <c:pt idx="670">
                  <c:v>150.150484392</c:v>
                </c:pt>
                <c:pt idx="671">
                  <c:v>149.542708473</c:v>
                </c:pt>
                <c:pt idx="672">
                  <c:v>149.547817031</c:v>
                </c:pt>
                <c:pt idx="673">
                  <c:v>149.290190885</c:v>
                </c:pt>
                <c:pt idx="674">
                  <c:v>148.888448244</c:v>
                </c:pt>
                <c:pt idx="675">
                  <c:v>148.440265791</c:v>
                </c:pt>
                <c:pt idx="676">
                  <c:v>148.151774703</c:v>
                </c:pt>
                <c:pt idx="677">
                  <c:v>148.40933855</c:v>
                </c:pt>
                <c:pt idx="678">
                  <c:v>148.898700958</c:v>
                </c:pt>
                <c:pt idx="679">
                  <c:v>148.934781256</c:v>
                </c:pt>
                <c:pt idx="680">
                  <c:v>149.815633591</c:v>
                </c:pt>
                <c:pt idx="681">
                  <c:v>149.841425576</c:v>
                </c:pt>
                <c:pt idx="682">
                  <c:v>149.048059509</c:v>
                </c:pt>
                <c:pt idx="683">
                  <c:v>149.856858047</c:v>
                </c:pt>
                <c:pt idx="684">
                  <c:v>150.016629511</c:v>
                </c:pt>
                <c:pt idx="685">
                  <c:v>151.232252547</c:v>
                </c:pt>
                <c:pt idx="686">
                  <c:v>151.094107902</c:v>
                </c:pt>
                <c:pt idx="687">
                  <c:v>150.592169899</c:v>
                </c:pt>
                <c:pt idx="688">
                  <c:v>150.452441067</c:v>
                </c:pt>
                <c:pt idx="689">
                  <c:v>150.002247231</c:v>
                </c:pt>
                <c:pt idx="690">
                  <c:v>150.421415927</c:v>
                </c:pt>
                <c:pt idx="691">
                  <c:v>150.436901797</c:v>
                </c:pt>
                <c:pt idx="692">
                  <c:v>150.959541027</c:v>
                </c:pt>
                <c:pt idx="693">
                  <c:v>150.871538563</c:v>
                </c:pt>
                <c:pt idx="694">
                  <c:v>150.954325671</c:v>
                </c:pt>
                <c:pt idx="695">
                  <c:v>149.774533735</c:v>
                </c:pt>
                <c:pt idx="696">
                  <c:v>148.936312043</c:v>
                </c:pt>
                <c:pt idx="697">
                  <c:v>148.936312043</c:v>
                </c:pt>
                <c:pt idx="698">
                  <c:v>148.718922461</c:v>
                </c:pt>
                <c:pt idx="699">
                  <c:v>144.010016332</c:v>
                </c:pt>
                <c:pt idx="700">
                  <c:v>140.837984954</c:v>
                </c:pt>
                <c:pt idx="701">
                  <c:v>142.7939661</c:v>
                </c:pt>
                <c:pt idx="702">
                  <c:v>141.991931505</c:v>
                </c:pt>
                <c:pt idx="703">
                  <c:v>145.096688347</c:v>
                </c:pt>
                <c:pt idx="704">
                  <c:v>145.12258713</c:v>
                </c:pt>
                <c:pt idx="705">
                  <c:v>143.026877152</c:v>
                </c:pt>
                <c:pt idx="706">
                  <c:v>142.949243101</c:v>
                </c:pt>
                <c:pt idx="707">
                  <c:v>142.307585166</c:v>
                </c:pt>
                <c:pt idx="708">
                  <c:v>141.583149023</c:v>
                </c:pt>
                <c:pt idx="709">
                  <c:v>137.29335819</c:v>
                </c:pt>
                <c:pt idx="710">
                  <c:v>139.756457096</c:v>
                </c:pt>
                <c:pt idx="711">
                  <c:v>137.298555747</c:v>
                </c:pt>
                <c:pt idx="712">
                  <c:v>136.537825707</c:v>
                </c:pt>
                <c:pt idx="713">
                  <c:v>138.56112589</c:v>
                </c:pt>
                <c:pt idx="714">
                  <c:v>140.041076717</c:v>
                </c:pt>
                <c:pt idx="715">
                  <c:v>141.531378156</c:v>
                </c:pt>
                <c:pt idx="716">
                  <c:v>140.693076365</c:v>
                </c:pt>
                <c:pt idx="717">
                  <c:v>141.469265575</c:v>
                </c:pt>
                <c:pt idx="718">
                  <c:v>142.36449129</c:v>
                </c:pt>
                <c:pt idx="719">
                  <c:v>145.412377607</c:v>
                </c:pt>
                <c:pt idx="720">
                  <c:v>145.148441414</c:v>
                </c:pt>
                <c:pt idx="721">
                  <c:v>143.730594269</c:v>
                </c:pt>
                <c:pt idx="722">
                  <c:v>141.044979423</c:v>
                </c:pt>
                <c:pt idx="723">
                  <c:v>140.781069929</c:v>
                </c:pt>
                <c:pt idx="724">
                  <c:v>139.818569677</c:v>
                </c:pt>
                <c:pt idx="725">
                  <c:v>141.277837076</c:v>
                </c:pt>
                <c:pt idx="726">
                  <c:v>141.645234904</c:v>
                </c:pt>
                <c:pt idx="727">
                  <c:v>139.249392736</c:v>
                </c:pt>
                <c:pt idx="728">
                  <c:v>136.672419282</c:v>
                </c:pt>
                <c:pt idx="729">
                  <c:v>137.138116788</c:v>
                </c:pt>
                <c:pt idx="730">
                  <c:v>136.222180946</c:v>
                </c:pt>
                <c:pt idx="731">
                  <c:v>138.421405959</c:v>
                </c:pt>
                <c:pt idx="732">
                  <c:v>138.887130165</c:v>
                </c:pt>
                <c:pt idx="733">
                  <c:v>142.085069227</c:v>
                </c:pt>
                <c:pt idx="734">
                  <c:v>141.774568623</c:v>
                </c:pt>
                <c:pt idx="735">
                  <c:v>142.638751397</c:v>
                </c:pt>
                <c:pt idx="736">
                  <c:v>144.527502506</c:v>
                </c:pt>
                <c:pt idx="737">
                  <c:v>139.844432861</c:v>
                </c:pt>
                <c:pt idx="738">
                  <c:v>139.632267535</c:v>
                </c:pt>
                <c:pt idx="739">
                  <c:v>136.387808562</c:v>
                </c:pt>
                <c:pt idx="740">
                  <c:v>136.646520498</c:v>
                </c:pt>
                <c:pt idx="741">
                  <c:v>136.677590139</c:v>
                </c:pt>
                <c:pt idx="742">
                  <c:v>137.365812484</c:v>
                </c:pt>
                <c:pt idx="743">
                  <c:v>137.319212474</c:v>
                </c:pt>
                <c:pt idx="744">
                  <c:v>134.783659274</c:v>
                </c:pt>
                <c:pt idx="745">
                  <c:v>132.139420182</c:v>
                </c:pt>
                <c:pt idx="746">
                  <c:v>131.994538294</c:v>
                </c:pt>
                <c:pt idx="747">
                  <c:v>130.017820321</c:v>
                </c:pt>
                <c:pt idx="748">
                  <c:v>127.901382417</c:v>
                </c:pt>
                <c:pt idx="749">
                  <c:v>125.280772627</c:v>
                </c:pt>
                <c:pt idx="750">
                  <c:v>121.970463105</c:v>
                </c:pt>
                <c:pt idx="751">
                  <c:v>128.13300298</c:v>
                </c:pt>
                <c:pt idx="752">
                  <c:v>129.116720655</c:v>
                </c:pt>
                <c:pt idx="753">
                  <c:v>128.950167448</c:v>
                </c:pt>
                <c:pt idx="754">
                  <c:v>130.079612504</c:v>
                </c:pt>
                <c:pt idx="755">
                  <c:v>130.214935873</c:v>
                </c:pt>
                <c:pt idx="756">
                  <c:v>127.107651453</c:v>
                </c:pt>
                <c:pt idx="757">
                  <c:v>131.365215655</c:v>
                </c:pt>
                <c:pt idx="758">
                  <c:v>132.400980095</c:v>
                </c:pt>
                <c:pt idx="759">
                  <c:v>133.644940495</c:v>
                </c:pt>
                <c:pt idx="760">
                  <c:v>134.269537272</c:v>
                </c:pt>
                <c:pt idx="761">
                  <c:v>134.743155712</c:v>
                </c:pt>
                <c:pt idx="762">
                  <c:v>134.795202477</c:v>
                </c:pt>
                <c:pt idx="763">
                  <c:v>133.972840453</c:v>
                </c:pt>
                <c:pt idx="764">
                  <c:v>135.508309015</c:v>
                </c:pt>
                <c:pt idx="765">
                  <c:v>135.836217873</c:v>
                </c:pt>
                <c:pt idx="766">
                  <c:v>136.866731357</c:v>
                </c:pt>
                <c:pt idx="767">
                  <c:v>138.688457126</c:v>
                </c:pt>
                <c:pt idx="768">
                  <c:v>136.814675692</c:v>
                </c:pt>
                <c:pt idx="769">
                  <c:v>137.100968499</c:v>
                </c:pt>
                <c:pt idx="770">
                  <c:v>137.17384109</c:v>
                </c:pt>
                <c:pt idx="771">
                  <c:v>138.334524885</c:v>
                </c:pt>
                <c:pt idx="772">
                  <c:v>137.283149976</c:v>
                </c:pt>
                <c:pt idx="773">
                  <c:v>137.100968499</c:v>
                </c:pt>
                <c:pt idx="774">
                  <c:v>139.271375552</c:v>
                </c:pt>
                <c:pt idx="775">
                  <c:v>140.494527925</c:v>
                </c:pt>
                <c:pt idx="776">
                  <c:v>140.562220759</c:v>
                </c:pt>
                <c:pt idx="777">
                  <c:v>141.551109291</c:v>
                </c:pt>
                <c:pt idx="778">
                  <c:v>142.14444063</c:v>
                </c:pt>
                <c:pt idx="779">
                  <c:v>141.957106097</c:v>
                </c:pt>
                <c:pt idx="780">
                  <c:v>140.603836811</c:v>
                </c:pt>
                <c:pt idx="781">
                  <c:v>140.775569775</c:v>
                </c:pt>
                <c:pt idx="782">
                  <c:v>140.853657723</c:v>
                </c:pt>
                <c:pt idx="783">
                  <c:v>142.664952778</c:v>
                </c:pt>
                <c:pt idx="784">
                  <c:v>143.128202805</c:v>
                </c:pt>
                <c:pt idx="785">
                  <c:v>142.81068016</c:v>
                </c:pt>
                <c:pt idx="786">
                  <c:v>144.366956748</c:v>
                </c:pt>
                <c:pt idx="787">
                  <c:v>144.616733159</c:v>
                </c:pt>
                <c:pt idx="788">
                  <c:v>144.908250222</c:v>
                </c:pt>
                <c:pt idx="789">
                  <c:v>144.39299793</c:v>
                </c:pt>
                <c:pt idx="790">
                  <c:v>145.288205845</c:v>
                </c:pt>
                <c:pt idx="791">
                  <c:v>145.485997792</c:v>
                </c:pt>
                <c:pt idx="792">
                  <c:v>145.381868662</c:v>
                </c:pt>
                <c:pt idx="793">
                  <c:v>145.319444584</c:v>
                </c:pt>
                <c:pt idx="794">
                  <c:v>145.048780047</c:v>
                </c:pt>
                <c:pt idx="795">
                  <c:v>145.954463175</c:v>
                </c:pt>
                <c:pt idx="796">
                  <c:v>145.423538114</c:v>
                </c:pt>
                <c:pt idx="797">
                  <c:v>145.225728368</c:v>
                </c:pt>
                <c:pt idx="798">
                  <c:v>144.346068623</c:v>
                </c:pt>
                <c:pt idx="799">
                  <c:v>143.138615718</c:v>
                </c:pt>
                <c:pt idx="800">
                  <c:v>142.852322912</c:v>
                </c:pt>
                <c:pt idx="801">
                  <c:v>144.923816192</c:v>
                </c:pt>
                <c:pt idx="802">
                  <c:v>145.470378422</c:v>
                </c:pt>
                <c:pt idx="803">
                  <c:v>146.433261372</c:v>
                </c:pt>
                <c:pt idx="804">
                  <c:v>146.339598555</c:v>
                </c:pt>
                <c:pt idx="805">
                  <c:v>147.06256621</c:v>
                </c:pt>
                <c:pt idx="806">
                  <c:v>147.595796352</c:v>
                </c:pt>
                <c:pt idx="807">
                  <c:v>147.632437345</c:v>
                </c:pt>
                <c:pt idx="808">
                  <c:v>147.188019561</c:v>
                </c:pt>
                <c:pt idx="809">
                  <c:v>148.850498961</c:v>
                </c:pt>
                <c:pt idx="810">
                  <c:v>145.985675214</c:v>
                </c:pt>
                <c:pt idx="811">
                  <c:v>145.875894632</c:v>
                </c:pt>
                <c:pt idx="812">
                  <c:v>146.96323414</c:v>
                </c:pt>
                <c:pt idx="813">
                  <c:v>146.194770066</c:v>
                </c:pt>
                <c:pt idx="814">
                  <c:v>146.748923932</c:v>
                </c:pt>
                <c:pt idx="815">
                  <c:v>147.674284795</c:v>
                </c:pt>
                <c:pt idx="816">
                  <c:v>149.425549853</c:v>
                </c:pt>
                <c:pt idx="817">
                  <c:v>149.498725041</c:v>
                </c:pt>
                <c:pt idx="818">
                  <c:v>149.733967874</c:v>
                </c:pt>
                <c:pt idx="819">
                  <c:v>150.131296152</c:v>
                </c:pt>
                <c:pt idx="820">
                  <c:v>150.857939477</c:v>
                </c:pt>
                <c:pt idx="821">
                  <c:v>150.972979915</c:v>
                </c:pt>
                <c:pt idx="822">
                  <c:v>150.199255984</c:v>
                </c:pt>
                <c:pt idx="823">
                  <c:v>150.7115891</c:v>
                </c:pt>
                <c:pt idx="824">
                  <c:v>150.66974165</c:v>
                </c:pt>
                <c:pt idx="825">
                  <c:v>151.689156927</c:v>
                </c:pt>
                <c:pt idx="826">
                  <c:v>151.589833757</c:v>
                </c:pt>
                <c:pt idx="827">
                  <c:v>151.689156927</c:v>
                </c:pt>
                <c:pt idx="828">
                  <c:v>151.31799443</c:v>
                </c:pt>
                <c:pt idx="829">
                  <c:v>151.61587494</c:v>
                </c:pt>
                <c:pt idx="830">
                  <c:v>151.746650446</c:v>
                </c:pt>
                <c:pt idx="831">
                  <c:v>153.111098038</c:v>
                </c:pt>
                <c:pt idx="832">
                  <c:v>152.771298879</c:v>
                </c:pt>
                <c:pt idx="833">
                  <c:v>152.677191066</c:v>
                </c:pt>
                <c:pt idx="834">
                  <c:v>153.388206121</c:v>
                </c:pt>
                <c:pt idx="835">
                  <c:v>153.628646511</c:v>
                </c:pt>
                <c:pt idx="836">
                  <c:v>153.707126055</c:v>
                </c:pt>
                <c:pt idx="837">
                  <c:v>152.551755515</c:v>
                </c:pt>
                <c:pt idx="838">
                  <c:v>152.222351469</c:v>
                </c:pt>
                <c:pt idx="839">
                  <c:v>153.712323611</c:v>
                </c:pt>
                <c:pt idx="840">
                  <c:v>153.0797703</c:v>
                </c:pt>
                <c:pt idx="841">
                  <c:v>150.523337874</c:v>
                </c:pt>
                <c:pt idx="842">
                  <c:v>150.314225223</c:v>
                </c:pt>
                <c:pt idx="843">
                  <c:v>149.859456825</c:v>
                </c:pt>
                <c:pt idx="844">
                  <c:v>150.612230331</c:v>
                </c:pt>
                <c:pt idx="845">
                  <c:v>146.827296677</c:v>
                </c:pt>
                <c:pt idx="846">
                  <c:v>148.155192274</c:v>
                </c:pt>
                <c:pt idx="847">
                  <c:v>149.023015119</c:v>
                </c:pt>
                <c:pt idx="848">
                  <c:v>150.403135479</c:v>
                </c:pt>
                <c:pt idx="849">
                  <c:v>149.430783009</c:v>
                </c:pt>
                <c:pt idx="850">
                  <c:v>148.44273107</c:v>
                </c:pt>
                <c:pt idx="851">
                  <c:v>149.781030681</c:v>
                </c:pt>
                <c:pt idx="852">
                  <c:v>149.320940128</c:v>
                </c:pt>
                <c:pt idx="853">
                  <c:v>147.496446482</c:v>
                </c:pt>
                <c:pt idx="854">
                  <c:v>147.831083684</c:v>
                </c:pt>
                <c:pt idx="855">
                  <c:v>146.45616978</c:v>
                </c:pt>
                <c:pt idx="856">
                  <c:v>145.473359897</c:v>
                </c:pt>
                <c:pt idx="857">
                  <c:v>145.870625876</c:v>
                </c:pt>
                <c:pt idx="858">
                  <c:v>143.90499721</c:v>
                </c:pt>
                <c:pt idx="859">
                  <c:v>143.53905007</c:v>
                </c:pt>
                <c:pt idx="860">
                  <c:v>146.654789419</c:v>
                </c:pt>
                <c:pt idx="861">
                  <c:v>147.925093598</c:v>
                </c:pt>
                <c:pt idx="862">
                  <c:v>148.887077655</c:v>
                </c:pt>
                <c:pt idx="863">
                  <c:v>150.376987498</c:v>
                </c:pt>
                <c:pt idx="864">
                  <c:v>151.067052128</c:v>
                </c:pt>
                <c:pt idx="865">
                  <c:v>151.030455634</c:v>
                </c:pt>
                <c:pt idx="866">
                  <c:v>150.763813864</c:v>
                </c:pt>
                <c:pt idx="867">
                  <c:v>151.385989862</c:v>
                </c:pt>
                <c:pt idx="868">
                  <c:v>151.218671261</c:v>
                </c:pt>
                <c:pt idx="869">
                  <c:v>151.27616478</c:v>
                </c:pt>
                <c:pt idx="870">
                  <c:v>152.860191336</c:v>
                </c:pt>
                <c:pt idx="871">
                  <c:v>153.205223651</c:v>
                </c:pt>
                <c:pt idx="872">
                  <c:v>154.668976613</c:v>
                </c:pt>
                <c:pt idx="873">
                  <c:v>154.444128893</c:v>
                </c:pt>
                <c:pt idx="874">
                  <c:v>154.255076673</c:v>
                </c:pt>
                <c:pt idx="875">
                  <c:v>152.742124923</c:v>
                </c:pt>
                <c:pt idx="876">
                  <c:v>152.589793797</c:v>
                </c:pt>
                <c:pt idx="877">
                  <c:v>153.130855873</c:v>
                </c:pt>
                <c:pt idx="878">
                  <c:v>153.918855284</c:v>
                </c:pt>
                <c:pt idx="879">
                  <c:v>155.316214801</c:v>
                </c:pt>
                <c:pt idx="880">
                  <c:v>155.72062742</c:v>
                </c:pt>
                <c:pt idx="881">
                  <c:v>156.96569141</c:v>
                </c:pt>
                <c:pt idx="882">
                  <c:v>156.787069903</c:v>
                </c:pt>
                <c:pt idx="883">
                  <c:v>155.925592706</c:v>
                </c:pt>
                <c:pt idx="884">
                  <c:v>156.119931481</c:v>
                </c:pt>
                <c:pt idx="885">
                  <c:v>156.865869844</c:v>
                </c:pt>
                <c:pt idx="886">
                  <c:v>157.23363257</c:v>
                </c:pt>
                <c:pt idx="887">
                  <c:v>157.937527684</c:v>
                </c:pt>
                <c:pt idx="888">
                  <c:v>157.990072845</c:v>
                </c:pt>
                <c:pt idx="889">
                  <c:v>157.480516505</c:v>
                </c:pt>
                <c:pt idx="890">
                  <c:v>156.408840866</c:v>
                </c:pt>
                <c:pt idx="891">
                  <c:v>156.981426478</c:v>
                </c:pt>
                <c:pt idx="892">
                  <c:v>156.109429569</c:v>
                </c:pt>
                <c:pt idx="893">
                  <c:v>156.492909563</c:v>
                </c:pt>
                <c:pt idx="894">
                  <c:v>157.611843807</c:v>
                </c:pt>
                <c:pt idx="895">
                  <c:v>158.352549014</c:v>
                </c:pt>
                <c:pt idx="896">
                  <c:v>157.596108739</c:v>
                </c:pt>
                <c:pt idx="897">
                  <c:v>158.651978111</c:v>
                </c:pt>
                <c:pt idx="898">
                  <c:v>158.363068726</c:v>
                </c:pt>
                <c:pt idx="899">
                  <c:v>157.974266577</c:v>
                </c:pt>
                <c:pt idx="900">
                  <c:v>156.246025627</c:v>
                </c:pt>
                <c:pt idx="901">
                  <c:v>154.885440603</c:v>
                </c:pt>
                <c:pt idx="902">
                  <c:v>153.719194354</c:v>
                </c:pt>
                <c:pt idx="903">
                  <c:v>149.096421705</c:v>
                </c:pt>
                <c:pt idx="904">
                  <c:v>151.187147724</c:v>
                </c:pt>
                <c:pt idx="905">
                  <c:v>151.276538577</c:v>
                </c:pt>
                <c:pt idx="906">
                  <c:v>154.244539161</c:v>
                </c:pt>
                <c:pt idx="907">
                  <c:v>153.193885146</c:v>
                </c:pt>
                <c:pt idx="908">
                  <c:v>151.329030338</c:v>
                </c:pt>
                <c:pt idx="909">
                  <c:v>153.682402061</c:v>
                </c:pt>
                <c:pt idx="910">
                  <c:v>149.138447153</c:v>
                </c:pt>
                <c:pt idx="911">
                  <c:v>149.532420159</c:v>
                </c:pt>
                <c:pt idx="912">
                  <c:v>151.738782912</c:v>
                </c:pt>
                <c:pt idx="913">
                  <c:v>153.566863227</c:v>
                </c:pt>
                <c:pt idx="914">
                  <c:v>152.390168466</c:v>
                </c:pt>
                <c:pt idx="915">
                  <c:v>153.6299103</c:v>
                </c:pt>
                <c:pt idx="916">
                  <c:v>153.582616096</c:v>
                </c:pt>
                <c:pt idx="917">
                  <c:v>149.637528281</c:v>
                </c:pt>
                <c:pt idx="918">
                  <c:v>151.292220246</c:v>
                </c:pt>
                <c:pt idx="919">
                  <c:v>150.698648609</c:v>
                </c:pt>
                <c:pt idx="920">
                  <c:v>151.759751137</c:v>
                </c:pt>
                <c:pt idx="921">
                  <c:v>153.698190529</c:v>
                </c:pt>
                <c:pt idx="922">
                  <c:v>153.6299103</c:v>
                </c:pt>
                <c:pt idx="923">
                  <c:v>152.731587411</c:v>
                </c:pt>
                <c:pt idx="924">
                  <c:v>154.465132717</c:v>
                </c:pt>
                <c:pt idx="925">
                  <c:v>156.450901914</c:v>
                </c:pt>
                <c:pt idx="926">
                  <c:v>156.571691704</c:v>
                </c:pt>
                <c:pt idx="927">
                  <c:v>156.650527245</c:v>
                </c:pt>
                <c:pt idx="928">
                  <c:v>156.613770552</c:v>
                </c:pt>
                <c:pt idx="929">
                  <c:v>157.727453841</c:v>
                </c:pt>
                <c:pt idx="930">
                  <c:v>158.273677874</c:v>
                </c:pt>
                <c:pt idx="931">
                  <c:v>158.168694352</c:v>
                </c:pt>
                <c:pt idx="932">
                  <c:v>157.680177436</c:v>
                </c:pt>
                <c:pt idx="933">
                  <c:v>158.079374698</c:v>
                </c:pt>
                <c:pt idx="934">
                  <c:v>158.173874108</c:v>
                </c:pt>
                <c:pt idx="935">
                  <c:v>158.163443395</c:v>
                </c:pt>
                <c:pt idx="936">
                  <c:v>157.416134444</c:v>
                </c:pt>
                <c:pt idx="937">
                  <c:v>157.379217552</c:v>
                </c:pt>
                <c:pt idx="938">
                  <c:v>156.144246078</c:v>
                </c:pt>
                <c:pt idx="939">
                  <c:v>157.067791356</c:v>
                </c:pt>
                <c:pt idx="940">
                  <c:v>156.740630092</c:v>
                </c:pt>
                <c:pt idx="941">
                  <c:v>155.896240752</c:v>
                </c:pt>
                <c:pt idx="942">
                  <c:v>156.619217307</c:v>
                </c:pt>
                <c:pt idx="943">
                  <c:v>154.756284883</c:v>
                </c:pt>
                <c:pt idx="944">
                  <c:v>152.022583739</c:v>
                </c:pt>
                <c:pt idx="945">
                  <c:v>153.268021526</c:v>
                </c:pt>
                <c:pt idx="946">
                  <c:v>155.342060185</c:v>
                </c:pt>
                <c:pt idx="947">
                  <c:v>154.671877988</c:v>
                </c:pt>
                <c:pt idx="948">
                  <c:v>152.270589066</c:v>
                </c:pt>
                <c:pt idx="949">
                  <c:v>153.716648975</c:v>
                </c:pt>
                <c:pt idx="950">
                  <c:v>154.756284883</c:v>
                </c:pt>
                <c:pt idx="951">
                  <c:v>156.360638869</c:v>
                </c:pt>
                <c:pt idx="952">
                  <c:v>156.186467325</c:v>
                </c:pt>
                <c:pt idx="953">
                  <c:v>157.732775996</c:v>
                </c:pt>
                <c:pt idx="954">
                  <c:v>157.479448514</c:v>
                </c:pt>
                <c:pt idx="955">
                  <c:v>157.943882231</c:v>
                </c:pt>
                <c:pt idx="956">
                  <c:v>157.252553811</c:v>
                </c:pt>
                <c:pt idx="957">
                  <c:v>158.318551299</c:v>
                </c:pt>
                <c:pt idx="958">
                  <c:v>157.801394423</c:v>
                </c:pt>
                <c:pt idx="959">
                  <c:v>158.260541584</c:v>
                </c:pt>
                <c:pt idx="960">
                  <c:v>158.519155621</c:v>
                </c:pt>
                <c:pt idx="961">
                  <c:v>159.168262794</c:v>
                </c:pt>
                <c:pt idx="962">
                  <c:v>160.065428693</c:v>
                </c:pt>
                <c:pt idx="963">
                  <c:v>160.01795649</c:v>
                </c:pt>
                <c:pt idx="964">
                  <c:v>160.508698387</c:v>
                </c:pt>
                <c:pt idx="965">
                  <c:v>160.08127056</c:v>
                </c:pt>
                <c:pt idx="966">
                  <c:v>161.564211762</c:v>
                </c:pt>
                <c:pt idx="967">
                  <c:v>162.213354534</c:v>
                </c:pt>
                <c:pt idx="968">
                  <c:v>162.033949834</c:v>
                </c:pt>
                <c:pt idx="969">
                  <c:v>162.070831126</c:v>
                </c:pt>
                <c:pt idx="970">
                  <c:v>162.64080016</c:v>
                </c:pt>
                <c:pt idx="971">
                  <c:v>163.041919807</c:v>
                </c:pt>
                <c:pt idx="972">
                  <c:v>162.73058261</c:v>
                </c:pt>
                <c:pt idx="973">
                  <c:v>163.073585742</c:v>
                </c:pt>
                <c:pt idx="974">
                  <c:v>163.126344501</c:v>
                </c:pt>
                <c:pt idx="975">
                  <c:v>163.363794515</c:v>
                </c:pt>
                <c:pt idx="976">
                  <c:v>164.545953831</c:v>
                </c:pt>
                <c:pt idx="977">
                  <c:v>164.667384416</c:v>
                </c:pt>
                <c:pt idx="978">
                  <c:v>164.619894413</c:v>
                </c:pt>
                <c:pt idx="979">
                  <c:v>164.007650732</c:v>
                </c:pt>
                <c:pt idx="980">
                  <c:v>163.743821338</c:v>
                </c:pt>
                <c:pt idx="981">
                  <c:v>164.107952893</c:v>
                </c:pt>
                <c:pt idx="982">
                  <c:v>165.379841259</c:v>
                </c:pt>
                <c:pt idx="983">
                  <c:v>165.754510327</c:v>
                </c:pt>
                <c:pt idx="984">
                  <c:v>166.493364349</c:v>
                </c:pt>
                <c:pt idx="985">
                  <c:v>165.875923111</c:v>
                </c:pt>
                <c:pt idx="986">
                  <c:v>164.466851293</c:v>
                </c:pt>
                <c:pt idx="987">
                  <c:v>163.363794515</c:v>
                </c:pt>
                <c:pt idx="988">
                  <c:v>164.371817887</c:v>
                </c:pt>
                <c:pt idx="989">
                  <c:v>164.667384416</c:v>
                </c:pt>
                <c:pt idx="990">
                  <c:v>166.17145404</c:v>
                </c:pt>
                <c:pt idx="991">
                  <c:v>165.648975009</c:v>
                </c:pt>
                <c:pt idx="992">
                  <c:v>165.464283753</c:v>
                </c:pt>
                <c:pt idx="993">
                  <c:v>165.933915027</c:v>
                </c:pt>
                <c:pt idx="994">
                  <c:v>167.364150868</c:v>
                </c:pt>
                <c:pt idx="995">
                  <c:v>167.46447083</c:v>
                </c:pt>
                <c:pt idx="996">
                  <c:v>168.614910811</c:v>
                </c:pt>
                <c:pt idx="997">
                  <c:v>168.651863302</c:v>
                </c:pt>
                <c:pt idx="998">
                  <c:v>168.662436413</c:v>
                </c:pt>
                <c:pt idx="999">
                  <c:v>169.353764833</c:v>
                </c:pt>
                <c:pt idx="1000">
                  <c:v>170.096214426</c:v>
                </c:pt>
                <c:pt idx="1001">
                  <c:v>170.356110053</c:v>
                </c:pt>
                <c:pt idx="1002">
                  <c:v>170.361414408</c:v>
                </c:pt>
                <c:pt idx="1003">
                  <c:v>171.268316826</c:v>
                </c:pt>
                <c:pt idx="1004">
                  <c:v>171.22588198</c:v>
                </c:pt>
                <c:pt idx="1005">
                  <c:v>170.281831274</c:v>
                </c:pt>
                <c:pt idx="1006">
                  <c:v>170.695464215</c:v>
                </c:pt>
                <c:pt idx="1007">
                  <c:v>172.291826068</c:v>
                </c:pt>
                <c:pt idx="1008">
                  <c:v>170.987203776</c:v>
                </c:pt>
                <c:pt idx="1009">
                  <c:v>171.639532722</c:v>
                </c:pt>
                <c:pt idx="1010">
                  <c:v>171.156871957</c:v>
                </c:pt>
                <c:pt idx="1011">
                  <c:v>172.06911433</c:v>
                </c:pt>
                <c:pt idx="1012">
                  <c:v>173.235858975</c:v>
                </c:pt>
                <c:pt idx="1013">
                  <c:v>172.737302943</c:v>
                </c:pt>
                <c:pt idx="1014">
                  <c:v>173.925300611</c:v>
                </c:pt>
                <c:pt idx="1015">
                  <c:v>173.660100628</c:v>
                </c:pt>
                <c:pt idx="1016">
                  <c:v>174.052551747</c:v>
                </c:pt>
                <c:pt idx="1017">
                  <c:v>175.500391641</c:v>
                </c:pt>
                <c:pt idx="1018">
                  <c:v>176.046669074</c:v>
                </c:pt>
                <c:pt idx="1019">
                  <c:v>175.701921556</c:v>
                </c:pt>
                <c:pt idx="1020">
                  <c:v>175.723156779</c:v>
                </c:pt>
                <c:pt idx="1021">
                  <c:v>175.924651094</c:v>
                </c:pt>
                <c:pt idx="1022">
                  <c:v>174.360150975</c:v>
                </c:pt>
                <c:pt idx="1023">
                  <c:v>171.565271743</c:v>
                </c:pt>
                <c:pt idx="1024">
                  <c:v>173.363127911</c:v>
                </c:pt>
                <c:pt idx="1025">
                  <c:v>173.219945908</c:v>
                </c:pt>
                <c:pt idx="1026">
                  <c:v>173.782065208</c:v>
                </c:pt>
                <c:pt idx="1027">
                  <c:v>170.626543191</c:v>
                </c:pt>
                <c:pt idx="1028">
                  <c:v>171.894070594</c:v>
                </c:pt>
                <c:pt idx="1029">
                  <c:v>174.514012888</c:v>
                </c:pt>
                <c:pt idx="1030">
                  <c:v>176.529258639</c:v>
                </c:pt>
                <c:pt idx="1031">
                  <c:v>177.123239673</c:v>
                </c:pt>
                <c:pt idx="1032">
                  <c:v>176.179260165</c:v>
                </c:pt>
                <c:pt idx="1033">
                  <c:v>177.494473369</c:v>
                </c:pt>
                <c:pt idx="1034">
                  <c:v>177.802108197</c:v>
                </c:pt>
                <c:pt idx="1035">
                  <c:v>178.947635419</c:v>
                </c:pt>
                <c:pt idx="1036">
                  <c:v>178.756732015</c:v>
                </c:pt>
                <c:pt idx="1037">
                  <c:v>179.043060421</c:v>
                </c:pt>
                <c:pt idx="1038">
                  <c:v>178.581670479</c:v>
                </c:pt>
                <c:pt idx="1039">
                  <c:v>179.43552934</c:v>
                </c:pt>
                <c:pt idx="1040">
                  <c:v>178.698348503</c:v>
                </c:pt>
                <c:pt idx="1041">
                  <c:v>176.858128689</c:v>
                </c:pt>
                <c:pt idx="1042">
                  <c:v>170.992508132</c:v>
                </c:pt>
                <c:pt idx="1043">
                  <c:v>165.811060454</c:v>
                </c:pt>
                <c:pt idx="1044">
                  <c:v>165.201166353</c:v>
                </c:pt>
                <c:pt idx="1045">
                  <c:v>157.781743387</c:v>
                </c:pt>
                <c:pt idx="1046">
                  <c:v>157.11882353</c:v>
                </c:pt>
                <c:pt idx="1047">
                  <c:v>163.923083639</c:v>
                </c:pt>
                <c:pt idx="1048">
                  <c:v>159.229547682</c:v>
                </c:pt>
                <c:pt idx="1049">
                  <c:v>165.922434123</c:v>
                </c:pt>
                <c:pt idx="1050">
                  <c:v>160.406847638</c:v>
                </c:pt>
                <c:pt idx="1051">
                  <c:v>157.755221609</c:v>
                </c:pt>
                <c:pt idx="1052">
                  <c:v>145.435401715</c:v>
                </c:pt>
                <c:pt idx="1053">
                  <c:v>152.960956293</c:v>
                </c:pt>
                <c:pt idx="1054">
                  <c:v>145.504340538</c:v>
                </c:pt>
                <c:pt idx="1055">
                  <c:v>131.582881136</c:v>
                </c:pt>
                <c:pt idx="1056">
                  <c:v>142.831372487</c:v>
                </c:pt>
                <c:pt idx="1057">
                  <c:v>127.202266562</c:v>
                </c:pt>
                <c:pt idx="1058">
                  <c:v>134.070152239</c:v>
                </c:pt>
                <c:pt idx="1059">
                  <c:v>127.281822997</c:v>
                </c:pt>
                <c:pt idx="1060">
                  <c:v>127.552256136</c:v>
                </c:pt>
                <c:pt idx="1061">
                  <c:v>122.055510794</c:v>
                </c:pt>
                <c:pt idx="1062">
                  <c:v>118.934778586</c:v>
                </c:pt>
                <c:pt idx="1063">
                  <c:v>129.710648289</c:v>
                </c:pt>
                <c:pt idx="1064">
                  <c:v>131.652434054</c:v>
                </c:pt>
                <c:pt idx="1065">
                  <c:v>139.339611282</c:v>
                </c:pt>
                <c:pt idx="1066">
                  <c:v>135.189308982</c:v>
                </c:pt>
                <c:pt idx="1067">
                  <c:v>139.579660074</c:v>
                </c:pt>
                <c:pt idx="1068">
                  <c:v>137.49915117</c:v>
                </c:pt>
                <c:pt idx="1069">
                  <c:v>131.311032908</c:v>
                </c:pt>
                <c:pt idx="1070">
                  <c:v>134.341074874</c:v>
                </c:pt>
                <c:pt idx="1071">
                  <c:v>132.399298009</c:v>
                </c:pt>
                <c:pt idx="1072">
                  <c:v>141.292041357</c:v>
                </c:pt>
                <c:pt idx="1073">
                  <c:v>141.436104453</c:v>
                </c:pt>
                <c:pt idx="1074">
                  <c:v>146.183894356</c:v>
                </c:pt>
                <c:pt idx="1075">
                  <c:v>148.408439657</c:v>
                </c:pt>
                <c:pt idx="1076">
                  <c:v>147.053443786</c:v>
                </c:pt>
                <c:pt idx="1077">
                  <c:v>151.390475424</c:v>
                </c:pt>
                <c:pt idx="1078">
                  <c:v>148.17371302</c:v>
                </c:pt>
                <c:pt idx="1079">
                  <c:v>148.888519443</c:v>
                </c:pt>
                <c:pt idx="1080">
                  <c:v>152.910814113</c:v>
                </c:pt>
                <c:pt idx="1081">
                  <c:v>150.216842237</c:v>
                </c:pt>
                <c:pt idx="1082">
                  <c:v>145.655737172</c:v>
                </c:pt>
                <c:pt idx="1083">
                  <c:v>148.888519443</c:v>
                </c:pt>
                <c:pt idx="1084">
                  <c:v>148.877892932</c:v>
                </c:pt>
                <c:pt idx="1085">
                  <c:v>150.953044082</c:v>
                </c:pt>
                <c:pt idx="1086">
                  <c:v>153.129503084</c:v>
                </c:pt>
                <c:pt idx="1087">
                  <c:v>152.425376571</c:v>
                </c:pt>
                <c:pt idx="1088">
                  <c:v>156.415604809</c:v>
                </c:pt>
                <c:pt idx="1089">
                  <c:v>154.959292185</c:v>
                </c:pt>
                <c:pt idx="1090">
                  <c:v>150.856996085</c:v>
                </c:pt>
                <c:pt idx="1091">
                  <c:v>151.273067606</c:v>
                </c:pt>
                <c:pt idx="1092">
                  <c:v>152.67078312</c:v>
                </c:pt>
                <c:pt idx="1093">
                  <c:v>151.635810773</c:v>
                </c:pt>
                <c:pt idx="1094">
                  <c:v>153.465599874</c:v>
                </c:pt>
                <c:pt idx="1095">
                  <c:v>156.004873243</c:v>
                </c:pt>
                <c:pt idx="1096">
                  <c:v>156.036859576</c:v>
                </c:pt>
                <c:pt idx="1097">
                  <c:v>152.926833979</c:v>
                </c:pt>
                <c:pt idx="1098">
                  <c:v>150.222182192</c:v>
                </c:pt>
                <c:pt idx="1099">
                  <c:v>152.019913762</c:v>
                </c:pt>
                <c:pt idx="1100">
                  <c:v>152.718735919</c:v>
                </c:pt>
                <c:pt idx="1101">
                  <c:v>157.370584625</c:v>
                </c:pt>
                <c:pt idx="1102">
                  <c:v>155.75412674</c:v>
                </c:pt>
                <c:pt idx="1103">
                  <c:v>158.400092417</c:v>
                </c:pt>
                <c:pt idx="1104">
                  <c:v>157.30648736</c:v>
                </c:pt>
                <c:pt idx="1105">
                  <c:v>157.605257862</c:v>
                </c:pt>
                <c:pt idx="1106">
                  <c:v>159.547025827</c:v>
                </c:pt>
                <c:pt idx="1107">
                  <c:v>161.920956379</c:v>
                </c:pt>
                <c:pt idx="1108">
                  <c:v>161.622203677</c:v>
                </c:pt>
                <c:pt idx="1109">
                  <c:v>162.342403455</c:v>
                </c:pt>
                <c:pt idx="1110">
                  <c:v>162.998523769</c:v>
                </c:pt>
                <c:pt idx="1111">
                  <c:v>164.348144085</c:v>
                </c:pt>
                <c:pt idx="1112">
                  <c:v>166.535354198</c:v>
                </c:pt>
                <c:pt idx="1113">
                  <c:v>166.097905055</c:v>
                </c:pt>
                <c:pt idx="1114">
                  <c:v>170.354899663</c:v>
                </c:pt>
                <c:pt idx="1115">
                  <c:v>172.414075446</c:v>
                </c:pt>
                <c:pt idx="1116">
                  <c:v>171.128392196</c:v>
                </c:pt>
                <c:pt idx="1117">
                  <c:v>170.173554779</c:v>
                </c:pt>
                <c:pt idx="1118">
                  <c:v>160.363273603</c:v>
                </c:pt>
                <c:pt idx="1119">
                  <c:v>162.283663946</c:v>
                </c:pt>
                <c:pt idx="1120">
                  <c:v>163.798716079</c:v>
                </c:pt>
                <c:pt idx="1121">
                  <c:v>166.951425719</c:v>
                </c:pt>
                <c:pt idx="1122">
                  <c:v>166.257925717</c:v>
                </c:pt>
                <c:pt idx="1123">
                  <c:v>166.321987382</c:v>
                </c:pt>
                <c:pt idx="1124">
                  <c:v>165.371439729</c:v>
                </c:pt>
                <c:pt idx="1125">
                  <c:v>166.432364259</c:v>
                </c:pt>
                <c:pt idx="1126">
                  <c:v>167.198541053</c:v>
                </c:pt>
                <c:pt idx="1127">
                  <c:v>162.933554313</c:v>
                </c:pt>
                <c:pt idx="1128">
                  <c:v>164.680289308</c:v>
                </c:pt>
                <c:pt idx="1129">
                  <c:v>160.768896611</c:v>
                </c:pt>
                <c:pt idx="1130">
                  <c:v>163.131791255</c:v>
                </c:pt>
                <c:pt idx="1131">
                  <c:v>165.221369184</c:v>
                </c:pt>
                <c:pt idx="1132">
                  <c:v>166.378786707</c:v>
                </c:pt>
                <c:pt idx="1133">
                  <c:v>167.294980647</c:v>
                </c:pt>
                <c:pt idx="1134">
                  <c:v>169.877561054</c:v>
                </c:pt>
                <c:pt idx="1135">
                  <c:v>168.125539502</c:v>
                </c:pt>
                <c:pt idx="1136">
                  <c:v>169.411400751</c:v>
                </c:pt>
                <c:pt idx="1137">
                  <c:v>168.447040414</c:v>
                </c:pt>
                <c:pt idx="1138">
                  <c:v>170.166951034</c:v>
                </c:pt>
                <c:pt idx="1139">
                  <c:v>168.693443754</c:v>
                </c:pt>
                <c:pt idx="1140">
                  <c:v>170.879514676</c:v>
                </c:pt>
                <c:pt idx="1141">
                  <c:v>172.44951495</c:v>
                </c:pt>
                <c:pt idx="1142">
                  <c:v>171.881468299</c:v>
                </c:pt>
                <c:pt idx="1143">
                  <c:v>172.379846332</c:v>
                </c:pt>
                <c:pt idx="1144">
                  <c:v>173.772880485</c:v>
                </c:pt>
                <c:pt idx="1145">
                  <c:v>174.142672393</c:v>
                </c:pt>
                <c:pt idx="1146">
                  <c:v>175.133821506</c:v>
                </c:pt>
                <c:pt idx="1147">
                  <c:v>173.044207977</c:v>
                </c:pt>
                <c:pt idx="1148">
                  <c:v>171.929777095</c:v>
                </c:pt>
                <c:pt idx="1149">
                  <c:v>173.183545212</c:v>
                </c:pt>
                <c:pt idx="1150">
                  <c:v>172.085151996</c:v>
                </c:pt>
                <c:pt idx="1151">
                  <c:v>174.201554301</c:v>
                </c:pt>
                <c:pt idx="1152">
                  <c:v>173.580019097</c:v>
                </c:pt>
                <c:pt idx="1153">
                  <c:v>174.951693429</c:v>
                </c:pt>
                <c:pt idx="1154">
                  <c:v>176.16793946</c:v>
                </c:pt>
                <c:pt idx="1155">
                  <c:v>176.84842777</c:v>
                </c:pt>
                <c:pt idx="1156">
                  <c:v>177.946874386</c:v>
                </c:pt>
                <c:pt idx="1157">
                  <c:v>179.136313841</c:v>
                </c:pt>
                <c:pt idx="1158">
                  <c:v>179.264988965</c:v>
                </c:pt>
                <c:pt idx="1159">
                  <c:v>179.800782286</c:v>
                </c:pt>
                <c:pt idx="1160">
                  <c:v>178.316541695</c:v>
                </c:pt>
                <c:pt idx="1161">
                  <c:v>180.802682509</c:v>
                </c:pt>
                <c:pt idx="1162">
                  <c:v>180.475841641</c:v>
                </c:pt>
                <c:pt idx="1163">
                  <c:v>180.481181597</c:v>
                </c:pt>
                <c:pt idx="1164">
                  <c:v>181.054497003</c:v>
                </c:pt>
                <c:pt idx="1165">
                  <c:v>181.445666533</c:v>
                </c:pt>
                <c:pt idx="1166">
                  <c:v>180.690205249</c:v>
                </c:pt>
                <c:pt idx="1167">
                  <c:v>181.252751746</c:v>
                </c:pt>
                <c:pt idx="1168">
                  <c:v>181.895789169</c:v>
                </c:pt>
                <c:pt idx="1169">
                  <c:v>183.738928159</c:v>
                </c:pt>
                <c:pt idx="1170">
                  <c:v>184.381894383</c:v>
                </c:pt>
                <c:pt idx="1171">
                  <c:v>186.230444527</c:v>
                </c:pt>
                <c:pt idx="1172">
                  <c:v>186.637616123</c:v>
                </c:pt>
                <c:pt idx="1173">
                  <c:v>187.843200043</c:v>
                </c:pt>
                <c:pt idx="1174">
                  <c:v>187.162729532</c:v>
                </c:pt>
                <c:pt idx="1175">
                  <c:v>188.925555593</c:v>
                </c:pt>
                <c:pt idx="1176">
                  <c:v>191.658117546</c:v>
                </c:pt>
                <c:pt idx="1177">
                  <c:v>185.062364894</c:v>
                </c:pt>
                <c:pt idx="1178">
                  <c:v>183.551371127</c:v>
                </c:pt>
                <c:pt idx="1179">
                  <c:v>178.536263058</c:v>
                </c:pt>
                <c:pt idx="1180">
                  <c:v>182.061826181</c:v>
                </c:pt>
                <c:pt idx="1181">
                  <c:v>178.900590412</c:v>
                </c:pt>
                <c:pt idx="1182">
                  <c:v>178.991636651</c:v>
                </c:pt>
                <c:pt idx="1183">
                  <c:v>181.349191339</c:v>
                </c:pt>
                <c:pt idx="1184">
                  <c:v>182.265456479</c:v>
                </c:pt>
                <c:pt idx="1185">
                  <c:v>181.542141726</c:v>
                </c:pt>
                <c:pt idx="1186">
                  <c:v>179.945406076</c:v>
                </c:pt>
                <c:pt idx="1187">
                  <c:v>177.873734798</c:v>
                </c:pt>
                <c:pt idx="1188">
                  <c:v>175.894106549</c:v>
                </c:pt>
                <c:pt idx="1189">
                  <c:v>177.685465772</c:v>
                </c:pt>
                <c:pt idx="1190">
                  <c:v>173.564764625</c:v>
                </c:pt>
                <c:pt idx="1191">
                  <c:v>174.027382757</c:v>
                </c:pt>
                <c:pt idx="1192">
                  <c:v>176.840934033</c:v>
                </c:pt>
                <c:pt idx="1193">
                  <c:v>179.778069676</c:v>
                </c:pt>
                <c:pt idx="1194">
                  <c:v>178.799060061</c:v>
                </c:pt>
                <c:pt idx="1195">
                  <c:v>180.154714526</c:v>
                </c:pt>
                <c:pt idx="1196">
                  <c:v>181.311224257</c:v>
                </c:pt>
                <c:pt idx="1197">
                  <c:v>179.58981845</c:v>
                </c:pt>
                <c:pt idx="1198">
                  <c:v>182.774514422</c:v>
                </c:pt>
                <c:pt idx="1199">
                  <c:v>180.176181147</c:v>
                </c:pt>
                <c:pt idx="1200">
                  <c:v>183.312443725</c:v>
                </c:pt>
                <c:pt idx="1201">
                  <c:v>184.937036141</c:v>
                </c:pt>
                <c:pt idx="1202">
                  <c:v>186.588541933</c:v>
                </c:pt>
                <c:pt idx="1203">
                  <c:v>189.590344435</c:v>
                </c:pt>
                <c:pt idx="1204">
                  <c:v>188.35307678</c:v>
                </c:pt>
                <c:pt idx="1205">
                  <c:v>187.169546875</c:v>
                </c:pt>
                <c:pt idx="1206">
                  <c:v>186.938237809</c:v>
                </c:pt>
                <c:pt idx="1207">
                  <c:v>186.825279954</c:v>
                </c:pt>
                <c:pt idx="1208">
                  <c:v>183.984868703</c:v>
                </c:pt>
                <c:pt idx="1209">
                  <c:v>184.72187154</c:v>
                </c:pt>
                <c:pt idx="1210">
                  <c:v>184.372211264</c:v>
                </c:pt>
                <c:pt idx="1211">
                  <c:v>185.383545408</c:v>
                </c:pt>
                <c:pt idx="1212">
                  <c:v>186.012965946</c:v>
                </c:pt>
                <c:pt idx="1213">
                  <c:v>182.575458687</c:v>
                </c:pt>
                <c:pt idx="1214">
                  <c:v>181.946091549</c:v>
                </c:pt>
                <c:pt idx="1215">
                  <c:v>175.727339744</c:v>
                </c:pt>
                <c:pt idx="1216">
                  <c:v>177.513323411</c:v>
                </c:pt>
                <c:pt idx="1217">
                  <c:v>175.662761884</c:v>
                </c:pt>
                <c:pt idx="1218">
                  <c:v>177.631639022</c:v>
                </c:pt>
                <c:pt idx="1219">
                  <c:v>180.767954999</c:v>
                </c:pt>
                <c:pt idx="1220">
                  <c:v>184.80798722</c:v>
                </c:pt>
                <c:pt idx="1221">
                  <c:v>188.412261285</c:v>
                </c:pt>
                <c:pt idx="1222">
                  <c:v>188.369221245</c:v>
                </c:pt>
                <c:pt idx="1223">
                  <c:v>190.736174255</c:v>
                </c:pt>
                <c:pt idx="1224">
                  <c:v>190.456431794</c:v>
                </c:pt>
                <c:pt idx="1225">
                  <c:v>191.871252964</c:v>
                </c:pt>
                <c:pt idx="1226">
                  <c:v>190.009958127</c:v>
                </c:pt>
                <c:pt idx="1227">
                  <c:v>192.640491333</c:v>
                </c:pt>
                <c:pt idx="1228">
                  <c:v>195.045197827</c:v>
                </c:pt>
                <c:pt idx="1229">
                  <c:v>193.996163598</c:v>
                </c:pt>
                <c:pt idx="1230">
                  <c:v>191.661463919</c:v>
                </c:pt>
                <c:pt idx="1231">
                  <c:v>192.468420172</c:v>
                </c:pt>
                <c:pt idx="1232">
                  <c:v>191.150394592</c:v>
                </c:pt>
                <c:pt idx="1233">
                  <c:v>192.296224411</c:v>
                </c:pt>
                <c:pt idx="1234">
                  <c:v>195.394840304</c:v>
                </c:pt>
                <c:pt idx="1235">
                  <c:v>195.093560023</c:v>
                </c:pt>
                <c:pt idx="1236">
                  <c:v>195.63693608</c:v>
                </c:pt>
                <c:pt idx="1237">
                  <c:v>194.770830921</c:v>
                </c:pt>
                <c:pt idx="1238">
                  <c:v>196.90106371</c:v>
                </c:pt>
                <c:pt idx="1239">
                  <c:v>197.315301847</c:v>
                </c:pt>
                <c:pt idx="1240">
                  <c:v>197.261528496</c:v>
                </c:pt>
                <c:pt idx="1241">
                  <c:v>198.961503283</c:v>
                </c:pt>
                <c:pt idx="1242">
                  <c:v>198.552605102</c:v>
                </c:pt>
                <c:pt idx="1243">
                  <c:v>199.133610044</c:v>
                </c:pt>
                <c:pt idx="1244">
                  <c:v>197.347644176</c:v>
                </c:pt>
                <c:pt idx="1245">
                  <c:v>197.283066316</c:v>
                </c:pt>
                <c:pt idx="1246">
                  <c:v>197.051721651</c:v>
                </c:pt>
                <c:pt idx="1247">
                  <c:v>196.169507627</c:v>
                </c:pt>
                <c:pt idx="1248">
                  <c:v>198.821632052</c:v>
                </c:pt>
                <c:pt idx="1249">
                  <c:v>199.133610044</c:v>
                </c:pt>
                <c:pt idx="1250">
                  <c:v>200.247186533</c:v>
                </c:pt>
                <c:pt idx="1251">
                  <c:v>199.447635018</c:v>
                </c:pt>
                <c:pt idx="1252">
                  <c:v>198.734483981</c:v>
                </c:pt>
                <c:pt idx="1253">
                  <c:v>198.399544181</c:v>
                </c:pt>
                <c:pt idx="1254">
                  <c:v>198.577845291</c:v>
                </c:pt>
                <c:pt idx="1255">
                  <c:v>199.350376632</c:v>
                </c:pt>
                <c:pt idx="1256">
                  <c:v>201.062953713</c:v>
                </c:pt>
                <c:pt idx="1257">
                  <c:v>200.67936692</c:v>
                </c:pt>
                <c:pt idx="1258">
                  <c:v>200.965677526</c:v>
                </c:pt>
                <c:pt idx="1259">
                  <c:v>201.986730389</c:v>
                </c:pt>
                <c:pt idx="1260">
                  <c:v>199.23695598</c:v>
                </c:pt>
                <c:pt idx="1261">
                  <c:v>200.609128707</c:v>
                </c:pt>
                <c:pt idx="1262">
                  <c:v>201.808464879</c:v>
                </c:pt>
                <c:pt idx="1263">
                  <c:v>204.80681421</c:v>
                </c:pt>
                <c:pt idx="1264">
                  <c:v>205.973772453</c:v>
                </c:pt>
                <c:pt idx="1265">
                  <c:v>204.585348462</c:v>
                </c:pt>
                <c:pt idx="1266">
                  <c:v>204.628548701</c:v>
                </c:pt>
                <c:pt idx="1267">
                  <c:v>205.179596493</c:v>
                </c:pt>
                <c:pt idx="1268">
                  <c:v>204.461069901</c:v>
                </c:pt>
                <c:pt idx="1269">
                  <c:v>202.970011968</c:v>
                </c:pt>
                <c:pt idx="1270">
                  <c:v>204.563686043</c:v>
                </c:pt>
                <c:pt idx="1271">
                  <c:v>207.394627774</c:v>
                </c:pt>
                <c:pt idx="1272">
                  <c:v>207.583697793</c:v>
                </c:pt>
                <c:pt idx="1273">
                  <c:v>206.848955536</c:v>
                </c:pt>
                <c:pt idx="1274">
                  <c:v>207.664687116</c:v>
                </c:pt>
                <c:pt idx="1275">
                  <c:v>207.340569625</c:v>
                </c:pt>
                <c:pt idx="1276">
                  <c:v>202.273094395</c:v>
                </c:pt>
                <c:pt idx="1277">
                  <c:v>204.01265605</c:v>
                </c:pt>
                <c:pt idx="1278">
                  <c:v>199.928480198</c:v>
                </c:pt>
                <c:pt idx="1279">
                  <c:v>203.256304774</c:v>
                </c:pt>
                <c:pt idx="1280">
                  <c:v>206.130411144</c:v>
                </c:pt>
                <c:pt idx="1281">
                  <c:v>206.292496588</c:v>
                </c:pt>
                <c:pt idx="1282">
                  <c:v>208.637164185</c:v>
                </c:pt>
                <c:pt idx="1283">
                  <c:v>209.458324719</c:v>
                </c:pt>
                <c:pt idx="1284">
                  <c:v>210.971009471</c:v>
                </c:pt>
                <c:pt idx="1285">
                  <c:v>210.830604245</c:v>
                </c:pt>
                <c:pt idx="1286">
                  <c:v>210.738703614</c:v>
                </c:pt>
                <c:pt idx="1287">
                  <c:v>211.079018968</c:v>
                </c:pt>
                <c:pt idx="1288">
                  <c:v>212.12178765</c:v>
                </c:pt>
                <c:pt idx="1289">
                  <c:v>211.938057586</c:v>
                </c:pt>
                <c:pt idx="1290">
                  <c:v>211.986704579</c:v>
                </c:pt>
                <c:pt idx="1291">
                  <c:v>211.084430123</c:v>
                </c:pt>
                <c:pt idx="1292">
                  <c:v>210.711719039</c:v>
                </c:pt>
                <c:pt idx="1293">
                  <c:v>209.090953591</c:v>
                </c:pt>
                <c:pt idx="1294">
                  <c:v>209.344904067</c:v>
                </c:pt>
                <c:pt idx="1295">
                  <c:v>211.65174698</c:v>
                </c:pt>
                <c:pt idx="1296">
                  <c:v>206.551769221</c:v>
                </c:pt>
                <c:pt idx="1297">
                  <c:v>205.487569518</c:v>
                </c:pt>
                <c:pt idx="1298">
                  <c:v>210.468590872</c:v>
                </c:pt>
                <c:pt idx="1299">
                  <c:v>208.826252004</c:v>
                </c:pt>
                <c:pt idx="1300">
                  <c:v>206.060208531</c:v>
                </c:pt>
                <c:pt idx="1301">
                  <c:v>203.510255251</c:v>
                </c:pt>
                <c:pt idx="1302">
                  <c:v>207.254133548</c:v>
                </c:pt>
                <c:pt idx="1303">
                  <c:v>206.222311775</c:v>
                </c:pt>
                <c:pt idx="1304">
                  <c:v>209.166620758</c:v>
                </c:pt>
                <c:pt idx="1305">
                  <c:v>210.468590872</c:v>
                </c:pt>
                <c:pt idx="1306">
                  <c:v>212.60256163</c:v>
                </c:pt>
                <c:pt idx="1307">
                  <c:v>212.888925636</c:v>
                </c:pt>
                <c:pt idx="1308">
                  <c:v>214.158428821</c:v>
                </c:pt>
                <c:pt idx="1309">
                  <c:v>213.888351679</c:v>
                </c:pt>
                <c:pt idx="1310">
                  <c:v>214.617700581</c:v>
                </c:pt>
                <c:pt idx="1311">
                  <c:v>211.49503709</c:v>
                </c:pt>
                <c:pt idx="1312">
                  <c:v>211.103725162</c:v>
                </c:pt>
                <c:pt idx="1313">
                  <c:v>212.789406668</c:v>
                </c:pt>
                <c:pt idx="1314">
                  <c:v>211.114547471</c:v>
                </c:pt>
                <c:pt idx="1315">
                  <c:v>210.041376644</c:v>
                </c:pt>
                <c:pt idx="1316">
                  <c:v>211.222984165</c:v>
                </c:pt>
                <c:pt idx="1317">
                  <c:v>214.626778506</c:v>
                </c:pt>
                <c:pt idx="1318">
                  <c:v>214.518395212</c:v>
                </c:pt>
                <c:pt idx="1319">
                  <c:v>213.94929837</c:v>
                </c:pt>
                <c:pt idx="1320">
                  <c:v>214.816542719</c:v>
                </c:pt>
                <c:pt idx="1321">
                  <c:v>217.136326123</c:v>
                </c:pt>
                <c:pt idx="1322">
                  <c:v>220.252902065</c:v>
                </c:pt>
                <c:pt idx="1323">
                  <c:v>220.122874153</c:v>
                </c:pt>
                <c:pt idx="1324">
                  <c:v>220.377590023</c:v>
                </c:pt>
                <c:pt idx="1325">
                  <c:v>221.423722876</c:v>
                </c:pt>
                <c:pt idx="1326">
                  <c:v>223.033488017</c:v>
                </c:pt>
                <c:pt idx="1327">
                  <c:v>223.114762137</c:v>
                </c:pt>
                <c:pt idx="1328">
                  <c:v>223.775991009</c:v>
                </c:pt>
                <c:pt idx="1329">
                  <c:v>223.011825598</c:v>
                </c:pt>
                <c:pt idx="1330">
                  <c:v>225.407507568</c:v>
                </c:pt>
                <c:pt idx="1331">
                  <c:v>226.160904069</c:v>
                </c:pt>
                <c:pt idx="1332">
                  <c:v>225.049783959</c:v>
                </c:pt>
                <c:pt idx="1333">
                  <c:v>223.402051735</c:v>
                </c:pt>
                <c:pt idx="1334">
                  <c:v>225.515873062</c:v>
                </c:pt>
                <c:pt idx="1335">
                  <c:v>223.456252282</c:v>
                </c:pt>
                <c:pt idx="1336">
                  <c:v>225.879061225</c:v>
                </c:pt>
                <c:pt idx="1337">
                  <c:v>226.350597083</c:v>
                </c:pt>
                <c:pt idx="1338">
                  <c:v>226.301789891</c:v>
                </c:pt>
                <c:pt idx="1339">
                  <c:v>226.236784834</c:v>
                </c:pt>
                <c:pt idx="1340">
                  <c:v>227.67851938</c:v>
                </c:pt>
                <c:pt idx="1341">
                  <c:v>226.182566488</c:v>
                </c:pt>
                <c:pt idx="1342">
                  <c:v>226.670389209</c:v>
                </c:pt>
                <c:pt idx="1343">
                  <c:v>225.271979501</c:v>
                </c:pt>
                <c:pt idx="1344">
                  <c:v>225.342484711</c:v>
                </c:pt>
                <c:pt idx="1345">
                  <c:v>227.141942866</c:v>
                </c:pt>
                <c:pt idx="1346">
                  <c:v>228.795050645</c:v>
                </c:pt>
                <c:pt idx="1347">
                  <c:v>226.529485587</c:v>
                </c:pt>
                <c:pt idx="1348">
                  <c:v>224.507725091</c:v>
                </c:pt>
                <c:pt idx="1349">
                  <c:v>219.73802357</c:v>
                </c:pt>
                <c:pt idx="1350">
                  <c:v>222.377634701</c:v>
                </c:pt>
                <c:pt idx="1351">
                  <c:v>225.792304751</c:v>
                </c:pt>
                <c:pt idx="1352">
                  <c:v>225.217814554</c:v>
                </c:pt>
                <c:pt idx="1353">
                  <c:v>223.277363778</c:v>
                </c:pt>
                <c:pt idx="1354">
                  <c:v>222.691980072</c:v>
                </c:pt>
                <c:pt idx="1355">
                  <c:v>225.087679842</c:v>
                </c:pt>
                <c:pt idx="1356">
                  <c:v>224.903451382</c:v>
                </c:pt>
                <c:pt idx="1357">
                  <c:v>227.196161213</c:v>
                </c:pt>
                <c:pt idx="1358">
                  <c:v>226.692105027</c:v>
                </c:pt>
                <c:pt idx="1359">
                  <c:v>227.141942866</c:v>
                </c:pt>
                <c:pt idx="1360">
                  <c:v>227.261237469</c:v>
                </c:pt>
                <c:pt idx="1361">
                  <c:v>227.667679271</c:v>
                </c:pt>
                <c:pt idx="1362">
                  <c:v>227.467181747</c:v>
                </c:pt>
                <c:pt idx="1363">
                  <c:v>227.824905356</c:v>
                </c:pt>
                <c:pt idx="1364">
                  <c:v>226.979341226</c:v>
                </c:pt>
                <c:pt idx="1365">
                  <c:v>229.055248869</c:v>
                </c:pt>
                <c:pt idx="1366">
                  <c:v>228.833053327</c:v>
                </c:pt>
                <c:pt idx="1367">
                  <c:v>228.881807119</c:v>
                </c:pt>
                <c:pt idx="1368">
                  <c:v>228.540299175</c:v>
                </c:pt>
                <c:pt idx="1369">
                  <c:v>229.602665492</c:v>
                </c:pt>
                <c:pt idx="1370">
                  <c:v>229.98210492</c:v>
                </c:pt>
                <c:pt idx="1371">
                  <c:v>230.497036814</c:v>
                </c:pt>
                <c:pt idx="1372">
                  <c:v>230.07420135</c:v>
                </c:pt>
                <c:pt idx="1373">
                  <c:v>228.78965729</c:v>
                </c:pt>
                <c:pt idx="1374">
                  <c:v>228.713758724</c:v>
                </c:pt>
                <c:pt idx="1375">
                  <c:v>225.628332522</c:v>
                </c:pt>
                <c:pt idx="1376">
                  <c:v>228.858400315</c:v>
                </c:pt>
                <c:pt idx="1377">
                  <c:v>230.081962085</c:v>
                </c:pt>
                <c:pt idx="1378">
                  <c:v>229.804676003</c:v>
                </c:pt>
                <c:pt idx="1379">
                  <c:v>231.164086237</c:v>
                </c:pt>
                <c:pt idx="1380">
                  <c:v>231.985175572</c:v>
                </c:pt>
                <c:pt idx="1381">
                  <c:v>232.452866662</c:v>
                </c:pt>
                <c:pt idx="1382">
                  <c:v>232.577981815</c:v>
                </c:pt>
                <c:pt idx="1383">
                  <c:v>232.773691179</c:v>
                </c:pt>
                <c:pt idx="1384">
                  <c:v>234.062471604</c:v>
                </c:pt>
                <c:pt idx="1385">
                  <c:v>235.851534645</c:v>
                </c:pt>
                <c:pt idx="1386">
                  <c:v>235.421970837</c:v>
                </c:pt>
                <c:pt idx="1387">
                  <c:v>236.253935881</c:v>
                </c:pt>
                <c:pt idx="1388">
                  <c:v>234.328970975</c:v>
                </c:pt>
                <c:pt idx="1389">
                  <c:v>236.830384061</c:v>
                </c:pt>
                <c:pt idx="1390">
                  <c:v>237.678707168</c:v>
                </c:pt>
                <c:pt idx="1391">
                  <c:v>236.868404543</c:v>
                </c:pt>
                <c:pt idx="1392">
                  <c:v>237.221909588</c:v>
                </c:pt>
                <c:pt idx="1393">
                  <c:v>236.411642562</c:v>
                </c:pt>
                <c:pt idx="1394">
                  <c:v>234.557325266</c:v>
                </c:pt>
                <c:pt idx="1395">
                  <c:v>231.093385228</c:v>
                </c:pt>
                <c:pt idx="1396">
                  <c:v>234.405065339</c:v>
                </c:pt>
                <c:pt idx="1397">
                  <c:v>236.302885472</c:v>
                </c:pt>
                <c:pt idx="1398">
                  <c:v>236.797774734</c:v>
                </c:pt>
                <c:pt idx="1399">
                  <c:v>239.233862366</c:v>
                </c:pt>
                <c:pt idx="1400">
                  <c:v>239.821186255</c:v>
                </c:pt>
                <c:pt idx="1401">
                  <c:v>238.728168594</c:v>
                </c:pt>
                <c:pt idx="1402">
                  <c:v>238.630233813</c:v>
                </c:pt>
                <c:pt idx="1403">
                  <c:v>239.619958938</c:v>
                </c:pt>
                <c:pt idx="1404">
                  <c:v>238.456258067</c:v>
                </c:pt>
                <c:pt idx="1405">
                  <c:v>237.95599325</c:v>
                </c:pt>
                <c:pt idx="1406">
                  <c:v>239.891869464</c:v>
                </c:pt>
                <c:pt idx="1407">
                  <c:v>238.71182833</c:v>
                </c:pt>
                <c:pt idx="1408">
                  <c:v>240.223569691</c:v>
                </c:pt>
                <c:pt idx="1409">
                  <c:v>240.620524172</c:v>
                </c:pt>
                <c:pt idx="1410">
                  <c:v>240.424797008</c:v>
                </c:pt>
                <c:pt idx="1411">
                  <c:v>240.723834508</c:v>
                </c:pt>
                <c:pt idx="1412">
                  <c:v>241.322069706</c:v>
                </c:pt>
                <c:pt idx="1413">
                  <c:v>242.045277659</c:v>
                </c:pt>
                <c:pt idx="1414">
                  <c:v>242.485699377</c:v>
                </c:pt>
                <c:pt idx="1415">
                  <c:v>243.056718603</c:v>
                </c:pt>
                <c:pt idx="1416">
                  <c:v>241.463436124</c:v>
                </c:pt>
                <c:pt idx="1417">
                  <c:v>238.820603221</c:v>
                </c:pt>
                <c:pt idx="1418">
                  <c:v>239.190395129</c:v>
                </c:pt>
                <c:pt idx="1419">
                  <c:v>241.093626416</c:v>
                </c:pt>
                <c:pt idx="1420">
                  <c:v>243.214389684</c:v>
                </c:pt>
                <c:pt idx="1421">
                  <c:v>243.600521856</c:v>
                </c:pt>
                <c:pt idx="1422">
                  <c:v>244.111680182</c:v>
                </c:pt>
                <c:pt idx="1423">
                  <c:v>242.670639831</c:v>
                </c:pt>
                <c:pt idx="1424">
                  <c:v>244.84038829</c:v>
                </c:pt>
                <c:pt idx="1425">
                  <c:v>245.917047888</c:v>
                </c:pt>
                <c:pt idx="1426">
                  <c:v>245.552702734</c:v>
                </c:pt>
                <c:pt idx="1427">
                  <c:v>245.683211243</c:v>
                </c:pt>
                <c:pt idx="1428">
                  <c:v>246.439099723</c:v>
                </c:pt>
                <c:pt idx="1429">
                  <c:v>246.379238823</c:v>
                </c:pt>
                <c:pt idx="1430">
                  <c:v>245.498270789</c:v>
                </c:pt>
                <c:pt idx="1431">
                  <c:v>245.199268889</c:v>
                </c:pt>
                <c:pt idx="1432">
                  <c:v>244.149736264</c:v>
                </c:pt>
                <c:pt idx="1433">
                  <c:v>242.224717959</c:v>
                </c:pt>
                <c:pt idx="1434">
                  <c:v>242.844686776</c:v>
                </c:pt>
                <c:pt idx="1435">
                  <c:v>241.534137133</c:v>
                </c:pt>
                <c:pt idx="1436">
                  <c:v>243.551590065</c:v>
                </c:pt>
                <c:pt idx="1437">
                  <c:v>243.165511293</c:v>
                </c:pt>
                <c:pt idx="1438">
                  <c:v>240.796742698</c:v>
                </c:pt>
                <c:pt idx="1439">
                  <c:v>236.781648069</c:v>
                </c:pt>
                <c:pt idx="1440">
                  <c:v>236.558046338</c:v>
                </c:pt>
                <c:pt idx="1441">
                  <c:v>238.865619045</c:v>
                </c:pt>
                <c:pt idx="1442">
                  <c:v>241.767831379</c:v>
                </c:pt>
                <c:pt idx="1443">
                  <c:v>242.16606745</c:v>
                </c:pt>
                <c:pt idx="1444">
                  <c:v>241.473261642</c:v>
                </c:pt>
                <c:pt idx="1445">
                  <c:v>236.607156128</c:v>
                </c:pt>
                <c:pt idx="1446">
                  <c:v>237.005392198</c:v>
                </c:pt>
                <c:pt idx="1447">
                  <c:v>234.108591018</c:v>
                </c:pt>
                <c:pt idx="1448">
                  <c:v>236.890796756</c:v>
                </c:pt>
                <c:pt idx="1449">
                  <c:v>233.835843899</c:v>
                </c:pt>
                <c:pt idx="1450">
                  <c:v>236.268923356</c:v>
                </c:pt>
                <c:pt idx="1451">
                  <c:v>237.250869945</c:v>
                </c:pt>
                <c:pt idx="1452">
                  <c:v>239.302035796</c:v>
                </c:pt>
                <c:pt idx="1453">
                  <c:v>238.865619045</c:v>
                </c:pt>
                <c:pt idx="1454">
                  <c:v>237.136292303</c:v>
                </c:pt>
                <c:pt idx="1455">
                  <c:v>236.552546184</c:v>
                </c:pt>
                <c:pt idx="1456">
                  <c:v>237.403592669</c:v>
                </c:pt>
                <c:pt idx="1457">
                  <c:v>241.396882481</c:v>
                </c:pt>
                <c:pt idx="1458">
                  <c:v>243.235340109</c:v>
                </c:pt>
                <c:pt idx="1459">
                  <c:v>243.955433089</c:v>
                </c:pt>
                <c:pt idx="1460">
                  <c:v>245.837518153</c:v>
                </c:pt>
                <c:pt idx="1461">
                  <c:v>246.803088879</c:v>
                </c:pt>
                <c:pt idx="1462">
                  <c:v>247.446784897</c:v>
                </c:pt>
                <c:pt idx="1463">
                  <c:v>247.190395841</c:v>
                </c:pt>
                <c:pt idx="1464">
                  <c:v>248.516057557</c:v>
                </c:pt>
                <c:pt idx="1465">
                  <c:v>248.739677088</c:v>
                </c:pt>
                <c:pt idx="1466">
                  <c:v>247.637777301</c:v>
                </c:pt>
                <c:pt idx="1467">
                  <c:v>250.027140323</c:v>
                </c:pt>
                <c:pt idx="1468">
                  <c:v>250.534507281</c:v>
                </c:pt>
                <c:pt idx="1469">
                  <c:v>250.965477278</c:v>
                </c:pt>
                <c:pt idx="1470">
                  <c:v>251.980175594</c:v>
                </c:pt>
                <c:pt idx="1471">
                  <c:v>253.518581131</c:v>
                </c:pt>
                <c:pt idx="1472">
                  <c:v>254.713253742</c:v>
                </c:pt>
                <c:pt idx="1473">
                  <c:v>255.597016353</c:v>
                </c:pt>
                <c:pt idx="1474">
                  <c:v>255.815224729</c:v>
                </c:pt>
                <c:pt idx="1475">
                  <c:v>254.969678399</c:v>
                </c:pt>
                <c:pt idx="1476">
                  <c:v>252.918512548</c:v>
                </c:pt>
                <c:pt idx="1477">
                  <c:v>253.000302864</c:v>
                </c:pt>
                <c:pt idx="1478">
                  <c:v>254.909639501</c:v>
                </c:pt>
                <c:pt idx="1479">
                  <c:v>254.996929971</c:v>
                </c:pt>
                <c:pt idx="1480">
                  <c:v>256.006163732</c:v>
                </c:pt>
                <c:pt idx="1481">
                  <c:v>255.384272532</c:v>
                </c:pt>
                <c:pt idx="1482">
                  <c:v>256.25165928</c:v>
                </c:pt>
                <c:pt idx="1483">
                  <c:v>255.793402111</c:v>
                </c:pt>
                <c:pt idx="1484">
                  <c:v>255.073291332</c:v>
                </c:pt>
                <c:pt idx="1485">
                  <c:v>255.411541904</c:v>
                </c:pt>
                <c:pt idx="1486">
                  <c:v>256.093454203</c:v>
                </c:pt>
                <c:pt idx="1487">
                  <c:v>250.381731158</c:v>
                </c:pt>
                <c:pt idx="1488">
                  <c:v>253.453077679</c:v>
                </c:pt>
                <c:pt idx="1489">
                  <c:v>248.521468712</c:v>
                </c:pt>
                <c:pt idx="1490">
                  <c:v>245.761103391</c:v>
                </c:pt>
                <c:pt idx="1491">
                  <c:v>249.525255719</c:v>
                </c:pt>
                <c:pt idx="1492">
                  <c:v>247.354101072</c:v>
                </c:pt>
                <c:pt idx="1493">
                  <c:v>250.283564979</c:v>
                </c:pt>
                <c:pt idx="1494">
                  <c:v>255.460651693</c:v>
                </c:pt>
                <c:pt idx="1495">
                  <c:v>256.137081638</c:v>
                </c:pt>
                <c:pt idx="1496">
                  <c:v>254.407754897</c:v>
                </c:pt>
                <c:pt idx="1497">
                  <c:v>256.802671473</c:v>
                </c:pt>
                <c:pt idx="1498">
                  <c:v>254.527743694</c:v>
                </c:pt>
                <c:pt idx="1499">
                  <c:v>252.776576535</c:v>
                </c:pt>
                <c:pt idx="1500">
                  <c:v>256.726256712</c:v>
                </c:pt>
                <c:pt idx="1501">
                  <c:v>254.46234704</c:v>
                </c:pt>
                <c:pt idx="1502">
                  <c:v>251.754117484</c:v>
                </c:pt>
                <c:pt idx="1503">
                  <c:v>249.077073267</c:v>
                </c:pt>
                <c:pt idx="1504">
                  <c:v>253.500496482</c:v>
                </c:pt>
                <c:pt idx="1505">
                  <c:v>256.03514189</c:v>
                </c:pt>
                <c:pt idx="1506">
                  <c:v>257.628192971</c:v>
                </c:pt>
                <c:pt idx="1507">
                  <c:v>261.274225486</c:v>
                </c:pt>
                <c:pt idx="1508">
                  <c:v>261.060698472</c:v>
                </c:pt>
                <c:pt idx="1509">
                  <c:v>261.394677079</c:v>
                </c:pt>
                <c:pt idx="1510">
                  <c:v>260.672003121</c:v>
                </c:pt>
                <c:pt idx="1511">
                  <c:v>260.015064014</c:v>
                </c:pt>
                <c:pt idx="1512">
                  <c:v>261.520539827</c:v>
                </c:pt>
                <c:pt idx="1513">
                  <c:v>261.432928959</c:v>
                </c:pt>
                <c:pt idx="1514">
                  <c:v>256.412890332</c:v>
                </c:pt>
                <c:pt idx="1515">
                  <c:v>256.171987146</c:v>
                </c:pt>
                <c:pt idx="1516">
                  <c:v>255.159246814</c:v>
                </c:pt>
                <c:pt idx="1517">
                  <c:v>254.841715268</c:v>
                </c:pt>
                <c:pt idx="1518">
                  <c:v>257.162833662</c:v>
                </c:pt>
                <c:pt idx="1519">
                  <c:v>257.858113648</c:v>
                </c:pt>
                <c:pt idx="1520">
                  <c:v>254.305209954</c:v>
                </c:pt>
                <c:pt idx="1521">
                  <c:v>254.409250084</c:v>
                </c:pt>
                <c:pt idx="1522">
                  <c:v>249.903716155</c:v>
                </c:pt>
                <c:pt idx="1523">
                  <c:v>247.308818251</c:v>
                </c:pt>
                <c:pt idx="1524">
                  <c:v>244.571610537</c:v>
                </c:pt>
                <c:pt idx="1525">
                  <c:v>239.770527879</c:v>
                </c:pt>
                <c:pt idx="1526">
                  <c:v>240.788750565</c:v>
                </c:pt>
                <c:pt idx="1527">
                  <c:v>237.848944945</c:v>
                </c:pt>
                <c:pt idx="1528">
                  <c:v>237.252240534</c:v>
                </c:pt>
                <c:pt idx="1529">
                  <c:v>236.080725529</c:v>
                </c:pt>
                <c:pt idx="1530">
                  <c:v>241.943871907</c:v>
                </c:pt>
                <c:pt idx="1531">
                  <c:v>246.301542473</c:v>
                </c:pt>
                <c:pt idx="1532">
                  <c:v>247.965792958</c:v>
                </c:pt>
                <c:pt idx="1533">
                  <c:v>250.374557818</c:v>
                </c:pt>
                <c:pt idx="1534">
                  <c:v>244.489482023</c:v>
                </c:pt>
                <c:pt idx="1535">
                  <c:v>245.639156611</c:v>
                </c:pt>
                <c:pt idx="1536">
                  <c:v>244.850836802</c:v>
                </c:pt>
                <c:pt idx="1537">
                  <c:v>246.865423958</c:v>
                </c:pt>
                <c:pt idx="1538">
                  <c:v>250.478580149</c:v>
                </c:pt>
                <c:pt idx="1539">
                  <c:v>245.978528574</c:v>
                </c:pt>
                <c:pt idx="1540">
                  <c:v>241.128122528</c:v>
                </c:pt>
                <c:pt idx="1541">
                  <c:v>240.339802719</c:v>
                </c:pt>
                <c:pt idx="1542">
                  <c:v>244.215773712</c:v>
                </c:pt>
                <c:pt idx="1543">
                  <c:v>244.489482023</c:v>
                </c:pt>
                <c:pt idx="1544">
                  <c:v>239.26688109</c:v>
                </c:pt>
                <c:pt idx="1545">
                  <c:v>237.717599843</c:v>
                </c:pt>
                <c:pt idx="1546">
                  <c:v>235.166453973</c:v>
                </c:pt>
                <c:pt idx="1547">
                  <c:v>230.994952051</c:v>
                </c:pt>
                <c:pt idx="1548">
                  <c:v>234.471209586</c:v>
                </c:pt>
                <c:pt idx="1549">
                  <c:v>239.644611731</c:v>
                </c:pt>
                <c:pt idx="1550">
                  <c:v>239.031460258</c:v>
                </c:pt>
                <c:pt idx="1551">
                  <c:v>235.390945696</c:v>
                </c:pt>
                <c:pt idx="1552">
                  <c:v>239.721257891</c:v>
                </c:pt>
                <c:pt idx="1553">
                  <c:v>238.527795669</c:v>
                </c:pt>
                <c:pt idx="1554">
                  <c:v>236.589854672</c:v>
                </c:pt>
                <c:pt idx="1555">
                  <c:v>229.615392386</c:v>
                </c:pt>
                <c:pt idx="1556">
                  <c:v>227.874495741</c:v>
                </c:pt>
                <c:pt idx="1557">
                  <c:v>233.98400986</c:v>
                </c:pt>
                <c:pt idx="1558">
                  <c:v>232.927410694</c:v>
                </c:pt>
                <c:pt idx="1559">
                  <c:v>229.965746856</c:v>
                </c:pt>
                <c:pt idx="1560">
                  <c:v>228.285067109</c:v>
                </c:pt>
                <c:pt idx="1561">
                  <c:v>233.305194735</c:v>
                </c:pt>
                <c:pt idx="1562">
                  <c:v>238.478507881</c:v>
                </c:pt>
                <c:pt idx="1563">
                  <c:v>241.462101135</c:v>
                </c:pt>
                <c:pt idx="1564">
                  <c:v>244.106803023</c:v>
                </c:pt>
                <c:pt idx="1565">
                  <c:v>244.03540782</c:v>
                </c:pt>
                <c:pt idx="1566">
                  <c:v>246.891020144</c:v>
                </c:pt>
                <c:pt idx="1567">
                  <c:v>243.711397129</c:v>
                </c:pt>
                <c:pt idx="1568">
                  <c:v>247.385179613</c:v>
                </c:pt>
                <c:pt idx="1569">
                  <c:v>248.593326711</c:v>
                </c:pt>
                <c:pt idx="1570">
                  <c:v>250.361581727</c:v>
                </c:pt>
                <c:pt idx="1571">
                  <c:v>253.458791431</c:v>
                </c:pt>
                <c:pt idx="1572">
                  <c:v>251.893668317</c:v>
                </c:pt>
                <c:pt idx="1573">
                  <c:v>248.016736132</c:v>
                </c:pt>
                <c:pt idx="1574">
                  <c:v>248.719634455</c:v>
                </c:pt>
                <c:pt idx="1575">
                  <c:v>250.85033004</c:v>
                </c:pt>
                <c:pt idx="1576">
                  <c:v>247.681742933</c:v>
                </c:pt>
                <c:pt idx="1577">
                  <c:v>245.20510724</c:v>
                </c:pt>
                <c:pt idx="1578">
                  <c:v>246.44066611</c:v>
                </c:pt>
                <c:pt idx="1579">
                  <c:v>245.781697819</c:v>
                </c:pt>
                <c:pt idx="1580">
                  <c:v>241.580701544</c:v>
                </c:pt>
                <c:pt idx="1581">
                  <c:v>240.685618228</c:v>
                </c:pt>
                <c:pt idx="1582">
                  <c:v>243.442334579</c:v>
                </c:pt>
                <c:pt idx="1583">
                  <c:v>240.411055523</c:v>
                </c:pt>
                <c:pt idx="1584">
                  <c:v>240.509862497</c:v>
                </c:pt>
                <c:pt idx="1585">
                  <c:v>244.392383835</c:v>
                </c:pt>
                <c:pt idx="1586">
                  <c:v>244.211145751</c:v>
                </c:pt>
                <c:pt idx="1587">
                  <c:v>240.559310484</c:v>
                </c:pt>
                <c:pt idx="1588">
                  <c:v>233.958609472</c:v>
                </c:pt>
                <c:pt idx="1589">
                  <c:v>235.314975931</c:v>
                </c:pt>
                <c:pt idx="1590">
                  <c:v>228.500053711</c:v>
                </c:pt>
                <c:pt idx="1591">
                  <c:v>229.142557139</c:v>
                </c:pt>
                <c:pt idx="1592">
                  <c:v>234.930552546</c:v>
                </c:pt>
                <c:pt idx="1593">
                  <c:v>226.248550536</c:v>
                </c:pt>
                <c:pt idx="1594">
                  <c:v>227.610417149</c:v>
                </c:pt>
                <c:pt idx="1595">
                  <c:v>228.653826625</c:v>
                </c:pt>
                <c:pt idx="1596">
                  <c:v>235.616986006</c:v>
                </c:pt>
                <c:pt idx="1597">
                  <c:v>227.242512025</c:v>
                </c:pt>
                <c:pt idx="1598">
                  <c:v>225.886127766</c:v>
                </c:pt>
                <c:pt idx="1599">
                  <c:v>218.653852435</c:v>
                </c:pt>
                <c:pt idx="1600">
                  <c:v>219.159047811</c:v>
                </c:pt>
                <c:pt idx="1601">
                  <c:v>215.677450321</c:v>
                </c:pt>
                <c:pt idx="1602">
                  <c:v>215.452317803</c:v>
                </c:pt>
                <c:pt idx="1603">
                  <c:v>220.603327736</c:v>
                </c:pt>
                <c:pt idx="1604">
                  <c:v>219.70819102</c:v>
                </c:pt>
                <c:pt idx="1605">
                  <c:v>224.227680032</c:v>
                </c:pt>
                <c:pt idx="1606">
                  <c:v>215.188719807</c:v>
                </c:pt>
                <c:pt idx="1607">
                  <c:v>213.870747627</c:v>
                </c:pt>
                <c:pt idx="1608">
                  <c:v>213.964125646</c:v>
                </c:pt>
                <c:pt idx="1609">
                  <c:v>217.967365575</c:v>
                </c:pt>
                <c:pt idx="1610">
                  <c:v>216.303506686</c:v>
                </c:pt>
                <c:pt idx="1611">
                  <c:v>218.214498709</c:v>
                </c:pt>
                <c:pt idx="1612">
                  <c:v>222.574785852</c:v>
                </c:pt>
                <c:pt idx="1613">
                  <c:v>228.038806168</c:v>
                </c:pt>
                <c:pt idx="1614">
                  <c:v>226.759192666</c:v>
                </c:pt>
                <c:pt idx="1615">
                  <c:v>224.925078201</c:v>
                </c:pt>
                <c:pt idx="1616">
                  <c:v>229.208434388</c:v>
                </c:pt>
                <c:pt idx="1617">
                  <c:v>225.446827439</c:v>
                </c:pt>
                <c:pt idx="1618">
                  <c:v>226.1332075</c:v>
                </c:pt>
                <c:pt idx="1619">
                  <c:v>228.302332964</c:v>
                </c:pt>
                <c:pt idx="1620">
                  <c:v>225.820179317</c:v>
                </c:pt>
                <c:pt idx="1621">
                  <c:v>220.449608221</c:v>
                </c:pt>
                <c:pt idx="1622">
                  <c:v>214.057485865</c:v>
                </c:pt>
                <c:pt idx="1623">
                  <c:v>205.930091619</c:v>
                </c:pt>
                <c:pt idx="1624">
                  <c:v>205.309571007</c:v>
                </c:pt>
                <c:pt idx="1625">
                  <c:v>208.236560734</c:v>
                </c:pt>
                <c:pt idx="1626">
                  <c:v>201.344707557</c:v>
                </c:pt>
                <c:pt idx="1627">
                  <c:v>201.778756928</c:v>
                </c:pt>
                <c:pt idx="1628">
                  <c:v>206.858282658</c:v>
                </c:pt>
                <c:pt idx="1629">
                  <c:v>206.483239794</c:v>
                </c:pt>
                <c:pt idx="1630">
                  <c:v>208.50729647</c:v>
                </c:pt>
                <c:pt idx="1631">
                  <c:v>215.136566243</c:v>
                </c:pt>
                <c:pt idx="1632">
                  <c:v>214.314782714</c:v>
                </c:pt>
                <c:pt idx="1633">
                  <c:v>209.935752327</c:v>
                </c:pt>
                <c:pt idx="1634">
                  <c:v>209.764784757</c:v>
                </c:pt>
                <c:pt idx="1635">
                  <c:v>208.060573606</c:v>
                </c:pt>
                <c:pt idx="1636">
                  <c:v>210.261115807</c:v>
                </c:pt>
                <c:pt idx="1637">
                  <c:v>210.658230487</c:v>
                </c:pt>
                <c:pt idx="1638">
                  <c:v>211.369654938</c:v>
                </c:pt>
                <c:pt idx="1639">
                  <c:v>214.535447469</c:v>
                </c:pt>
                <c:pt idx="1640">
                  <c:v>214.358926345</c:v>
                </c:pt>
                <c:pt idx="1641">
                  <c:v>211.910200819</c:v>
                </c:pt>
                <c:pt idx="1642">
                  <c:v>210.035039897</c:v>
                </c:pt>
                <c:pt idx="1643">
                  <c:v>208.93194752</c:v>
                </c:pt>
                <c:pt idx="1644">
                  <c:v>208.424562762</c:v>
                </c:pt>
                <c:pt idx="1645">
                  <c:v>212.406603068</c:v>
                </c:pt>
                <c:pt idx="1646">
                  <c:v>210.652694733</c:v>
                </c:pt>
                <c:pt idx="1647">
                  <c:v>216.344375145</c:v>
                </c:pt>
                <c:pt idx="1648">
                  <c:v>217.723205016</c:v>
                </c:pt>
                <c:pt idx="1649">
                  <c:v>219.940354479</c:v>
                </c:pt>
                <c:pt idx="1650">
                  <c:v>217.899672741</c:v>
                </c:pt>
                <c:pt idx="1651">
                  <c:v>218.164427727</c:v>
                </c:pt>
                <c:pt idx="1652">
                  <c:v>215.583324708</c:v>
                </c:pt>
                <c:pt idx="1653">
                  <c:v>221.181182104</c:v>
                </c:pt>
                <c:pt idx="1654">
                  <c:v>223.955377909</c:v>
                </c:pt>
                <c:pt idx="1655">
                  <c:v>227.220351211</c:v>
                </c:pt>
                <c:pt idx="1656">
                  <c:v>226.547499036</c:v>
                </c:pt>
                <c:pt idx="1657">
                  <c:v>225.052881133</c:v>
                </c:pt>
                <c:pt idx="1658">
                  <c:v>228.577109267</c:v>
                </c:pt>
                <c:pt idx="1659">
                  <c:v>228.422713358</c:v>
                </c:pt>
                <c:pt idx="1660">
                  <c:v>228.036598986</c:v>
                </c:pt>
                <c:pt idx="1661">
                  <c:v>227.771897399</c:v>
                </c:pt>
                <c:pt idx="1662">
                  <c:v>226.867397962</c:v>
                </c:pt>
                <c:pt idx="1663">
                  <c:v>231.632507121</c:v>
                </c:pt>
                <c:pt idx="1664">
                  <c:v>231.632507121</c:v>
                </c:pt>
                <c:pt idx="1665">
                  <c:v>235.553796535</c:v>
                </c:pt>
                <c:pt idx="1666">
                  <c:v>236.524493619</c:v>
                </c:pt>
                <c:pt idx="1667">
                  <c:v>236.987770345</c:v>
                </c:pt>
                <c:pt idx="1668">
                  <c:v>235.30561321</c:v>
                </c:pt>
                <c:pt idx="1669">
                  <c:v>235.989519092</c:v>
                </c:pt>
                <c:pt idx="1670">
                  <c:v>232.818262007</c:v>
                </c:pt>
                <c:pt idx="1671">
                  <c:v>227.970436939</c:v>
                </c:pt>
                <c:pt idx="1672">
                  <c:v>227.418908551</c:v>
                </c:pt>
                <c:pt idx="1673">
                  <c:v>228.146904664</c:v>
                </c:pt>
                <c:pt idx="1674">
                  <c:v>231.367823334</c:v>
                </c:pt>
                <c:pt idx="1675">
                  <c:v>223.536173614</c:v>
                </c:pt>
                <c:pt idx="1676">
                  <c:v>222.058162972</c:v>
                </c:pt>
                <c:pt idx="1677">
                  <c:v>219.620419954</c:v>
                </c:pt>
                <c:pt idx="1678">
                  <c:v>217.949334326</c:v>
                </c:pt>
                <c:pt idx="1679">
                  <c:v>218.633240207</c:v>
                </c:pt>
                <c:pt idx="1680">
                  <c:v>216.327821283</c:v>
                </c:pt>
                <c:pt idx="1681">
                  <c:v>215.511573508</c:v>
                </c:pt>
                <c:pt idx="1682">
                  <c:v>219.383272536</c:v>
                </c:pt>
                <c:pt idx="1683">
                  <c:v>220.817246347</c:v>
                </c:pt>
                <c:pt idx="1684">
                  <c:v>224.247669265</c:v>
                </c:pt>
                <c:pt idx="1685">
                  <c:v>226.657840314</c:v>
                </c:pt>
                <c:pt idx="1686">
                  <c:v>216.802205117</c:v>
                </c:pt>
                <c:pt idx="1687">
                  <c:v>217.6294176</c:v>
                </c:pt>
                <c:pt idx="1688">
                  <c:v>215.158673658</c:v>
                </c:pt>
                <c:pt idx="1689">
                  <c:v>213.517206983</c:v>
                </c:pt>
                <c:pt idx="1690">
                  <c:v>215.172984739</c:v>
                </c:pt>
                <c:pt idx="1691">
                  <c:v>212.703166389</c:v>
                </c:pt>
                <c:pt idx="1692">
                  <c:v>208.992805211</c:v>
                </c:pt>
                <c:pt idx="1693">
                  <c:v>207.237294889</c:v>
                </c:pt>
                <c:pt idx="1694">
                  <c:v>203.76507792</c:v>
                </c:pt>
                <c:pt idx="1695">
                  <c:v>201.749298174</c:v>
                </c:pt>
                <c:pt idx="1696">
                  <c:v>201.23427728</c:v>
                </c:pt>
                <c:pt idx="1697">
                  <c:v>205.193818574</c:v>
                </c:pt>
                <c:pt idx="1698">
                  <c:v>200.907543212</c:v>
                </c:pt>
                <c:pt idx="1699">
                  <c:v>197.800774988</c:v>
                </c:pt>
                <c:pt idx="1700">
                  <c:v>203.022984325</c:v>
                </c:pt>
                <c:pt idx="1701">
                  <c:v>209.313985726</c:v>
                </c:pt>
                <c:pt idx="1702">
                  <c:v>208.8266436</c:v>
                </c:pt>
                <c:pt idx="1703">
                  <c:v>206.672470011</c:v>
                </c:pt>
                <c:pt idx="1704">
                  <c:v>200.907543212</c:v>
                </c:pt>
                <c:pt idx="1705">
                  <c:v>199.373534238</c:v>
                </c:pt>
                <c:pt idx="1706">
                  <c:v>198.110901795</c:v>
                </c:pt>
                <c:pt idx="1707">
                  <c:v>197.457433658</c:v>
                </c:pt>
                <c:pt idx="1708">
                  <c:v>202.668589288</c:v>
                </c:pt>
                <c:pt idx="1709">
                  <c:v>198.049972904</c:v>
                </c:pt>
                <c:pt idx="1710">
                  <c:v>203.139288552</c:v>
                </c:pt>
                <c:pt idx="1711">
                  <c:v>205.526088396</c:v>
                </c:pt>
                <c:pt idx="1712">
                  <c:v>204.069615574</c:v>
                </c:pt>
                <c:pt idx="1713">
                  <c:v>202.358444681</c:v>
                </c:pt>
                <c:pt idx="1714">
                  <c:v>207.276062965</c:v>
                </c:pt>
                <c:pt idx="1715">
                  <c:v>209.812363759</c:v>
                </c:pt>
                <c:pt idx="1716">
                  <c:v>213.162776346</c:v>
                </c:pt>
                <c:pt idx="1717">
                  <c:v>211.556784774</c:v>
                </c:pt>
                <c:pt idx="1718">
                  <c:v>210.427099419</c:v>
                </c:pt>
                <c:pt idx="1719">
                  <c:v>215.433271962</c:v>
                </c:pt>
                <c:pt idx="1720">
                  <c:v>213.877173373</c:v>
                </c:pt>
                <c:pt idx="1721">
                  <c:v>212.941292798</c:v>
                </c:pt>
                <c:pt idx="1722">
                  <c:v>207.597261279</c:v>
                </c:pt>
                <c:pt idx="1723">
                  <c:v>205.459659352</c:v>
                </c:pt>
                <c:pt idx="1724">
                  <c:v>208.416855427</c:v>
                </c:pt>
                <c:pt idx="1725">
                  <c:v>210.410492158</c:v>
                </c:pt>
                <c:pt idx="1726">
                  <c:v>211.545748866</c:v>
                </c:pt>
                <c:pt idx="1727">
                  <c:v>207.187437506</c:v>
                </c:pt>
                <c:pt idx="1728">
                  <c:v>218.573272509</c:v>
                </c:pt>
                <c:pt idx="1729">
                  <c:v>220.688695822</c:v>
                </c:pt>
                <c:pt idx="1730">
                  <c:v>218.811381118</c:v>
                </c:pt>
                <c:pt idx="1731">
                  <c:v>220.677642114</c:v>
                </c:pt>
                <c:pt idx="1732">
                  <c:v>218.99416779</c:v>
                </c:pt>
                <c:pt idx="1733">
                  <c:v>218.324038993</c:v>
                </c:pt>
                <c:pt idx="1734">
                  <c:v>219.315330505</c:v>
                </c:pt>
                <c:pt idx="1735">
                  <c:v>218.517861572</c:v>
                </c:pt>
                <c:pt idx="1736">
                  <c:v>221.458468186</c:v>
                </c:pt>
                <c:pt idx="1737">
                  <c:v>222.854029917</c:v>
                </c:pt>
                <c:pt idx="1738">
                  <c:v>222.804190334</c:v>
                </c:pt>
                <c:pt idx="1739">
                  <c:v>219.24890146</c:v>
                </c:pt>
                <c:pt idx="1740">
                  <c:v>218.872327808</c:v>
                </c:pt>
                <c:pt idx="1741">
                  <c:v>225.766939963</c:v>
                </c:pt>
                <c:pt idx="1742">
                  <c:v>225.600742752</c:v>
                </c:pt>
                <c:pt idx="1743">
                  <c:v>225.340508928</c:v>
                </c:pt>
                <c:pt idx="1744">
                  <c:v>221.286788621</c:v>
                </c:pt>
                <c:pt idx="1745">
                  <c:v>218.096984091</c:v>
                </c:pt>
                <c:pt idx="1746">
                  <c:v>217.725981793</c:v>
                </c:pt>
                <c:pt idx="1747">
                  <c:v>219.431599132</c:v>
                </c:pt>
                <c:pt idx="1748">
                  <c:v>217.792446437</c:v>
                </c:pt>
                <c:pt idx="1749">
                  <c:v>220.932393584</c:v>
                </c:pt>
                <c:pt idx="1750">
                  <c:v>222.604778601</c:v>
                </c:pt>
                <c:pt idx="1751">
                  <c:v>221.181555901</c:v>
                </c:pt>
                <c:pt idx="1752">
                  <c:v>215.771095338</c:v>
                </c:pt>
                <c:pt idx="1753">
                  <c:v>213.223687437</c:v>
                </c:pt>
                <c:pt idx="1754">
                  <c:v>211.415649754</c:v>
                </c:pt>
                <c:pt idx="1755">
                  <c:v>211.704897335</c:v>
                </c:pt>
                <c:pt idx="1756">
                  <c:v>214.870405069</c:v>
                </c:pt>
                <c:pt idx="1757">
                  <c:v>211.805074898</c:v>
                </c:pt>
                <c:pt idx="1758">
                  <c:v>213.023421311</c:v>
                </c:pt>
                <c:pt idx="1759">
                  <c:v>212.183357335</c:v>
                </c:pt>
                <c:pt idx="1760">
                  <c:v>209.546380583</c:v>
                </c:pt>
                <c:pt idx="1761">
                  <c:v>213.318258046</c:v>
                </c:pt>
                <c:pt idx="1762">
                  <c:v>212.756370144</c:v>
                </c:pt>
                <c:pt idx="1763">
                  <c:v>211.860699433</c:v>
                </c:pt>
                <c:pt idx="1764">
                  <c:v>213.496327757</c:v>
                </c:pt>
                <c:pt idx="1765">
                  <c:v>211.059617131</c:v>
                </c:pt>
                <c:pt idx="1766">
                  <c:v>215.899610263</c:v>
                </c:pt>
                <c:pt idx="1767">
                  <c:v>215.777218487</c:v>
                </c:pt>
                <c:pt idx="1768">
                  <c:v>217.290455035</c:v>
                </c:pt>
                <c:pt idx="1769">
                  <c:v>220.038698656</c:v>
                </c:pt>
                <c:pt idx="1770">
                  <c:v>220.839816558</c:v>
                </c:pt>
                <c:pt idx="1771">
                  <c:v>221.696576795</c:v>
                </c:pt>
                <c:pt idx="1772">
                  <c:v>221.290419791</c:v>
                </c:pt>
                <c:pt idx="1773">
                  <c:v>217.796700602</c:v>
                </c:pt>
                <c:pt idx="1774">
                  <c:v>216.211161058</c:v>
                </c:pt>
                <c:pt idx="1775">
                  <c:v>220.238964782</c:v>
                </c:pt>
                <c:pt idx="1776">
                  <c:v>222.881530688</c:v>
                </c:pt>
                <c:pt idx="1777">
                  <c:v>222.642354087</c:v>
                </c:pt>
                <c:pt idx="1778">
                  <c:v>222.72576419</c:v>
                </c:pt>
                <c:pt idx="1779">
                  <c:v>225.173581924</c:v>
                </c:pt>
                <c:pt idx="1780">
                  <c:v>225.690970198</c:v>
                </c:pt>
                <c:pt idx="1781">
                  <c:v>222.859298673</c:v>
                </c:pt>
                <c:pt idx="1782">
                  <c:v>226.136073276</c:v>
                </c:pt>
                <c:pt idx="1783">
                  <c:v>228.539391382</c:v>
                </c:pt>
                <c:pt idx="1784">
                  <c:v>231.866236966</c:v>
                </c:pt>
                <c:pt idx="1785">
                  <c:v>229.401705172</c:v>
                </c:pt>
                <c:pt idx="1786">
                  <c:v>227.999771094</c:v>
                </c:pt>
                <c:pt idx="1787">
                  <c:v>230.981655562</c:v>
                </c:pt>
                <c:pt idx="1788">
                  <c:v>228.45596348</c:v>
                </c:pt>
                <c:pt idx="1789">
                  <c:v>226.475391839</c:v>
                </c:pt>
                <c:pt idx="1790">
                  <c:v>227.00394062</c:v>
                </c:pt>
                <c:pt idx="1791">
                  <c:v>229.66873854</c:v>
                </c:pt>
                <c:pt idx="1792">
                  <c:v>229.563060823</c:v>
                </c:pt>
                <c:pt idx="1793">
                  <c:v>230.30851859</c:v>
                </c:pt>
                <c:pt idx="1794">
                  <c:v>227.137403904</c:v>
                </c:pt>
                <c:pt idx="1795">
                  <c:v>226.569998048</c:v>
                </c:pt>
                <c:pt idx="1796">
                  <c:v>222.024788251</c:v>
                </c:pt>
                <c:pt idx="1797">
                  <c:v>221.718844409</c:v>
                </c:pt>
                <c:pt idx="1798">
                  <c:v>222.898262548</c:v>
                </c:pt>
                <c:pt idx="1799">
                  <c:v>220.517123056</c:v>
                </c:pt>
                <c:pt idx="1800">
                  <c:v>221.268205577</c:v>
                </c:pt>
                <c:pt idx="1801">
                  <c:v>220.450409214</c:v>
                </c:pt>
                <c:pt idx="1802">
                  <c:v>219.604773884</c:v>
                </c:pt>
                <c:pt idx="1803">
                  <c:v>221.312705204</c:v>
                </c:pt>
                <c:pt idx="1804">
                  <c:v>224.862066728</c:v>
                </c:pt>
                <c:pt idx="1805">
                  <c:v>225.017868826</c:v>
                </c:pt>
                <c:pt idx="1806">
                  <c:v>221.568578065</c:v>
                </c:pt>
                <c:pt idx="1807">
                  <c:v>221.930217641</c:v>
                </c:pt>
                <c:pt idx="1808">
                  <c:v>217.835664476</c:v>
                </c:pt>
                <c:pt idx="1809">
                  <c:v>214.692424357</c:v>
                </c:pt>
                <c:pt idx="1810">
                  <c:v>214.386373716</c:v>
                </c:pt>
                <c:pt idx="1811">
                  <c:v>217.930217285</c:v>
                </c:pt>
                <c:pt idx="1812">
                  <c:v>216.567247081</c:v>
                </c:pt>
                <c:pt idx="1813">
                  <c:v>220.366927912</c:v>
                </c:pt>
                <c:pt idx="1814">
                  <c:v>217.790239256</c:v>
                </c:pt>
                <c:pt idx="1815">
                  <c:v>219.884445146</c:v>
                </c:pt>
                <c:pt idx="1816">
                  <c:v>222.771652206</c:v>
                </c:pt>
                <c:pt idx="1817">
                  <c:v>218.974142957</c:v>
                </c:pt>
                <c:pt idx="1818">
                  <c:v>219.566112608</c:v>
                </c:pt>
                <c:pt idx="1819">
                  <c:v>221.006939361</c:v>
                </c:pt>
                <c:pt idx="1820">
                  <c:v>221.420198506</c:v>
                </c:pt>
                <c:pt idx="1821">
                  <c:v>220.923191061</c:v>
                </c:pt>
                <c:pt idx="1822">
                  <c:v>224.134284213</c:v>
                </c:pt>
                <c:pt idx="1823">
                  <c:v>225.446631641</c:v>
                </c:pt>
                <c:pt idx="1824">
                  <c:v>228.624189873</c:v>
                </c:pt>
                <c:pt idx="1825">
                  <c:v>229.495385789</c:v>
                </c:pt>
                <c:pt idx="1826">
                  <c:v>228.222109035</c:v>
                </c:pt>
                <c:pt idx="1827">
                  <c:v>227.624585831</c:v>
                </c:pt>
                <c:pt idx="1828">
                  <c:v>228.512495807</c:v>
                </c:pt>
                <c:pt idx="1829">
                  <c:v>228.747044446</c:v>
                </c:pt>
                <c:pt idx="1830">
                  <c:v>228.808507332</c:v>
                </c:pt>
                <c:pt idx="1831">
                  <c:v>227.87588413</c:v>
                </c:pt>
                <c:pt idx="1832">
                  <c:v>230.902677623</c:v>
                </c:pt>
                <c:pt idx="1833">
                  <c:v>230.338689338</c:v>
                </c:pt>
                <c:pt idx="1834">
                  <c:v>231.165189828</c:v>
                </c:pt>
                <c:pt idx="1835">
                  <c:v>231.315954567</c:v>
                </c:pt>
                <c:pt idx="1836">
                  <c:v>231.276866094</c:v>
                </c:pt>
                <c:pt idx="1837">
                  <c:v>230.014749847</c:v>
                </c:pt>
                <c:pt idx="1838">
                  <c:v>230.193460352</c:v>
                </c:pt>
                <c:pt idx="1839">
                  <c:v>230.433598145</c:v>
                </c:pt>
                <c:pt idx="1840">
                  <c:v>226.775693128</c:v>
                </c:pt>
                <c:pt idx="1841">
                  <c:v>225.815195359</c:v>
                </c:pt>
                <c:pt idx="1842">
                  <c:v>230.310725772</c:v>
                </c:pt>
                <c:pt idx="1843">
                  <c:v>232.276487936</c:v>
                </c:pt>
                <c:pt idx="1844">
                  <c:v>232.041903698</c:v>
                </c:pt>
                <c:pt idx="1845">
                  <c:v>229.433958503</c:v>
                </c:pt>
                <c:pt idx="1846">
                  <c:v>227.85909887</c:v>
                </c:pt>
                <c:pt idx="1847">
                  <c:v>226.245186364</c:v>
                </c:pt>
                <c:pt idx="1848">
                  <c:v>230.433598145</c:v>
                </c:pt>
                <c:pt idx="1849">
                  <c:v>230.494989831</c:v>
                </c:pt>
                <c:pt idx="1850">
                  <c:v>229.484207483</c:v>
                </c:pt>
                <c:pt idx="1851">
                  <c:v>230.556452717</c:v>
                </c:pt>
                <c:pt idx="1852">
                  <c:v>230.154354079</c:v>
                </c:pt>
                <c:pt idx="1853">
                  <c:v>229.852789001</c:v>
                </c:pt>
                <c:pt idx="1854">
                  <c:v>230.645754571</c:v>
                </c:pt>
                <c:pt idx="1855">
                  <c:v>229.104465458</c:v>
                </c:pt>
                <c:pt idx="1856">
                  <c:v>231.885567605</c:v>
                </c:pt>
                <c:pt idx="1857">
                  <c:v>234.119342128</c:v>
                </c:pt>
                <c:pt idx="1858">
                  <c:v>233.778724176</c:v>
                </c:pt>
                <c:pt idx="1859">
                  <c:v>233.873668582</c:v>
                </c:pt>
                <c:pt idx="1860">
                  <c:v>231.248884728</c:v>
                </c:pt>
                <c:pt idx="1861">
                  <c:v>229.573562735</c:v>
                </c:pt>
                <c:pt idx="1862">
                  <c:v>231.561663713</c:v>
                </c:pt>
                <c:pt idx="1863">
                  <c:v>234.560547039</c:v>
                </c:pt>
                <c:pt idx="1864">
                  <c:v>234.649866692</c:v>
                </c:pt>
                <c:pt idx="1865">
                  <c:v>233.348697572</c:v>
                </c:pt>
                <c:pt idx="1866">
                  <c:v>235.565775835</c:v>
                </c:pt>
                <c:pt idx="1867">
                  <c:v>238.972293553</c:v>
                </c:pt>
                <c:pt idx="1868">
                  <c:v>238.514392381</c:v>
                </c:pt>
                <c:pt idx="1869">
                  <c:v>239.033703039</c:v>
                </c:pt>
                <c:pt idx="1870">
                  <c:v>238.207238149</c:v>
                </c:pt>
                <c:pt idx="1871">
                  <c:v>239.648029303</c:v>
                </c:pt>
                <c:pt idx="1872">
                  <c:v>240.078002508</c:v>
                </c:pt>
                <c:pt idx="1873">
                  <c:v>242.255974498</c:v>
                </c:pt>
                <c:pt idx="1874">
                  <c:v>243.853172944</c:v>
                </c:pt>
                <c:pt idx="1875">
                  <c:v>244.143559716</c:v>
                </c:pt>
                <c:pt idx="1876">
                  <c:v>247.170353209</c:v>
                </c:pt>
                <c:pt idx="1877">
                  <c:v>246.328420248</c:v>
                </c:pt>
                <c:pt idx="1878">
                  <c:v>245.050462133</c:v>
                </c:pt>
                <c:pt idx="1879">
                  <c:v>243.794878431</c:v>
                </c:pt>
                <c:pt idx="1880">
                  <c:v>244.674885273</c:v>
                </c:pt>
                <c:pt idx="1881">
                  <c:v>242.825142539</c:v>
                </c:pt>
                <c:pt idx="1882">
                  <c:v>241.833050034</c:v>
                </c:pt>
                <c:pt idx="1883">
                  <c:v>244.484355666</c:v>
                </c:pt>
                <c:pt idx="1884">
                  <c:v>244.607619636</c:v>
                </c:pt>
                <c:pt idx="1885">
                  <c:v>245.571748575</c:v>
                </c:pt>
                <c:pt idx="1886">
                  <c:v>248.469653345</c:v>
                </c:pt>
                <c:pt idx="1887">
                  <c:v>248.755554555</c:v>
                </c:pt>
                <c:pt idx="1888">
                  <c:v>248.385584648</c:v>
                </c:pt>
                <c:pt idx="1889">
                  <c:v>246.44057711</c:v>
                </c:pt>
                <c:pt idx="1890">
                  <c:v>245.818347713</c:v>
                </c:pt>
                <c:pt idx="1891">
                  <c:v>246.44057711</c:v>
                </c:pt>
                <c:pt idx="1892">
                  <c:v>248.010025588</c:v>
                </c:pt>
                <c:pt idx="1893">
                  <c:v>250.005513504</c:v>
                </c:pt>
                <c:pt idx="1894">
                  <c:v>251.989751914</c:v>
                </c:pt>
                <c:pt idx="1895">
                  <c:v>251.832828426</c:v>
                </c:pt>
                <c:pt idx="1896">
                  <c:v>252.707210515</c:v>
                </c:pt>
                <c:pt idx="1897">
                  <c:v>254.585005815</c:v>
                </c:pt>
                <c:pt idx="1898">
                  <c:v>255.151112282</c:v>
                </c:pt>
                <c:pt idx="1899">
                  <c:v>253.458310835</c:v>
                </c:pt>
                <c:pt idx="1900">
                  <c:v>253.458310835</c:v>
                </c:pt>
                <c:pt idx="1901">
                  <c:v>254.590630568</c:v>
                </c:pt>
                <c:pt idx="1902">
                  <c:v>255.285643557</c:v>
                </c:pt>
                <c:pt idx="1903">
                  <c:v>255.324874429</c:v>
                </c:pt>
                <c:pt idx="1904">
                  <c:v>253.632144182</c:v>
                </c:pt>
                <c:pt idx="1905">
                  <c:v>256.115205621</c:v>
                </c:pt>
                <c:pt idx="1906">
                  <c:v>256.602903743</c:v>
                </c:pt>
                <c:pt idx="1907">
                  <c:v>255.868606483</c:v>
                </c:pt>
                <c:pt idx="1908">
                  <c:v>252.309259242</c:v>
                </c:pt>
                <c:pt idx="1909">
                  <c:v>251.586104689</c:v>
                </c:pt>
                <c:pt idx="1910">
                  <c:v>250.448284802</c:v>
                </c:pt>
                <c:pt idx="1911">
                  <c:v>252.634355724</c:v>
                </c:pt>
                <c:pt idx="1912">
                  <c:v>251.53573111</c:v>
                </c:pt>
                <c:pt idx="1913">
                  <c:v>249.85414357</c:v>
                </c:pt>
                <c:pt idx="1914">
                  <c:v>249.94381922</c:v>
                </c:pt>
                <c:pt idx="1915">
                  <c:v>249.798091838</c:v>
                </c:pt>
                <c:pt idx="1916">
                  <c:v>251.176975109</c:v>
                </c:pt>
                <c:pt idx="1917">
                  <c:v>248.251071173</c:v>
                </c:pt>
                <c:pt idx="1918">
                  <c:v>246.429309805</c:v>
                </c:pt>
                <c:pt idx="1919">
                  <c:v>244.551585704</c:v>
                </c:pt>
                <c:pt idx="1920">
                  <c:v>244.66929612</c:v>
                </c:pt>
                <c:pt idx="1921">
                  <c:v>246.26119021</c:v>
                </c:pt>
                <c:pt idx="1922">
                  <c:v>245.594140787</c:v>
                </c:pt>
                <c:pt idx="1923">
                  <c:v>248.329550717</c:v>
                </c:pt>
                <c:pt idx="1924">
                  <c:v>244.887913892</c:v>
                </c:pt>
                <c:pt idx="1925">
                  <c:v>246.614303658</c:v>
                </c:pt>
                <c:pt idx="1926">
                  <c:v>248.178180782</c:v>
                </c:pt>
                <c:pt idx="1927">
                  <c:v>251.765527188</c:v>
                </c:pt>
                <c:pt idx="1928">
                  <c:v>252.802510918</c:v>
                </c:pt>
                <c:pt idx="1929">
                  <c:v>252.432558811</c:v>
                </c:pt>
                <c:pt idx="1930">
                  <c:v>252.903400475</c:v>
                </c:pt>
                <c:pt idx="1931">
                  <c:v>251.810382813</c:v>
                </c:pt>
                <c:pt idx="1932">
                  <c:v>250.117616967</c:v>
                </c:pt>
                <c:pt idx="1933">
                  <c:v>249.349695787</c:v>
                </c:pt>
                <c:pt idx="1934">
                  <c:v>249.725237047</c:v>
                </c:pt>
                <c:pt idx="1935">
                  <c:v>251.367558116</c:v>
                </c:pt>
                <c:pt idx="1936">
                  <c:v>249.988639245</c:v>
                </c:pt>
                <c:pt idx="1937">
                  <c:v>250.280147408</c:v>
                </c:pt>
                <c:pt idx="1938">
                  <c:v>252.438147965</c:v>
                </c:pt>
                <c:pt idx="1939">
                  <c:v>249.396722994</c:v>
                </c:pt>
                <c:pt idx="1940">
                  <c:v>249.542948771</c:v>
                </c:pt>
                <c:pt idx="1941">
                  <c:v>249.025471498</c:v>
                </c:pt>
                <c:pt idx="1942">
                  <c:v>246.73609024</c:v>
                </c:pt>
                <c:pt idx="1943">
                  <c:v>242.657966337</c:v>
                </c:pt>
                <c:pt idx="1944">
                  <c:v>242.112329699</c:v>
                </c:pt>
                <c:pt idx="1945">
                  <c:v>243.130427786</c:v>
                </c:pt>
                <c:pt idx="1946">
                  <c:v>239.558549451</c:v>
                </c:pt>
                <c:pt idx="1947">
                  <c:v>239.654188051</c:v>
                </c:pt>
                <c:pt idx="1948">
                  <c:v>241.043555435</c:v>
                </c:pt>
                <c:pt idx="1949">
                  <c:v>240.458527726</c:v>
                </c:pt>
                <c:pt idx="1950">
                  <c:v>240.362942525</c:v>
                </c:pt>
                <c:pt idx="1951">
                  <c:v>237.145405827</c:v>
                </c:pt>
                <c:pt idx="1952">
                  <c:v>238.872293989</c:v>
                </c:pt>
                <c:pt idx="1953">
                  <c:v>238.782244542</c:v>
                </c:pt>
                <c:pt idx="1954">
                  <c:v>241.617280238</c:v>
                </c:pt>
                <c:pt idx="1955">
                  <c:v>243.164211904</c:v>
                </c:pt>
                <c:pt idx="1956">
                  <c:v>244.429816922</c:v>
                </c:pt>
                <c:pt idx="1957">
                  <c:v>245.43111195</c:v>
                </c:pt>
                <c:pt idx="1958">
                  <c:v>243.934820861</c:v>
                </c:pt>
                <c:pt idx="1959">
                  <c:v>242.71982082</c:v>
                </c:pt>
                <c:pt idx="1960">
                  <c:v>245.273565468</c:v>
                </c:pt>
                <c:pt idx="1961">
                  <c:v>245.262280362</c:v>
                </c:pt>
                <c:pt idx="1962">
                  <c:v>241.994174287</c:v>
                </c:pt>
                <c:pt idx="1963">
                  <c:v>239.867946464</c:v>
                </c:pt>
                <c:pt idx="1964">
                  <c:v>236.920397909</c:v>
                </c:pt>
                <c:pt idx="1965">
                  <c:v>236.509755342</c:v>
                </c:pt>
                <c:pt idx="1966">
                  <c:v>238.292926633</c:v>
                </c:pt>
                <c:pt idx="1967">
                  <c:v>234.872863228</c:v>
                </c:pt>
                <c:pt idx="1968">
                  <c:v>232.060362143</c:v>
                </c:pt>
                <c:pt idx="1969">
                  <c:v>231.008497738</c:v>
                </c:pt>
                <c:pt idx="1970">
                  <c:v>233.770376046</c:v>
                </c:pt>
                <c:pt idx="1971">
                  <c:v>235.238543371</c:v>
                </c:pt>
                <c:pt idx="1972">
                  <c:v>237.747272195</c:v>
                </c:pt>
                <c:pt idx="1973">
                  <c:v>242.3035713</c:v>
                </c:pt>
                <c:pt idx="1974">
                  <c:v>244.514170417</c:v>
                </c:pt>
                <c:pt idx="1975">
                  <c:v>245.076699114</c:v>
                </c:pt>
                <c:pt idx="1976">
                  <c:v>245.774204082</c:v>
                </c:pt>
                <c:pt idx="1977">
                  <c:v>245.954213977</c:v>
                </c:pt>
                <c:pt idx="1978">
                  <c:v>244.036048615</c:v>
                </c:pt>
                <c:pt idx="1979">
                  <c:v>247.844219974</c:v>
                </c:pt>
                <c:pt idx="1980">
                  <c:v>247.60794475</c:v>
                </c:pt>
                <c:pt idx="1981">
                  <c:v>252.411732986</c:v>
                </c:pt>
                <c:pt idx="1982">
                  <c:v>252.946102318</c:v>
                </c:pt>
                <c:pt idx="1983">
                  <c:v>253.255481531</c:v>
                </c:pt>
                <c:pt idx="1984">
                  <c:v>253.570485497</c:v>
                </c:pt>
                <c:pt idx="1985">
                  <c:v>255.522345978</c:v>
                </c:pt>
                <c:pt idx="1986">
                  <c:v>254.965495433</c:v>
                </c:pt>
                <c:pt idx="1987">
                  <c:v>255.949827203</c:v>
                </c:pt>
                <c:pt idx="1988">
                  <c:v>256.107355886</c:v>
                </c:pt>
                <c:pt idx="1989">
                  <c:v>255.646090543</c:v>
                </c:pt>
                <c:pt idx="1990">
                  <c:v>255.899257826</c:v>
                </c:pt>
                <c:pt idx="1991">
                  <c:v>255.719230132</c:v>
                </c:pt>
                <c:pt idx="1992">
                  <c:v>256.726132113</c:v>
                </c:pt>
                <c:pt idx="1993">
                  <c:v>258.244868815</c:v>
                </c:pt>
                <c:pt idx="1994">
                  <c:v>256.889267749</c:v>
                </c:pt>
                <c:pt idx="1995">
                  <c:v>256.838627172</c:v>
                </c:pt>
                <c:pt idx="1996">
                  <c:v>255.803619226</c:v>
                </c:pt>
                <c:pt idx="1997">
                  <c:v>257.755497506</c:v>
                </c:pt>
                <c:pt idx="1998">
                  <c:v>258.863627241</c:v>
                </c:pt>
                <c:pt idx="1999">
                  <c:v>259.870493623</c:v>
                </c:pt>
                <c:pt idx="2000">
                  <c:v>261.057405499</c:v>
                </c:pt>
                <c:pt idx="2001">
                  <c:v>264.6573898</c:v>
                </c:pt>
                <c:pt idx="2002">
                  <c:v>265.506780898</c:v>
                </c:pt>
                <c:pt idx="2003">
                  <c:v>265.069652153</c:v>
                </c:pt>
                <c:pt idx="2004">
                  <c:v>266.560656686</c:v>
                </c:pt>
                <c:pt idx="2005">
                  <c:v>268.181600134</c:v>
                </c:pt>
                <c:pt idx="2006">
                  <c:v>264.465311606</c:v>
                </c:pt>
                <c:pt idx="2007">
                  <c:v>266.972972439</c:v>
                </c:pt>
                <c:pt idx="2008">
                  <c:v>267.509477753</c:v>
                </c:pt>
                <c:pt idx="2009">
                  <c:v>268.639038509</c:v>
                </c:pt>
                <c:pt idx="2010">
                  <c:v>269.124796448</c:v>
                </c:pt>
                <c:pt idx="2011">
                  <c:v>269.226433598</c:v>
                </c:pt>
                <c:pt idx="2012">
                  <c:v>268.447031514</c:v>
                </c:pt>
                <c:pt idx="2013">
                  <c:v>266.944724075</c:v>
                </c:pt>
                <c:pt idx="2014">
                  <c:v>264.764651703</c:v>
                </c:pt>
                <c:pt idx="2015">
                  <c:v>263.911825233</c:v>
                </c:pt>
                <c:pt idx="2016">
                  <c:v>264.273304611</c:v>
                </c:pt>
                <c:pt idx="2017">
                  <c:v>268.046054267</c:v>
                </c:pt>
                <c:pt idx="2018">
                  <c:v>267.639398867</c:v>
                </c:pt>
                <c:pt idx="2019">
                  <c:v>269.153027012</c:v>
                </c:pt>
                <c:pt idx="2020">
                  <c:v>269.034444403</c:v>
                </c:pt>
                <c:pt idx="2021">
                  <c:v>269.220791045</c:v>
                </c:pt>
                <c:pt idx="2022">
                  <c:v>268.232418709</c:v>
                </c:pt>
                <c:pt idx="2023">
                  <c:v>266.741396375</c:v>
                </c:pt>
                <c:pt idx="2024">
                  <c:v>269.113493542</c:v>
                </c:pt>
                <c:pt idx="2025">
                  <c:v>272.468284893</c:v>
                </c:pt>
                <c:pt idx="2026">
                  <c:v>273.044341476</c:v>
                </c:pt>
                <c:pt idx="2027">
                  <c:v>273.840724618</c:v>
                </c:pt>
                <c:pt idx="2028">
                  <c:v>274.140046915</c:v>
                </c:pt>
                <c:pt idx="2029">
                  <c:v>275.631104848</c:v>
                </c:pt>
                <c:pt idx="2030">
                  <c:v>275.280910576</c:v>
                </c:pt>
                <c:pt idx="2031">
                  <c:v>277.460982949</c:v>
                </c:pt>
                <c:pt idx="2032">
                  <c:v>277.246370143</c:v>
                </c:pt>
                <c:pt idx="2033">
                  <c:v>272.722448968</c:v>
                </c:pt>
                <c:pt idx="2034">
                  <c:v>276.291888724</c:v>
                </c:pt>
                <c:pt idx="2035">
                  <c:v>279.200526804</c:v>
                </c:pt>
                <c:pt idx="2036">
                  <c:v>278.183888305</c:v>
                </c:pt>
                <c:pt idx="2037">
                  <c:v>278.991538752</c:v>
                </c:pt>
                <c:pt idx="2038">
                  <c:v>281.318477696</c:v>
                </c:pt>
                <c:pt idx="2039">
                  <c:v>281.442738457</c:v>
                </c:pt>
                <c:pt idx="2040">
                  <c:v>283.069288858</c:v>
                </c:pt>
                <c:pt idx="2041">
                  <c:v>282.945028097</c:v>
                </c:pt>
                <c:pt idx="2042">
                  <c:v>279.04801768</c:v>
                </c:pt>
                <c:pt idx="2043">
                  <c:v>281.583855677</c:v>
                </c:pt>
                <c:pt idx="2044">
                  <c:v>283.526727233</c:v>
                </c:pt>
                <c:pt idx="2045">
                  <c:v>282.114807438</c:v>
                </c:pt>
                <c:pt idx="2046">
                  <c:v>280.561645824</c:v>
                </c:pt>
                <c:pt idx="2047">
                  <c:v>280.815774299</c:v>
                </c:pt>
                <c:pt idx="2048">
                  <c:v>286.627407908</c:v>
                </c:pt>
                <c:pt idx="2049">
                  <c:v>286.825075256</c:v>
                </c:pt>
                <c:pt idx="2050">
                  <c:v>285.774581439</c:v>
                </c:pt>
                <c:pt idx="2051">
                  <c:v>286.305462</c:v>
                </c:pt>
                <c:pt idx="2052">
                  <c:v>285.927090564</c:v>
                </c:pt>
                <c:pt idx="2053">
                  <c:v>286.95496077</c:v>
                </c:pt>
                <c:pt idx="2054">
                  <c:v>289.648968245</c:v>
                </c:pt>
                <c:pt idx="2055">
                  <c:v>289.338343042</c:v>
                </c:pt>
                <c:pt idx="2056">
                  <c:v>286.446686019</c:v>
                </c:pt>
                <c:pt idx="2057">
                  <c:v>287.898192683</c:v>
                </c:pt>
                <c:pt idx="2058">
                  <c:v>290.755976589</c:v>
                </c:pt>
                <c:pt idx="2059">
                  <c:v>289.01082578</c:v>
                </c:pt>
                <c:pt idx="2060">
                  <c:v>288.762304258</c:v>
                </c:pt>
                <c:pt idx="2061">
                  <c:v>291.868663086</c:v>
                </c:pt>
                <c:pt idx="2062">
                  <c:v>291.411082312</c:v>
                </c:pt>
                <c:pt idx="2063">
                  <c:v>290.835025728</c:v>
                </c:pt>
                <c:pt idx="2064">
                  <c:v>288.838024825</c:v>
                </c:pt>
                <c:pt idx="2065">
                  <c:v>290.554606873</c:v>
                </c:pt>
                <c:pt idx="2066">
                  <c:v>292.169249173</c:v>
                </c:pt>
                <c:pt idx="2067">
                  <c:v>294.871622578</c:v>
                </c:pt>
                <c:pt idx="2068">
                  <c:v>295.846075431</c:v>
                </c:pt>
                <c:pt idx="2069">
                  <c:v>295.285184321</c:v>
                </c:pt>
                <c:pt idx="2070">
                  <c:v>294.469381542</c:v>
                </c:pt>
                <c:pt idx="2071">
                  <c:v>293.925542689</c:v>
                </c:pt>
                <c:pt idx="2072">
                  <c:v>296.395592436</c:v>
                </c:pt>
                <c:pt idx="2073">
                  <c:v>296.33897111</c:v>
                </c:pt>
                <c:pt idx="2074">
                  <c:v>295.823345021</c:v>
                </c:pt>
                <c:pt idx="2075">
                  <c:v>293.942505947</c:v>
                </c:pt>
                <c:pt idx="2076">
                  <c:v>294.265430847</c:v>
                </c:pt>
                <c:pt idx="2077">
                  <c:v>290.673581078</c:v>
                </c:pt>
                <c:pt idx="2078">
                  <c:v>293.710253489</c:v>
                </c:pt>
                <c:pt idx="2079">
                  <c:v>293.874546115</c:v>
                </c:pt>
                <c:pt idx="2080">
                  <c:v>294.214452073</c:v>
                </c:pt>
                <c:pt idx="2081">
                  <c:v>291.268452104</c:v>
                </c:pt>
                <c:pt idx="2082">
                  <c:v>293.466591326</c:v>
                </c:pt>
                <c:pt idx="2083">
                  <c:v>289.415879194</c:v>
                </c:pt>
                <c:pt idx="2084">
                  <c:v>285.79003171</c:v>
                </c:pt>
                <c:pt idx="2085">
                  <c:v>285.268816467</c:v>
                </c:pt>
                <c:pt idx="2086">
                  <c:v>283.580536183</c:v>
                </c:pt>
                <c:pt idx="2087">
                  <c:v>282.996985862</c:v>
                </c:pt>
                <c:pt idx="2088">
                  <c:v>280.526864915</c:v>
                </c:pt>
                <c:pt idx="2089">
                  <c:v>283.110299715</c:v>
                </c:pt>
                <c:pt idx="2090">
                  <c:v>286.469861425</c:v>
                </c:pt>
                <c:pt idx="2091">
                  <c:v>286.333923962</c:v>
                </c:pt>
                <c:pt idx="2092">
                  <c:v>285.246157257</c:v>
                </c:pt>
                <c:pt idx="2093">
                  <c:v>287.948548462</c:v>
                </c:pt>
                <c:pt idx="2094">
                  <c:v>288.968301936</c:v>
                </c:pt>
                <c:pt idx="2095">
                  <c:v>284.39067861</c:v>
                </c:pt>
                <c:pt idx="2096">
                  <c:v>283.467222331</c:v>
                </c:pt>
                <c:pt idx="2097">
                  <c:v>286.118616962</c:v>
                </c:pt>
                <c:pt idx="2098">
                  <c:v>289.66516611</c:v>
                </c:pt>
                <c:pt idx="2099">
                  <c:v>292.656484499</c:v>
                </c:pt>
                <c:pt idx="2100">
                  <c:v>292.979462799</c:v>
                </c:pt>
                <c:pt idx="2101">
                  <c:v>293.007711163</c:v>
                </c:pt>
                <c:pt idx="2102">
                  <c:v>294.696009247</c:v>
                </c:pt>
                <c:pt idx="2103">
                  <c:v>295.075662272</c:v>
                </c:pt>
                <c:pt idx="2104">
                  <c:v>295.115177942</c:v>
                </c:pt>
                <c:pt idx="2105">
                  <c:v>296.469212621</c:v>
                </c:pt>
                <c:pt idx="2106">
                  <c:v>300.140449726</c:v>
                </c:pt>
                <c:pt idx="2107">
                  <c:v>299.522901689</c:v>
                </c:pt>
                <c:pt idx="2108">
                  <c:v>299.953480089</c:v>
                </c:pt>
                <c:pt idx="2109">
                  <c:v>300.2990464</c:v>
                </c:pt>
                <c:pt idx="2110">
                  <c:v>301.035533042</c:v>
                </c:pt>
                <c:pt idx="2111">
                  <c:v>300.168822688</c:v>
                </c:pt>
                <c:pt idx="2112">
                  <c:v>297.976219221</c:v>
                </c:pt>
                <c:pt idx="2113">
                  <c:v>299.947855336</c:v>
                </c:pt>
                <c:pt idx="2114">
                  <c:v>300.157430784</c:v>
                </c:pt>
                <c:pt idx="2115">
                  <c:v>298.055553158</c:v>
                </c:pt>
                <c:pt idx="2116">
                  <c:v>296.078292289</c:v>
                </c:pt>
                <c:pt idx="2117">
                  <c:v>298.775094341</c:v>
                </c:pt>
                <c:pt idx="2118">
                  <c:v>299.018667505</c:v>
                </c:pt>
                <c:pt idx="2119">
                  <c:v>299.35294871</c:v>
                </c:pt>
                <c:pt idx="2120">
                  <c:v>302.910818563</c:v>
                </c:pt>
                <c:pt idx="2121">
                  <c:v>302.90512261</c:v>
                </c:pt>
                <c:pt idx="2122">
                  <c:v>302.536879289</c:v>
                </c:pt>
                <c:pt idx="2123">
                  <c:v>303.471620674</c:v>
                </c:pt>
                <c:pt idx="2124">
                  <c:v>304.202553762</c:v>
                </c:pt>
                <c:pt idx="2125">
                  <c:v>306.700905274</c:v>
                </c:pt>
                <c:pt idx="2126">
                  <c:v>307.31845331</c:v>
                </c:pt>
                <c:pt idx="2127">
                  <c:v>307.505422947</c:v>
                </c:pt>
                <c:pt idx="2128">
                  <c:v>309.952831284</c:v>
                </c:pt>
                <c:pt idx="2129">
                  <c:v>310.7403323</c:v>
                </c:pt>
                <c:pt idx="2130">
                  <c:v>309.896156558</c:v>
                </c:pt>
                <c:pt idx="2131">
                  <c:v>309.480779231</c:v>
                </c:pt>
                <c:pt idx="2132">
                  <c:v>308.474767242</c:v>
                </c:pt>
                <c:pt idx="2133">
                  <c:v>309.662622511</c:v>
                </c:pt>
                <c:pt idx="2134">
                  <c:v>310.049128479</c:v>
                </c:pt>
                <c:pt idx="2135">
                  <c:v>310.537912393</c:v>
                </c:pt>
                <c:pt idx="2136">
                  <c:v>309.31591701</c:v>
                </c:pt>
                <c:pt idx="2137">
                  <c:v>309.952510887</c:v>
                </c:pt>
                <c:pt idx="2138">
                  <c:v>312.038368647</c:v>
                </c:pt>
                <c:pt idx="2139">
                  <c:v>313.430922204</c:v>
                </c:pt>
                <c:pt idx="2140">
                  <c:v>315.238247893</c:v>
                </c:pt>
                <c:pt idx="2141">
                  <c:v>315.602076851</c:v>
                </c:pt>
                <c:pt idx="2142">
                  <c:v>315.908946285</c:v>
                </c:pt>
                <c:pt idx="2143">
                  <c:v>319.034956149</c:v>
                </c:pt>
                <c:pt idx="2144">
                  <c:v>316.284024749</c:v>
                </c:pt>
                <c:pt idx="2145">
                  <c:v>318.279032069</c:v>
                </c:pt>
                <c:pt idx="2146">
                  <c:v>319.15435755</c:v>
                </c:pt>
                <c:pt idx="2147">
                  <c:v>321.046908927</c:v>
                </c:pt>
                <c:pt idx="2148">
                  <c:v>316.545504563</c:v>
                </c:pt>
                <c:pt idx="2149">
                  <c:v>314.112905702</c:v>
                </c:pt>
                <c:pt idx="2150">
                  <c:v>312.027012342</c:v>
                </c:pt>
                <c:pt idx="2151">
                  <c:v>315.244050644</c:v>
                </c:pt>
                <c:pt idx="2152">
                  <c:v>314.749535179</c:v>
                </c:pt>
                <c:pt idx="2153">
                  <c:v>307.616494018</c:v>
                </c:pt>
                <c:pt idx="2154">
                  <c:v>306.013724219</c:v>
                </c:pt>
                <c:pt idx="2155">
                  <c:v>309.440943164</c:v>
                </c:pt>
                <c:pt idx="2156">
                  <c:v>309.622893243</c:v>
                </c:pt>
                <c:pt idx="2157">
                  <c:v>308.05408556</c:v>
                </c:pt>
                <c:pt idx="2158">
                  <c:v>313.061432893</c:v>
                </c:pt>
                <c:pt idx="2159">
                  <c:v>308.628237559</c:v>
                </c:pt>
                <c:pt idx="2160">
                  <c:v>302.882054003</c:v>
                </c:pt>
                <c:pt idx="2161">
                  <c:v>294.061017356</c:v>
                </c:pt>
                <c:pt idx="2162">
                  <c:v>296.772166088</c:v>
                </c:pt>
                <c:pt idx="2163">
                  <c:v>294.788479474</c:v>
                </c:pt>
                <c:pt idx="2164">
                  <c:v>301.603241495</c:v>
                </c:pt>
                <c:pt idx="2165">
                  <c:v>302.933139576</c:v>
                </c:pt>
                <c:pt idx="2166">
                  <c:v>303.092305845</c:v>
                </c:pt>
                <c:pt idx="2167">
                  <c:v>308.076869369</c:v>
                </c:pt>
                <c:pt idx="2168">
                  <c:v>309.048812443</c:v>
                </c:pt>
                <c:pt idx="2169">
                  <c:v>314.345905754</c:v>
                </c:pt>
                <c:pt idx="2170">
                  <c:v>315.050744261</c:v>
                </c:pt>
                <c:pt idx="2171">
                  <c:v>318.063048675</c:v>
                </c:pt>
                <c:pt idx="2172">
                  <c:v>317.545856199</c:v>
                </c:pt>
                <c:pt idx="2173">
                  <c:v>318.637165075</c:v>
                </c:pt>
                <c:pt idx="2174">
                  <c:v>316.136285985</c:v>
                </c:pt>
                <c:pt idx="2175">
                  <c:v>319.4953315</c:v>
                </c:pt>
                <c:pt idx="2176">
                  <c:v>318.733747067</c:v>
                </c:pt>
                <c:pt idx="2177">
                  <c:v>319.171374208</c:v>
                </c:pt>
                <c:pt idx="2178">
                  <c:v>317.3185165</c:v>
                </c:pt>
                <c:pt idx="2179">
                  <c:v>317.346925062</c:v>
                </c:pt>
                <c:pt idx="2180">
                  <c:v>320.376317334</c:v>
                </c:pt>
                <c:pt idx="2181">
                  <c:v>313.783288058</c:v>
                </c:pt>
                <c:pt idx="2182">
                  <c:v>313.140998228</c:v>
                </c:pt>
                <c:pt idx="2183">
                  <c:v>312.379413796</c:v>
                </c:pt>
                <c:pt idx="2184">
                  <c:v>307.122049753</c:v>
                </c:pt>
                <c:pt idx="2185">
                  <c:v>310.560589403</c:v>
                </c:pt>
                <c:pt idx="2186">
                  <c:v>311.913306893</c:v>
                </c:pt>
                <c:pt idx="2187">
                  <c:v>315.113292938</c:v>
                </c:pt>
                <c:pt idx="2188">
                  <c:v>317.767464346</c:v>
                </c:pt>
                <c:pt idx="2189">
                  <c:v>319.42708687</c:v>
                </c:pt>
                <c:pt idx="2190">
                  <c:v>319.898889725</c:v>
                </c:pt>
                <c:pt idx="2191">
                  <c:v>320.029611832</c:v>
                </c:pt>
                <c:pt idx="2192">
                  <c:v>319.080452568</c:v>
                </c:pt>
                <c:pt idx="2193">
                  <c:v>324.525391443</c:v>
                </c:pt>
                <c:pt idx="2194">
                  <c:v>323.964411334</c:v>
                </c:pt>
                <c:pt idx="2195">
                  <c:v>324.773877366</c:v>
                </c:pt>
                <c:pt idx="2196">
                  <c:v>325.703207595</c:v>
                </c:pt>
                <c:pt idx="2197">
                  <c:v>324.984841202</c:v>
                </c:pt>
                <c:pt idx="2198">
                  <c:v>326.273336829</c:v>
                </c:pt>
                <c:pt idx="2199">
                  <c:v>325.800145585</c:v>
                </c:pt>
                <c:pt idx="2200">
                  <c:v>327.105729069</c:v>
                </c:pt>
                <c:pt idx="2201">
                  <c:v>324.17530397</c:v>
                </c:pt>
                <c:pt idx="2202">
                  <c:v>324.312184826</c:v>
                </c:pt>
                <c:pt idx="2203">
                  <c:v>323.719200584</c:v>
                </c:pt>
                <c:pt idx="2204">
                  <c:v>326.660981988</c:v>
                </c:pt>
                <c:pt idx="2205">
                  <c:v>323.707844279</c:v>
                </c:pt>
                <c:pt idx="2206">
                  <c:v>326.769347481</c:v>
                </c:pt>
                <c:pt idx="2207">
                  <c:v>329.032634158</c:v>
                </c:pt>
                <c:pt idx="2208">
                  <c:v>328.456844572</c:v>
                </c:pt>
                <c:pt idx="2209">
                  <c:v>330.423728127</c:v>
                </c:pt>
                <c:pt idx="2210">
                  <c:v>333.126101533</c:v>
                </c:pt>
                <c:pt idx="2211">
                  <c:v>330.537753974</c:v>
                </c:pt>
                <c:pt idx="2212">
                  <c:v>331.974415562</c:v>
                </c:pt>
                <c:pt idx="2213">
                  <c:v>332.002895324</c:v>
                </c:pt>
                <c:pt idx="2214">
                  <c:v>333.280070245</c:v>
                </c:pt>
                <c:pt idx="2215">
                  <c:v>332.732689222</c:v>
                </c:pt>
                <c:pt idx="2216">
                  <c:v>332.5559367</c:v>
                </c:pt>
                <c:pt idx="2217">
                  <c:v>329.517252906</c:v>
                </c:pt>
                <c:pt idx="2218">
                  <c:v>330.229887748</c:v>
                </c:pt>
                <c:pt idx="2219">
                  <c:v>330.115897501</c:v>
                </c:pt>
                <c:pt idx="2220">
                  <c:v>331.136362969</c:v>
                </c:pt>
                <c:pt idx="2221">
                  <c:v>331.672245288</c:v>
                </c:pt>
                <c:pt idx="2222">
                  <c:v>330.668867678</c:v>
                </c:pt>
                <c:pt idx="2223">
                  <c:v>324.186731475</c:v>
                </c:pt>
                <c:pt idx="2224">
                  <c:v>325.554970435</c:v>
                </c:pt>
                <c:pt idx="2225">
                  <c:v>324.853798697</c:v>
                </c:pt>
                <c:pt idx="2226">
                  <c:v>328.781834255</c:v>
                </c:pt>
                <c:pt idx="2227">
                  <c:v>336.957199101</c:v>
                </c:pt>
                <c:pt idx="2228">
                  <c:v>339.562598917</c:v>
                </c:pt>
                <c:pt idx="2229">
                  <c:v>341.033471819</c:v>
                </c:pt>
                <c:pt idx="2230">
                  <c:v>341.358425902</c:v>
                </c:pt>
                <c:pt idx="2231">
                  <c:v>340.297981969</c:v>
                </c:pt>
                <c:pt idx="2232">
                  <c:v>340.463342586</c:v>
                </c:pt>
                <c:pt idx="2233">
                  <c:v>338.27413889</c:v>
                </c:pt>
                <c:pt idx="2234">
                  <c:v>333.941334717</c:v>
                </c:pt>
                <c:pt idx="2235">
                  <c:v>335.309573677</c:v>
                </c:pt>
                <c:pt idx="2236">
                  <c:v>336.535271429</c:v>
                </c:pt>
                <c:pt idx="2237">
                  <c:v>336.649297275</c:v>
                </c:pt>
                <c:pt idx="2238">
                  <c:v>338.456516165</c:v>
                </c:pt>
                <c:pt idx="2239">
                  <c:v>339.505532594</c:v>
                </c:pt>
                <c:pt idx="2240">
                  <c:v>340.657218565</c:v>
                </c:pt>
                <c:pt idx="2241">
                  <c:v>342.435886494</c:v>
                </c:pt>
                <c:pt idx="2242">
                  <c:v>341.398333169</c:v>
                </c:pt>
                <c:pt idx="2243">
                  <c:v>343.519149836</c:v>
                </c:pt>
                <c:pt idx="2244">
                  <c:v>344.134846689</c:v>
                </c:pt>
                <c:pt idx="2245">
                  <c:v>344.294475754</c:v>
                </c:pt>
                <c:pt idx="2246">
                  <c:v>346.432344679</c:v>
                </c:pt>
                <c:pt idx="2247">
                  <c:v>345.862251046</c:v>
                </c:pt>
                <c:pt idx="2248">
                  <c:v>346.517926364</c:v>
                </c:pt>
                <c:pt idx="2249">
                  <c:v>344.733491283</c:v>
                </c:pt>
                <c:pt idx="2250">
                  <c:v>343.661655445</c:v>
                </c:pt>
                <c:pt idx="2251">
                  <c:v>346.318390032</c:v>
                </c:pt>
                <c:pt idx="2252">
                  <c:v>344.533919352</c:v>
                </c:pt>
                <c:pt idx="2253">
                  <c:v>344.465496724</c:v>
                </c:pt>
                <c:pt idx="2254">
                  <c:v>345.936369626</c:v>
                </c:pt>
                <c:pt idx="2255">
                  <c:v>344.511099943</c:v>
                </c:pt>
                <c:pt idx="2256">
                  <c:v>334.24346939</c:v>
                </c:pt>
                <c:pt idx="2257">
                  <c:v>334.140835448</c:v>
                </c:pt>
                <c:pt idx="2258">
                  <c:v>338.154239092</c:v>
                </c:pt>
                <c:pt idx="2259">
                  <c:v>340.179150162</c:v>
                </c:pt>
                <c:pt idx="2260">
                  <c:v>343.960265748</c:v>
                </c:pt>
                <c:pt idx="2261">
                  <c:v>343.983156357</c:v>
                </c:pt>
                <c:pt idx="2262">
                  <c:v>340.362239431</c:v>
                </c:pt>
                <c:pt idx="2263">
                  <c:v>336.478098307</c:v>
                </c:pt>
                <c:pt idx="2264">
                  <c:v>335.254038141</c:v>
                </c:pt>
                <c:pt idx="2265">
                  <c:v>334.430261029</c:v>
                </c:pt>
                <c:pt idx="2266">
                  <c:v>338.611802067</c:v>
                </c:pt>
                <c:pt idx="2267">
                  <c:v>340.562380958</c:v>
                </c:pt>
                <c:pt idx="2268">
                  <c:v>336.712664745</c:v>
                </c:pt>
                <c:pt idx="2269">
                  <c:v>337.204617032</c:v>
                </c:pt>
                <c:pt idx="2270">
                  <c:v>332.056330477</c:v>
                </c:pt>
                <c:pt idx="2271">
                  <c:v>332.571137773</c:v>
                </c:pt>
                <c:pt idx="2272">
                  <c:v>333.028771946</c:v>
                </c:pt>
                <c:pt idx="2273">
                  <c:v>339.086595297</c:v>
                </c:pt>
                <c:pt idx="2274">
                  <c:v>338.434479949</c:v>
                </c:pt>
                <c:pt idx="2275">
                  <c:v>341.83236474</c:v>
                </c:pt>
                <c:pt idx="2276">
                  <c:v>344.961258179</c:v>
                </c:pt>
                <c:pt idx="2277">
                  <c:v>346.900516365</c:v>
                </c:pt>
                <c:pt idx="2278">
                  <c:v>348.793886534</c:v>
                </c:pt>
                <c:pt idx="2279">
                  <c:v>347.775663848</c:v>
                </c:pt>
                <c:pt idx="2280">
                  <c:v>342.856247779</c:v>
                </c:pt>
                <c:pt idx="2281">
                  <c:v>345.802194348</c:v>
                </c:pt>
                <c:pt idx="2282">
                  <c:v>344.252005309</c:v>
                </c:pt>
                <c:pt idx="2283">
                  <c:v>346.099629861</c:v>
                </c:pt>
                <c:pt idx="2284">
                  <c:v>344.257736861</c:v>
                </c:pt>
                <c:pt idx="2285">
                  <c:v>341.941015031</c:v>
                </c:pt>
                <c:pt idx="2286">
                  <c:v>344.234881852</c:v>
                </c:pt>
                <c:pt idx="2287">
                  <c:v>345.630568183</c:v>
                </c:pt>
                <c:pt idx="2288">
                  <c:v>346.831844539</c:v>
                </c:pt>
                <c:pt idx="2289">
                  <c:v>343.657134283</c:v>
                </c:pt>
                <c:pt idx="2290">
                  <c:v>345.99094397</c:v>
                </c:pt>
                <c:pt idx="2291">
                  <c:v>346.254096969</c:v>
                </c:pt>
                <c:pt idx="2292">
                  <c:v>345.138651496</c:v>
                </c:pt>
                <c:pt idx="2293">
                  <c:v>348.78245903</c:v>
                </c:pt>
                <c:pt idx="2294">
                  <c:v>348.765228774</c:v>
                </c:pt>
                <c:pt idx="2295">
                  <c:v>349.789254212</c:v>
                </c:pt>
                <c:pt idx="2296">
                  <c:v>350.612995725</c:v>
                </c:pt>
                <c:pt idx="2297">
                  <c:v>349.154297921</c:v>
                </c:pt>
                <c:pt idx="2298">
                  <c:v>343.182341052</c:v>
                </c:pt>
                <c:pt idx="2299">
                  <c:v>341.620724509</c:v>
                </c:pt>
                <c:pt idx="2300">
                  <c:v>339.921764314</c:v>
                </c:pt>
                <c:pt idx="2301">
                  <c:v>340.093354879</c:v>
                </c:pt>
                <c:pt idx="2302">
                  <c:v>334.664827467</c:v>
                </c:pt>
                <c:pt idx="2303">
                  <c:v>339.887410601</c:v>
                </c:pt>
                <c:pt idx="2304">
                  <c:v>333.932612789</c:v>
                </c:pt>
                <c:pt idx="2305">
                  <c:v>329.979906638</c:v>
                </c:pt>
                <c:pt idx="2306">
                  <c:v>333.526455785</c:v>
                </c:pt>
                <c:pt idx="2307">
                  <c:v>327.606011686</c:v>
                </c:pt>
                <c:pt idx="2308">
                  <c:v>329.442208734</c:v>
                </c:pt>
                <c:pt idx="2309">
                  <c:v>320.6673449</c:v>
                </c:pt>
                <c:pt idx="2310">
                  <c:v>318.001639188</c:v>
                </c:pt>
                <c:pt idx="2311">
                  <c:v>319.689171879</c:v>
                </c:pt>
                <c:pt idx="2312">
                  <c:v>315.427495911</c:v>
                </c:pt>
                <c:pt idx="2313">
                  <c:v>321.942953435</c:v>
                </c:pt>
                <c:pt idx="2314">
                  <c:v>324.425569878</c:v>
                </c:pt>
                <c:pt idx="2315">
                  <c:v>320.918999196</c:v>
                </c:pt>
                <c:pt idx="2316">
                  <c:v>324.414071174</c:v>
                </c:pt>
                <c:pt idx="2317">
                  <c:v>323.475983417</c:v>
                </c:pt>
                <c:pt idx="2318">
                  <c:v>323.582675725</c:v>
                </c:pt>
                <c:pt idx="2319">
                  <c:v>329.377559674</c:v>
                </c:pt>
                <c:pt idx="2320">
                  <c:v>330.169297055</c:v>
                </c:pt>
                <c:pt idx="2321">
                  <c:v>326.22769801</c:v>
                </c:pt>
                <c:pt idx="2322">
                  <c:v>325.361308054</c:v>
                </c:pt>
                <c:pt idx="2323">
                  <c:v>318.809076037</c:v>
                </c:pt>
                <c:pt idx="2324">
                  <c:v>320.949187744</c:v>
                </c:pt>
                <c:pt idx="2325">
                  <c:v>321.855698565</c:v>
                </c:pt>
                <c:pt idx="2326">
                  <c:v>323.892499935</c:v>
                </c:pt>
                <c:pt idx="2327">
                  <c:v>307.930768191</c:v>
                </c:pt>
                <c:pt idx="2328">
                  <c:v>289.903648516</c:v>
                </c:pt>
                <c:pt idx="2329">
                  <c:v>289.387274833</c:v>
                </c:pt>
                <c:pt idx="2330">
                  <c:v>284.85464953</c:v>
                </c:pt>
                <c:pt idx="2331">
                  <c:v>314.769862609</c:v>
                </c:pt>
                <c:pt idx="2332">
                  <c:v>300.977007131</c:v>
                </c:pt>
                <c:pt idx="2333">
                  <c:v>306.347257831</c:v>
                </c:pt>
                <c:pt idx="2334">
                  <c:v>309.319263382</c:v>
                </c:pt>
                <c:pt idx="2335">
                  <c:v>308.452909025</c:v>
                </c:pt>
                <c:pt idx="2336">
                  <c:v>301.596619951</c:v>
                </c:pt>
                <c:pt idx="2337">
                  <c:v>302.026913553</c:v>
                </c:pt>
                <c:pt idx="2338">
                  <c:v>294.837874061</c:v>
                </c:pt>
                <c:pt idx="2339">
                  <c:v>302.508897923</c:v>
                </c:pt>
                <c:pt idx="2340">
                  <c:v>307.196381931</c:v>
                </c:pt>
                <c:pt idx="2341">
                  <c:v>313.662569467</c:v>
                </c:pt>
                <c:pt idx="2342">
                  <c:v>315.928846519</c:v>
                </c:pt>
                <c:pt idx="2343">
                  <c:v>316.049387111</c:v>
                </c:pt>
                <c:pt idx="2344">
                  <c:v>318.040229266</c:v>
                </c:pt>
                <c:pt idx="2345">
                  <c:v>318.16650141</c:v>
                </c:pt>
                <c:pt idx="2346">
                  <c:v>320.421315357</c:v>
                </c:pt>
                <c:pt idx="2347">
                  <c:v>325.177684789</c:v>
                </c:pt>
                <c:pt idx="2348">
                  <c:v>323.31304358</c:v>
                </c:pt>
                <c:pt idx="2349">
                  <c:v>320.610634574</c:v>
                </c:pt>
                <c:pt idx="2350">
                  <c:v>321.958973301</c:v>
                </c:pt>
                <c:pt idx="2351">
                  <c:v>324.202359744</c:v>
                </c:pt>
                <c:pt idx="2352">
                  <c:v>323.789225198</c:v>
                </c:pt>
                <c:pt idx="2353">
                  <c:v>334.489605732</c:v>
                </c:pt>
                <c:pt idx="2354">
                  <c:v>336.698602863</c:v>
                </c:pt>
                <c:pt idx="2355">
                  <c:v>337.128896465</c:v>
                </c:pt>
                <c:pt idx="2356">
                  <c:v>338.775560698</c:v>
                </c:pt>
                <c:pt idx="2357">
                  <c:v>340.921368356</c:v>
                </c:pt>
                <c:pt idx="2358">
                  <c:v>341.294275239</c:v>
                </c:pt>
                <c:pt idx="2359">
                  <c:v>340.146754433</c:v>
                </c:pt>
                <c:pt idx="2360">
                  <c:v>334.415024356</c:v>
                </c:pt>
                <c:pt idx="2361">
                  <c:v>334.547028052</c:v>
                </c:pt>
                <c:pt idx="2362">
                  <c:v>332.263449545</c:v>
                </c:pt>
                <c:pt idx="2363">
                  <c:v>339.171464987</c:v>
                </c:pt>
                <c:pt idx="2364">
                  <c:v>337.209209394</c:v>
                </c:pt>
                <c:pt idx="2365">
                  <c:v>338.540282265</c:v>
                </c:pt>
                <c:pt idx="2366">
                  <c:v>338.161608231</c:v>
                </c:pt>
                <c:pt idx="2367">
                  <c:v>340.066477104</c:v>
                </c:pt>
                <c:pt idx="2368">
                  <c:v>342.00569969</c:v>
                </c:pt>
                <c:pt idx="2369">
                  <c:v>341.913923658</c:v>
                </c:pt>
                <c:pt idx="2370">
                  <c:v>340.261492274</c:v>
                </c:pt>
                <c:pt idx="2371">
                  <c:v>343.755674259</c:v>
                </c:pt>
                <c:pt idx="2372">
                  <c:v>344.065462869</c:v>
                </c:pt>
                <c:pt idx="2373">
                  <c:v>346.016219758</c:v>
                </c:pt>
                <c:pt idx="2374">
                  <c:v>345.029396009</c:v>
                </c:pt>
                <c:pt idx="2375">
                  <c:v>346.400625344</c:v>
                </c:pt>
                <c:pt idx="2376">
                  <c:v>342.527876124</c:v>
                </c:pt>
                <c:pt idx="2377">
                  <c:v>345.786744077</c:v>
                </c:pt>
                <c:pt idx="2378">
                  <c:v>342.831933182</c:v>
                </c:pt>
                <c:pt idx="2379">
                  <c:v>342.780278014</c:v>
                </c:pt>
                <c:pt idx="2380">
                  <c:v>341.975297545</c:v>
                </c:pt>
                <c:pt idx="2381">
                  <c:v>345.353068503</c:v>
                </c:pt>
                <c:pt idx="2382">
                  <c:v>349.168324204</c:v>
                </c:pt>
                <c:pt idx="2383">
                  <c:v>349.363944568</c:v>
                </c:pt>
                <c:pt idx="2384">
                  <c:v>352.097360914</c:v>
                </c:pt>
                <c:pt idx="2385">
                  <c:v>353.846659088</c:v>
                </c:pt>
                <c:pt idx="2386">
                  <c:v>355.538463743</c:v>
                </c:pt>
                <c:pt idx="2387">
                  <c:v>355.423405505</c:v>
                </c:pt>
                <c:pt idx="2388">
                  <c:v>357.034648033</c:v>
                </c:pt>
                <c:pt idx="2389">
                  <c:v>359.848626506</c:v>
                </c:pt>
                <c:pt idx="2390">
                  <c:v>357.166972127</c:v>
                </c:pt>
                <c:pt idx="2391">
                  <c:v>356.971351763</c:v>
                </c:pt>
                <c:pt idx="2392">
                  <c:v>359.111961865</c:v>
                </c:pt>
                <c:pt idx="2393">
                  <c:v>360.124737797</c:v>
                </c:pt>
                <c:pt idx="2394">
                  <c:v>358.858812381</c:v>
                </c:pt>
                <c:pt idx="2395">
                  <c:v>359.543572656</c:v>
                </c:pt>
                <c:pt idx="2396">
                  <c:v>358.007125102</c:v>
                </c:pt>
                <c:pt idx="2397">
                  <c:v>359.204058295</c:v>
                </c:pt>
                <c:pt idx="2398">
                  <c:v>361.402233116</c:v>
                </c:pt>
                <c:pt idx="2399">
                  <c:v>361.137584929</c:v>
                </c:pt>
                <c:pt idx="2400">
                  <c:v>361.822345203</c:v>
                </c:pt>
                <c:pt idx="2401">
                  <c:v>361.874107171</c:v>
                </c:pt>
                <c:pt idx="2402">
                  <c:v>364.95276943</c:v>
                </c:pt>
                <c:pt idx="2403">
                  <c:v>365.07359482</c:v>
                </c:pt>
                <c:pt idx="2404">
                  <c:v>366.615738326</c:v>
                </c:pt>
                <c:pt idx="2405">
                  <c:v>366.523748695</c:v>
                </c:pt>
                <c:pt idx="2406">
                  <c:v>365.556967578</c:v>
                </c:pt>
                <c:pt idx="2407">
                  <c:v>365.096627827</c:v>
                </c:pt>
                <c:pt idx="2408">
                  <c:v>363.727036078</c:v>
                </c:pt>
                <c:pt idx="2409">
                  <c:v>357.765438723</c:v>
                </c:pt>
                <c:pt idx="2410">
                  <c:v>363.203364457</c:v>
                </c:pt>
                <c:pt idx="2411">
                  <c:v>361.361969853</c:v>
                </c:pt>
                <c:pt idx="2412">
                  <c:v>364.12988231</c:v>
                </c:pt>
                <c:pt idx="2413">
                  <c:v>363.82489966</c:v>
                </c:pt>
                <c:pt idx="2414">
                  <c:v>366.66183994</c:v>
                </c:pt>
                <c:pt idx="2415">
                  <c:v>365.936745203</c:v>
                </c:pt>
                <c:pt idx="2416">
                  <c:v>369.832491831</c:v>
                </c:pt>
                <c:pt idx="2417">
                  <c:v>371.098524045</c:v>
                </c:pt>
                <c:pt idx="2418">
                  <c:v>371.133055757</c:v>
                </c:pt>
                <c:pt idx="2419">
                  <c:v>370.264102622</c:v>
                </c:pt>
                <c:pt idx="2420">
                  <c:v>370.183576095</c:v>
                </c:pt>
                <c:pt idx="2421">
                  <c:v>368.175218887</c:v>
                </c:pt>
                <c:pt idx="2422">
                  <c:v>367.196974666</c:v>
                </c:pt>
                <c:pt idx="2423">
                  <c:v>365.723858983</c:v>
                </c:pt>
                <c:pt idx="2424">
                  <c:v>371.340174825</c:v>
                </c:pt>
                <c:pt idx="2425">
                  <c:v>369.705899289</c:v>
                </c:pt>
                <c:pt idx="2426">
                  <c:v>371.253881146</c:v>
                </c:pt>
                <c:pt idx="2427">
                  <c:v>372.099765674</c:v>
                </c:pt>
                <c:pt idx="2428">
                  <c:v>373.417559856</c:v>
                </c:pt>
                <c:pt idx="2429">
                  <c:v>371.190549276</c:v>
                </c:pt>
                <c:pt idx="2430">
                  <c:v>368.439938274</c:v>
                </c:pt>
                <c:pt idx="2431">
                  <c:v>370.436725579</c:v>
                </c:pt>
                <c:pt idx="2432">
                  <c:v>373.532689293</c:v>
                </c:pt>
                <c:pt idx="2433">
                  <c:v>372.450743139</c:v>
                </c:pt>
                <c:pt idx="2434">
                  <c:v>373.365797889</c:v>
                </c:pt>
                <c:pt idx="2435">
                  <c:v>374.228912672</c:v>
                </c:pt>
                <c:pt idx="2436">
                  <c:v>375.310752027</c:v>
                </c:pt>
                <c:pt idx="2437">
                  <c:v>378.42964195</c:v>
                </c:pt>
                <c:pt idx="2438">
                  <c:v>378.303013809</c:v>
                </c:pt>
                <c:pt idx="2439">
                  <c:v>380.317138168</c:v>
                </c:pt>
                <c:pt idx="2440">
                  <c:v>379.793502147</c:v>
                </c:pt>
                <c:pt idx="2441">
                  <c:v>379.321628092</c:v>
                </c:pt>
                <c:pt idx="2442">
                  <c:v>381.093959273</c:v>
                </c:pt>
                <c:pt idx="2443">
                  <c:v>382.981491092</c:v>
                </c:pt>
                <c:pt idx="2444">
                  <c:v>384.793373543</c:v>
                </c:pt>
                <c:pt idx="2445">
                  <c:v>382.698758256</c:v>
                </c:pt>
                <c:pt idx="2446">
                  <c:v>381.481141636</c:v>
                </c:pt>
                <c:pt idx="2447">
                  <c:v>379.721199151</c:v>
                </c:pt>
                <c:pt idx="2448">
                  <c:v>381.896661362</c:v>
                </c:pt>
                <c:pt idx="2449">
                  <c:v>382.969956788</c:v>
                </c:pt>
                <c:pt idx="2450">
                  <c:v>384.412527927</c:v>
                </c:pt>
                <c:pt idx="2451">
                  <c:v>385.722454575</c:v>
                </c:pt>
                <c:pt idx="2452">
                  <c:v>386.16666766</c:v>
                </c:pt>
                <c:pt idx="2453">
                  <c:v>386.161007308</c:v>
                </c:pt>
                <c:pt idx="2454">
                  <c:v>387.545871329</c:v>
                </c:pt>
                <c:pt idx="2455">
                  <c:v>386.109031742</c:v>
                </c:pt>
                <c:pt idx="2456">
                  <c:v>388.411406892</c:v>
                </c:pt>
                <c:pt idx="2457">
                  <c:v>387.2861715</c:v>
                </c:pt>
                <c:pt idx="2458">
                  <c:v>376.818684219</c:v>
                </c:pt>
                <c:pt idx="2459">
                  <c:v>382.600609876</c:v>
                </c:pt>
                <c:pt idx="2460">
                  <c:v>382.133185784</c:v>
                </c:pt>
                <c:pt idx="2461">
                  <c:v>383.8297252</c:v>
                </c:pt>
                <c:pt idx="2462">
                  <c:v>381.215745855</c:v>
                </c:pt>
                <c:pt idx="2463">
                  <c:v>383.379638163</c:v>
                </c:pt>
                <c:pt idx="2464">
                  <c:v>387.366982825</c:v>
                </c:pt>
                <c:pt idx="2465">
                  <c:v>387.361180073</c:v>
                </c:pt>
                <c:pt idx="2466">
                  <c:v>385.347340511</c:v>
                </c:pt>
                <c:pt idx="2467">
                  <c:v>387.632414205</c:v>
                </c:pt>
                <c:pt idx="2468">
                  <c:v>390.800360518</c:v>
                </c:pt>
                <c:pt idx="2469">
                  <c:v>395.410913569</c:v>
                </c:pt>
                <c:pt idx="2470">
                  <c:v>396.461104789</c:v>
                </c:pt>
                <c:pt idx="2471">
                  <c:v>396.651563196</c:v>
                </c:pt>
                <c:pt idx="2472">
                  <c:v>392.289104471</c:v>
                </c:pt>
                <c:pt idx="2473">
                  <c:v>393.575926912</c:v>
                </c:pt>
                <c:pt idx="2474">
                  <c:v>394.314549536</c:v>
                </c:pt>
                <c:pt idx="2475">
                  <c:v>389.640522216</c:v>
                </c:pt>
                <c:pt idx="2476">
                  <c:v>390.990783326</c:v>
                </c:pt>
                <c:pt idx="2477">
                  <c:v>386.795714401</c:v>
                </c:pt>
                <c:pt idx="2478">
                  <c:v>387.176524417</c:v>
                </c:pt>
                <c:pt idx="2479">
                  <c:v>393.218185503</c:v>
                </c:pt>
                <c:pt idx="2480">
                  <c:v>394.118323977</c:v>
                </c:pt>
                <c:pt idx="2481">
                  <c:v>394.337618143</c:v>
                </c:pt>
                <c:pt idx="2482">
                  <c:v>387.793965655</c:v>
                </c:pt>
                <c:pt idx="2483">
                  <c:v>387.730526985</c:v>
                </c:pt>
                <c:pt idx="2484">
                  <c:v>384.118225188</c:v>
                </c:pt>
                <c:pt idx="2485">
                  <c:v>380.892607357</c:v>
                </c:pt>
                <c:pt idx="2486">
                  <c:v>382.364085454</c:v>
                </c:pt>
                <c:pt idx="2487">
                  <c:v>376.535951383</c:v>
                </c:pt>
                <c:pt idx="2488">
                  <c:v>380.286700423</c:v>
                </c:pt>
                <c:pt idx="2489">
                  <c:v>385.883970424</c:v>
                </c:pt>
                <c:pt idx="2490">
                  <c:v>389.513538077</c:v>
                </c:pt>
                <c:pt idx="2491">
                  <c:v>392.202597194</c:v>
                </c:pt>
                <c:pt idx="2492">
                  <c:v>394.343385295</c:v>
                </c:pt>
                <c:pt idx="2493">
                  <c:v>392.543037148</c:v>
                </c:pt>
                <c:pt idx="2494">
                  <c:v>393.270089869</c:v>
                </c:pt>
                <c:pt idx="2495">
                  <c:v>394.631920883</c:v>
                </c:pt>
                <c:pt idx="2496">
                  <c:v>394.92042087</c:v>
                </c:pt>
                <c:pt idx="2497">
                  <c:v>395.670613398</c:v>
                </c:pt>
                <c:pt idx="2498">
                  <c:v>394.481903737</c:v>
                </c:pt>
                <c:pt idx="2499">
                  <c:v>394.141356984</c:v>
                </c:pt>
                <c:pt idx="2500">
                  <c:v>396.755443128</c:v>
                </c:pt>
                <c:pt idx="2501">
                  <c:v>397.678650209</c:v>
                </c:pt>
                <c:pt idx="2502">
                  <c:v>393.402805559</c:v>
                </c:pt>
                <c:pt idx="2503">
                  <c:v>392.808468528</c:v>
                </c:pt>
                <c:pt idx="2504">
                  <c:v>391.735173102</c:v>
                </c:pt>
                <c:pt idx="2505">
                  <c:v>387.424654342</c:v>
                </c:pt>
                <c:pt idx="2506">
                  <c:v>390.350273481</c:v>
                </c:pt>
                <c:pt idx="2507">
                  <c:v>393.888171901</c:v>
                </c:pt>
                <c:pt idx="2508">
                  <c:v>396.342059384</c:v>
                </c:pt>
                <c:pt idx="2509">
                  <c:v>398.153514638</c:v>
                </c:pt>
                <c:pt idx="2510">
                  <c:v>399.554078128</c:v>
                </c:pt>
                <c:pt idx="2511">
                  <c:v>399.513530067</c:v>
                </c:pt>
                <c:pt idx="2512">
                  <c:v>398.089826771</c:v>
                </c:pt>
                <c:pt idx="2513">
                  <c:v>397.603712835</c:v>
                </c:pt>
                <c:pt idx="2514">
                  <c:v>394.657873066</c:v>
                </c:pt>
                <c:pt idx="2515">
                  <c:v>395.381330217</c:v>
                </c:pt>
                <c:pt idx="2516">
                  <c:v>398.0146046</c:v>
                </c:pt>
                <c:pt idx="2517">
                  <c:v>400.381664409</c:v>
                </c:pt>
                <c:pt idx="2518">
                  <c:v>399.0910684</c:v>
                </c:pt>
                <c:pt idx="2519">
                  <c:v>399.050555938</c:v>
                </c:pt>
                <c:pt idx="2520">
                  <c:v>401.689633073</c:v>
                </c:pt>
                <c:pt idx="2521">
                  <c:v>402.320424199</c:v>
                </c:pt>
                <c:pt idx="2522">
                  <c:v>401.516048924</c:v>
                </c:pt>
                <c:pt idx="2523">
                  <c:v>399.542472625</c:v>
                </c:pt>
                <c:pt idx="2524">
                  <c:v>400.630541928</c:v>
                </c:pt>
                <c:pt idx="2525">
                  <c:v>400.294836735</c:v>
                </c:pt>
                <c:pt idx="2526">
                  <c:v>392.146136066</c:v>
                </c:pt>
                <c:pt idx="2527">
                  <c:v>396.671890626</c:v>
                </c:pt>
                <c:pt idx="2528">
                  <c:v>398.743828903</c:v>
                </c:pt>
                <c:pt idx="2529">
                  <c:v>398.888470493</c:v>
                </c:pt>
                <c:pt idx="2530">
                  <c:v>400.914093557</c:v>
                </c:pt>
                <c:pt idx="2531">
                  <c:v>402.511452202</c:v>
                </c:pt>
                <c:pt idx="2532">
                  <c:v>402.470904141</c:v>
                </c:pt>
                <c:pt idx="2533">
                  <c:v>401.672260418</c:v>
                </c:pt>
                <c:pt idx="2534">
                  <c:v>400.474259235</c:v>
                </c:pt>
                <c:pt idx="2535">
                  <c:v>402.465136989</c:v>
                </c:pt>
                <c:pt idx="2536">
                  <c:v>399.062125842</c:v>
                </c:pt>
                <c:pt idx="2537">
                  <c:v>397.129133203</c:v>
                </c:pt>
                <c:pt idx="2538">
                  <c:v>392.169275873</c:v>
                </c:pt>
                <c:pt idx="2539">
                  <c:v>399.692952567</c:v>
                </c:pt>
                <c:pt idx="2540">
                  <c:v>401.620178054</c:v>
                </c:pt>
                <c:pt idx="2541">
                  <c:v>400.561086909</c:v>
                </c:pt>
                <c:pt idx="2542">
                  <c:v>400.468492083</c:v>
                </c:pt>
                <c:pt idx="2543">
                  <c:v>394.28172661</c:v>
                </c:pt>
                <c:pt idx="2544">
                  <c:v>394.559475488</c:v>
                </c:pt>
                <c:pt idx="2545">
                  <c:v>395.196104965</c:v>
                </c:pt>
                <c:pt idx="2546">
                  <c:v>397.18698272</c:v>
                </c:pt>
                <c:pt idx="2547">
                  <c:v>396.139461478</c:v>
                </c:pt>
                <c:pt idx="2548">
                  <c:v>399.004240726</c:v>
                </c:pt>
                <c:pt idx="2549">
                  <c:v>394.929890391</c:v>
                </c:pt>
                <c:pt idx="2550">
                  <c:v>397.800436791</c:v>
                </c:pt>
                <c:pt idx="2551">
                  <c:v>401.157239524</c:v>
                </c:pt>
                <c:pt idx="2552">
                  <c:v>398.929018554</c:v>
                </c:pt>
                <c:pt idx="2553">
                  <c:v>397.013362971</c:v>
                </c:pt>
                <c:pt idx="2554">
                  <c:v>397.239100684</c:v>
                </c:pt>
                <c:pt idx="2555">
                  <c:v>393.737691959</c:v>
                </c:pt>
                <c:pt idx="2556">
                  <c:v>396.515607933</c:v>
                </c:pt>
                <c:pt idx="2557">
                  <c:v>394.304830817</c:v>
                </c:pt>
                <c:pt idx="2558">
                  <c:v>389.136608429</c:v>
                </c:pt>
                <c:pt idx="2559">
                  <c:v>392.545493527</c:v>
                </c:pt>
                <c:pt idx="2560">
                  <c:v>391.914595602</c:v>
                </c:pt>
                <c:pt idx="2561">
                  <c:v>391.422714515</c:v>
                </c:pt>
                <c:pt idx="2562">
                  <c:v>385.47895261</c:v>
                </c:pt>
                <c:pt idx="2563">
                  <c:v>383.297118053</c:v>
                </c:pt>
                <c:pt idx="2564">
                  <c:v>387.197884238</c:v>
                </c:pt>
                <c:pt idx="2565">
                  <c:v>388.216427322</c:v>
                </c:pt>
                <c:pt idx="2566">
                  <c:v>382.799398614</c:v>
                </c:pt>
                <c:pt idx="2567">
                  <c:v>381.856042102</c:v>
                </c:pt>
                <c:pt idx="2568">
                  <c:v>376.381804672</c:v>
                </c:pt>
                <c:pt idx="2569">
                  <c:v>380.333834429</c:v>
                </c:pt>
                <c:pt idx="2570">
                  <c:v>379.057122303</c:v>
                </c:pt>
                <c:pt idx="2571">
                  <c:v>381.169537441</c:v>
                </c:pt>
                <c:pt idx="2572">
                  <c:v>374.362340356</c:v>
                </c:pt>
                <c:pt idx="2573">
                  <c:v>367.97874413</c:v>
                </c:pt>
                <c:pt idx="2574">
                  <c:v>366.748418416</c:v>
                </c:pt>
                <c:pt idx="2575">
                  <c:v>377.409034083</c:v>
                </c:pt>
                <c:pt idx="2576">
                  <c:v>380.252595908</c:v>
                </c:pt>
                <c:pt idx="2577">
                  <c:v>380.595029445</c:v>
                </c:pt>
                <c:pt idx="2578">
                  <c:v>382.393989204</c:v>
                </c:pt>
                <c:pt idx="2579">
                  <c:v>382.562268997</c:v>
                </c:pt>
                <c:pt idx="2580">
                  <c:v>392.30597873</c:v>
                </c:pt>
                <c:pt idx="2581">
                  <c:v>394.569229807</c:v>
                </c:pt>
                <c:pt idx="2582">
                  <c:v>394.30810599</c:v>
                </c:pt>
                <c:pt idx="2583">
                  <c:v>398.161417772</c:v>
                </c:pt>
                <c:pt idx="2584">
                  <c:v>403.012980808</c:v>
                </c:pt>
                <c:pt idx="2585">
                  <c:v>406.193173419</c:v>
                </c:pt>
                <c:pt idx="2586">
                  <c:v>407.191317873</c:v>
                </c:pt>
                <c:pt idx="2587">
                  <c:v>412.112513927</c:v>
                </c:pt>
                <c:pt idx="2588">
                  <c:v>411.288380818</c:v>
                </c:pt>
                <c:pt idx="2589">
                  <c:v>408.595726131</c:v>
                </c:pt>
                <c:pt idx="2590">
                  <c:v>412.733443936</c:v>
                </c:pt>
                <c:pt idx="2591">
                  <c:v>411.131742128</c:v>
                </c:pt>
                <c:pt idx="2592">
                  <c:v>414.31770189</c:v>
                </c:pt>
                <c:pt idx="2593">
                  <c:v>415.031547121</c:v>
                </c:pt>
                <c:pt idx="2594">
                  <c:v>413.012011607</c:v>
                </c:pt>
                <c:pt idx="2595">
                  <c:v>412.948145741</c:v>
                </c:pt>
                <c:pt idx="2596">
                  <c:v>417.056849788</c:v>
                </c:pt>
                <c:pt idx="2597">
                  <c:v>418.211704132</c:v>
                </c:pt>
                <c:pt idx="2598">
                  <c:v>416.679635342</c:v>
                </c:pt>
                <c:pt idx="2599">
                  <c:v>420.022340593</c:v>
                </c:pt>
                <c:pt idx="2600">
                  <c:v>425.860406981</c:v>
                </c:pt>
                <c:pt idx="2601">
                  <c:v>424.554681098</c:v>
                </c:pt>
                <c:pt idx="2602">
                  <c:v>428.059827792</c:v>
                </c:pt>
                <c:pt idx="2603">
                  <c:v>429.03476124</c:v>
                </c:pt>
                <c:pt idx="2604">
                  <c:v>428.384817475</c:v>
                </c:pt>
                <c:pt idx="2605">
                  <c:v>430.781567435</c:v>
                </c:pt>
                <c:pt idx="2606">
                  <c:v>434.182264602</c:v>
                </c:pt>
                <c:pt idx="2607">
                  <c:v>428.959361071</c:v>
                </c:pt>
                <c:pt idx="2608">
                  <c:v>428.657582394</c:v>
                </c:pt>
                <c:pt idx="2609">
                  <c:v>425.802343867</c:v>
                </c:pt>
                <c:pt idx="2610">
                  <c:v>430.166404579</c:v>
                </c:pt>
                <c:pt idx="2611">
                  <c:v>431.019480246</c:v>
                </c:pt>
                <c:pt idx="2612">
                  <c:v>432.714061678</c:v>
                </c:pt>
                <c:pt idx="2613">
                  <c:v>435.58667286</c:v>
                </c:pt>
                <c:pt idx="2614">
                  <c:v>435.511201491</c:v>
                </c:pt>
                <c:pt idx="2615">
                  <c:v>437.913754203</c:v>
                </c:pt>
                <c:pt idx="2616">
                  <c:v>439.004778281</c:v>
                </c:pt>
                <c:pt idx="2617">
                  <c:v>440.200216286</c:v>
                </c:pt>
                <c:pt idx="2618">
                  <c:v>440.798006488</c:v>
                </c:pt>
                <c:pt idx="2619">
                  <c:v>437.70485515</c:v>
                </c:pt>
                <c:pt idx="2620">
                  <c:v>439.358781721</c:v>
                </c:pt>
                <c:pt idx="2621">
                  <c:v>428.019208531</c:v>
                </c:pt>
                <c:pt idx="2622">
                  <c:v>428.988339228</c:v>
                </c:pt>
                <c:pt idx="2623">
                  <c:v>427.729070957</c:v>
                </c:pt>
                <c:pt idx="2624">
                  <c:v>420.985668539</c:v>
                </c:pt>
                <c:pt idx="2625">
                  <c:v>428.141101912</c:v>
                </c:pt>
                <c:pt idx="2626">
                  <c:v>430.456577753</c:v>
                </c:pt>
                <c:pt idx="2627">
                  <c:v>438.047253087</c:v>
                </c:pt>
                <c:pt idx="2628">
                  <c:v>435.435801321</c:v>
                </c:pt>
                <c:pt idx="2629">
                  <c:v>429.998124786</c:v>
                </c:pt>
                <c:pt idx="2630">
                  <c:v>434.468806606</c:v>
                </c:pt>
                <c:pt idx="2631">
                  <c:v>433.101564438</c:v>
                </c:pt>
                <c:pt idx="2632">
                  <c:v>426.812058224</c:v>
                </c:pt>
                <c:pt idx="2633">
                  <c:v>426.614230678</c:v>
                </c:pt>
                <c:pt idx="2634">
                  <c:v>427.230959922</c:v>
                </c:pt>
                <c:pt idx="2635">
                  <c:v>424.141510953</c:v>
                </c:pt>
                <c:pt idx="2636">
                  <c:v>431.129162929</c:v>
                </c:pt>
                <c:pt idx="2637">
                  <c:v>434.48628606</c:v>
                </c:pt>
                <c:pt idx="2638">
                  <c:v>433.898641773</c:v>
                </c:pt>
                <c:pt idx="2639">
                  <c:v>433.328476941</c:v>
                </c:pt>
                <c:pt idx="2640">
                  <c:v>437.110304521</c:v>
                </c:pt>
                <c:pt idx="2641">
                  <c:v>435.033204287</c:v>
                </c:pt>
                <c:pt idx="2642">
                  <c:v>433.689208725</c:v>
                </c:pt>
                <c:pt idx="2643">
                  <c:v>437.360499229</c:v>
                </c:pt>
                <c:pt idx="2644">
                  <c:v>439.245574668</c:v>
                </c:pt>
                <c:pt idx="2645">
                  <c:v>435.882648785</c:v>
                </c:pt>
                <c:pt idx="2646">
                  <c:v>437.430310245</c:v>
                </c:pt>
                <c:pt idx="2647">
                  <c:v>439.164122549</c:v>
                </c:pt>
                <c:pt idx="2648">
                  <c:v>436.784460445</c:v>
                </c:pt>
                <c:pt idx="2649">
                  <c:v>432.461517389</c:v>
                </c:pt>
                <c:pt idx="2650">
                  <c:v>431.763371626</c:v>
                </c:pt>
                <c:pt idx="2651">
                  <c:v>435.364851114</c:v>
                </c:pt>
                <c:pt idx="2652">
                  <c:v>434.858623347</c:v>
                </c:pt>
                <c:pt idx="2653">
                  <c:v>429.488443847</c:v>
                </c:pt>
                <c:pt idx="2654">
                  <c:v>429.924789399</c:v>
                </c:pt>
                <c:pt idx="2655">
                  <c:v>430.01791822</c:v>
                </c:pt>
                <c:pt idx="2656">
                  <c:v>431.04771081</c:v>
                </c:pt>
                <c:pt idx="2657">
                  <c:v>424.414987866</c:v>
                </c:pt>
                <c:pt idx="2658">
                  <c:v>431.530620772</c:v>
                </c:pt>
                <c:pt idx="2659">
                  <c:v>434.637584795</c:v>
                </c:pt>
                <c:pt idx="2660">
                  <c:v>440.828123836</c:v>
                </c:pt>
                <c:pt idx="2661">
                  <c:v>448.775792986</c:v>
                </c:pt>
                <c:pt idx="2662">
                  <c:v>447.879784077</c:v>
                </c:pt>
                <c:pt idx="2663">
                  <c:v>447.16415886</c:v>
                </c:pt>
                <c:pt idx="2664">
                  <c:v>449.898714397</c:v>
                </c:pt>
                <c:pt idx="2665">
                  <c:v>449.764895116</c:v>
                </c:pt>
                <c:pt idx="2666">
                  <c:v>448.327806331</c:v>
                </c:pt>
                <c:pt idx="2667">
                  <c:v>449.450692143</c:v>
                </c:pt>
                <c:pt idx="2668">
                  <c:v>452.586741122</c:v>
                </c:pt>
                <c:pt idx="2669">
                  <c:v>451.690732214</c:v>
                </c:pt>
                <c:pt idx="2670">
                  <c:v>449.555426467</c:v>
                </c:pt>
                <c:pt idx="2671">
                  <c:v>446.51834466</c:v>
                </c:pt>
                <c:pt idx="2672">
                  <c:v>447.455044028</c:v>
                </c:pt>
                <c:pt idx="2673">
                  <c:v>443.696498654</c:v>
                </c:pt>
                <c:pt idx="2674">
                  <c:v>445.511763076</c:v>
                </c:pt>
                <c:pt idx="2675">
                  <c:v>444.202655222</c:v>
                </c:pt>
                <c:pt idx="2676">
                  <c:v>445.622300152</c:v>
                </c:pt>
                <c:pt idx="2677">
                  <c:v>445.721231725</c:v>
                </c:pt>
                <c:pt idx="2678">
                  <c:v>448.641973704</c:v>
                </c:pt>
                <c:pt idx="2679">
                  <c:v>447.623786618</c:v>
                </c:pt>
                <c:pt idx="2680">
                  <c:v>446.285593806</c:v>
                </c:pt>
                <c:pt idx="2681">
                  <c:v>443.219427042</c:v>
                </c:pt>
                <c:pt idx="2682">
                  <c:v>445.1859546</c:v>
                </c:pt>
                <c:pt idx="2683">
                  <c:v>449.846347235</c:v>
                </c:pt>
                <c:pt idx="2684">
                  <c:v>448.112534931</c:v>
                </c:pt>
                <c:pt idx="2685">
                  <c:v>445.651420708</c:v>
                </c:pt>
                <c:pt idx="2686">
                  <c:v>443.580158826</c:v>
                </c:pt>
                <c:pt idx="2687">
                  <c:v>440.921217058</c:v>
                </c:pt>
                <c:pt idx="2688">
                  <c:v>444.679762433</c:v>
                </c:pt>
                <c:pt idx="2689">
                  <c:v>442.695755421</c:v>
                </c:pt>
                <c:pt idx="2690">
                  <c:v>440.665219598</c:v>
                </c:pt>
                <c:pt idx="2691">
                  <c:v>438.721938646</c:v>
                </c:pt>
                <c:pt idx="2692">
                  <c:v>443.696498654</c:v>
                </c:pt>
                <c:pt idx="2693">
                  <c:v>444.267517879</c:v>
                </c:pt>
                <c:pt idx="2694">
                  <c:v>451.155882286</c:v>
                </c:pt>
                <c:pt idx="2695">
                  <c:v>451.085893271</c:v>
                </c:pt>
                <c:pt idx="2696">
                  <c:v>447.837100034</c:v>
                </c:pt>
                <c:pt idx="2697">
                  <c:v>447.469639906</c:v>
                </c:pt>
                <c:pt idx="2698">
                  <c:v>449.901847171</c:v>
                </c:pt>
                <c:pt idx="2699">
                  <c:v>446.553908763</c:v>
                </c:pt>
                <c:pt idx="2700">
                  <c:v>445.731520039</c:v>
                </c:pt>
                <c:pt idx="2701">
                  <c:v>444.815788895</c:v>
                </c:pt>
              </c:numCache>
            </c:numRef>
          </c:yVal>
        </c:ser>
        <c:ser>
          <c:idx val="2"/>
          <c:order val="2"/>
          <c:tx>
            <c:v>미국 배당주 (SCHD)</c:v>
          </c:tx>
          <c:spPr>
            <a:ln xmlns:a="http://schemas.openxmlformats.org/drawingml/2006/main" w="16193">
              <a:solidFill>
                <a:srgbClr val="8050A8"/>
              </a:solidFill>
              <a:prstDash val="solid"/>
            </a:ln>
          </c:spPr>
          <c:marker>
            <c:symbol val="none"/>
          </c:marker>
          <c:xVal>
            <c:numRef>
              <c:f>'Chart Data'!$E$2:$E$2703</c:f>
              <c:numCache>
                <c:formatCode>General</c:formatCode>
                <c:ptCount val="2702"/>
                <c:pt idx="0">
                  <c:v>2016</c:v>
                </c:pt>
                <c:pt idx="1">
                  <c:v>2016.01092896</c:v>
                </c:pt>
                <c:pt idx="2">
                  <c:v>2016.0136612</c:v>
                </c:pt>
                <c:pt idx="3">
                  <c:v>2016.01639344</c:v>
                </c:pt>
                <c:pt idx="4">
                  <c:v>2016.01912568</c:v>
                </c:pt>
                <c:pt idx="5">
                  <c:v>2016.02185792</c:v>
                </c:pt>
                <c:pt idx="6">
                  <c:v>2016.03005464</c:v>
                </c:pt>
                <c:pt idx="7">
                  <c:v>2016.03278689</c:v>
                </c:pt>
                <c:pt idx="8">
                  <c:v>2016.03551913</c:v>
                </c:pt>
                <c:pt idx="9">
                  <c:v>2016.03825137</c:v>
                </c:pt>
                <c:pt idx="10">
                  <c:v>2016.04098361</c:v>
                </c:pt>
                <c:pt idx="11">
                  <c:v>2016.05191257</c:v>
                </c:pt>
                <c:pt idx="12">
                  <c:v>2016.05464481</c:v>
                </c:pt>
                <c:pt idx="13">
                  <c:v>2016.05737705</c:v>
                </c:pt>
                <c:pt idx="14">
                  <c:v>2016.06010929</c:v>
                </c:pt>
                <c:pt idx="15">
                  <c:v>2016.06830601</c:v>
                </c:pt>
                <c:pt idx="16">
                  <c:v>2016.07103825</c:v>
                </c:pt>
                <c:pt idx="17">
                  <c:v>2016.07377049</c:v>
                </c:pt>
                <c:pt idx="18">
                  <c:v>2016.07650273</c:v>
                </c:pt>
                <c:pt idx="19">
                  <c:v>2016.07923497</c:v>
                </c:pt>
                <c:pt idx="20">
                  <c:v>2016.08743169</c:v>
                </c:pt>
                <c:pt idx="21">
                  <c:v>2016.09016393</c:v>
                </c:pt>
                <c:pt idx="22">
                  <c:v>2016.09289617</c:v>
                </c:pt>
                <c:pt idx="23">
                  <c:v>2016.09562842</c:v>
                </c:pt>
                <c:pt idx="24">
                  <c:v>2016.09836066</c:v>
                </c:pt>
                <c:pt idx="25">
                  <c:v>2016.10655738</c:v>
                </c:pt>
                <c:pt idx="26">
                  <c:v>2016.10928962</c:v>
                </c:pt>
                <c:pt idx="27">
                  <c:v>2016.11202186</c:v>
                </c:pt>
                <c:pt idx="28">
                  <c:v>2016.1147541</c:v>
                </c:pt>
                <c:pt idx="29">
                  <c:v>2016.11748634</c:v>
                </c:pt>
                <c:pt idx="30">
                  <c:v>2016.1284153</c:v>
                </c:pt>
                <c:pt idx="31">
                  <c:v>2016.13114754</c:v>
                </c:pt>
                <c:pt idx="32">
                  <c:v>2016.13387978</c:v>
                </c:pt>
                <c:pt idx="33">
                  <c:v>2016.13661202</c:v>
                </c:pt>
                <c:pt idx="34">
                  <c:v>2016.14480874</c:v>
                </c:pt>
                <c:pt idx="35">
                  <c:v>2016.14754098</c:v>
                </c:pt>
                <c:pt idx="36">
                  <c:v>2016.15027322</c:v>
                </c:pt>
                <c:pt idx="37">
                  <c:v>2016.15300546</c:v>
                </c:pt>
                <c:pt idx="38">
                  <c:v>2016.1557377</c:v>
                </c:pt>
                <c:pt idx="39">
                  <c:v>2016.16393443</c:v>
                </c:pt>
                <c:pt idx="40">
                  <c:v>2016.16666667</c:v>
                </c:pt>
                <c:pt idx="41">
                  <c:v>2016.16939891</c:v>
                </c:pt>
                <c:pt idx="42">
                  <c:v>2016.17213115</c:v>
                </c:pt>
                <c:pt idx="43">
                  <c:v>2016.17486339</c:v>
                </c:pt>
                <c:pt idx="44">
                  <c:v>2016.18306011</c:v>
                </c:pt>
                <c:pt idx="45">
                  <c:v>2016.18579235</c:v>
                </c:pt>
                <c:pt idx="46">
                  <c:v>2016.18852459</c:v>
                </c:pt>
                <c:pt idx="47">
                  <c:v>2016.19125683</c:v>
                </c:pt>
                <c:pt idx="48">
                  <c:v>2016.19398907</c:v>
                </c:pt>
                <c:pt idx="49">
                  <c:v>2016.20218579</c:v>
                </c:pt>
                <c:pt idx="50">
                  <c:v>2016.20491803</c:v>
                </c:pt>
                <c:pt idx="51">
                  <c:v>2016.20765027</c:v>
                </c:pt>
                <c:pt idx="52">
                  <c:v>2016.21038251</c:v>
                </c:pt>
                <c:pt idx="53">
                  <c:v>2016.21311475</c:v>
                </c:pt>
                <c:pt idx="54">
                  <c:v>2016.22131148</c:v>
                </c:pt>
                <c:pt idx="55">
                  <c:v>2016.22404372</c:v>
                </c:pt>
                <c:pt idx="56">
                  <c:v>2016.22677596</c:v>
                </c:pt>
                <c:pt idx="57">
                  <c:v>2016.2295082</c:v>
                </c:pt>
                <c:pt idx="58">
                  <c:v>2016.24043716</c:v>
                </c:pt>
                <c:pt idx="59">
                  <c:v>2016.2431694</c:v>
                </c:pt>
                <c:pt idx="60">
                  <c:v>2016.24590164</c:v>
                </c:pt>
                <c:pt idx="61">
                  <c:v>2016.24863388</c:v>
                </c:pt>
                <c:pt idx="62">
                  <c:v>2016.25136612</c:v>
                </c:pt>
                <c:pt idx="63">
                  <c:v>2016.25956284</c:v>
                </c:pt>
                <c:pt idx="64">
                  <c:v>2016.26229508</c:v>
                </c:pt>
                <c:pt idx="65">
                  <c:v>2016.26502732</c:v>
                </c:pt>
                <c:pt idx="66">
                  <c:v>2016.26775956</c:v>
                </c:pt>
                <c:pt idx="67">
                  <c:v>2016.2704918</c:v>
                </c:pt>
                <c:pt idx="68">
                  <c:v>2016.27868852</c:v>
                </c:pt>
                <c:pt idx="69">
                  <c:v>2016.28142077</c:v>
                </c:pt>
                <c:pt idx="70">
                  <c:v>2016.28415301</c:v>
                </c:pt>
                <c:pt idx="71">
                  <c:v>2016.28688525</c:v>
                </c:pt>
                <c:pt idx="72">
                  <c:v>2016.28961749</c:v>
                </c:pt>
                <c:pt idx="73">
                  <c:v>2016.29781421</c:v>
                </c:pt>
                <c:pt idx="74">
                  <c:v>2016.30054645</c:v>
                </c:pt>
                <c:pt idx="75">
                  <c:v>2016.30327869</c:v>
                </c:pt>
                <c:pt idx="76">
                  <c:v>2016.30601093</c:v>
                </c:pt>
                <c:pt idx="77">
                  <c:v>2016.30874317</c:v>
                </c:pt>
                <c:pt idx="78">
                  <c:v>2016.31693989</c:v>
                </c:pt>
                <c:pt idx="79">
                  <c:v>2016.31967213</c:v>
                </c:pt>
                <c:pt idx="80">
                  <c:v>2016.32240437</c:v>
                </c:pt>
                <c:pt idx="81">
                  <c:v>2016.32513661</c:v>
                </c:pt>
                <c:pt idx="82">
                  <c:v>2016.32786885</c:v>
                </c:pt>
                <c:pt idx="83">
                  <c:v>2016.33606557</c:v>
                </c:pt>
                <c:pt idx="84">
                  <c:v>2016.33879781</c:v>
                </c:pt>
                <c:pt idx="85">
                  <c:v>2016.34153005</c:v>
                </c:pt>
                <c:pt idx="86">
                  <c:v>2016.3442623</c:v>
                </c:pt>
                <c:pt idx="87">
                  <c:v>2016.34699454</c:v>
                </c:pt>
                <c:pt idx="88">
                  <c:v>2016.35519126</c:v>
                </c:pt>
                <c:pt idx="89">
                  <c:v>2016.3579235</c:v>
                </c:pt>
                <c:pt idx="90">
                  <c:v>2016.36065574</c:v>
                </c:pt>
                <c:pt idx="91">
                  <c:v>2016.36338798</c:v>
                </c:pt>
                <c:pt idx="92">
                  <c:v>2016.36612022</c:v>
                </c:pt>
                <c:pt idx="93">
                  <c:v>2016.37431694</c:v>
                </c:pt>
                <c:pt idx="94">
                  <c:v>2016.37704918</c:v>
                </c:pt>
                <c:pt idx="95">
                  <c:v>2016.37978142</c:v>
                </c:pt>
                <c:pt idx="96">
                  <c:v>2016.38251366</c:v>
                </c:pt>
                <c:pt idx="97">
                  <c:v>2016.3852459</c:v>
                </c:pt>
                <c:pt idx="98">
                  <c:v>2016.39344262</c:v>
                </c:pt>
                <c:pt idx="99">
                  <c:v>2016.39617486</c:v>
                </c:pt>
                <c:pt idx="100">
                  <c:v>2016.3989071</c:v>
                </c:pt>
                <c:pt idx="101">
                  <c:v>2016.40163934</c:v>
                </c:pt>
                <c:pt idx="102">
                  <c:v>2016.40437158</c:v>
                </c:pt>
                <c:pt idx="103">
                  <c:v>2016.41530055</c:v>
                </c:pt>
                <c:pt idx="104">
                  <c:v>2016.41803279</c:v>
                </c:pt>
                <c:pt idx="105">
                  <c:v>2016.42076503</c:v>
                </c:pt>
                <c:pt idx="106">
                  <c:v>2016.42349727</c:v>
                </c:pt>
                <c:pt idx="107">
                  <c:v>2016.43169399</c:v>
                </c:pt>
                <c:pt idx="108">
                  <c:v>2016.43442623</c:v>
                </c:pt>
                <c:pt idx="109">
                  <c:v>2016.43715847</c:v>
                </c:pt>
                <c:pt idx="110">
                  <c:v>2016.43989071</c:v>
                </c:pt>
                <c:pt idx="111">
                  <c:v>2016.44262295</c:v>
                </c:pt>
                <c:pt idx="112">
                  <c:v>2016.45081967</c:v>
                </c:pt>
                <c:pt idx="113">
                  <c:v>2016.45355191</c:v>
                </c:pt>
                <c:pt idx="114">
                  <c:v>2016.45628415</c:v>
                </c:pt>
                <c:pt idx="115">
                  <c:v>2016.45901639</c:v>
                </c:pt>
                <c:pt idx="116">
                  <c:v>2016.46174863</c:v>
                </c:pt>
                <c:pt idx="117">
                  <c:v>2016.46994536</c:v>
                </c:pt>
                <c:pt idx="118">
                  <c:v>2016.4726776</c:v>
                </c:pt>
                <c:pt idx="119">
                  <c:v>2016.47540984</c:v>
                </c:pt>
                <c:pt idx="120">
                  <c:v>2016.47814208</c:v>
                </c:pt>
                <c:pt idx="121">
                  <c:v>2016.48087432</c:v>
                </c:pt>
                <c:pt idx="122">
                  <c:v>2016.48907104</c:v>
                </c:pt>
                <c:pt idx="123">
                  <c:v>2016.49180328</c:v>
                </c:pt>
                <c:pt idx="124">
                  <c:v>2016.49453552</c:v>
                </c:pt>
                <c:pt idx="125">
                  <c:v>2016.49726776</c:v>
                </c:pt>
                <c:pt idx="126">
                  <c:v>2016.5</c:v>
                </c:pt>
                <c:pt idx="127">
                  <c:v>2016.51092896</c:v>
                </c:pt>
                <c:pt idx="128">
                  <c:v>2016.5136612</c:v>
                </c:pt>
                <c:pt idx="129">
                  <c:v>2016.51639344</c:v>
                </c:pt>
                <c:pt idx="130">
                  <c:v>2016.51912568</c:v>
                </c:pt>
                <c:pt idx="131">
                  <c:v>2016.5273224</c:v>
                </c:pt>
                <c:pt idx="132">
                  <c:v>2016.53005464</c:v>
                </c:pt>
                <c:pt idx="133">
                  <c:v>2016.53278689</c:v>
                </c:pt>
                <c:pt idx="134">
                  <c:v>2016.53551913</c:v>
                </c:pt>
                <c:pt idx="135">
                  <c:v>2016.53825137</c:v>
                </c:pt>
                <c:pt idx="136">
                  <c:v>2016.54644809</c:v>
                </c:pt>
                <c:pt idx="137">
                  <c:v>2016.54918033</c:v>
                </c:pt>
                <c:pt idx="138">
                  <c:v>2016.55191257</c:v>
                </c:pt>
                <c:pt idx="139">
                  <c:v>2016.55464481</c:v>
                </c:pt>
                <c:pt idx="140">
                  <c:v>2016.55737705</c:v>
                </c:pt>
                <c:pt idx="141">
                  <c:v>2016.56557377</c:v>
                </c:pt>
                <c:pt idx="142">
                  <c:v>2016.56830601</c:v>
                </c:pt>
                <c:pt idx="143">
                  <c:v>2016.57103825</c:v>
                </c:pt>
                <c:pt idx="144">
                  <c:v>2016.57377049</c:v>
                </c:pt>
                <c:pt idx="145">
                  <c:v>2016.57650273</c:v>
                </c:pt>
                <c:pt idx="146">
                  <c:v>2016.58469945</c:v>
                </c:pt>
                <c:pt idx="147">
                  <c:v>2016.58743169</c:v>
                </c:pt>
                <c:pt idx="148">
                  <c:v>2016.59016393</c:v>
                </c:pt>
                <c:pt idx="149">
                  <c:v>2016.59289617</c:v>
                </c:pt>
                <c:pt idx="150">
                  <c:v>2016.59562842</c:v>
                </c:pt>
                <c:pt idx="151">
                  <c:v>2016.60382514</c:v>
                </c:pt>
                <c:pt idx="152">
                  <c:v>2016.60655738</c:v>
                </c:pt>
                <c:pt idx="153">
                  <c:v>2016.60928962</c:v>
                </c:pt>
                <c:pt idx="154">
                  <c:v>2016.61202186</c:v>
                </c:pt>
                <c:pt idx="155">
                  <c:v>2016.6147541</c:v>
                </c:pt>
                <c:pt idx="156">
                  <c:v>2016.62295082</c:v>
                </c:pt>
                <c:pt idx="157">
                  <c:v>2016.62568306</c:v>
                </c:pt>
                <c:pt idx="158">
                  <c:v>2016.6284153</c:v>
                </c:pt>
                <c:pt idx="159">
                  <c:v>2016.63114754</c:v>
                </c:pt>
                <c:pt idx="160">
                  <c:v>2016.63387978</c:v>
                </c:pt>
                <c:pt idx="161">
                  <c:v>2016.6420765</c:v>
                </c:pt>
                <c:pt idx="162">
                  <c:v>2016.64480874</c:v>
                </c:pt>
                <c:pt idx="163">
                  <c:v>2016.64754098</c:v>
                </c:pt>
                <c:pt idx="164">
                  <c:v>2016.65027322</c:v>
                </c:pt>
                <c:pt idx="165">
                  <c:v>2016.65300546</c:v>
                </c:pt>
                <c:pt idx="166">
                  <c:v>2016.66120219</c:v>
                </c:pt>
                <c:pt idx="167">
                  <c:v>2016.66393443</c:v>
                </c:pt>
                <c:pt idx="168">
                  <c:v>2016.66666667</c:v>
                </c:pt>
                <c:pt idx="169">
                  <c:v>2016.66939891</c:v>
                </c:pt>
                <c:pt idx="170">
                  <c:v>2016.67213115</c:v>
                </c:pt>
                <c:pt idx="171">
                  <c:v>2016.68306011</c:v>
                </c:pt>
                <c:pt idx="172">
                  <c:v>2016.68579235</c:v>
                </c:pt>
                <c:pt idx="173">
                  <c:v>2016.68852459</c:v>
                </c:pt>
                <c:pt idx="174">
                  <c:v>2016.69125683</c:v>
                </c:pt>
                <c:pt idx="175">
                  <c:v>2016.69945355</c:v>
                </c:pt>
                <c:pt idx="176">
                  <c:v>2016.70218579</c:v>
                </c:pt>
                <c:pt idx="177">
                  <c:v>2016.70491803</c:v>
                </c:pt>
                <c:pt idx="178">
                  <c:v>2016.70765027</c:v>
                </c:pt>
                <c:pt idx="179">
                  <c:v>2016.71038251</c:v>
                </c:pt>
                <c:pt idx="180">
                  <c:v>2016.71857923</c:v>
                </c:pt>
                <c:pt idx="181">
                  <c:v>2016.72131148</c:v>
                </c:pt>
                <c:pt idx="182">
                  <c:v>2016.72404372</c:v>
                </c:pt>
                <c:pt idx="183">
                  <c:v>2016.72677596</c:v>
                </c:pt>
                <c:pt idx="184">
                  <c:v>2016.7295082</c:v>
                </c:pt>
                <c:pt idx="185">
                  <c:v>2016.73770492</c:v>
                </c:pt>
                <c:pt idx="186">
                  <c:v>2016.74043716</c:v>
                </c:pt>
                <c:pt idx="187">
                  <c:v>2016.7431694</c:v>
                </c:pt>
                <c:pt idx="188">
                  <c:v>2016.74590164</c:v>
                </c:pt>
                <c:pt idx="189">
                  <c:v>2016.74863388</c:v>
                </c:pt>
                <c:pt idx="190">
                  <c:v>2016.7568306</c:v>
                </c:pt>
                <c:pt idx="191">
                  <c:v>2016.75956284</c:v>
                </c:pt>
                <c:pt idx="192">
                  <c:v>2016.76229508</c:v>
                </c:pt>
                <c:pt idx="193">
                  <c:v>2016.76502732</c:v>
                </c:pt>
                <c:pt idx="194">
                  <c:v>2016.76775956</c:v>
                </c:pt>
                <c:pt idx="195">
                  <c:v>2016.77595628</c:v>
                </c:pt>
                <c:pt idx="196">
                  <c:v>2016.77868852</c:v>
                </c:pt>
                <c:pt idx="197">
                  <c:v>2016.78142077</c:v>
                </c:pt>
                <c:pt idx="198">
                  <c:v>2016.78415301</c:v>
                </c:pt>
                <c:pt idx="199">
                  <c:v>2016.78688525</c:v>
                </c:pt>
                <c:pt idx="200">
                  <c:v>2016.79508197</c:v>
                </c:pt>
                <c:pt idx="201">
                  <c:v>2016.79781421</c:v>
                </c:pt>
                <c:pt idx="202">
                  <c:v>2016.80054645</c:v>
                </c:pt>
                <c:pt idx="203">
                  <c:v>2016.80327869</c:v>
                </c:pt>
                <c:pt idx="204">
                  <c:v>2016.80601093</c:v>
                </c:pt>
                <c:pt idx="205">
                  <c:v>2016.81420765</c:v>
                </c:pt>
                <c:pt idx="206">
                  <c:v>2016.81693989</c:v>
                </c:pt>
                <c:pt idx="207">
                  <c:v>2016.81967213</c:v>
                </c:pt>
                <c:pt idx="208">
                  <c:v>2016.82240437</c:v>
                </c:pt>
                <c:pt idx="209">
                  <c:v>2016.82513661</c:v>
                </c:pt>
                <c:pt idx="210">
                  <c:v>2016.83333333</c:v>
                </c:pt>
                <c:pt idx="211">
                  <c:v>2016.83606557</c:v>
                </c:pt>
                <c:pt idx="212">
                  <c:v>2016.83879781</c:v>
                </c:pt>
                <c:pt idx="213">
                  <c:v>2016.84153005</c:v>
                </c:pt>
                <c:pt idx="214">
                  <c:v>2016.8442623</c:v>
                </c:pt>
                <c:pt idx="215">
                  <c:v>2016.85245902</c:v>
                </c:pt>
                <c:pt idx="216">
                  <c:v>2016.85519126</c:v>
                </c:pt>
                <c:pt idx="217">
                  <c:v>2016.8579235</c:v>
                </c:pt>
                <c:pt idx="218">
                  <c:v>2016.86065574</c:v>
                </c:pt>
                <c:pt idx="219">
                  <c:v>2016.86338798</c:v>
                </c:pt>
                <c:pt idx="220">
                  <c:v>2016.8715847</c:v>
                </c:pt>
                <c:pt idx="221">
                  <c:v>2016.87431694</c:v>
                </c:pt>
                <c:pt idx="222">
                  <c:v>2016.87704918</c:v>
                </c:pt>
                <c:pt idx="223">
                  <c:v>2016.87978142</c:v>
                </c:pt>
                <c:pt idx="224">
                  <c:v>2016.88251366</c:v>
                </c:pt>
                <c:pt idx="225">
                  <c:v>2016.89071038</c:v>
                </c:pt>
                <c:pt idx="226">
                  <c:v>2016.89344262</c:v>
                </c:pt>
                <c:pt idx="227">
                  <c:v>2016.89617486</c:v>
                </c:pt>
                <c:pt idx="228">
                  <c:v>2016.90163934</c:v>
                </c:pt>
                <c:pt idx="229">
                  <c:v>2016.90983607</c:v>
                </c:pt>
                <c:pt idx="230">
                  <c:v>2016.91256831</c:v>
                </c:pt>
                <c:pt idx="231">
                  <c:v>2016.91530055</c:v>
                </c:pt>
                <c:pt idx="232">
                  <c:v>2016.91803279</c:v>
                </c:pt>
                <c:pt idx="233">
                  <c:v>2016.92076503</c:v>
                </c:pt>
                <c:pt idx="234">
                  <c:v>2016.92896175</c:v>
                </c:pt>
                <c:pt idx="235">
                  <c:v>2016.93169399</c:v>
                </c:pt>
                <c:pt idx="236">
                  <c:v>2016.93442623</c:v>
                </c:pt>
                <c:pt idx="237">
                  <c:v>2016.93715847</c:v>
                </c:pt>
                <c:pt idx="238">
                  <c:v>2016.93989071</c:v>
                </c:pt>
                <c:pt idx="239">
                  <c:v>2016.94808743</c:v>
                </c:pt>
                <c:pt idx="240">
                  <c:v>2016.95081967</c:v>
                </c:pt>
                <c:pt idx="241">
                  <c:v>2016.95355191</c:v>
                </c:pt>
                <c:pt idx="242">
                  <c:v>2016.95628415</c:v>
                </c:pt>
                <c:pt idx="243">
                  <c:v>2016.95901639</c:v>
                </c:pt>
                <c:pt idx="244">
                  <c:v>2016.96721311</c:v>
                </c:pt>
                <c:pt idx="245">
                  <c:v>2016.96994536</c:v>
                </c:pt>
                <c:pt idx="246">
                  <c:v>2016.9726776</c:v>
                </c:pt>
                <c:pt idx="247">
                  <c:v>2016.97540984</c:v>
                </c:pt>
                <c:pt idx="248">
                  <c:v>2016.97814208</c:v>
                </c:pt>
                <c:pt idx="249">
                  <c:v>2016.98907104</c:v>
                </c:pt>
                <c:pt idx="250">
                  <c:v>2016.99180328</c:v>
                </c:pt>
                <c:pt idx="251">
                  <c:v>2016.99453552</c:v>
                </c:pt>
                <c:pt idx="252">
                  <c:v>2016.99726776</c:v>
                </c:pt>
                <c:pt idx="253">
                  <c:v>2017.00821918</c:v>
                </c:pt>
                <c:pt idx="254">
                  <c:v>2017.0109589</c:v>
                </c:pt>
                <c:pt idx="255">
                  <c:v>2017.01369863</c:v>
                </c:pt>
                <c:pt idx="256">
                  <c:v>2017.01643836</c:v>
                </c:pt>
                <c:pt idx="257">
                  <c:v>2017.02465753</c:v>
                </c:pt>
                <c:pt idx="258">
                  <c:v>2017.02739726</c:v>
                </c:pt>
                <c:pt idx="259">
                  <c:v>2017.03013699</c:v>
                </c:pt>
                <c:pt idx="260">
                  <c:v>2017.03287671</c:v>
                </c:pt>
                <c:pt idx="261">
                  <c:v>2017.03561644</c:v>
                </c:pt>
                <c:pt idx="262">
                  <c:v>2017.04657534</c:v>
                </c:pt>
                <c:pt idx="263">
                  <c:v>2017.04931507</c:v>
                </c:pt>
                <c:pt idx="264">
                  <c:v>2017.05205479</c:v>
                </c:pt>
                <c:pt idx="265">
                  <c:v>2017.05479452</c:v>
                </c:pt>
                <c:pt idx="266">
                  <c:v>2017.0630137</c:v>
                </c:pt>
                <c:pt idx="267">
                  <c:v>2017.06575342</c:v>
                </c:pt>
                <c:pt idx="268">
                  <c:v>2017.06849315</c:v>
                </c:pt>
                <c:pt idx="269">
                  <c:v>2017.07123288</c:v>
                </c:pt>
                <c:pt idx="270">
                  <c:v>2017.0739726</c:v>
                </c:pt>
                <c:pt idx="271">
                  <c:v>2017.08219178</c:v>
                </c:pt>
                <c:pt idx="272">
                  <c:v>2017.08493151</c:v>
                </c:pt>
                <c:pt idx="273">
                  <c:v>2017.08767123</c:v>
                </c:pt>
                <c:pt idx="274">
                  <c:v>2017.09041096</c:v>
                </c:pt>
                <c:pt idx="275">
                  <c:v>2017.09315068</c:v>
                </c:pt>
                <c:pt idx="276">
                  <c:v>2017.10136986</c:v>
                </c:pt>
                <c:pt idx="277">
                  <c:v>2017.10410959</c:v>
                </c:pt>
                <c:pt idx="278">
                  <c:v>2017.10684932</c:v>
                </c:pt>
                <c:pt idx="279">
                  <c:v>2017.10958904</c:v>
                </c:pt>
                <c:pt idx="280">
                  <c:v>2017.11232877</c:v>
                </c:pt>
                <c:pt idx="281">
                  <c:v>2017.12054795</c:v>
                </c:pt>
                <c:pt idx="282">
                  <c:v>2017.12328767</c:v>
                </c:pt>
                <c:pt idx="283">
                  <c:v>2017.1260274</c:v>
                </c:pt>
                <c:pt idx="284">
                  <c:v>2017.12876712</c:v>
                </c:pt>
                <c:pt idx="285">
                  <c:v>2017.13150685</c:v>
                </c:pt>
                <c:pt idx="286">
                  <c:v>2017.14246575</c:v>
                </c:pt>
                <c:pt idx="287">
                  <c:v>2017.14520548</c:v>
                </c:pt>
                <c:pt idx="288">
                  <c:v>2017.14794521</c:v>
                </c:pt>
                <c:pt idx="289">
                  <c:v>2017.15068493</c:v>
                </c:pt>
                <c:pt idx="290">
                  <c:v>2017.15890411</c:v>
                </c:pt>
                <c:pt idx="291">
                  <c:v>2017.16164384</c:v>
                </c:pt>
                <c:pt idx="292">
                  <c:v>2017.16438356</c:v>
                </c:pt>
                <c:pt idx="293">
                  <c:v>2017.16712329</c:v>
                </c:pt>
                <c:pt idx="294">
                  <c:v>2017.16986301</c:v>
                </c:pt>
                <c:pt idx="295">
                  <c:v>2017.17808219</c:v>
                </c:pt>
                <c:pt idx="296">
                  <c:v>2017.18082192</c:v>
                </c:pt>
                <c:pt idx="297">
                  <c:v>2017.18356164</c:v>
                </c:pt>
                <c:pt idx="298">
                  <c:v>2017.18630137</c:v>
                </c:pt>
                <c:pt idx="299">
                  <c:v>2017.1890411</c:v>
                </c:pt>
                <c:pt idx="300">
                  <c:v>2017.19726027</c:v>
                </c:pt>
                <c:pt idx="301">
                  <c:v>2017.2</c:v>
                </c:pt>
                <c:pt idx="302">
                  <c:v>2017.20273973</c:v>
                </c:pt>
                <c:pt idx="303">
                  <c:v>2017.20547945</c:v>
                </c:pt>
                <c:pt idx="304">
                  <c:v>2017.20821918</c:v>
                </c:pt>
                <c:pt idx="305">
                  <c:v>2017.21643836</c:v>
                </c:pt>
                <c:pt idx="306">
                  <c:v>2017.21917808</c:v>
                </c:pt>
                <c:pt idx="307">
                  <c:v>2017.22191781</c:v>
                </c:pt>
                <c:pt idx="308">
                  <c:v>2017.22465753</c:v>
                </c:pt>
                <c:pt idx="309">
                  <c:v>2017.22739726</c:v>
                </c:pt>
                <c:pt idx="310">
                  <c:v>2017.23561644</c:v>
                </c:pt>
                <c:pt idx="311">
                  <c:v>2017.23835616</c:v>
                </c:pt>
                <c:pt idx="312">
                  <c:v>2017.24109589</c:v>
                </c:pt>
                <c:pt idx="313">
                  <c:v>2017.24383562</c:v>
                </c:pt>
                <c:pt idx="314">
                  <c:v>2017.24657534</c:v>
                </c:pt>
                <c:pt idx="315">
                  <c:v>2017.25479452</c:v>
                </c:pt>
                <c:pt idx="316">
                  <c:v>2017.25753425</c:v>
                </c:pt>
                <c:pt idx="317">
                  <c:v>2017.26027397</c:v>
                </c:pt>
                <c:pt idx="318">
                  <c:v>2017.2630137</c:v>
                </c:pt>
                <c:pt idx="319">
                  <c:v>2017.26575342</c:v>
                </c:pt>
                <c:pt idx="320">
                  <c:v>2017.2739726</c:v>
                </c:pt>
                <c:pt idx="321">
                  <c:v>2017.27671233</c:v>
                </c:pt>
                <c:pt idx="322">
                  <c:v>2017.27945205</c:v>
                </c:pt>
                <c:pt idx="323">
                  <c:v>2017.28219178</c:v>
                </c:pt>
                <c:pt idx="324">
                  <c:v>2017.29315068</c:v>
                </c:pt>
                <c:pt idx="325">
                  <c:v>2017.29589041</c:v>
                </c:pt>
                <c:pt idx="326">
                  <c:v>2017.29863014</c:v>
                </c:pt>
                <c:pt idx="327">
                  <c:v>2017.30136986</c:v>
                </c:pt>
                <c:pt idx="328">
                  <c:v>2017.30410959</c:v>
                </c:pt>
                <c:pt idx="329">
                  <c:v>2017.31232877</c:v>
                </c:pt>
                <c:pt idx="330">
                  <c:v>2017.31506849</c:v>
                </c:pt>
                <c:pt idx="331">
                  <c:v>2017.31780822</c:v>
                </c:pt>
                <c:pt idx="332">
                  <c:v>2017.32054795</c:v>
                </c:pt>
                <c:pt idx="333">
                  <c:v>2017.32328767</c:v>
                </c:pt>
                <c:pt idx="334">
                  <c:v>2017.33150685</c:v>
                </c:pt>
                <c:pt idx="335">
                  <c:v>2017.33424658</c:v>
                </c:pt>
                <c:pt idx="336">
                  <c:v>2017.3369863</c:v>
                </c:pt>
                <c:pt idx="337">
                  <c:v>2017.33972603</c:v>
                </c:pt>
                <c:pt idx="338">
                  <c:v>2017.34246575</c:v>
                </c:pt>
                <c:pt idx="339">
                  <c:v>2017.35068493</c:v>
                </c:pt>
                <c:pt idx="340">
                  <c:v>2017.35342466</c:v>
                </c:pt>
                <c:pt idx="341">
                  <c:v>2017.35616438</c:v>
                </c:pt>
                <c:pt idx="342">
                  <c:v>2017.35890411</c:v>
                </c:pt>
                <c:pt idx="343">
                  <c:v>2017.36164384</c:v>
                </c:pt>
                <c:pt idx="344">
                  <c:v>2017.36986301</c:v>
                </c:pt>
                <c:pt idx="345">
                  <c:v>2017.37260274</c:v>
                </c:pt>
                <c:pt idx="346">
                  <c:v>2017.37534247</c:v>
                </c:pt>
                <c:pt idx="347">
                  <c:v>2017.37808219</c:v>
                </c:pt>
                <c:pt idx="348">
                  <c:v>2017.38082192</c:v>
                </c:pt>
                <c:pt idx="349">
                  <c:v>2017.3890411</c:v>
                </c:pt>
                <c:pt idx="350">
                  <c:v>2017.39178082</c:v>
                </c:pt>
                <c:pt idx="351">
                  <c:v>2017.39452055</c:v>
                </c:pt>
                <c:pt idx="352">
                  <c:v>2017.39726027</c:v>
                </c:pt>
                <c:pt idx="353">
                  <c:v>2017.4</c:v>
                </c:pt>
                <c:pt idx="354">
                  <c:v>2017.4109589</c:v>
                </c:pt>
                <c:pt idx="355">
                  <c:v>2017.41369863</c:v>
                </c:pt>
                <c:pt idx="356">
                  <c:v>2017.41643836</c:v>
                </c:pt>
                <c:pt idx="357">
                  <c:v>2017.41917808</c:v>
                </c:pt>
                <c:pt idx="358">
                  <c:v>2017.42739726</c:v>
                </c:pt>
                <c:pt idx="359">
                  <c:v>2017.43013699</c:v>
                </c:pt>
                <c:pt idx="360">
                  <c:v>2017.43287671</c:v>
                </c:pt>
                <c:pt idx="361">
                  <c:v>2017.43561644</c:v>
                </c:pt>
                <c:pt idx="362">
                  <c:v>2017.43835616</c:v>
                </c:pt>
                <c:pt idx="363">
                  <c:v>2017.44657534</c:v>
                </c:pt>
                <c:pt idx="364">
                  <c:v>2017.44931507</c:v>
                </c:pt>
                <c:pt idx="365">
                  <c:v>2017.45205479</c:v>
                </c:pt>
                <c:pt idx="366">
                  <c:v>2017.45479452</c:v>
                </c:pt>
                <c:pt idx="367">
                  <c:v>2017.45753425</c:v>
                </c:pt>
                <c:pt idx="368">
                  <c:v>2017.46575342</c:v>
                </c:pt>
                <c:pt idx="369">
                  <c:v>2017.46849315</c:v>
                </c:pt>
                <c:pt idx="370">
                  <c:v>2017.47123288</c:v>
                </c:pt>
                <c:pt idx="371">
                  <c:v>2017.4739726</c:v>
                </c:pt>
                <c:pt idx="372">
                  <c:v>2017.47671233</c:v>
                </c:pt>
                <c:pt idx="373">
                  <c:v>2017.48493151</c:v>
                </c:pt>
                <c:pt idx="374">
                  <c:v>2017.48767123</c:v>
                </c:pt>
                <c:pt idx="375">
                  <c:v>2017.49041096</c:v>
                </c:pt>
                <c:pt idx="376">
                  <c:v>2017.49315068</c:v>
                </c:pt>
                <c:pt idx="377">
                  <c:v>2017.49589041</c:v>
                </c:pt>
                <c:pt idx="378">
                  <c:v>2017.50410959</c:v>
                </c:pt>
                <c:pt idx="379">
                  <c:v>2017.50958904</c:v>
                </c:pt>
                <c:pt idx="380">
                  <c:v>2017.51232877</c:v>
                </c:pt>
                <c:pt idx="381">
                  <c:v>2017.51506849</c:v>
                </c:pt>
                <c:pt idx="382">
                  <c:v>2017.52328767</c:v>
                </c:pt>
                <c:pt idx="383">
                  <c:v>2017.5260274</c:v>
                </c:pt>
                <c:pt idx="384">
                  <c:v>2017.52876712</c:v>
                </c:pt>
                <c:pt idx="385">
                  <c:v>2017.53150685</c:v>
                </c:pt>
                <c:pt idx="386">
                  <c:v>2017.53424658</c:v>
                </c:pt>
                <c:pt idx="387">
                  <c:v>2017.54246575</c:v>
                </c:pt>
                <c:pt idx="388">
                  <c:v>2017.54520548</c:v>
                </c:pt>
                <c:pt idx="389">
                  <c:v>2017.54794521</c:v>
                </c:pt>
                <c:pt idx="390">
                  <c:v>2017.55068493</c:v>
                </c:pt>
                <c:pt idx="391">
                  <c:v>2017.55342466</c:v>
                </c:pt>
                <c:pt idx="392">
                  <c:v>2017.56164384</c:v>
                </c:pt>
                <c:pt idx="393">
                  <c:v>2017.56438356</c:v>
                </c:pt>
                <c:pt idx="394">
                  <c:v>2017.56712329</c:v>
                </c:pt>
                <c:pt idx="395">
                  <c:v>2017.56986301</c:v>
                </c:pt>
                <c:pt idx="396">
                  <c:v>2017.57260274</c:v>
                </c:pt>
                <c:pt idx="397">
                  <c:v>2017.58082192</c:v>
                </c:pt>
                <c:pt idx="398">
                  <c:v>2017.58356164</c:v>
                </c:pt>
                <c:pt idx="399">
                  <c:v>2017.58630137</c:v>
                </c:pt>
                <c:pt idx="400">
                  <c:v>2017.5890411</c:v>
                </c:pt>
                <c:pt idx="401">
                  <c:v>2017.59178082</c:v>
                </c:pt>
                <c:pt idx="402">
                  <c:v>2017.6</c:v>
                </c:pt>
                <c:pt idx="403">
                  <c:v>2017.60273973</c:v>
                </c:pt>
                <c:pt idx="404">
                  <c:v>2017.60547945</c:v>
                </c:pt>
                <c:pt idx="405">
                  <c:v>2017.60821918</c:v>
                </c:pt>
                <c:pt idx="406">
                  <c:v>2017.6109589</c:v>
                </c:pt>
                <c:pt idx="407">
                  <c:v>2017.61917808</c:v>
                </c:pt>
                <c:pt idx="408">
                  <c:v>2017.62191781</c:v>
                </c:pt>
                <c:pt idx="409">
                  <c:v>2017.62465753</c:v>
                </c:pt>
                <c:pt idx="410">
                  <c:v>2017.62739726</c:v>
                </c:pt>
                <c:pt idx="411">
                  <c:v>2017.63013699</c:v>
                </c:pt>
                <c:pt idx="412">
                  <c:v>2017.63835616</c:v>
                </c:pt>
                <c:pt idx="413">
                  <c:v>2017.64109589</c:v>
                </c:pt>
                <c:pt idx="414">
                  <c:v>2017.64383562</c:v>
                </c:pt>
                <c:pt idx="415">
                  <c:v>2017.64657534</c:v>
                </c:pt>
                <c:pt idx="416">
                  <c:v>2017.64931507</c:v>
                </c:pt>
                <c:pt idx="417">
                  <c:v>2017.65753425</c:v>
                </c:pt>
                <c:pt idx="418">
                  <c:v>2017.66027397</c:v>
                </c:pt>
                <c:pt idx="419">
                  <c:v>2017.6630137</c:v>
                </c:pt>
                <c:pt idx="420">
                  <c:v>2017.66575342</c:v>
                </c:pt>
                <c:pt idx="421">
                  <c:v>2017.66849315</c:v>
                </c:pt>
                <c:pt idx="422">
                  <c:v>2017.67945205</c:v>
                </c:pt>
                <c:pt idx="423">
                  <c:v>2017.68219178</c:v>
                </c:pt>
                <c:pt idx="424">
                  <c:v>2017.68493151</c:v>
                </c:pt>
                <c:pt idx="425">
                  <c:v>2017.68767123</c:v>
                </c:pt>
                <c:pt idx="426">
                  <c:v>2017.69589041</c:v>
                </c:pt>
                <c:pt idx="427">
                  <c:v>2017.69863014</c:v>
                </c:pt>
                <c:pt idx="428">
                  <c:v>2017.70136986</c:v>
                </c:pt>
                <c:pt idx="429">
                  <c:v>2017.70410959</c:v>
                </c:pt>
                <c:pt idx="430">
                  <c:v>2017.70684932</c:v>
                </c:pt>
                <c:pt idx="431">
                  <c:v>2017.71506849</c:v>
                </c:pt>
                <c:pt idx="432">
                  <c:v>2017.71780822</c:v>
                </c:pt>
                <c:pt idx="433">
                  <c:v>2017.72054795</c:v>
                </c:pt>
                <c:pt idx="434">
                  <c:v>2017.72328767</c:v>
                </c:pt>
                <c:pt idx="435">
                  <c:v>2017.7260274</c:v>
                </c:pt>
                <c:pt idx="436">
                  <c:v>2017.73424658</c:v>
                </c:pt>
                <c:pt idx="437">
                  <c:v>2017.7369863</c:v>
                </c:pt>
                <c:pt idx="438">
                  <c:v>2017.73972603</c:v>
                </c:pt>
                <c:pt idx="439">
                  <c:v>2017.74246575</c:v>
                </c:pt>
                <c:pt idx="440">
                  <c:v>2017.74520548</c:v>
                </c:pt>
                <c:pt idx="441">
                  <c:v>2017.75342466</c:v>
                </c:pt>
                <c:pt idx="442">
                  <c:v>2017.75616438</c:v>
                </c:pt>
                <c:pt idx="443">
                  <c:v>2017.75890411</c:v>
                </c:pt>
                <c:pt idx="444">
                  <c:v>2017.76164384</c:v>
                </c:pt>
                <c:pt idx="445">
                  <c:v>2017.76438356</c:v>
                </c:pt>
                <c:pt idx="446">
                  <c:v>2017.77260274</c:v>
                </c:pt>
                <c:pt idx="447">
                  <c:v>2017.77534247</c:v>
                </c:pt>
                <c:pt idx="448">
                  <c:v>2017.77808219</c:v>
                </c:pt>
                <c:pt idx="449">
                  <c:v>2017.78082192</c:v>
                </c:pt>
                <c:pt idx="450">
                  <c:v>2017.78356164</c:v>
                </c:pt>
                <c:pt idx="451">
                  <c:v>2017.79178082</c:v>
                </c:pt>
                <c:pt idx="452">
                  <c:v>2017.79452055</c:v>
                </c:pt>
                <c:pt idx="453">
                  <c:v>2017.79726027</c:v>
                </c:pt>
                <c:pt idx="454">
                  <c:v>2017.8</c:v>
                </c:pt>
                <c:pt idx="455">
                  <c:v>2017.80273973</c:v>
                </c:pt>
                <c:pt idx="456">
                  <c:v>2017.8109589</c:v>
                </c:pt>
                <c:pt idx="457">
                  <c:v>2017.81369863</c:v>
                </c:pt>
                <c:pt idx="458">
                  <c:v>2017.81643836</c:v>
                </c:pt>
                <c:pt idx="459">
                  <c:v>2017.81917808</c:v>
                </c:pt>
                <c:pt idx="460">
                  <c:v>2017.82191781</c:v>
                </c:pt>
                <c:pt idx="461">
                  <c:v>2017.83013699</c:v>
                </c:pt>
                <c:pt idx="462">
                  <c:v>2017.83287671</c:v>
                </c:pt>
                <c:pt idx="463">
                  <c:v>2017.83561644</c:v>
                </c:pt>
                <c:pt idx="464">
                  <c:v>2017.83835616</c:v>
                </c:pt>
                <c:pt idx="465">
                  <c:v>2017.84109589</c:v>
                </c:pt>
                <c:pt idx="466">
                  <c:v>2017.84931507</c:v>
                </c:pt>
                <c:pt idx="467">
                  <c:v>2017.85205479</c:v>
                </c:pt>
                <c:pt idx="468">
                  <c:v>2017.85479452</c:v>
                </c:pt>
                <c:pt idx="469">
                  <c:v>2017.85753425</c:v>
                </c:pt>
                <c:pt idx="470">
                  <c:v>2017.86027397</c:v>
                </c:pt>
                <c:pt idx="471">
                  <c:v>2017.86849315</c:v>
                </c:pt>
                <c:pt idx="472">
                  <c:v>2017.87123288</c:v>
                </c:pt>
                <c:pt idx="473">
                  <c:v>2017.8739726</c:v>
                </c:pt>
                <c:pt idx="474">
                  <c:v>2017.87671233</c:v>
                </c:pt>
                <c:pt idx="475">
                  <c:v>2017.87945205</c:v>
                </c:pt>
                <c:pt idx="476">
                  <c:v>2017.88767123</c:v>
                </c:pt>
                <c:pt idx="477">
                  <c:v>2017.89041096</c:v>
                </c:pt>
                <c:pt idx="478">
                  <c:v>2017.89315068</c:v>
                </c:pt>
                <c:pt idx="479">
                  <c:v>2017.89863014</c:v>
                </c:pt>
                <c:pt idx="480">
                  <c:v>2017.90684932</c:v>
                </c:pt>
                <c:pt idx="481">
                  <c:v>2017.90958904</c:v>
                </c:pt>
                <c:pt idx="482">
                  <c:v>2017.91232877</c:v>
                </c:pt>
                <c:pt idx="483">
                  <c:v>2017.91506849</c:v>
                </c:pt>
                <c:pt idx="484">
                  <c:v>2017.91780822</c:v>
                </c:pt>
                <c:pt idx="485">
                  <c:v>2017.9260274</c:v>
                </c:pt>
                <c:pt idx="486">
                  <c:v>2017.92876712</c:v>
                </c:pt>
                <c:pt idx="487">
                  <c:v>2017.93150685</c:v>
                </c:pt>
                <c:pt idx="488">
                  <c:v>2017.93424658</c:v>
                </c:pt>
                <c:pt idx="489">
                  <c:v>2017.9369863</c:v>
                </c:pt>
                <c:pt idx="490">
                  <c:v>2017.94520548</c:v>
                </c:pt>
                <c:pt idx="491">
                  <c:v>2017.94794521</c:v>
                </c:pt>
                <c:pt idx="492">
                  <c:v>2017.95068493</c:v>
                </c:pt>
                <c:pt idx="493">
                  <c:v>2017.95342466</c:v>
                </c:pt>
                <c:pt idx="494">
                  <c:v>2017.95616438</c:v>
                </c:pt>
                <c:pt idx="495">
                  <c:v>2017.96438356</c:v>
                </c:pt>
                <c:pt idx="496">
                  <c:v>2017.96712329</c:v>
                </c:pt>
                <c:pt idx="497">
                  <c:v>2017.96986301</c:v>
                </c:pt>
                <c:pt idx="498">
                  <c:v>2017.97260274</c:v>
                </c:pt>
                <c:pt idx="499">
                  <c:v>2017.97534247</c:v>
                </c:pt>
                <c:pt idx="500">
                  <c:v>2017.98630137</c:v>
                </c:pt>
                <c:pt idx="501">
                  <c:v>2017.9890411</c:v>
                </c:pt>
                <c:pt idx="502">
                  <c:v>2017.99178082</c:v>
                </c:pt>
                <c:pt idx="503">
                  <c:v>2017.99452055</c:v>
                </c:pt>
                <c:pt idx="504">
                  <c:v>2018.00547945</c:v>
                </c:pt>
                <c:pt idx="505">
                  <c:v>2018.00821918</c:v>
                </c:pt>
                <c:pt idx="506">
                  <c:v>2018.0109589</c:v>
                </c:pt>
                <c:pt idx="507">
                  <c:v>2018.01369863</c:v>
                </c:pt>
                <c:pt idx="508">
                  <c:v>2018.02191781</c:v>
                </c:pt>
                <c:pt idx="509">
                  <c:v>2018.02465753</c:v>
                </c:pt>
                <c:pt idx="510">
                  <c:v>2018.02739726</c:v>
                </c:pt>
                <c:pt idx="511">
                  <c:v>2018.03013699</c:v>
                </c:pt>
                <c:pt idx="512">
                  <c:v>2018.03287671</c:v>
                </c:pt>
                <c:pt idx="513">
                  <c:v>2018.04383562</c:v>
                </c:pt>
                <c:pt idx="514">
                  <c:v>2018.04657534</c:v>
                </c:pt>
                <c:pt idx="515">
                  <c:v>2018.04931507</c:v>
                </c:pt>
                <c:pt idx="516">
                  <c:v>2018.05205479</c:v>
                </c:pt>
                <c:pt idx="517">
                  <c:v>2018.06027397</c:v>
                </c:pt>
                <c:pt idx="518">
                  <c:v>2018.0630137</c:v>
                </c:pt>
                <c:pt idx="519">
                  <c:v>2018.06575342</c:v>
                </c:pt>
                <c:pt idx="520">
                  <c:v>2018.06849315</c:v>
                </c:pt>
                <c:pt idx="521">
                  <c:v>2018.07123288</c:v>
                </c:pt>
                <c:pt idx="522">
                  <c:v>2018.07945205</c:v>
                </c:pt>
                <c:pt idx="523">
                  <c:v>2018.08219178</c:v>
                </c:pt>
                <c:pt idx="524">
                  <c:v>2018.08493151</c:v>
                </c:pt>
                <c:pt idx="525">
                  <c:v>2018.08767123</c:v>
                </c:pt>
                <c:pt idx="526">
                  <c:v>2018.09041096</c:v>
                </c:pt>
                <c:pt idx="527">
                  <c:v>2018.09863014</c:v>
                </c:pt>
                <c:pt idx="528">
                  <c:v>2018.10136986</c:v>
                </c:pt>
                <c:pt idx="529">
                  <c:v>2018.10410959</c:v>
                </c:pt>
                <c:pt idx="530">
                  <c:v>2018.10684932</c:v>
                </c:pt>
                <c:pt idx="531">
                  <c:v>2018.10958904</c:v>
                </c:pt>
                <c:pt idx="532">
                  <c:v>2018.11780822</c:v>
                </c:pt>
                <c:pt idx="533">
                  <c:v>2018.12054795</c:v>
                </c:pt>
                <c:pt idx="534">
                  <c:v>2018.12328767</c:v>
                </c:pt>
                <c:pt idx="535">
                  <c:v>2018.1260274</c:v>
                </c:pt>
                <c:pt idx="536">
                  <c:v>2018.12876712</c:v>
                </c:pt>
                <c:pt idx="537">
                  <c:v>2018.13972603</c:v>
                </c:pt>
                <c:pt idx="538">
                  <c:v>2018.14246575</c:v>
                </c:pt>
                <c:pt idx="539">
                  <c:v>2018.14520548</c:v>
                </c:pt>
                <c:pt idx="540">
                  <c:v>2018.14794521</c:v>
                </c:pt>
                <c:pt idx="541">
                  <c:v>2018.15616438</c:v>
                </c:pt>
                <c:pt idx="542">
                  <c:v>2018.15890411</c:v>
                </c:pt>
                <c:pt idx="543">
                  <c:v>2018.16164384</c:v>
                </c:pt>
                <c:pt idx="544">
                  <c:v>2018.16438356</c:v>
                </c:pt>
                <c:pt idx="545">
                  <c:v>2018.16712329</c:v>
                </c:pt>
                <c:pt idx="546">
                  <c:v>2018.17534247</c:v>
                </c:pt>
                <c:pt idx="547">
                  <c:v>2018.17808219</c:v>
                </c:pt>
                <c:pt idx="548">
                  <c:v>2018.18082192</c:v>
                </c:pt>
                <c:pt idx="549">
                  <c:v>2018.18356164</c:v>
                </c:pt>
                <c:pt idx="550">
                  <c:v>2018.18630137</c:v>
                </c:pt>
                <c:pt idx="551">
                  <c:v>2018.19452055</c:v>
                </c:pt>
                <c:pt idx="552">
                  <c:v>2018.19726027</c:v>
                </c:pt>
                <c:pt idx="553">
                  <c:v>2018.2</c:v>
                </c:pt>
                <c:pt idx="554">
                  <c:v>2018.20273973</c:v>
                </c:pt>
                <c:pt idx="555">
                  <c:v>2018.20547945</c:v>
                </c:pt>
                <c:pt idx="556">
                  <c:v>2018.21369863</c:v>
                </c:pt>
                <c:pt idx="557">
                  <c:v>2018.21643836</c:v>
                </c:pt>
                <c:pt idx="558">
                  <c:v>2018.21917808</c:v>
                </c:pt>
                <c:pt idx="559">
                  <c:v>2018.22191781</c:v>
                </c:pt>
                <c:pt idx="560">
                  <c:v>2018.22465753</c:v>
                </c:pt>
                <c:pt idx="561">
                  <c:v>2018.23287671</c:v>
                </c:pt>
                <c:pt idx="562">
                  <c:v>2018.23561644</c:v>
                </c:pt>
                <c:pt idx="563">
                  <c:v>2018.23835616</c:v>
                </c:pt>
                <c:pt idx="564">
                  <c:v>2018.24109589</c:v>
                </c:pt>
                <c:pt idx="565">
                  <c:v>2018.25205479</c:v>
                </c:pt>
                <c:pt idx="566">
                  <c:v>2018.25479452</c:v>
                </c:pt>
                <c:pt idx="567">
                  <c:v>2018.25753425</c:v>
                </c:pt>
                <c:pt idx="568">
                  <c:v>2018.26027397</c:v>
                </c:pt>
                <c:pt idx="569">
                  <c:v>2018.2630137</c:v>
                </c:pt>
                <c:pt idx="570">
                  <c:v>2018.27123288</c:v>
                </c:pt>
                <c:pt idx="571">
                  <c:v>2018.2739726</c:v>
                </c:pt>
                <c:pt idx="572">
                  <c:v>2018.27671233</c:v>
                </c:pt>
                <c:pt idx="573">
                  <c:v>2018.27945205</c:v>
                </c:pt>
                <c:pt idx="574">
                  <c:v>2018.28219178</c:v>
                </c:pt>
                <c:pt idx="575">
                  <c:v>2018.29041096</c:v>
                </c:pt>
                <c:pt idx="576">
                  <c:v>2018.29315068</c:v>
                </c:pt>
                <c:pt idx="577">
                  <c:v>2018.29589041</c:v>
                </c:pt>
                <c:pt idx="578">
                  <c:v>2018.29863014</c:v>
                </c:pt>
                <c:pt idx="579">
                  <c:v>2018.30136986</c:v>
                </c:pt>
                <c:pt idx="580">
                  <c:v>2018.30958904</c:v>
                </c:pt>
                <c:pt idx="581">
                  <c:v>2018.31232877</c:v>
                </c:pt>
                <c:pt idx="582">
                  <c:v>2018.31506849</c:v>
                </c:pt>
                <c:pt idx="583">
                  <c:v>2018.31780822</c:v>
                </c:pt>
                <c:pt idx="584">
                  <c:v>2018.32054795</c:v>
                </c:pt>
                <c:pt idx="585">
                  <c:v>2018.32876712</c:v>
                </c:pt>
                <c:pt idx="586">
                  <c:v>2018.33150685</c:v>
                </c:pt>
                <c:pt idx="587">
                  <c:v>2018.33424658</c:v>
                </c:pt>
                <c:pt idx="588">
                  <c:v>2018.3369863</c:v>
                </c:pt>
                <c:pt idx="589">
                  <c:v>2018.33972603</c:v>
                </c:pt>
                <c:pt idx="590">
                  <c:v>2018.34794521</c:v>
                </c:pt>
                <c:pt idx="591">
                  <c:v>2018.35068493</c:v>
                </c:pt>
                <c:pt idx="592">
                  <c:v>2018.35342466</c:v>
                </c:pt>
                <c:pt idx="593">
                  <c:v>2018.35616438</c:v>
                </c:pt>
                <c:pt idx="594">
                  <c:v>2018.35890411</c:v>
                </c:pt>
                <c:pt idx="595">
                  <c:v>2018.36712329</c:v>
                </c:pt>
                <c:pt idx="596">
                  <c:v>2018.36986301</c:v>
                </c:pt>
                <c:pt idx="597">
                  <c:v>2018.37260274</c:v>
                </c:pt>
                <c:pt idx="598">
                  <c:v>2018.37534247</c:v>
                </c:pt>
                <c:pt idx="599">
                  <c:v>2018.37808219</c:v>
                </c:pt>
                <c:pt idx="600">
                  <c:v>2018.38630137</c:v>
                </c:pt>
                <c:pt idx="601">
                  <c:v>2018.3890411</c:v>
                </c:pt>
                <c:pt idx="602">
                  <c:v>2018.39178082</c:v>
                </c:pt>
                <c:pt idx="603">
                  <c:v>2018.39452055</c:v>
                </c:pt>
                <c:pt idx="604">
                  <c:v>2018.39726027</c:v>
                </c:pt>
                <c:pt idx="605">
                  <c:v>2018.40821918</c:v>
                </c:pt>
                <c:pt idx="606">
                  <c:v>2018.4109589</c:v>
                </c:pt>
                <c:pt idx="607">
                  <c:v>2018.41369863</c:v>
                </c:pt>
                <c:pt idx="608">
                  <c:v>2018.41643836</c:v>
                </c:pt>
                <c:pt idx="609">
                  <c:v>2018.42465753</c:v>
                </c:pt>
                <c:pt idx="610">
                  <c:v>2018.42739726</c:v>
                </c:pt>
                <c:pt idx="611">
                  <c:v>2018.43013699</c:v>
                </c:pt>
                <c:pt idx="612">
                  <c:v>2018.43287671</c:v>
                </c:pt>
                <c:pt idx="613">
                  <c:v>2018.43561644</c:v>
                </c:pt>
                <c:pt idx="614">
                  <c:v>2018.44383562</c:v>
                </c:pt>
                <c:pt idx="615">
                  <c:v>2018.44657534</c:v>
                </c:pt>
                <c:pt idx="616">
                  <c:v>2018.44931507</c:v>
                </c:pt>
                <c:pt idx="617">
                  <c:v>2018.45205479</c:v>
                </c:pt>
                <c:pt idx="618">
                  <c:v>2018.45479452</c:v>
                </c:pt>
                <c:pt idx="619">
                  <c:v>2018.4630137</c:v>
                </c:pt>
                <c:pt idx="620">
                  <c:v>2018.46575342</c:v>
                </c:pt>
                <c:pt idx="621">
                  <c:v>2018.46849315</c:v>
                </c:pt>
                <c:pt idx="622">
                  <c:v>2018.47123288</c:v>
                </c:pt>
                <c:pt idx="623">
                  <c:v>2018.4739726</c:v>
                </c:pt>
                <c:pt idx="624">
                  <c:v>2018.48219178</c:v>
                </c:pt>
                <c:pt idx="625">
                  <c:v>2018.48493151</c:v>
                </c:pt>
                <c:pt idx="626">
                  <c:v>2018.48767123</c:v>
                </c:pt>
                <c:pt idx="627">
                  <c:v>2018.49041096</c:v>
                </c:pt>
                <c:pt idx="628">
                  <c:v>2018.49315068</c:v>
                </c:pt>
                <c:pt idx="629">
                  <c:v>2018.50136986</c:v>
                </c:pt>
                <c:pt idx="630">
                  <c:v>2018.50410959</c:v>
                </c:pt>
                <c:pt idx="631">
                  <c:v>2018.50958904</c:v>
                </c:pt>
                <c:pt idx="632">
                  <c:v>2018.51232877</c:v>
                </c:pt>
                <c:pt idx="633">
                  <c:v>2018.52054795</c:v>
                </c:pt>
                <c:pt idx="634">
                  <c:v>2018.52328767</c:v>
                </c:pt>
                <c:pt idx="635">
                  <c:v>2018.5260274</c:v>
                </c:pt>
                <c:pt idx="636">
                  <c:v>2018.52876712</c:v>
                </c:pt>
                <c:pt idx="637">
                  <c:v>2018.53150685</c:v>
                </c:pt>
                <c:pt idx="638">
                  <c:v>2018.53972603</c:v>
                </c:pt>
                <c:pt idx="639">
                  <c:v>2018.54246575</c:v>
                </c:pt>
                <c:pt idx="640">
                  <c:v>2018.54520548</c:v>
                </c:pt>
                <c:pt idx="641">
                  <c:v>2018.54794521</c:v>
                </c:pt>
                <c:pt idx="642">
                  <c:v>2018.55068493</c:v>
                </c:pt>
                <c:pt idx="643">
                  <c:v>2018.55890411</c:v>
                </c:pt>
                <c:pt idx="644">
                  <c:v>2018.56164384</c:v>
                </c:pt>
                <c:pt idx="645">
                  <c:v>2018.56438356</c:v>
                </c:pt>
                <c:pt idx="646">
                  <c:v>2018.56712329</c:v>
                </c:pt>
                <c:pt idx="647">
                  <c:v>2018.56986301</c:v>
                </c:pt>
                <c:pt idx="648">
                  <c:v>2018.57808219</c:v>
                </c:pt>
                <c:pt idx="649">
                  <c:v>2018.58082192</c:v>
                </c:pt>
                <c:pt idx="650">
                  <c:v>2018.58356164</c:v>
                </c:pt>
                <c:pt idx="651">
                  <c:v>2018.58630137</c:v>
                </c:pt>
                <c:pt idx="652">
                  <c:v>2018.5890411</c:v>
                </c:pt>
                <c:pt idx="653">
                  <c:v>2018.59726027</c:v>
                </c:pt>
                <c:pt idx="654">
                  <c:v>2018.6</c:v>
                </c:pt>
                <c:pt idx="655">
                  <c:v>2018.60273973</c:v>
                </c:pt>
                <c:pt idx="656">
                  <c:v>2018.60547945</c:v>
                </c:pt>
                <c:pt idx="657">
                  <c:v>2018.60821918</c:v>
                </c:pt>
                <c:pt idx="658">
                  <c:v>2018.61643836</c:v>
                </c:pt>
                <c:pt idx="659">
                  <c:v>2018.61917808</c:v>
                </c:pt>
                <c:pt idx="660">
                  <c:v>2018.62191781</c:v>
                </c:pt>
                <c:pt idx="661">
                  <c:v>2018.62465753</c:v>
                </c:pt>
                <c:pt idx="662">
                  <c:v>2018.62739726</c:v>
                </c:pt>
                <c:pt idx="663">
                  <c:v>2018.63561644</c:v>
                </c:pt>
                <c:pt idx="664">
                  <c:v>2018.63835616</c:v>
                </c:pt>
                <c:pt idx="665">
                  <c:v>2018.64109589</c:v>
                </c:pt>
                <c:pt idx="666">
                  <c:v>2018.64383562</c:v>
                </c:pt>
                <c:pt idx="667">
                  <c:v>2018.64657534</c:v>
                </c:pt>
                <c:pt idx="668">
                  <c:v>2018.65479452</c:v>
                </c:pt>
                <c:pt idx="669">
                  <c:v>2018.65753425</c:v>
                </c:pt>
                <c:pt idx="670">
                  <c:v>2018.66027397</c:v>
                </c:pt>
                <c:pt idx="671">
                  <c:v>2018.6630137</c:v>
                </c:pt>
                <c:pt idx="672">
                  <c:v>2018.66575342</c:v>
                </c:pt>
                <c:pt idx="673">
                  <c:v>2018.67671233</c:v>
                </c:pt>
                <c:pt idx="674">
                  <c:v>2018.67945205</c:v>
                </c:pt>
                <c:pt idx="675">
                  <c:v>2018.68219178</c:v>
                </c:pt>
                <c:pt idx="676">
                  <c:v>2018.68493151</c:v>
                </c:pt>
                <c:pt idx="677">
                  <c:v>2018.69315068</c:v>
                </c:pt>
                <c:pt idx="678">
                  <c:v>2018.69589041</c:v>
                </c:pt>
                <c:pt idx="679">
                  <c:v>2018.69863014</c:v>
                </c:pt>
                <c:pt idx="680">
                  <c:v>2018.70136986</c:v>
                </c:pt>
                <c:pt idx="681">
                  <c:v>2018.70410959</c:v>
                </c:pt>
                <c:pt idx="682">
                  <c:v>2018.71232877</c:v>
                </c:pt>
                <c:pt idx="683">
                  <c:v>2018.71506849</c:v>
                </c:pt>
                <c:pt idx="684">
                  <c:v>2018.71780822</c:v>
                </c:pt>
                <c:pt idx="685">
                  <c:v>2018.72054795</c:v>
                </c:pt>
                <c:pt idx="686">
                  <c:v>2018.72328767</c:v>
                </c:pt>
                <c:pt idx="687">
                  <c:v>2018.73150685</c:v>
                </c:pt>
                <c:pt idx="688">
                  <c:v>2018.73424658</c:v>
                </c:pt>
                <c:pt idx="689">
                  <c:v>2018.7369863</c:v>
                </c:pt>
                <c:pt idx="690">
                  <c:v>2018.73972603</c:v>
                </c:pt>
                <c:pt idx="691">
                  <c:v>2018.74246575</c:v>
                </c:pt>
                <c:pt idx="692">
                  <c:v>2018.75068493</c:v>
                </c:pt>
                <c:pt idx="693">
                  <c:v>2018.75342466</c:v>
                </c:pt>
                <c:pt idx="694">
                  <c:v>2018.75616438</c:v>
                </c:pt>
                <c:pt idx="695">
                  <c:v>2018.75890411</c:v>
                </c:pt>
                <c:pt idx="696">
                  <c:v>2018.76164384</c:v>
                </c:pt>
                <c:pt idx="697">
                  <c:v>2018.76986301</c:v>
                </c:pt>
                <c:pt idx="698">
                  <c:v>2018.77260274</c:v>
                </c:pt>
                <c:pt idx="699">
                  <c:v>2018.77534247</c:v>
                </c:pt>
                <c:pt idx="700">
                  <c:v>2018.77808219</c:v>
                </c:pt>
                <c:pt idx="701">
                  <c:v>2018.78082192</c:v>
                </c:pt>
                <c:pt idx="702">
                  <c:v>2018.7890411</c:v>
                </c:pt>
                <c:pt idx="703">
                  <c:v>2018.79178082</c:v>
                </c:pt>
                <c:pt idx="704">
                  <c:v>2018.79452055</c:v>
                </c:pt>
                <c:pt idx="705">
                  <c:v>2018.79726027</c:v>
                </c:pt>
                <c:pt idx="706">
                  <c:v>2018.8</c:v>
                </c:pt>
                <c:pt idx="707">
                  <c:v>2018.80821918</c:v>
                </c:pt>
                <c:pt idx="708">
                  <c:v>2018.8109589</c:v>
                </c:pt>
                <c:pt idx="709">
                  <c:v>2018.81369863</c:v>
                </c:pt>
                <c:pt idx="710">
                  <c:v>2018.81643836</c:v>
                </c:pt>
                <c:pt idx="711">
                  <c:v>2018.81917808</c:v>
                </c:pt>
                <c:pt idx="712">
                  <c:v>2018.82739726</c:v>
                </c:pt>
                <c:pt idx="713">
                  <c:v>2018.83013699</c:v>
                </c:pt>
                <c:pt idx="714">
                  <c:v>2018.83287671</c:v>
                </c:pt>
                <c:pt idx="715">
                  <c:v>2018.83561644</c:v>
                </c:pt>
                <c:pt idx="716">
                  <c:v>2018.83835616</c:v>
                </c:pt>
                <c:pt idx="717">
                  <c:v>2018.84657534</c:v>
                </c:pt>
                <c:pt idx="718">
                  <c:v>2018.84931507</c:v>
                </c:pt>
                <c:pt idx="719">
                  <c:v>2018.85205479</c:v>
                </c:pt>
                <c:pt idx="720">
                  <c:v>2018.85479452</c:v>
                </c:pt>
                <c:pt idx="721">
                  <c:v>2018.85753425</c:v>
                </c:pt>
                <c:pt idx="722">
                  <c:v>2018.86575342</c:v>
                </c:pt>
                <c:pt idx="723">
                  <c:v>2018.86849315</c:v>
                </c:pt>
                <c:pt idx="724">
                  <c:v>2018.87123288</c:v>
                </c:pt>
                <c:pt idx="725">
                  <c:v>2018.8739726</c:v>
                </c:pt>
                <c:pt idx="726">
                  <c:v>2018.87671233</c:v>
                </c:pt>
                <c:pt idx="727">
                  <c:v>2018.88493151</c:v>
                </c:pt>
                <c:pt idx="728">
                  <c:v>2018.88767123</c:v>
                </c:pt>
                <c:pt idx="729">
                  <c:v>2018.89041096</c:v>
                </c:pt>
                <c:pt idx="730">
                  <c:v>2018.89589041</c:v>
                </c:pt>
                <c:pt idx="731">
                  <c:v>2018.90410959</c:v>
                </c:pt>
                <c:pt idx="732">
                  <c:v>2018.90684932</c:v>
                </c:pt>
                <c:pt idx="733">
                  <c:v>2018.90958904</c:v>
                </c:pt>
                <c:pt idx="734">
                  <c:v>2018.91232877</c:v>
                </c:pt>
                <c:pt idx="735">
                  <c:v>2018.91506849</c:v>
                </c:pt>
                <c:pt idx="736">
                  <c:v>2018.92328767</c:v>
                </c:pt>
                <c:pt idx="737">
                  <c:v>2018.9260274</c:v>
                </c:pt>
                <c:pt idx="738">
                  <c:v>2018.93150685</c:v>
                </c:pt>
                <c:pt idx="739">
                  <c:v>2018.93424658</c:v>
                </c:pt>
                <c:pt idx="740">
                  <c:v>2018.94246575</c:v>
                </c:pt>
                <c:pt idx="741">
                  <c:v>2018.94520548</c:v>
                </c:pt>
                <c:pt idx="742">
                  <c:v>2018.94794521</c:v>
                </c:pt>
                <c:pt idx="743">
                  <c:v>2018.95068493</c:v>
                </c:pt>
                <c:pt idx="744">
                  <c:v>2018.95342466</c:v>
                </c:pt>
                <c:pt idx="745">
                  <c:v>2018.96164384</c:v>
                </c:pt>
                <c:pt idx="746">
                  <c:v>2018.96438356</c:v>
                </c:pt>
                <c:pt idx="747">
                  <c:v>2018.96712329</c:v>
                </c:pt>
                <c:pt idx="748">
                  <c:v>2018.96986301</c:v>
                </c:pt>
                <c:pt idx="749">
                  <c:v>2018.97260274</c:v>
                </c:pt>
                <c:pt idx="750">
                  <c:v>2018.98082192</c:v>
                </c:pt>
                <c:pt idx="751">
                  <c:v>2018.98630137</c:v>
                </c:pt>
                <c:pt idx="752">
                  <c:v>2018.9890411</c:v>
                </c:pt>
                <c:pt idx="753">
                  <c:v>2018.99178082</c:v>
                </c:pt>
                <c:pt idx="754">
                  <c:v>2019</c:v>
                </c:pt>
                <c:pt idx="755">
                  <c:v>2019.00547945</c:v>
                </c:pt>
                <c:pt idx="756">
                  <c:v>2019.00821918</c:v>
                </c:pt>
                <c:pt idx="757">
                  <c:v>2019.0109589</c:v>
                </c:pt>
                <c:pt idx="758">
                  <c:v>2019.01917808</c:v>
                </c:pt>
                <c:pt idx="759">
                  <c:v>2019.02191781</c:v>
                </c:pt>
                <c:pt idx="760">
                  <c:v>2019.02465753</c:v>
                </c:pt>
                <c:pt idx="761">
                  <c:v>2019.02739726</c:v>
                </c:pt>
                <c:pt idx="762">
                  <c:v>2019.03013699</c:v>
                </c:pt>
                <c:pt idx="763">
                  <c:v>2019.03835616</c:v>
                </c:pt>
                <c:pt idx="764">
                  <c:v>2019.04109589</c:v>
                </c:pt>
                <c:pt idx="765">
                  <c:v>2019.04383562</c:v>
                </c:pt>
                <c:pt idx="766">
                  <c:v>2019.04657534</c:v>
                </c:pt>
                <c:pt idx="767">
                  <c:v>2019.04931507</c:v>
                </c:pt>
                <c:pt idx="768">
                  <c:v>2019.06027397</c:v>
                </c:pt>
                <c:pt idx="769">
                  <c:v>2019.0630137</c:v>
                </c:pt>
                <c:pt idx="770">
                  <c:v>2019.06575342</c:v>
                </c:pt>
                <c:pt idx="771">
                  <c:v>2019.06849315</c:v>
                </c:pt>
                <c:pt idx="772">
                  <c:v>2019.07671233</c:v>
                </c:pt>
                <c:pt idx="773">
                  <c:v>2019.07945205</c:v>
                </c:pt>
                <c:pt idx="774">
                  <c:v>2019.08219178</c:v>
                </c:pt>
                <c:pt idx="775">
                  <c:v>2019.08493151</c:v>
                </c:pt>
                <c:pt idx="776">
                  <c:v>2019.08767123</c:v>
                </c:pt>
                <c:pt idx="777">
                  <c:v>2019.09589041</c:v>
                </c:pt>
                <c:pt idx="778">
                  <c:v>2019.09863014</c:v>
                </c:pt>
                <c:pt idx="779">
                  <c:v>2019.10136986</c:v>
                </c:pt>
                <c:pt idx="780">
                  <c:v>2019.10410959</c:v>
                </c:pt>
                <c:pt idx="781">
                  <c:v>2019.10684932</c:v>
                </c:pt>
                <c:pt idx="782">
                  <c:v>2019.11506849</c:v>
                </c:pt>
                <c:pt idx="783">
                  <c:v>2019.11780822</c:v>
                </c:pt>
                <c:pt idx="784">
                  <c:v>2019.12054795</c:v>
                </c:pt>
                <c:pt idx="785">
                  <c:v>2019.12328767</c:v>
                </c:pt>
                <c:pt idx="786">
                  <c:v>2019.1260274</c:v>
                </c:pt>
                <c:pt idx="787">
                  <c:v>2019.1369863</c:v>
                </c:pt>
                <c:pt idx="788">
                  <c:v>2019.13972603</c:v>
                </c:pt>
                <c:pt idx="789">
                  <c:v>2019.14246575</c:v>
                </c:pt>
                <c:pt idx="790">
                  <c:v>2019.14520548</c:v>
                </c:pt>
                <c:pt idx="791">
                  <c:v>2019.15342466</c:v>
                </c:pt>
                <c:pt idx="792">
                  <c:v>2019.15616438</c:v>
                </c:pt>
                <c:pt idx="793">
                  <c:v>2019.15890411</c:v>
                </c:pt>
                <c:pt idx="794">
                  <c:v>2019.16164384</c:v>
                </c:pt>
                <c:pt idx="795">
                  <c:v>2019.16438356</c:v>
                </c:pt>
                <c:pt idx="796">
                  <c:v>2019.17260274</c:v>
                </c:pt>
                <c:pt idx="797">
                  <c:v>2019.17534247</c:v>
                </c:pt>
                <c:pt idx="798">
                  <c:v>2019.17808219</c:v>
                </c:pt>
                <c:pt idx="799">
                  <c:v>2019.18082192</c:v>
                </c:pt>
                <c:pt idx="800">
                  <c:v>2019.18356164</c:v>
                </c:pt>
                <c:pt idx="801">
                  <c:v>2019.19178082</c:v>
                </c:pt>
                <c:pt idx="802">
                  <c:v>2019.19452055</c:v>
                </c:pt>
                <c:pt idx="803">
                  <c:v>2019.19726027</c:v>
                </c:pt>
                <c:pt idx="804">
                  <c:v>2019.2</c:v>
                </c:pt>
                <c:pt idx="805">
                  <c:v>2019.20273973</c:v>
                </c:pt>
                <c:pt idx="806">
                  <c:v>2019.2109589</c:v>
                </c:pt>
                <c:pt idx="807">
                  <c:v>2019.21369863</c:v>
                </c:pt>
                <c:pt idx="808">
                  <c:v>2019.21643836</c:v>
                </c:pt>
                <c:pt idx="809">
                  <c:v>2019.21917808</c:v>
                </c:pt>
                <c:pt idx="810">
                  <c:v>2019.22191781</c:v>
                </c:pt>
                <c:pt idx="811">
                  <c:v>2019.23013699</c:v>
                </c:pt>
                <c:pt idx="812">
                  <c:v>2019.23287671</c:v>
                </c:pt>
                <c:pt idx="813">
                  <c:v>2019.23561644</c:v>
                </c:pt>
                <c:pt idx="814">
                  <c:v>2019.23835616</c:v>
                </c:pt>
                <c:pt idx="815">
                  <c:v>2019.24109589</c:v>
                </c:pt>
                <c:pt idx="816">
                  <c:v>2019.24931507</c:v>
                </c:pt>
                <c:pt idx="817">
                  <c:v>2019.25205479</c:v>
                </c:pt>
                <c:pt idx="818">
                  <c:v>2019.25479452</c:v>
                </c:pt>
                <c:pt idx="819">
                  <c:v>2019.25753425</c:v>
                </c:pt>
                <c:pt idx="820">
                  <c:v>2019.26027397</c:v>
                </c:pt>
                <c:pt idx="821">
                  <c:v>2019.26849315</c:v>
                </c:pt>
                <c:pt idx="822">
                  <c:v>2019.27123288</c:v>
                </c:pt>
                <c:pt idx="823">
                  <c:v>2019.2739726</c:v>
                </c:pt>
                <c:pt idx="824">
                  <c:v>2019.27671233</c:v>
                </c:pt>
                <c:pt idx="825">
                  <c:v>2019.27945205</c:v>
                </c:pt>
                <c:pt idx="826">
                  <c:v>2019.28767123</c:v>
                </c:pt>
                <c:pt idx="827">
                  <c:v>2019.29041096</c:v>
                </c:pt>
                <c:pt idx="828">
                  <c:v>2019.29315068</c:v>
                </c:pt>
                <c:pt idx="829">
                  <c:v>2019.29589041</c:v>
                </c:pt>
                <c:pt idx="830">
                  <c:v>2019.30684932</c:v>
                </c:pt>
                <c:pt idx="831">
                  <c:v>2019.30958904</c:v>
                </c:pt>
                <c:pt idx="832">
                  <c:v>2019.31232877</c:v>
                </c:pt>
                <c:pt idx="833">
                  <c:v>2019.31506849</c:v>
                </c:pt>
                <c:pt idx="834">
                  <c:v>2019.31780822</c:v>
                </c:pt>
                <c:pt idx="835">
                  <c:v>2019.3260274</c:v>
                </c:pt>
                <c:pt idx="836">
                  <c:v>2019.32876712</c:v>
                </c:pt>
                <c:pt idx="837">
                  <c:v>2019.33150685</c:v>
                </c:pt>
                <c:pt idx="838">
                  <c:v>2019.33424658</c:v>
                </c:pt>
                <c:pt idx="839">
                  <c:v>2019.3369863</c:v>
                </c:pt>
                <c:pt idx="840">
                  <c:v>2019.34520548</c:v>
                </c:pt>
                <c:pt idx="841">
                  <c:v>2019.34794521</c:v>
                </c:pt>
                <c:pt idx="842">
                  <c:v>2019.35068493</c:v>
                </c:pt>
                <c:pt idx="843">
                  <c:v>2019.35342466</c:v>
                </c:pt>
                <c:pt idx="844">
                  <c:v>2019.35616438</c:v>
                </c:pt>
                <c:pt idx="845">
                  <c:v>2019.36438356</c:v>
                </c:pt>
                <c:pt idx="846">
                  <c:v>2019.36712329</c:v>
                </c:pt>
                <c:pt idx="847">
                  <c:v>2019.36986301</c:v>
                </c:pt>
                <c:pt idx="848">
                  <c:v>2019.37260274</c:v>
                </c:pt>
                <c:pt idx="849">
                  <c:v>2019.37534247</c:v>
                </c:pt>
                <c:pt idx="850">
                  <c:v>2019.38356164</c:v>
                </c:pt>
                <c:pt idx="851">
                  <c:v>2019.38630137</c:v>
                </c:pt>
                <c:pt idx="852">
                  <c:v>2019.3890411</c:v>
                </c:pt>
                <c:pt idx="853">
                  <c:v>2019.39178082</c:v>
                </c:pt>
                <c:pt idx="854">
                  <c:v>2019.39452055</c:v>
                </c:pt>
                <c:pt idx="855">
                  <c:v>2019.40547945</c:v>
                </c:pt>
                <c:pt idx="856">
                  <c:v>2019.40821918</c:v>
                </c:pt>
                <c:pt idx="857">
                  <c:v>2019.4109589</c:v>
                </c:pt>
                <c:pt idx="858">
                  <c:v>2019.41369863</c:v>
                </c:pt>
                <c:pt idx="859">
                  <c:v>2019.42191781</c:v>
                </c:pt>
                <c:pt idx="860">
                  <c:v>2019.42465753</c:v>
                </c:pt>
                <c:pt idx="861">
                  <c:v>2019.42739726</c:v>
                </c:pt>
                <c:pt idx="862">
                  <c:v>2019.43013699</c:v>
                </c:pt>
                <c:pt idx="863">
                  <c:v>2019.43287671</c:v>
                </c:pt>
                <c:pt idx="864">
                  <c:v>2019.44109589</c:v>
                </c:pt>
                <c:pt idx="865">
                  <c:v>2019.44383562</c:v>
                </c:pt>
                <c:pt idx="866">
                  <c:v>2019.44657534</c:v>
                </c:pt>
                <c:pt idx="867">
                  <c:v>2019.44931507</c:v>
                </c:pt>
                <c:pt idx="868">
                  <c:v>2019.45205479</c:v>
                </c:pt>
                <c:pt idx="869">
                  <c:v>2019.46027397</c:v>
                </c:pt>
                <c:pt idx="870">
                  <c:v>2019.4630137</c:v>
                </c:pt>
                <c:pt idx="871">
                  <c:v>2019.46575342</c:v>
                </c:pt>
                <c:pt idx="872">
                  <c:v>2019.46849315</c:v>
                </c:pt>
                <c:pt idx="873">
                  <c:v>2019.47123288</c:v>
                </c:pt>
                <c:pt idx="874">
                  <c:v>2019.47945205</c:v>
                </c:pt>
                <c:pt idx="875">
                  <c:v>2019.48219178</c:v>
                </c:pt>
                <c:pt idx="876">
                  <c:v>2019.48493151</c:v>
                </c:pt>
                <c:pt idx="877">
                  <c:v>2019.48767123</c:v>
                </c:pt>
                <c:pt idx="878">
                  <c:v>2019.49041096</c:v>
                </c:pt>
                <c:pt idx="879">
                  <c:v>2019.49863014</c:v>
                </c:pt>
                <c:pt idx="880">
                  <c:v>2019.50136986</c:v>
                </c:pt>
                <c:pt idx="881">
                  <c:v>2019.50410959</c:v>
                </c:pt>
                <c:pt idx="882">
                  <c:v>2019.50958904</c:v>
                </c:pt>
                <c:pt idx="883">
                  <c:v>2019.51780822</c:v>
                </c:pt>
                <c:pt idx="884">
                  <c:v>2019.52054795</c:v>
                </c:pt>
                <c:pt idx="885">
                  <c:v>2019.52328767</c:v>
                </c:pt>
                <c:pt idx="886">
                  <c:v>2019.5260274</c:v>
                </c:pt>
                <c:pt idx="887">
                  <c:v>2019.52876712</c:v>
                </c:pt>
                <c:pt idx="888">
                  <c:v>2019.5369863</c:v>
                </c:pt>
                <c:pt idx="889">
                  <c:v>2019.53972603</c:v>
                </c:pt>
                <c:pt idx="890">
                  <c:v>2019.54246575</c:v>
                </c:pt>
                <c:pt idx="891">
                  <c:v>2019.54520548</c:v>
                </c:pt>
                <c:pt idx="892">
                  <c:v>2019.54794521</c:v>
                </c:pt>
                <c:pt idx="893">
                  <c:v>2019.55616438</c:v>
                </c:pt>
                <c:pt idx="894">
                  <c:v>2019.55890411</c:v>
                </c:pt>
                <c:pt idx="895">
                  <c:v>2019.56164384</c:v>
                </c:pt>
                <c:pt idx="896">
                  <c:v>2019.56438356</c:v>
                </c:pt>
                <c:pt idx="897">
                  <c:v>2019.56712329</c:v>
                </c:pt>
                <c:pt idx="898">
                  <c:v>2019.57534247</c:v>
                </c:pt>
                <c:pt idx="899">
                  <c:v>2019.57808219</c:v>
                </c:pt>
                <c:pt idx="900">
                  <c:v>2019.58082192</c:v>
                </c:pt>
                <c:pt idx="901">
                  <c:v>2019.58356164</c:v>
                </c:pt>
                <c:pt idx="902">
                  <c:v>2019.58630137</c:v>
                </c:pt>
                <c:pt idx="903">
                  <c:v>2019.59452055</c:v>
                </c:pt>
                <c:pt idx="904">
                  <c:v>2019.59726027</c:v>
                </c:pt>
                <c:pt idx="905">
                  <c:v>2019.6</c:v>
                </c:pt>
                <c:pt idx="906">
                  <c:v>2019.60273973</c:v>
                </c:pt>
                <c:pt idx="907">
                  <c:v>2019.60547945</c:v>
                </c:pt>
                <c:pt idx="908">
                  <c:v>2019.61369863</c:v>
                </c:pt>
                <c:pt idx="909">
                  <c:v>2019.61643836</c:v>
                </c:pt>
                <c:pt idx="910">
                  <c:v>2019.61917808</c:v>
                </c:pt>
                <c:pt idx="911">
                  <c:v>2019.62191781</c:v>
                </c:pt>
                <c:pt idx="912">
                  <c:v>2019.62465753</c:v>
                </c:pt>
                <c:pt idx="913">
                  <c:v>2019.63287671</c:v>
                </c:pt>
                <c:pt idx="914">
                  <c:v>2019.63561644</c:v>
                </c:pt>
                <c:pt idx="915">
                  <c:v>2019.63835616</c:v>
                </c:pt>
                <c:pt idx="916">
                  <c:v>2019.64109589</c:v>
                </c:pt>
                <c:pt idx="917">
                  <c:v>2019.64383562</c:v>
                </c:pt>
                <c:pt idx="918">
                  <c:v>2019.65205479</c:v>
                </c:pt>
                <c:pt idx="919">
                  <c:v>2019.65479452</c:v>
                </c:pt>
                <c:pt idx="920">
                  <c:v>2019.65753425</c:v>
                </c:pt>
                <c:pt idx="921">
                  <c:v>2019.66027397</c:v>
                </c:pt>
                <c:pt idx="922">
                  <c:v>2019.6630137</c:v>
                </c:pt>
                <c:pt idx="923">
                  <c:v>2019.6739726</c:v>
                </c:pt>
                <c:pt idx="924">
                  <c:v>2019.67671233</c:v>
                </c:pt>
                <c:pt idx="925">
                  <c:v>2019.67945205</c:v>
                </c:pt>
                <c:pt idx="926">
                  <c:v>2019.68219178</c:v>
                </c:pt>
                <c:pt idx="927">
                  <c:v>2019.69041096</c:v>
                </c:pt>
                <c:pt idx="928">
                  <c:v>2019.69315068</c:v>
                </c:pt>
                <c:pt idx="929">
                  <c:v>2019.69589041</c:v>
                </c:pt>
                <c:pt idx="930">
                  <c:v>2019.69863014</c:v>
                </c:pt>
                <c:pt idx="931">
                  <c:v>2019.70136986</c:v>
                </c:pt>
                <c:pt idx="932">
                  <c:v>2019.70958904</c:v>
                </c:pt>
                <c:pt idx="933">
                  <c:v>2019.71232877</c:v>
                </c:pt>
                <c:pt idx="934">
                  <c:v>2019.71506849</c:v>
                </c:pt>
                <c:pt idx="935">
                  <c:v>2019.71780822</c:v>
                </c:pt>
                <c:pt idx="936">
                  <c:v>2019.72054795</c:v>
                </c:pt>
                <c:pt idx="937">
                  <c:v>2019.72876712</c:v>
                </c:pt>
                <c:pt idx="938">
                  <c:v>2019.73150685</c:v>
                </c:pt>
                <c:pt idx="939">
                  <c:v>2019.73424658</c:v>
                </c:pt>
                <c:pt idx="940">
                  <c:v>2019.7369863</c:v>
                </c:pt>
                <c:pt idx="941">
                  <c:v>2019.73972603</c:v>
                </c:pt>
                <c:pt idx="942">
                  <c:v>2019.74794521</c:v>
                </c:pt>
                <c:pt idx="943">
                  <c:v>2019.75068493</c:v>
                </c:pt>
                <c:pt idx="944">
                  <c:v>2019.75342466</c:v>
                </c:pt>
                <c:pt idx="945">
                  <c:v>2019.75616438</c:v>
                </c:pt>
                <c:pt idx="946">
                  <c:v>2019.75890411</c:v>
                </c:pt>
                <c:pt idx="947">
                  <c:v>2019.76712329</c:v>
                </c:pt>
                <c:pt idx="948">
                  <c:v>2019.76986301</c:v>
                </c:pt>
                <c:pt idx="949">
                  <c:v>2019.77260274</c:v>
                </c:pt>
                <c:pt idx="950">
                  <c:v>2019.77534247</c:v>
                </c:pt>
                <c:pt idx="951">
                  <c:v>2019.77808219</c:v>
                </c:pt>
                <c:pt idx="952">
                  <c:v>2019.78630137</c:v>
                </c:pt>
                <c:pt idx="953">
                  <c:v>2019.7890411</c:v>
                </c:pt>
                <c:pt idx="954">
                  <c:v>2019.79178082</c:v>
                </c:pt>
                <c:pt idx="955">
                  <c:v>2019.79452055</c:v>
                </c:pt>
                <c:pt idx="956">
                  <c:v>2019.79726027</c:v>
                </c:pt>
                <c:pt idx="957">
                  <c:v>2019.80547945</c:v>
                </c:pt>
                <c:pt idx="958">
                  <c:v>2019.80821918</c:v>
                </c:pt>
                <c:pt idx="959">
                  <c:v>2019.8109589</c:v>
                </c:pt>
                <c:pt idx="960">
                  <c:v>2019.81369863</c:v>
                </c:pt>
                <c:pt idx="961">
                  <c:v>2019.81643836</c:v>
                </c:pt>
                <c:pt idx="962">
                  <c:v>2019.82465753</c:v>
                </c:pt>
                <c:pt idx="963">
                  <c:v>2019.82739726</c:v>
                </c:pt>
                <c:pt idx="964">
                  <c:v>2019.83013699</c:v>
                </c:pt>
                <c:pt idx="965">
                  <c:v>2019.83287671</c:v>
                </c:pt>
                <c:pt idx="966">
                  <c:v>2019.83561644</c:v>
                </c:pt>
                <c:pt idx="967">
                  <c:v>2019.84383562</c:v>
                </c:pt>
                <c:pt idx="968">
                  <c:v>2019.84657534</c:v>
                </c:pt>
                <c:pt idx="969">
                  <c:v>2019.84931507</c:v>
                </c:pt>
                <c:pt idx="970">
                  <c:v>2019.85205479</c:v>
                </c:pt>
                <c:pt idx="971">
                  <c:v>2019.85479452</c:v>
                </c:pt>
                <c:pt idx="972">
                  <c:v>2019.8630137</c:v>
                </c:pt>
                <c:pt idx="973">
                  <c:v>2019.86575342</c:v>
                </c:pt>
                <c:pt idx="974">
                  <c:v>2019.86849315</c:v>
                </c:pt>
                <c:pt idx="975">
                  <c:v>2019.87123288</c:v>
                </c:pt>
                <c:pt idx="976">
                  <c:v>2019.8739726</c:v>
                </c:pt>
                <c:pt idx="977">
                  <c:v>2019.88219178</c:v>
                </c:pt>
                <c:pt idx="978">
                  <c:v>2019.88493151</c:v>
                </c:pt>
                <c:pt idx="979">
                  <c:v>2019.88767123</c:v>
                </c:pt>
                <c:pt idx="980">
                  <c:v>2019.89041096</c:v>
                </c:pt>
                <c:pt idx="981">
                  <c:v>2019.89315068</c:v>
                </c:pt>
                <c:pt idx="982">
                  <c:v>2019.90136986</c:v>
                </c:pt>
                <c:pt idx="983">
                  <c:v>2019.90410959</c:v>
                </c:pt>
                <c:pt idx="984">
                  <c:v>2019.90684932</c:v>
                </c:pt>
                <c:pt idx="985">
                  <c:v>2019.91232877</c:v>
                </c:pt>
                <c:pt idx="986">
                  <c:v>2019.92054795</c:v>
                </c:pt>
                <c:pt idx="987">
                  <c:v>2019.92328767</c:v>
                </c:pt>
                <c:pt idx="988">
                  <c:v>2019.9260274</c:v>
                </c:pt>
                <c:pt idx="989">
                  <c:v>2019.92876712</c:v>
                </c:pt>
                <c:pt idx="990">
                  <c:v>2019.93150685</c:v>
                </c:pt>
                <c:pt idx="991">
                  <c:v>2019.93972603</c:v>
                </c:pt>
                <c:pt idx="992">
                  <c:v>2019.94246575</c:v>
                </c:pt>
                <c:pt idx="993">
                  <c:v>2019.94520548</c:v>
                </c:pt>
                <c:pt idx="994">
                  <c:v>2019.94794521</c:v>
                </c:pt>
                <c:pt idx="995">
                  <c:v>2019.95068493</c:v>
                </c:pt>
                <c:pt idx="996">
                  <c:v>2019.95890411</c:v>
                </c:pt>
                <c:pt idx="997">
                  <c:v>2019.96164384</c:v>
                </c:pt>
                <c:pt idx="998">
                  <c:v>2019.96438356</c:v>
                </c:pt>
                <c:pt idx="999">
                  <c:v>2019.96712329</c:v>
                </c:pt>
                <c:pt idx="1000">
                  <c:v>2019.96986301</c:v>
                </c:pt>
                <c:pt idx="1001">
                  <c:v>2019.97808219</c:v>
                </c:pt>
                <c:pt idx="1002">
                  <c:v>2019.98082192</c:v>
                </c:pt>
                <c:pt idx="1003">
                  <c:v>2019.98630137</c:v>
                </c:pt>
                <c:pt idx="1004">
                  <c:v>2019.9890411</c:v>
                </c:pt>
                <c:pt idx="1005">
                  <c:v>2019.99726027</c:v>
                </c:pt>
                <c:pt idx="1006">
                  <c:v>2020</c:v>
                </c:pt>
                <c:pt idx="1007">
                  <c:v>2020.00546448</c:v>
                </c:pt>
                <c:pt idx="1008">
                  <c:v>2020.00819672</c:v>
                </c:pt>
                <c:pt idx="1009">
                  <c:v>2020.01639344</c:v>
                </c:pt>
                <c:pt idx="1010">
                  <c:v>2020.01912568</c:v>
                </c:pt>
                <c:pt idx="1011">
                  <c:v>2020.02185792</c:v>
                </c:pt>
                <c:pt idx="1012">
                  <c:v>2020.02459016</c:v>
                </c:pt>
                <c:pt idx="1013">
                  <c:v>2020.0273224</c:v>
                </c:pt>
                <c:pt idx="1014">
                  <c:v>2020.03551913</c:v>
                </c:pt>
                <c:pt idx="1015">
                  <c:v>2020.03825137</c:v>
                </c:pt>
                <c:pt idx="1016">
                  <c:v>2020.04098361</c:v>
                </c:pt>
                <c:pt idx="1017">
                  <c:v>2020.04371585</c:v>
                </c:pt>
                <c:pt idx="1018">
                  <c:v>2020.04644809</c:v>
                </c:pt>
                <c:pt idx="1019">
                  <c:v>2020.05737705</c:v>
                </c:pt>
                <c:pt idx="1020">
                  <c:v>2020.06010929</c:v>
                </c:pt>
                <c:pt idx="1021">
                  <c:v>2020.06284153</c:v>
                </c:pt>
                <c:pt idx="1022">
                  <c:v>2020.06557377</c:v>
                </c:pt>
                <c:pt idx="1023">
                  <c:v>2020.07377049</c:v>
                </c:pt>
                <c:pt idx="1024">
                  <c:v>2020.07650273</c:v>
                </c:pt>
                <c:pt idx="1025">
                  <c:v>2020.07923497</c:v>
                </c:pt>
                <c:pt idx="1026">
                  <c:v>2020.08196721</c:v>
                </c:pt>
                <c:pt idx="1027">
                  <c:v>2020.08469945</c:v>
                </c:pt>
                <c:pt idx="1028">
                  <c:v>2020.09289617</c:v>
                </c:pt>
                <c:pt idx="1029">
                  <c:v>2020.09562842</c:v>
                </c:pt>
                <c:pt idx="1030">
                  <c:v>2020.09836066</c:v>
                </c:pt>
                <c:pt idx="1031">
                  <c:v>2020.1010929</c:v>
                </c:pt>
                <c:pt idx="1032">
                  <c:v>2020.10382514</c:v>
                </c:pt>
                <c:pt idx="1033">
                  <c:v>2020.11202186</c:v>
                </c:pt>
                <c:pt idx="1034">
                  <c:v>2020.1147541</c:v>
                </c:pt>
                <c:pt idx="1035">
                  <c:v>2020.11748634</c:v>
                </c:pt>
                <c:pt idx="1036">
                  <c:v>2020.12021858</c:v>
                </c:pt>
                <c:pt idx="1037">
                  <c:v>2020.12295082</c:v>
                </c:pt>
                <c:pt idx="1038">
                  <c:v>2020.13387978</c:v>
                </c:pt>
                <c:pt idx="1039">
                  <c:v>2020.13661202</c:v>
                </c:pt>
                <c:pt idx="1040">
                  <c:v>2020.13934426</c:v>
                </c:pt>
                <c:pt idx="1041">
                  <c:v>2020.1420765</c:v>
                </c:pt>
                <c:pt idx="1042">
                  <c:v>2020.15027322</c:v>
                </c:pt>
                <c:pt idx="1043">
                  <c:v>2020.15300546</c:v>
                </c:pt>
                <c:pt idx="1044">
                  <c:v>2020.1557377</c:v>
                </c:pt>
                <c:pt idx="1045">
                  <c:v>2020.15846995</c:v>
                </c:pt>
                <c:pt idx="1046">
                  <c:v>2020.16120219</c:v>
                </c:pt>
                <c:pt idx="1047">
                  <c:v>2020.16939891</c:v>
                </c:pt>
                <c:pt idx="1048">
                  <c:v>2020.17213115</c:v>
                </c:pt>
                <c:pt idx="1049">
                  <c:v>2020.17486339</c:v>
                </c:pt>
                <c:pt idx="1050">
                  <c:v>2020.17759563</c:v>
                </c:pt>
                <c:pt idx="1051">
                  <c:v>2020.18032787</c:v>
                </c:pt>
                <c:pt idx="1052">
                  <c:v>2020.18852459</c:v>
                </c:pt>
                <c:pt idx="1053">
                  <c:v>2020.19125683</c:v>
                </c:pt>
                <c:pt idx="1054">
                  <c:v>2020.19398907</c:v>
                </c:pt>
                <c:pt idx="1055">
                  <c:v>2020.19672131</c:v>
                </c:pt>
                <c:pt idx="1056">
                  <c:v>2020.19945355</c:v>
                </c:pt>
                <c:pt idx="1057">
                  <c:v>2020.20765027</c:v>
                </c:pt>
                <c:pt idx="1058">
                  <c:v>2020.21038251</c:v>
                </c:pt>
                <c:pt idx="1059">
                  <c:v>2020.21311475</c:v>
                </c:pt>
                <c:pt idx="1060">
                  <c:v>2020.21584699</c:v>
                </c:pt>
                <c:pt idx="1061">
                  <c:v>2020.21857923</c:v>
                </c:pt>
                <c:pt idx="1062">
                  <c:v>2020.22677596</c:v>
                </c:pt>
                <c:pt idx="1063">
                  <c:v>2020.2295082</c:v>
                </c:pt>
                <c:pt idx="1064">
                  <c:v>2020.23224044</c:v>
                </c:pt>
                <c:pt idx="1065">
                  <c:v>2020.23497268</c:v>
                </c:pt>
                <c:pt idx="1066">
                  <c:v>2020.23770492</c:v>
                </c:pt>
                <c:pt idx="1067">
                  <c:v>2020.24590164</c:v>
                </c:pt>
                <c:pt idx="1068">
                  <c:v>2020.24863388</c:v>
                </c:pt>
                <c:pt idx="1069">
                  <c:v>2020.25136612</c:v>
                </c:pt>
                <c:pt idx="1070">
                  <c:v>2020.25409836</c:v>
                </c:pt>
                <c:pt idx="1071">
                  <c:v>2020.2568306</c:v>
                </c:pt>
                <c:pt idx="1072">
                  <c:v>2020.26502732</c:v>
                </c:pt>
                <c:pt idx="1073">
                  <c:v>2020.26775956</c:v>
                </c:pt>
                <c:pt idx="1074">
                  <c:v>2020.2704918</c:v>
                </c:pt>
                <c:pt idx="1075">
                  <c:v>2020.27322404</c:v>
                </c:pt>
                <c:pt idx="1076">
                  <c:v>2020.28415301</c:v>
                </c:pt>
                <c:pt idx="1077">
                  <c:v>2020.28688525</c:v>
                </c:pt>
                <c:pt idx="1078">
                  <c:v>2020.28961749</c:v>
                </c:pt>
                <c:pt idx="1079">
                  <c:v>2020.29234973</c:v>
                </c:pt>
                <c:pt idx="1080">
                  <c:v>2020.29508197</c:v>
                </c:pt>
                <c:pt idx="1081">
                  <c:v>2020.30327869</c:v>
                </c:pt>
                <c:pt idx="1082">
                  <c:v>2020.30601093</c:v>
                </c:pt>
                <c:pt idx="1083">
                  <c:v>2020.30874317</c:v>
                </c:pt>
                <c:pt idx="1084">
                  <c:v>2020.31147541</c:v>
                </c:pt>
                <c:pt idx="1085">
                  <c:v>2020.31420765</c:v>
                </c:pt>
                <c:pt idx="1086">
                  <c:v>2020.32240437</c:v>
                </c:pt>
                <c:pt idx="1087">
                  <c:v>2020.32513661</c:v>
                </c:pt>
                <c:pt idx="1088">
                  <c:v>2020.32786885</c:v>
                </c:pt>
                <c:pt idx="1089">
                  <c:v>2020.33060109</c:v>
                </c:pt>
                <c:pt idx="1090">
                  <c:v>2020.33333333</c:v>
                </c:pt>
                <c:pt idx="1091">
                  <c:v>2020.34153005</c:v>
                </c:pt>
                <c:pt idx="1092">
                  <c:v>2020.3442623</c:v>
                </c:pt>
                <c:pt idx="1093">
                  <c:v>2020.34699454</c:v>
                </c:pt>
                <c:pt idx="1094">
                  <c:v>2020.34972678</c:v>
                </c:pt>
                <c:pt idx="1095">
                  <c:v>2020.35245902</c:v>
                </c:pt>
                <c:pt idx="1096">
                  <c:v>2020.36065574</c:v>
                </c:pt>
                <c:pt idx="1097">
                  <c:v>2020.36338798</c:v>
                </c:pt>
                <c:pt idx="1098">
                  <c:v>2020.36612022</c:v>
                </c:pt>
                <c:pt idx="1099">
                  <c:v>2020.36885246</c:v>
                </c:pt>
                <c:pt idx="1100">
                  <c:v>2020.3715847</c:v>
                </c:pt>
                <c:pt idx="1101">
                  <c:v>2020.37978142</c:v>
                </c:pt>
                <c:pt idx="1102">
                  <c:v>2020.38251366</c:v>
                </c:pt>
                <c:pt idx="1103">
                  <c:v>2020.3852459</c:v>
                </c:pt>
                <c:pt idx="1104">
                  <c:v>2020.38797814</c:v>
                </c:pt>
                <c:pt idx="1105">
                  <c:v>2020.39071038</c:v>
                </c:pt>
                <c:pt idx="1106">
                  <c:v>2020.40163934</c:v>
                </c:pt>
                <c:pt idx="1107">
                  <c:v>2020.40437158</c:v>
                </c:pt>
                <c:pt idx="1108">
                  <c:v>2020.40710383</c:v>
                </c:pt>
                <c:pt idx="1109">
                  <c:v>2020.40983607</c:v>
                </c:pt>
                <c:pt idx="1110">
                  <c:v>2020.41803279</c:v>
                </c:pt>
                <c:pt idx="1111">
                  <c:v>2020.42076503</c:v>
                </c:pt>
                <c:pt idx="1112">
                  <c:v>2020.42349727</c:v>
                </c:pt>
                <c:pt idx="1113">
                  <c:v>2020.42622951</c:v>
                </c:pt>
                <c:pt idx="1114">
                  <c:v>2020.42896175</c:v>
                </c:pt>
                <c:pt idx="1115">
                  <c:v>2020.43715847</c:v>
                </c:pt>
                <c:pt idx="1116">
                  <c:v>2020.43989071</c:v>
                </c:pt>
                <c:pt idx="1117">
                  <c:v>2020.44262295</c:v>
                </c:pt>
                <c:pt idx="1118">
                  <c:v>2020.44535519</c:v>
                </c:pt>
                <c:pt idx="1119">
                  <c:v>2020.44808743</c:v>
                </c:pt>
                <c:pt idx="1120">
                  <c:v>2020.45628415</c:v>
                </c:pt>
                <c:pt idx="1121">
                  <c:v>2020.45901639</c:v>
                </c:pt>
                <c:pt idx="1122">
                  <c:v>2020.46174863</c:v>
                </c:pt>
                <c:pt idx="1123">
                  <c:v>2020.46448087</c:v>
                </c:pt>
                <c:pt idx="1124">
                  <c:v>2020.46721311</c:v>
                </c:pt>
                <c:pt idx="1125">
                  <c:v>2020.47540984</c:v>
                </c:pt>
                <c:pt idx="1126">
                  <c:v>2020.47814208</c:v>
                </c:pt>
                <c:pt idx="1127">
                  <c:v>2020.48087432</c:v>
                </c:pt>
                <c:pt idx="1128">
                  <c:v>2020.48360656</c:v>
                </c:pt>
                <c:pt idx="1129">
                  <c:v>2020.4863388</c:v>
                </c:pt>
                <c:pt idx="1130">
                  <c:v>2020.49453552</c:v>
                </c:pt>
                <c:pt idx="1131">
                  <c:v>2020.49726776</c:v>
                </c:pt>
                <c:pt idx="1132">
                  <c:v>2020.5</c:v>
                </c:pt>
                <c:pt idx="1133">
                  <c:v>2020.50273224</c:v>
                </c:pt>
                <c:pt idx="1134">
                  <c:v>2020.5136612</c:v>
                </c:pt>
                <c:pt idx="1135">
                  <c:v>2020.51639344</c:v>
                </c:pt>
                <c:pt idx="1136">
                  <c:v>2020.51912568</c:v>
                </c:pt>
                <c:pt idx="1137">
                  <c:v>2020.52185792</c:v>
                </c:pt>
                <c:pt idx="1138">
                  <c:v>2020.52459016</c:v>
                </c:pt>
                <c:pt idx="1139">
                  <c:v>2020.53278689</c:v>
                </c:pt>
                <c:pt idx="1140">
                  <c:v>2020.53551913</c:v>
                </c:pt>
                <c:pt idx="1141">
                  <c:v>2020.53825137</c:v>
                </c:pt>
                <c:pt idx="1142">
                  <c:v>2020.54098361</c:v>
                </c:pt>
                <c:pt idx="1143">
                  <c:v>2020.54371585</c:v>
                </c:pt>
                <c:pt idx="1144">
                  <c:v>2020.55191257</c:v>
                </c:pt>
                <c:pt idx="1145">
                  <c:v>2020.55464481</c:v>
                </c:pt>
                <c:pt idx="1146">
                  <c:v>2020.55737705</c:v>
                </c:pt>
                <c:pt idx="1147">
                  <c:v>2020.56010929</c:v>
                </c:pt>
                <c:pt idx="1148">
                  <c:v>2020.56284153</c:v>
                </c:pt>
                <c:pt idx="1149">
                  <c:v>2020.57103825</c:v>
                </c:pt>
                <c:pt idx="1150">
                  <c:v>2020.57377049</c:v>
                </c:pt>
                <c:pt idx="1151">
                  <c:v>2020.57650273</c:v>
                </c:pt>
                <c:pt idx="1152">
                  <c:v>2020.57923497</c:v>
                </c:pt>
                <c:pt idx="1153">
                  <c:v>2020.58196721</c:v>
                </c:pt>
                <c:pt idx="1154">
                  <c:v>2020.59016393</c:v>
                </c:pt>
                <c:pt idx="1155">
                  <c:v>2020.59289617</c:v>
                </c:pt>
                <c:pt idx="1156">
                  <c:v>2020.59562842</c:v>
                </c:pt>
                <c:pt idx="1157">
                  <c:v>2020.59836066</c:v>
                </c:pt>
                <c:pt idx="1158">
                  <c:v>2020.6010929</c:v>
                </c:pt>
                <c:pt idx="1159">
                  <c:v>2020.60928962</c:v>
                </c:pt>
                <c:pt idx="1160">
                  <c:v>2020.61202186</c:v>
                </c:pt>
                <c:pt idx="1161">
                  <c:v>2020.6147541</c:v>
                </c:pt>
                <c:pt idx="1162">
                  <c:v>2020.61748634</c:v>
                </c:pt>
                <c:pt idx="1163">
                  <c:v>2020.62021858</c:v>
                </c:pt>
                <c:pt idx="1164">
                  <c:v>2020.6284153</c:v>
                </c:pt>
                <c:pt idx="1165">
                  <c:v>2020.63114754</c:v>
                </c:pt>
                <c:pt idx="1166">
                  <c:v>2020.63387978</c:v>
                </c:pt>
                <c:pt idx="1167">
                  <c:v>2020.63661202</c:v>
                </c:pt>
                <c:pt idx="1168">
                  <c:v>2020.63934426</c:v>
                </c:pt>
                <c:pt idx="1169">
                  <c:v>2020.64754098</c:v>
                </c:pt>
                <c:pt idx="1170">
                  <c:v>2020.65027322</c:v>
                </c:pt>
                <c:pt idx="1171">
                  <c:v>2020.65300546</c:v>
                </c:pt>
                <c:pt idx="1172">
                  <c:v>2020.6557377</c:v>
                </c:pt>
                <c:pt idx="1173">
                  <c:v>2020.65846995</c:v>
                </c:pt>
                <c:pt idx="1174">
                  <c:v>2020.66666667</c:v>
                </c:pt>
                <c:pt idx="1175">
                  <c:v>2020.66939891</c:v>
                </c:pt>
                <c:pt idx="1176">
                  <c:v>2020.67213115</c:v>
                </c:pt>
                <c:pt idx="1177">
                  <c:v>2020.67486339</c:v>
                </c:pt>
                <c:pt idx="1178">
                  <c:v>2020.67759563</c:v>
                </c:pt>
                <c:pt idx="1179">
                  <c:v>2020.68852459</c:v>
                </c:pt>
                <c:pt idx="1180">
                  <c:v>2020.69125683</c:v>
                </c:pt>
                <c:pt idx="1181">
                  <c:v>2020.69398907</c:v>
                </c:pt>
                <c:pt idx="1182">
                  <c:v>2020.69672131</c:v>
                </c:pt>
                <c:pt idx="1183">
                  <c:v>2020.70491803</c:v>
                </c:pt>
                <c:pt idx="1184">
                  <c:v>2020.70765027</c:v>
                </c:pt>
                <c:pt idx="1185">
                  <c:v>2020.71038251</c:v>
                </c:pt>
                <c:pt idx="1186">
                  <c:v>2020.71311475</c:v>
                </c:pt>
                <c:pt idx="1187">
                  <c:v>2020.71584699</c:v>
                </c:pt>
                <c:pt idx="1188">
                  <c:v>2020.72404372</c:v>
                </c:pt>
                <c:pt idx="1189">
                  <c:v>2020.72677596</c:v>
                </c:pt>
                <c:pt idx="1190">
                  <c:v>2020.7295082</c:v>
                </c:pt>
                <c:pt idx="1191">
                  <c:v>2020.73224044</c:v>
                </c:pt>
                <c:pt idx="1192">
                  <c:v>2020.73497268</c:v>
                </c:pt>
                <c:pt idx="1193">
                  <c:v>2020.7431694</c:v>
                </c:pt>
                <c:pt idx="1194">
                  <c:v>2020.74590164</c:v>
                </c:pt>
                <c:pt idx="1195">
                  <c:v>2020.74863388</c:v>
                </c:pt>
                <c:pt idx="1196">
                  <c:v>2020.75136612</c:v>
                </c:pt>
                <c:pt idx="1197">
                  <c:v>2020.75409836</c:v>
                </c:pt>
                <c:pt idx="1198">
                  <c:v>2020.76229508</c:v>
                </c:pt>
                <c:pt idx="1199">
                  <c:v>2020.76502732</c:v>
                </c:pt>
                <c:pt idx="1200">
                  <c:v>2020.76775956</c:v>
                </c:pt>
                <c:pt idx="1201">
                  <c:v>2020.7704918</c:v>
                </c:pt>
                <c:pt idx="1202">
                  <c:v>2020.77322404</c:v>
                </c:pt>
                <c:pt idx="1203">
                  <c:v>2020.78142077</c:v>
                </c:pt>
                <c:pt idx="1204">
                  <c:v>2020.78415301</c:v>
                </c:pt>
                <c:pt idx="1205">
                  <c:v>2020.78688525</c:v>
                </c:pt>
                <c:pt idx="1206">
                  <c:v>2020.78961749</c:v>
                </c:pt>
                <c:pt idx="1207">
                  <c:v>2020.79234973</c:v>
                </c:pt>
                <c:pt idx="1208">
                  <c:v>2020.80054645</c:v>
                </c:pt>
                <c:pt idx="1209">
                  <c:v>2020.80327869</c:v>
                </c:pt>
                <c:pt idx="1210">
                  <c:v>2020.80601093</c:v>
                </c:pt>
                <c:pt idx="1211">
                  <c:v>2020.80874317</c:v>
                </c:pt>
                <c:pt idx="1212">
                  <c:v>2020.81147541</c:v>
                </c:pt>
                <c:pt idx="1213">
                  <c:v>2020.81967213</c:v>
                </c:pt>
                <c:pt idx="1214">
                  <c:v>2020.82240437</c:v>
                </c:pt>
                <c:pt idx="1215">
                  <c:v>2020.82513661</c:v>
                </c:pt>
                <c:pt idx="1216">
                  <c:v>2020.82786885</c:v>
                </c:pt>
                <c:pt idx="1217">
                  <c:v>2020.83060109</c:v>
                </c:pt>
                <c:pt idx="1218">
                  <c:v>2020.83879781</c:v>
                </c:pt>
                <c:pt idx="1219">
                  <c:v>2020.84153005</c:v>
                </c:pt>
                <c:pt idx="1220">
                  <c:v>2020.8442623</c:v>
                </c:pt>
                <c:pt idx="1221">
                  <c:v>2020.84699454</c:v>
                </c:pt>
                <c:pt idx="1222">
                  <c:v>2020.84972678</c:v>
                </c:pt>
                <c:pt idx="1223">
                  <c:v>2020.8579235</c:v>
                </c:pt>
                <c:pt idx="1224">
                  <c:v>2020.86065574</c:v>
                </c:pt>
                <c:pt idx="1225">
                  <c:v>2020.86338798</c:v>
                </c:pt>
                <c:pt idx="1226">
                  <c:v>2020.86612022</c:v>
                </c:pt>
                <c:pt idx="1227">
                  <c:v>2020.86885246</c:v>
                </c:pt>
                <c:pt idx="1228">
                  <c:v>2020.87704918</c:v>
                </c:pt>
                <c:pt idx="1229">
                  <c:v>2020.87978142</c:v>
                </c:pt>
                <c:pt idx="1230">
                  <c:v>2020.88251366</c:v>
                </c:pt>
                <c:pt idx="1231">
                  <c:v>2020.8852459</c:v>
                </c:pt>
                <c:pt idx="1232">
                  <c:v>2020.88797814</c:v>
                </c:pt>
                <c:pt idx="1233">
                  <c:v>2020.89617486</c:v>
                </c:pt>
                <c:pt idx="1234">
                  <c:v>2020.8989071</c:v>
                </c:pt>
                <c:pt idx="1235">
                  <c:v>2020.90163934</c:v>
                </c:pt>
                <c:pt idx="1236">
                  <c:v>2020.90710383</c:v>
                </c:pt>
                <c:pt idx="1237">
                  <c:v>2020.91530055</c:v>
                </c:pt>
                <c:pt idx="1238">
                  <c:v>2020.91803279</c:v>
                </c:pt>
                <c:pt idx="1239">
                  <c:v>2020.92076503</c:v>
                </c:pt>
                <c:pt idx="1240">
                  <c:v>2020.92349727</c:v>
                </c:pt>
                <c:pt idx="1241">
                  <c:v>2020.92622951</c:v>
                </c:pt>
                <c:pt idx="1242">
                  <c:v>2020.93442623</c:v>
                </c:pt>
                <c:pt idx="1243">
                  <c:v>2020.93715847</c:v>
                </c:pt>
                <c:pt idx="1244">
                  <c:v>2020.93989071</c:v>
                </c:pt>
                <c:pt idx="1245">
                  <c:v>2020.94262295</c:v>
                </c:pt>
                <c:pt idx="1246">
                  <c:v>2020.94535519</c:v>
                </c:pt>
                <c:pt idx="1247">
                  <c:v>2020.95355191</c:v>
                </c:pt>
                <c:pt idx="1248">
                  <c:v>2020.95628415</c:v>
                </c:pt>
                <c:pt idx="1249">
                  <c:v>2020.95901639</c:v>
                </c:pt>
                <c:pt idx="1250">
                  <c:v>2020.96174863</c:v>
                </c:pt>
                <c:pt idx="1251">
                  <c:v>2020.96448087</c:v>
                </c:pt>
                <c:pt idx="1252">
                  <c:v>2020.9726776</c:v>
                </c:pt>
                <c:pt idx="1253">
                  <c:v>2020.97540984</c:v>
                </c:pt>
                <c:pt idx="1254">
                  <c:v>2020.97814208</c:v>
                </c:pt>
                <c:pt idx="1255">
                  <c:v>2020.98087432</c:v>
                </c:pt>
                <c:pt idx="1256">
                  <c:v>2020.99180328</c:v>
                </c:pt>
                <c:pt idx="1257">
                  <c:v>2020.99453552</c:v>
                </c:pt>
                <c:pt idx="1258">
                  <c:v>2020.99726776</c:v>
                </c:pt>
                <c:pt idx="1259">
                  <c:v>2021</c:v>
                </c:pt>
                <c:pt idx="1260">
                  <c:v>2021.0109589</c:v>
                </c:pt>
                <c:pt idx="1261">
                  <c:v>2021.01369863</c:v>
                </c:pt>
                <c:pt idx="1262">
                  <c:v>2021.01643836</c:v>
                </c:pt>
                <c:pt idx="1263">
                  <c:v>2021.01917808</c:v>
                </c:pt>
                <c:pt idx="1264">
                  <c:v>2021.02191781</c:v>
                </c:pt>
                <c:pt idx="1265">
                  <c:v>2021.03013699</c:v>
                </c:pt>
                <c:pt idx="1266">
                  <c:v>2021.03287671</c:v>
                </c:pt>
                <c:pt idx="1267">
                  <c:v>2021.03561644</c:v>
                </c:pt>
                <c:pt idx="1268">
                  <c:v>2021.03835616</c:v>
                </c:pt>
                <c:pt idx="1269">
                  <c:v>2021.04109589</c:v>
                </c:pt>
                <c:pt idx="1270">
                  <c:v>2021.05205479</c:v>
                </c:pt>
                <c:pt idx="1271">
                  <c:v>2021.05479452</c:v>
                </c:pt>
                <c:pt idx="1272">
                  <c:v>2021.05753425</c:v>
                </c:pt>
                <c:pt idx="1273">
                  <c:v>2021.06027397</c:v>
                </c:pt>
                <c:pt idx="1274">
                  <c:v>2021.06849315</c:v>
                </c:pt>
                <c:pt idx="1275">
                  <c:v>2021.07123288</c:v>
                </c:pt>
                <c:pt idx="1276">
                  <c:v>2021.0739726</c:v>
                </c:pt>
                <c:pt idx="1277">
                  <c:v>2021.07671233</c:v>
                </c:pt>
                <c:pt idx="1278">
                  <c:v>2021.07945205</c:v>
                </c:pt>
                <c:pt idx="1279">
                  <c:v>2021.08767123</c:v>
                </c:pt>
                <c:pt idx="1280">
                  <c:v>2021.09041096</c:v>
                </c:pt>
                <c:pt idx="1281">
                  <c:v>2021.09315068</c:v>
                </c:pt>
                <c:pt idx="1282">
                  <c:v>2021.09589041</c:v>
                </c:pt>
                <c:pt idx="1283">
                  <c:v>2021.09863014</c:v>
                </c:pt>
                <c:pt idx="1284">
                  <c:v>2021.10684932</c:v>
                </c:pt>
                <c:pt idx="1285">
                  <c:v>2021.10958904</c:v>
                </c:pt>
                <c:pt idx="1286">
                  <c:v>2021.11232877</c:v>
                </c:pt>
                <c:pt idx="1287">
                  <c:v>2021.11506849</c:v>
                </c:pt>
                <c:pt idx="1288">
                  <c:v>2021.11780822</c:v>
                </c:pt>
                <c:pt idx="1289">
                  <c:v>2021.12876712</c:v>
                </c:pt>
                <c:pt idx="1290">
                  <c:v>2021.13150685</c:v>
                </c:pt>
                <c:pt idx="1291">
                  <c:v>2021.13424658</c:v>
                </c:pt>
                <c:pt idx="1292">
                  <c:v>2021.1369863</c:v>
                </c:pt>
                <c:pt idx="1293">
                  <c:v>2021.14520548</c:v>
                </c:pt>
                <c:pt idx="1294">
                  <c:v>2021.14794521</c:v>
                </c:pt>
                <c:pt idx="1295">
                  <c:v>2021.15068493</c:v>
                </c:pt>
                <c:pt idx="1296">
                  <c:v>2021.15342466</c:v>
                </c:pt>
                <c:pt idx="1297">
                  <c:v>2021.15616438</c:v>
                </c:pt>
                <c:pt idx="1298">
                  <c:v>2021.16438356</c:v>
                </c:pt>
                <c:pt idx="1299">
                  <c:v>2021.16712329</c:v>
                </c:pt>
                <c:pt idx="1300">
                  <c:v>2021.16986301</c:v>
                </c:pt>
                <c:pt idx="1301">
                  <c:v>2021.17260274</c:v>
                </c:pt>
                <c:pt idx="1302">
                  <c:v>2021.17534247</c:v>
                </c:pt>
                <c:pt idx="1303">
                  <c:v>2021.18356164</c:v>
                </c:pt>
                <c:pt idx="1304">
                  <c:v>2021.18630137</c:v>
                </c:pt>
                <c:pt idx="1305">
                  <c:v>2021.1890411</c:v>
                </c:pt>
                <c:pt idx="1306">
                  <c:v>2021.19178082</c:v>
                </c:pt>
                <c:pt idx="1307">
                  <c:v>2021.19452055</c:v>
                </c:pt>
                <c:pt idx="1308">
                  <c:v>2021.20273973</c:v>
                </c:pt>
                <c:pt idx="1309">
                  <c:v>2021.20547945</c:v>
                </c:pt>
                <c:pt idx="1310">
                  <c:v>2021.20821918</c:v>
                </c:pt>
                <c:pt idx="1311">
                  <c:v>2021.2109589</c:v>
                </c:pt>
                <c:pt idx="1312">
                  <c:v>2021.21369863</c:v>
                </c:pt>
                <c:pt idx="1313">
                  <c:v>2021.22191781</c:v>
                </c:pt>
                <c:pt idx="1314">
                  <c:v>2021.22465753</c:v>
                </c:pt>
                <c:pt idx="1315">
                  <c:v>2021.22739726</c:v>
                </c:pt>
                <c:pt idx="1316">
                  <c:v>2021.23013699</c:v>
                </c:pt>
                <c:pt idx="1317">
                  <c:v>2021.23287671</c:v>
                </c:pt>
                <c:pt idx="1318">
                  <c:v>2021.24109589</c:v>
                </c:pt>
                <c:pt idx="1319">
                  <c:v>2021.24383562</c:v>
                </c:pt>
                <c:pt idx="1320">
                  <c:v>2021.24657534</c:v>
                </c:pt>
                <c:pt idx="1321">
                  <c:v>2021.24931507</c:v>
                </c:pt>
                <c:pt idx="1322">
                  <c:v>2021.26027397</c:v>
                </c:pt>
                <c:pt idx="1323">
                  <c:v>2021.2630137</c:v>
                </c:pt>
                <c:pt idx="1324">
                  <c:v>2021.26575342</c:v>
                </c:pt>
                <c:pt idx="1325">
                  <c:v>2021.26849315</c:v>
                </c:pt>
                <c:pt idx="1326">
                  <c:v>2021.27123288</c:v>
                </c:pt>
                <c:pt idx="1327">
                  <c:v>2021.27945205</c:v>
                </c:pt>
                <c:pt idx="1328">
                  <c:v>2021.28219178</c:v>
                </c:pt>
                <c:pt idx="1329">
                  <c:v>2021.28493151</c:v>
                </c:pt>
                <c:pt idx="1330">
                  <c:v>2021.28767123</c:v>
                </c:pt>
                <c:pt idx="1331">
                  <c:v>2021.29041096</c:v>
                </c:pt>
                <c:pt idx="1332">
                  <c:v>2021.29863014</c:v>
                </c:pt>
                <c:pt idx="1333">
                  <c:v>2021.30136986</c:v>
                </c:pt>
                <c:pt idx="1334">
                  <c:v>2021.30410959</c:v>
                </c:pt>
                <c:pt idx="1335">
                  <c:v>2021.30684932</c:v>
                </c:pt>
                <c:pt idx="1336">
                  <c:v>2021.30958904</c:v>
                </c:pt>
                <c:pt idx="1337">
                  <c:v>2021.31780822</c:v>
                </c:pt>
                <c:pt idx="1338">
                  <c:v>2021.32054795</c:v>
                </c:pt>
                <c:pt idx="1339">
                  <c:v>2021.32328767</c:v>
                </c:pt>
                <c:pt idx="1340">
                  <c:v>2021.3260274</c:v>
                </c:pt>
                <c:pt idx="1341">
                  <c:v>2021.32876712</c:v>
                </c:pt>
                <c:pt idx="1342">
                  <c:v>2021.3369863</c:v>
                </c:pt>
                <c:pt idx="1343">
                  <c:v>2021.33972603</c:v>
                </c:pt>
                <c:pt idx="1344">
                  <c:v>2021.34246575</c:v>
                </c:pt>
                <c:pt idx="1345">
                  <c:v>2021.34520548</c:v>
                </c:pt>
                <c:pt idx="1346">
                  <c:v>2021.34794521</c:v>
                </c:pt>
                <c:pt idx="1347">
                  <c:v>2021.35616438</c:v>
                </c:pt>
                <c:pt idx="1348">
                  <c:v>2021.35890411</c:v>
                </c:pt>
                <c:pt idx="1349">
                  <c:v>2021.36164384</c:v>
                </c:pt>
                <c:pt idx="1350">
                  <c:v>2021.36438356</c:v>
                </c:pt>
                <c:pt idx="1351">
                  <c:v>2021.36712329</c:v>
                </c:pt>
                <c:pt idx="1352">
                  <c:v>2021.37534247</c:v>
                </c:pt>
                <c:pt idx="1353">
                  <c:v>2021.37808219</c:v>
                </c:pt>
                <c:pt idx="1354">
                  <c:v>2021.38082192</c:v>
                </c:pt>
                <c:pt idx="1355">
                  <c:v>2021.38356164</c:v>
                </c:pt>
                <c:pt idx="1356">
                  <c:v>2021.38630137</c:v>
                </c:pt>
                <c:pt idx="1357">
                  <c:v>2021.39452055</c:v>
                </c:pt>
                <c:pt idx="1358">
                  <c:v>2021.39726027</c:v>
                </c:pt>
                <c:pt idx="1359">
                  <c:v>2021.4</c:v>
                </c:pt>
                <c:pt idx="1360">
                  <c:v>2021.40273973</c:v>
                </c:pt>
                <c:pt idx="1361">
                  <c:v>2021.40547945</c:v>
                </c:pt>
                <c:pt idx="1362">
                  <c:v>2021.41643836</c:v>
                </c:pt>
                <c:pt idx="1363">
                  <c:v>2021.41917808</c:v>
                </c:pt>
                <c:pt idx="1364">
                  <c:v>2021.42191781</c:v>
                </c:pt>
                <c:pt idx="1365">
                  <c:v>2021.42465753</c:v>
                </c:pt>
                <c:pt idx="1366">
                  <c:v>2021.43287671</c:v>
                </c:pt>
                <c:pt idx="1367">
                  <c:v>2021.43561644</c:v>
                </c:pt>
                <c:pt idx="1368">
                  <c:v>2021.43835616</c:v>
                </c:pt>
                <c:pt idx="1369">
                  <c:v>2021.44109589</c:v>
                </c:pt>
                <c:pt idx="1370">
                  <c:v>2021.44383562</c:v>
                </c:pt>
                <c:pt idx="1371">
                  <c:v>2021.45205479</c:v>
                </c:pt>
                <c:pt idx="1372">
                  <c:v>2021.45479452</c:v>
                </c:pt>
                <c:pt idx="1373">
                  <c:v>2021.45753425</c:v>
                </c:pt>
                <c:pt idx="1374">
                  <c:v>2021.46027397</c:v>
                </c:pt>
                <c:pt idx="1375">
                  <c:v>2021.4630137</c:v>
                </c:pt>
                <c:pt idx="1376">
                  <c:v>2021.47123288</c:v>
                </c:pt>
                <c:pt idx="1377">
                  <c:v>2021.4739726</c:v>
                </c:pt>
                <c:pt idx="1378">
                  <c:v>2021.47671233</c:v>
                </c:pt>
                <c:pt idx="1379">
                  <c:v>2021.47945205</c:v>
                </c:pt>
                <c:pt idx="1380">
                  <c:v>2021.48219178</c:v>
                </c:pt>
                <c:pt idx="1381">
                  <c:v>2021.49041096</c:v>
                </c:pt>
                <c:pt idx="1382">
                  <c:v>2021.49315068</c:v>
                </c:pt>
                <c:pt idx="1383">
                  <c:v>2021.49589041</c:v>
                </c:pt>
                <c:pt idx="1384">
                  <c:v>2021.49863014</c:v>
                </c:pt>
                <c:pt idx="1385">
                  <c:v>2021.50136986</c:v>
                </c:pt>
                <c:pt idx="1386">
                  <c:v>2021.51232877</c:v>
                </c:pt>
                <c:pt idx="1387">
                  <c:v>2021.51506849</c:v>
                </c:pt>
                <c:pt idx="1388">
                  <c:v>2021.51780822</c:v>
                </c:pt>
                <c:pt idx="1389">
                  <c:v>2021.52054795</c:v>
                </c:pt>
                <c:pt idx="1390">
                  <c:v>2021.52876712</c:v>
                </c:pt>
                <c:pt idx="1391">
                  <c:v>2021.53150685</c:v>
                </c:pt>
                <c:pt idx="1392">
                  <c:v>2021.53424658</c:v>
                </c:pt>
                <c:pt idx="1393">
                  <c:v>2021.5369863</c:v>
                </c:pt>
                <c:pt idx="1394">
                  <c:v>2021.53972603</c:v>
                </c:pt>
                <c:pt idx="1395">
                  <c:v>2021.54794521</c:v>
                </c:pt>
                <c:pt idx="1396">
                  <c:v>2021.55068493</c:v>
                </c:pt>
                <c:pt idx="1397">
                  <c:v>2021.55342466</c:v>
                </c:pt>
                <c:pt idx="1398">
                  <c:v>2021.55616438</c:v>
                </c:pt>
                <c:pt idx="1399">
                  <c:v>2021.55890411</c:v>
                </c:pt>
                <c:pt idx="1400">
                  <c:v>2021.56712329</c:v>
                </c:pt>
                <c:pt idx="1401">
                  <c:v>2021.56986301</c:v>
                </c:pt>
                <c:pt idx="1402">
                  <c:v>2021.57260274</c:v>
                </c:pt>
                <c:pt idx="1403">
                  <c:v>2021.57534247</c:v>
                </c:pt>
                <c:pt idx="1404">
                  <c:v>2021.57808219</c:v>
                </c:pt>
                <c:pt idx="1405">
                  <c:v>2021.58630137</c:v>
                </c:pt>
                <c:pt idx="1406">
                  <c:v>2021.5890411</c:v>
                </c:pt>
                <c:pt idx="1407">
                  <c:v>2021.59178082</c:v>
                </c:pt>
                <c:pt idx="1408">
                  <c:v>2021.59452055</c:v>
                </c:pt>
                <c:pt idx="1409">
                  <c:v>2021.59726027</c:v>
                </c:pt>
                <c:pt idx="1410">
                  <c:v>2021.60547945</c:v>
                </c:pt>
                <c:pt idx="1411">
                  <c:v>2021.60821918</c:v>
                </c:pt>
                <c:pt idx="1412">
                  <c:v>2021.6109589</c:v>
                </c:pt>
                <c:pt idx="1413">
                  <c:v>2021.61369863</c:v>
                </c:pt>
                <c:pt idx="1414">
                  <c:v>2021.61643836</c:v>
                </c:pt>
                <c:pt idx="1415">
                  <c:v>2021.62465753</c:v>
                </c:pt>
                <c:pt idx="1416">
                  <c:v>2021.62739726</c:v>
                </c:pt>
                <c:pt idx="1417">
                  <c:v>2021.63013699</c:v>
                </c:pt>
                <c:pt idx="1418">
                  <c:v>2021.63287671</c:v>
                </c:pt>
                <c:pt idx="1419">
                  <c:v>2021.63561644</c:v>
                </c:pt>
                <c:pt idx="1420">
                  <c:v>2021.64383562</c:v>
                </c:pt>
                <c:pt idx="1421">
                  <c:v>2021.64657534</c:v>
                </c:pt>
                <c:pt idx="1422">
                  <c:v>2021.64931507</c:v>
                </c:pt>
                <c:pt idx="1423">
                  <c:v>2021.65205479</c:v>
                </c:pt>
                <c:pt idx="1424">
                  <c:v>2021.65479452</c:v>
                </c:pt>
                <c:pt idx="1425">
                  <c:v>2021.6630137</c:v>
                </c:pt>
                <c:pt idx="1426">
                  <c:v>2021.66575342</c:v>
                </c:pt>
                <c:pt idx="1427">
                  <c:v>2021.66849315</c:v>
                </c:pt>
                <c:pt idx="1428">
                  <c:v>2021.67123288</c:v>
                </c:pt>
                <c:pt idx="1429">
                  <c:v>2021.6739726</c:v>
                </c:pt>
                <c:pt idx="1430">
                  <c:v>2021.68493151</c:v>
                </c:pt>
                <c:pt idx="1431">
                  <c:v>2021.68767123</c:v>
                </c:pt>
                <c:pt idx="1432">
                  <c:v>2021.69041096</c:v>
                </c:pt>
                <c:pt idx="1433">
                  <c:v>2021.69315068</c:v>
                </c:pt>
                <c:pt idx="1434">
                  <c:v>2021.70136986</c:v>
                </c:pt>
                <c:pt idx="1435">
                  <c:v>2021.70410959</c:v>
                </c:pt>
                <c:pt idx="1436">
                  <c:v>2021.70684932</c:v>
                </c:pt>
                <c:pt idx="1437">
                  <c:v>2021.70958904</c:v>
                </c:pt>
                <c:pt idx="1438">
                  <c:v>2021.71232877</c:v>
                </c:pt>
                <c:pt idx="1439">
                  <c:v>2021.72054795</c:v>
                </c:pt>
                <c:pt idx="1440">
                  <c:v>2021.72328767</c:v>
                </c:pt>
                <c:pt idx="1441">
                  <c:v>2021.7260274</c:v>
                </c:pt>
                <c:pt idx="1442">
                  <c:v>2021.72876712</c:v>
                </c:pt>
                <c:pt idx="1443">
                  <c:v>2021.73150685</c:v>
                </c:pt>
                <c:pt idx="1444">
                  <c:v>2021.73972603</c:v>
                </c:pt>
                <c:pt idx="1445">
                  <c:v>2021.74246575</c:v>
                </c:pt>
                <c:pt idx="1446">
                  <c:v>2021.74520548</c:v>
                </c:pt>
                <c:pt idx="1447">
                  <c:v>2021.74794521</c:v>
                </c:pt>
                <c:pt idx="1448">
                  <c:v>2021.75068493</c:v>
                </c:pt>
                <c:pt idx="1449">
                  <c:v>2021.75890411</c:v>
                </c:pt>
                <c:pt idx="1450">
                  <c:v>2021.76164384</c:v>
                </c:pt>
                <c:pt idx="1451">
                  <c:v>2021.76438356</c:v>
                </c:pt>
                <c:pt idx="1452">
                  <c:v>2021.76712329</c:v>
                </c:pt>
                <c:pt idx="1453">
                  <c:v>2021.76986301</c:v>
                </c:pt>
                <c:pt idx="1454">
                  <c:v>2021.77808219</c:v>
                </c:pt>
                <c:pt idx="1455">
                  <c:v>2021.78082192</c:v>
                </c:pt>
                <c:pt idx="1456">
                  <c:v>2021.78356164</c:v>
                </c:pt>
                <c:pt idx="1457">
                  <c:v>2021.78630137</c:v>
                </c:pt>
                <c:pt idx="1458">
                  <c:v>2021.7890411</c:v>
                </c:pt>
                <c:pt idx="1459">
                  <c:v>2021.79726027</c:v>
                </c:pt>
                <c:pt idx="1460">
                  <c:v>2021.8</c:v>
                </c:pt>
                <c:pt idx="1461">
                  <c:v>2021.80273973</c:v>
                </c:pt>
                <c:pt idx="1462">
                  <c:v>2021.80547945</c:v>
                </c:pt>
                <c:pt idx="1463">
                  <c:v>2021.80821918</c:v>
                </c:pt>
                <c:pt idx="1464">
                  <c:v>2021.81643836</c:v>
                </c:pt>
                <c:pt idx="1465">
                  <c:v>2021.81917808</c:v>
                </c:pt>
                <c:pt idx="1466">
                  <c:v>2021.82191781</c:v>
                </c:pt>
                <c:pt idx="1467">
                  <c:v>2021.82465753</c:v>
                </c:pt>
                <c:pt idx="1468">
                  <c:v>2021.82739726</c:v>
                </c:pt>
                <c:pt idx="1469">
                  <c:v>2021.83561644</c:v>
                </c:pt>
                <c:pt idx="1470">
                  <c:v>2021.83835616</c:v>
                </c:pt>
                <c:pt idx="1471">
                  <c:v>2021.84109589</c:v>
                </c:pt>
                <c:pt idx="1472">
                  <c:v>2021.84383562</c:v>
                </c:pt>
                <c:pt idx="1473">
                  <c:v>2021.84657534</c:v>
                </c:pt>
                <c:pt idx="1474">
                  <c:v>2021.85479452</c:v>
                </c:pt>
                <c:pt idx="1475">
                  <c:v>2021.85753425</c:v>
                </c:pt>
                <c:pt idx="1476">
                  <c:v>2021.86027397</c:v>
                </c:pt>
                <c:pt idx="1477">
                  <c:v>2021.8630137</c:v>
                </c:pt>
                <c:pt idx="1478">
                  <c:v>2021.86575342</c:v>
                </c:pt>
                <c:pt idx="1479">
                  <c:v>2021.8739726</c:v>
                </c:pt>
                <c:pt idx="1480">
                  <c:v>2021.87671233</c:v>
                </c:pt>
                <c:pt idx="1481">
                  <c:v>2021.87945205</c:v>
                </c:pt>
                <c:pt idx="1482">
                  <c:v>2021.88219178</c:v>
                </c:pt>
                <c:pt idx="1483">
                  <c:v>2021.88493151</c:v>
                </c:pt>
                <c:pt idx="1484">
                  <c:v>2021.89315068</c:v>
                </c:pt>
                <c:pt idx="1485">
                  <c:v>2021.89589041</c:v>
                </c:pt>
                <c:pt idx="1486">
                  <c:v>2021.89863014</c:v>
                </c:pt>
                <c:pt idx="1487">
                  <c:v>2021.90410959</c:v>
                </c:pt>
                <c:pt idx="1488">
                  <c:v>2021.91232877</c:v>
                </c:pt>
                <c:pt idx="1489">
                  <c:v>2021.91506849</c:v>
                </c:pt>
                <c:pt idx="1490">
                  <c:v>2021.91780822</c:v>
                </c:pt>
                <c:pt idx="1491">
                  <c:v>2021.92054795</c:v>
                </c:pt>
                <c:pt idx="1492">
                  <c:v>2021.92328767</c:v>
                </c:pt>
                <c:pt idx="1493">
                  <c:v>2021.93150685</c:v>
                </c:pt>
                <c:pt idx="1494">
                  <c:v>2021.93424658</c:v>
                </c:pt>
                <c:pt idx="1495">
                  <c:v>2021.9369863</c:v>
                </c:pt>
                <c:pt idx="1496">
                  <c:v>2021.93972603</c:v>
                </c:pt>
                <c:pt idx="1497">
                  <c:v>2021.94246575</c:v>
                </c:pt>
                <c:pt idx="1498">
                  <c:v>2021.95068493</c:v>
                </c:pt>
                <c:pt idx="1499">
                  <c:v>2021.95342466</c:v>
                </c:pt>
                <c:pt idx="1500">
                  <c:v>2021.95616438</c:v>
                </c:pt>
                <c:pt idx="1501">
                  <c:v>2021.95890411</c:v>
                </c:pt>
                <c:pt idx="1502">
                  <c:v>2021.96164384</c:v>
                </c:pt>
                <c:pt idx="1503">
                  <c:v>2021.96986301</c:v>
                </c:pt>
                <c:pt idx="1504">
                  <c:v>2021.97260274</c:v>
                </c:pt>
                <c:pt idx="1505">
                  <c:v>2021.97534247</c:v>
                </c:pt>
                <c:pt idx="1506">
                  <c:v>2021.97808219</c:v>
                </c:pt>
                <c:pt idx="1507">
                  <c:v>2021.9890411</c:v>
                </c:pt>
                <c:pt idx="1508">
                  <c:v>2021.99178082</c:v>
                </c:pt>
                <c:pt idx="1509">
                  <c:v>2021.99452055</c:v>
                </c:pt>
                <c:pt idx="1510">
                  <c:v>2021.99726027</c:v>
                </c:pt>
                <c:pt idx="1511">
                  <c:v>2022</c:v>
                </c:pt>
                <c:pt idx="1512">
                  <c:v>2022.00821918</c:v>
                </c:pt>
                <c:pt idx="1513">
                  <c:v>2022.0109589</c:v>
                </c:pt>
                <c:pt idx="1514">
                  <c:v>2022.01369863</c:v>
                </c:pt>
                <c:pt idx="1515">
                  <c:v>2022.01643836</c:v>
                </c:pt>
                <c:pt idx="1516">
                  <c:v>2022.01917808</c:v>
                </c:pt>
                <c:pt idx="1517">
                  <c:v>2022.02739726</c:v>
                </c:pt>
                <c:pt idx="1518">
                  <c:v>2022.03013699</c:v>
                </c:pt>
                <c:pt idx="1519">
                  <c:v>2022.03287671</c:v>
                </c:pt>
                <c:pt idx="1520">
                  <c:v>2022.03561644</c:v>
                </c:pt>
                <c:pt idx="1521">
                  <c:v>2022.03835616</c:v>
                </c:pt>
                <c:pt idx="1522">
                  <c:v>2022.04931507</c:v>
                </c:pt>
                <c:pt idx="1523">
                  <c:v>2022.05205479</c:v>
                </c:pt>
                <c:pt idx="1524">
                  <c:v>2022.05479452</c:v>
                </c:pt>
                <c:pt idx="1525">
                  <c:v>2022.05753425</c:v>
                </c:pt>
                <c:pt idx="1526">
                  <c:v>2022.06575342</c:v>
                </c:pt>
                <c:pt idx="1527">
                  <c:v>2022.06849315</c:v>
                </c:pt>
                <c:pt idx="1528">
                  <c:v>2022.07123288</c:v>
                </c:pt>
                <c:pt idx="1529">
                  <c:v>2022.0739726</c:v>
                </c:pt>
                <c:pt idx="1530">
                  <c:v>2022.07671233</c:v>
                </c:pt>
                <c:pt idx="1531">
                  <c:v>2022.08493151</c:v>
                </c:pt>
                <c:pt idx="1532">
                  <c:v>2022.08767123</c:v>
                </c:pt>
                <c:pt idx="1533">
                  <c:v>2022.09041096</c:v>
                </c:pt>
                <c:pt idx="1534">
                  <c:v>2022.09315068</c:v>
                </c:pt>
                <c:pt idx="1535">
                  <c:v>2022.09589041</c:v>
                </c:pt>
                <c:pt idx="1536">
                  <c:v>2022.10410959</c:v>
                </c:pt>
                <c:pt idx="1537">
                  <c:v>2022.10684932</c:v>
                </c:pt>
                <c:pt idx="1538">
                  <c:v>2022.10958904</c:v>
                </c:pt>
                <c:pt idx="1539">
                  <c:v>2022.11232877</c:v>
                </c:pt>
                <c:pt idx="1540">
                  <c:v>2022.11506849</c:v>
                </c:pt>
                <c:pt idx="1541">
                  <c:v>2022.12328767</c:v>
                </c:pt>
                <c:pt idx="1542">
                  <c:v>2022.1260274</c:v>
                </c:pt>
                <c:pt idx="1543">
                  <c:v>2022.12876712</c:v>
                </c:pt>
                <c:pt idx="1544">
                  <c:v>2022.13150685</c:v>
                </c:pt>
                <c:pt idx="1545">
                  <c:v>2022.13424658</c:v>
                </c:pt>
                <c:pt idx="1546">
                  <c:v>2022.14520548</c:v>
                </c:pt>
                <c:pt idx="1547">
                  <c:v>2022.14794521</c:v>
                </c:pt>
                <c:pt idx="1548">
                  <c:v>2022.15068493</c:v>
                </c:pt>
                <c:pt idx="1549">
                  <c:v>2022.15342466</c:v>
                </c:pt>
                <c:pt idx="1550">
                  <c:v>2022.16164384</c:v>
                </c:pt>
                <c:pt idx="1551">
                  <c:v>2022.16438356</c:v>
                </c:pt>
                <c:pt idx="1552">
                  <c:v>2022.16712329</c:v>
                </c:pt>
                <c:pt idx="1553">
                  <c:v>2022.16986301</c:v>
                </c:pt>
                <c:pt idx="1554">
                  <c:v>2022.17260274</c:v>
                </c:pt>
                <c:pt idx="1555">
                  <c:v>2022.18082192</c:v>
                </c:pt>
                <c:pt idx="1556">
                  <c:v>2022.18356164</c:v>
                </c:pt>
                <c:pt idx="1557">
                  <c:v>2022.18630137</c:v>
                </c:pt>
                <c:pt idx="1558">
                  <c:v>2022.1890411</c:v>
                </c:pt>
                <c:pt idx="1559">
                  <c:v>2022.19178082</c:v>
                </c:pt>
                <c:pt idx="1560">
                  <c:v>2022.2</c:v>
                </c:pt>
                <c:pt idx="1561">
                  <c:v>2022.20273973</c:v>
                </c:pt>
                <c:pt idx="1562">
                  <c:v>2022.20547945</c:v>
                </c:pt>
                <c:pt idx="1563">
                  <c:v>2022.20821918</c:v>
                </c:pt>
                <c:pt idx="1564">
                  <c:v>2022.2109589</c:v>
                </c:pt>
                <c:pt idx="1565">
                  <c:v>2022.21917808</c:v>
                </c:pt>
                <c:pt idx="1566">
                  <c:v>2022.22191781</c:v>
                </c:pt>
                <c:pt idx="1567">
                  <c:v>2022.22465753</c:v>
                </c:pt>
                <c:pt idx="1568">
                  <c:v>2022.22739726</c:v>
                </c:pt>
                <c:pt idx="1569">
                  <c:v>2022.23013699</c:v>
                </c:pt>
                <c:pt idx="1570">
                  <c:v>2022.23835616</c:v>
                </c:pt>
                <c:pt idx="1571">
                  <c:v>2022.24109589</c:v>
                </c:pt>
                <c:pt idx="1572">
                  <c:v>2022.24383562</c:v>
                </c:pt>
                <c:pt idx="1573">
                  <c:v>2022.24657534</c:v>
                </c:pt>
                <c:pt idx="1574">
                  <c:v>2022.24931507</c:v>
                </c:pt>
                <c:pt idx="1575">
                  <c:v>2022.25753425</c:v>
                </c:pt>
                <c:pt idx="1576">
                  <c:v>2022.26027397</c:v>
                </c:pt>
                <c:pt idx="1577">
                  <c:v>2022.2630137</c:v>
                </c:pt>
                <c:pt idx="1578">
                  <c:v>2022.26575342</c:v>
                </c:pt>
                <c:pt idx="1579">
                  <c:v>2022.26849315</c:v>
                </c:pt>
                <c:pt idx="1580">
                  <c:v>2022.27671233</c:v>
                </c:pt>
                <c:pt idx="1581">
                  <c:v>2022.27945205</c:v>
                </c:pt>
                <c:pt idx="1582">
                  <c:v>2022.28219178</c:v>
                </c:pt>
                <c:pt idx="1583">
                  <c:v>2022.28493151</c:v>
                </c:pt>
                <c:pt idx="1584">
                  <c:v>2022.29589041</c:v>
                </c:pt>
                <c:pt idx="1585">
                  <c:v>2022.29863014</c:v>
                </c:pt>
                <c:pt idx="1586">
                  <c:v>2022.30136986</c:v>
                </c:pt>
                <c:pt idx="1587">
                  <c:v>2022.30410959</c:v>
                </c:pt>
                <c:pt idx="1588">
                  <c:v>2022.30684932</c:v>
                </c:pt>
                <c:pt idx="1589">
                  <c:v>2022.31506849</c:v>
                </c:pt>
                <c:pt idx="1590">
                  <c:v>2022.31780822</c:v>
                </c:pt>
                <c:pt idx="1591">
                  <c:v>2022.32054795</c:v>
                </c:pt>
                <c:pt idx="1592">
                  <c:v>2022.32328767</c:v>
                </c:pt>
                <c:pt idx="1593">
                  <c:v>2022.3260274</c:v>
                </c:pt>
                <c:pt idx="1594">
                  <c:v>2022.33424658</c:v>
                </c:pt>
                <c:pt idx="1595">
                  <c:v>2022.3369863</c:v>
                </c:pt>
                <c:pt idx="1596">
                  <c:v>2022.33972603</c:v>
                </c:pt>
                <c:pt idx="1597">
                  <c:v>2022.34246575</c:v>
                </c:pt>
                <c:pt idx="1598">
                  <c:v>2022.34520548</c:v>
                </c:pt>
                <c:pt idx="1599">
                  <c:v>2022.35342466</c:v>
                </c:pt>
                <c:pt idx="1600">
                  <c:v>2022.35616438</c:v>
                </c:pt>
                <c:pt idx="1601">
                  <c:v>2022.35890411</c:v>
                </c:pt>
                <c:pt idx="1602">
                  <c:v>2022.36164384</c:v>
                </c:pt>
                <c:pt idx="1603">
                  <c:v>2022.36438356</c:v>
                </c:pt>
                <c:pt idx="1604">
                  <c:v>2022.37260274</c:v>
                </c:pt>
                <c:pt idx="1605">
                  <c:v>2022.37534247</c:v>
                </c:pt>
                <c:pt idx="1606">
                  <c:v>2022.37808219</c:v>
                </c:pt>
                <c:pt idx="1607">
                  <c:v>2022.38082192</c:v>
                </c:pt>
                <c:pt idx="1608">
                  <c:v>2022.38356164</c:v>
                </c:pt>
                <c:pt idx="1609">
                  <c:v>2022.39178082</c:v>
                </c:pt>
                <c:pt idx="1610">
                  <c:v>2022.39452055</c:v>
                </c:pt>
                <c:pt idx="1611">
                  <c:v>2022.39726027</c:v>
                </c:pt>
                <c:pt idx="1612">
                  <c:v>2022.4</c:v>
                </c:pt>
                <c:pt idx="1613">
                  <c:v>2022.40273973</c:v>
                </c:pt>
                <c:pt idx="1614">
                  <c:v>2022.41369863</c:v>
                </c:pt>
                <c:pt idx="1615">
                  <c:v>2022.41643836</c:v>
                </c:pt>
                <c:pt idx="1616">
                  <c:v>2022.41917808</c:v>
                </c:pt>
                <c:pt idx="1617">
                  <c:v>2022.42191781</c:v>
                </c:pt>
                <c:pt idx="1618">
                  <c:v>2022.43013699</c:v>
                </c:pt>
                <c:pt idx="1619">
                  <c:v>2022.43287671</c:v>
                </c:pt>
                <c:pt idx="1620">
                  <c:v>2022.43561644</c:v>
                </c:pt>
                <c:pt idx="1621">
                  <c:v>2022.43835616</c:v>
                </c:pt>
                <c:pt idx="1622">
                  <c:v>2022.44109589</c:v>
                </c:pt>
                <c:pt idx="1623">
                  <c:v>2022.44931507</c:v>
                </c:pt>
                <c:pt idx="1624">
                  <c:v>2022.45205479</c:v>
                </c:pt>
                <c:pt idx="1625">
                  <c:v>2022.45479452</c:v>
                </c:pt>
                <c:pt idx="1626">
                  <c:v>2022.45753425</c:v>
                </c:pt>
                <c:pt idx="1627">
                  <c:v>2022.46027397</c:v>
                </c:pt>
                <c:pt idx="1628">
                  <c:v>2022.47123288</c:v>
                </c:pt>
                <c:pt idx="1629">
                  <c:v>2022.4739726</c:v>
                </c:pt>
                <c:pt idx="1630">
                  <c:v>2022.47671233</c:v>
                </c:pt>
                <c:pt idx="1631">
                  <c:v>2022.47945205</c:v>
                </c:pt>
                <c:pt idx="1632">
                  <c:v>2022.48767123</c:v>
                </c:pt>
                <c:pt idx="1633">
                  <c:v>2022.49041096</c:v>
                </c:pt>
                <c:pt idx="1634">
                  <c:v>2022.49315068</c:v>
                </c:pt>
                <c:pt idx="1635">
                  <c:v>2022.49589041</c:v>
                </c:pt>
                <c:pt idx="1636">
                  <c:v>2022.49863014</c:v>
                </c:pt>
                <c:pt idx="1637">
                  <c:v>2022.50958904</c:v>
                </c:pt>
                <c:pt idx="1638">
                  <c:v>2022.51232877</c:v>
                </c:pt>
                <c:pt idx="1639">
                  <c:v>2022.51506849</c:v>
                </c:pt>
                <c:pt idx="1640">
                  <c:v>2022.51780822</c:v>
                </c:pt>
                <c:pt idx="1641">
                  <c:v>2022.5260274</c:v>
                </c:pt>
                <c:pt idx="1642">
                  <c:v>2022.52876712</c:v>
                </c:pt>
                <c:pt idx="1643">
                  <c:v>2022.53150685</c:v>
                </c:pt>
                <c:pt idx="1644">
                  <c:v>2022.53424658</c:v>
                </c:pt>
                <c:pt idx="1645">
                  <c:v>2022.5369863</c:v>
                </c:pt>
                <c:pt idx="1646">
                  <c:v>2022.54520548</c:v>
                </c:pt>
                <c:pt idx="1647">
                  <c:v>2022.54794521</c:v>
                </c:pt>
                <c:pt idx="1648">
                  <c:v>2022.55068493</c:v>
                </c:pt>
                <c:pt idx="1649">
                  <c:v>2022.55342466</c:v>
                </c:pt>
                <c:pt idx="1650">
                  <c:v>2022.55616438</c:v>
                </c:pt>
                <c:pt idx="1651">
                  <c:v>2022.56438356</c:v>
                </c:pt>
                <c:pt idx="1652">
                  <c:v>2022.56712329</c:v>
                </c:pt>
                <c:pt idx="1653">
                  <c:v>2022.56986301</c:v>
                </c:pt>
                <c:pt idx="1654">
                  <c:v>2022.57260274</c:v>
                </c:pt>
                <c:pt idx="1655">
                  <c:v>2022.57534247</c:v>
                </c:pt>
                <c:pt idx="1656">
                  <c:v>2022.58356164</c:v>
                </c:pt>
                <c:pt idx="1657">
                  <c:v>2022.58630137</c:v>
                </c:pt>
                <c:pt idx="1658">
                  <c:v>2022.5890411</c:v>
                </c:pt>
                <c:pt idx="1659">
                  <c:v>2022.59178082</c:v>
                </c:pt>
                <c:pt idx="1660">
                  <c:v>2022.59452055</c:v>
                </c:pt>
                <c:pt idx="1661">
                  <c:v>2022.60273973</c:v>
                </c:pt>
                <c:pt idx="1662">
                  <c:v>2022.60547945</c:v>
                </c:pt>
                <c:pt idx="1663">
                  <c:v>2022.60821918</c:v>
                </c:pt>
                <c:pt idx="1664">
                  <c:v>2022.6109589</c:v>
                </c:pt>
                <c:pt idx="1665">
                  <c:v>2022.61369863</c:v>
                </c:pt>
                <c:pt idx="1666">
                  <c:v>2022.62191781</c:v>
                </c:pt>
                <c:pt idx="1667">
                  <c:v>2022.62465753</c:v>
                </c:pt>
                <c:pt idx="1668">
                  <c:v>2022.62739726</c:v>
                </c:pt>
                <c:pt idx="1669">
                  <c:v>2022.63013699</c:v>
                </c:pt>
                <c:pt idx="1670">
                  <c:v>2022.63287671</c:v>
                </c:pt>
                <c:pt idx="1671">
                  <c:v>2022.64109589</c:v>
                </c:pt>
                <c:pt idx="1672">
                  <c:v>2022.64383562</c:v>
                </c:pt>
                <c:pt idx="1673">
                  <c:v>2022.64657534</c:v>
                </c:pt>
                <c:pt idx="1674">
                  <c:v>2022.64931507</c:v>
                </c:pt>
                <c:pt idx="1675">
                  <c:v>2022.65205479</c:v>
                </c:pt>
                <c:pt idx="1676">
                  <c:v>2022.66027397</c:v>
                </c:pt>
                <c:pt idx="1677">
                  <c:v>2022.6630137</c:v>
                </c:pt>
                <c:pt idx="1678">
                  <c:v>2022.66575342</c:v>
                </c:pt>
                <c:pt idx="1679">
                  <c:v>2022.66849315</c:v>
                </c:pt>
                <c:pt idx="1680">
                  <c:v>2022.67123288</c:v>
                </c:pt>
                <c:pt idx="1681">
                  <c:v>2022.68219178</c:v>
                </c:pt>
                <c:pt idx="1682">
                  <c:v>2022.68493151</c:v>
                </c:pt>
                <c:pt idx="1683">
                  <c:v>2022.68767123</c:v>
                </c:pt>
                <c:pt idx="1684">
                  <c:v>2022.69041096</c:v>
                </c:pt>
                <c:pt idx="1685">
                  <c:v>2022.69863014</c:v>
                </c:pt>
                <c:pt idx="1686">
                  <c:v>2022.70136986</c:v>
                </c:pt>
                <c:pt idx="1687">
                  <c:v>2022.70410959</c:v>
                </c:pt>
                <c:pt idx="1688">
                  <c:v>2022.70684932</c:v>
                </c:pt>
                <c:pt idx="1689">
                  <c:v>2022.70958904</c:v>
                </c:pt>
                <c:pt idx="1690">
                  <c:v>2022.71780822</c:v>
                </c:pt>
                <c:pt idx="1691">
                  <c:v>2022.72054795</c:v>
                </c:pt>
                <c:pt idx="1692">
                  <c:v>2022.72328767</c:v>
                </c:pt>
                <c:pt idx="1693">
                  <c:v>2022.7260274</c:v>
                </c:pt>
                <c:pt idx="1694">
                  <c:v>2022.72876712</c:v>
                </c:pt>
                <c:pt idx="1695">
                  <c:v>2022.7369863</c:v>
                </c:pt>
                <c:pt idx="1696">
                  <c:v>2022.73972603</c:v>
                </c:pt>
                <c:pt idx="1697">
                  <c:v>2022.74246575</c:v>
                </c:pt>
                <c:pt idx="1698">
                  <c:v>2022.74520548</c:v>
                </c:pt>
                <c:pt idx="1699">
                  <c:v>2022.74794521</c:v>
                </c:pt>
                <c:pt idx="1700">
                  <c:v>2022.75616438</c:v>
                </c:pt>
                <c:pt idx="1701">
                  <c:v>2022.75890411</c:v>
                </c:pt>
                <c:pt idx="1702">
                  <c:v>2022.76164384</c:v>
                </c:pt>
                <c:pt idx="1703">
                  <c:v>2022.76438356</c:v>
                </c:pt>
                <c:pt idx="1704">
                  <c:v>2022.76712329</c:v>
                </c:pt>
                <c:pt idx="1705">
                  <c:v>2022.77534247</c:v>
                </c:pt>
                <c:pt idx="1706">
                  <c:v>2022.77808219</c:v>
                </c:pt>
                <c:pt idx="1707">
                  <c:v>2022.78082192</c:v>
                </c:pt>
                <c:pt idx="1708">
                  <c:v>2022.78356164</c:v>
                </c:pt>
                <c:pt idx="1709">
                  <c:v>2022.78630137</c:v>
                </c:pt>
                <c:pt idx="1710">
                  <c:v>2022.79452055</c:v>
                </c:pt>
                <c:pt idx="1711">
                  <c:v>2022.79726027</c:v>
                </c:pt>
                <c:pt idx="1712">
                  <c:v>2022.8</c:v>
                </c:pt>
                <c:pt idx="1713">
                  <c:v>2022.80273973</c:v>
                </c:pt>
                <c:pt idx="1714">
                  <c:v>2022.80547945</c:v>
                </c:pt>
                <c:pt idx="1715">
                  <c:v>2022.81369863</c:v>
                </c:pt>
                <c:pt idx="1716">
                  <c:v>2022.81643836</c:v>
                </c:pt>
                <c:pt idx="1717">
                  <c:v>2022.81917808</c:v>
                </c:pt>
                <c:pt idx="1718">
                  <c:v>2022.82191781</c:v>
                </c:pt>
                <c:pt idx="1719">
                  <c:v>2022.82465753</c:v>
                </c:pt>
                <c:pt idx="1720">
                  <c:v>2022.83287671</c:v>
                </c:pt>
                <c:pt idx="1721">
                  <c:v>2022.83561644</c:v>
                </c:pt>
                <c:pt idx="1722">
                  <c:v>2022.83835616</c:v>
                </c:pt>
                <c:pt idx="1723">
                  <c:v>2022.84109589</c:v>
                </c:pt>
                <c:pt idx="1724">
                  <c:v>2022.84383562</c:v>
                </c:pt>
                <c:pt idx="1725">
                  <c:v>2022.85205479</c:v>
                </c:pt>
                <c:pt idx="1726">
                  <c:v>2022.85479452</c:v>
                </c:pt>
                <c:pt idx="1727">
                  <c:v>2022.85753425</c:v>
                </c:pt>
                <c:pt idx="1728">
                  <c:v>2022.86027397</c:v>
                </c:pt>
                <c:pt idx="1729">
                  <c:v>2022.8630137</c:v>
                </c:pt>
                <c:pt idx="1730">
                  <c:v>2022.87123288</c:v>
                </c:pt>
                <c:pt idx="1731">
                  <c:v>2022.8739726</c:v>
                </c:pt>
                <c:pt idx="1732">
                  <c:v>2022.87671233</c:v>
                </c:pt>
                <c:pt idx="1733">
                  <c:v>2022.87945205</c:v>
                </c:pt>
                <c:pt idx="1734">
                  <c:v>2022.88219178</c:v>
                </c:pt>
                <c:pt idx="1735">
                  <c:v>2022.89041096</c:v>
                </c:pt>
                <c:pt idx="1736">
                  <c:v>2022.89315068</c:v>
                </c:pt>
                <c:pt idx="1737">
                  <c:v>2022.89589041</c:v>
                </c:pt>
                <c:pt idx="1738">
                  <c:v>2022.90136986</c:v>
                </c:pt>
                <c:pt idx="1739">
                  <c:v>2022.90958904</c:v>
                </c:pt>
                <c:pt idx="1740">
                  <c:v>2022.91232877</c:v>
                </c:pt>
                <c:pt idx="1741">
                  <c:v>2022.91506849</c:v>
                </c:pt>
                <c:pt idx="1742">
                  <c:v>2022.91780822</c:v>
                </c:pt>
                <c:pt idx="1743">
                  <c:v>2022.92054795</c:v>
                </c:pt>
                <c:pt idx="1744">
                  <c:v>2022.92876712</c:v>
                </c:pt>
                <c:pt idx="1745">
                  <c:v>2022.93150685</c:v>
                </c:pt>
                <c:pt idx="1746">
                  <c:v>2022.93424658</c:v>
                </c:pt>
                <c:pt idx="1747">
                  <c:v>2022.9369863</c:v>
                </c:pt>
                <c:pt idx="1748">
                  <c:v>2022.93972603</c:v>
                </c:pt>
                <c:pt idx="1749">
                  <c:v>2022.94794521</c:v>
                </c:pt>
                <c:pt idx="1750">
                  <c:v>2022.95068493</c:v>
                </c:pt>
                <c:pt idx="1751">
                  <c:v>2022.95342466</c:v>
                </c:pt>
                <c:pt idx="1752">
                  <c:v>2022.95616438</c:v>
                </c:pt>
                <c:pt idx="1753">
                  <c:v>2022.95890411</c:v>
                </c:pt>
                <c:pt idx="1754">
                  <c:v>2022.96712329</c:v>
                </c:pt>
                <c:pt idx="1755">
                  <c:v>2022.96986301</c:v>
                </c:pt>
                <c:pt idx="1756">
                  <c:v>2022.97260274</c:v>
                </c:pt>
                <c:pt idx="1757">
                  <c:v>2022.97534247</c:v>
                </c:pt>
                <c:pt idx="1758">
                  <c:v>2022.97808219</c:v>
                </c:pt>
                <c:pt idx="1759">
                  <c:v>2022.9890411</c:v>
                </c:pt>
                <c:pt idx="1760">
                  <c:v>2022.99178082</c:v>
                </c:pt>
                <c:pt idx="1761">
                  <c:v>2022.99452055</c:v>
                </c:pt>
                <c:pt idx="1762">
                  <c:v>2022.99726027</c:v>
                </c:pt>
                <c:pt idx="1763">
                  <c:v>2023.00821918</c:v>
                </c:pt>
                <c:pt idx="1764">
                  <c:v>2023.0109589</c:v>
                </c:pt>
                <c:pt idx="1765">
                  <c:v>2023.01369863</c:v>
                </c:pt>
                <c:pt idx="1766">
                  <c:v>2023.01643836</c:v>
                </c:pt>
                <c:pt idx="1767">
                  <c:v>2023.02465753</c:v>
                </c:pt>
                <c:pt idx="1768">
                  <c:v>2023.02739726</c:v>
                </c:pt>
                <c:pt idx="1769">
                  <c:v>2023.03013699</c:v>
                </c:pt>
                <c:pt idx="1770">
                  <c:v>2023.03287671</c:v>
                </c:pt>
                <c:pt idx="1771">
                  <c:v>2023.03561644</c:v>
                </c:pt>
                <c:pt idx="1772">
                  <c:v>2023.04657534</c:v>
                </c:pt>
                <c:pt idx="1773">
                  <c:v>2023.04931507</c:v>
                </c:pt>
                <c:pt idx="1774">
                  <c:v>2023.05205479</c:v>
                </c:pt>
                <c:pt idx="1775">
                  <c:v>2023.05479452</c:v>
                </c:pt>
                <c:pt idx="1776">
                  <c:v>2023.0630137</c:v>
                </c:pt>
                <c:pt idx="1777">
                  <c:v>2023.06575342</c:v>
                </c:pt>
                <c:pt idx="1778">
                  <c:v>2023.06849315</c:v>
                </c:pt>
                <c:pt idx="1779">
                  <c:v>2023.07123288</c:v>
                </c:pt>
                <c:pt idx="1780">
                  <c:v>2023.0739726</c:v>
                </c:pt>
                <c:pt idx="1781">
                  <c:v>2023.08219178</c:v>
                </c:pt>
                <c:pt idx="1782">
                  <c:v>2023.08493151</c:v>
                </c:pt>
                <c:pt idx="1783">
                  <c:v>2023.08767123</c:v>
                </c:pt>
                <c:pt idx="1784">
                  <c:v>2023.09041096</c:v>
                </c:pt>
                <c:pt idx="1785">
                  <c:v>2023.09315068</c:v>
                </c:pt>
                <c:pt idx="1786">
                  <c:v>2023.10136986</c:v>
                </c:pt>
                <c:pt idx="1787">
                  <c:v>2023.10410959</c:v>
                </c:pt>
                <c:pt idx="1788">
                  <c:v>2023.10684932</c:v>
                </c:pt>
                <c:pt idx="1789">
                  <c:v>2023.10958904</c:v>
                </c:pt>
                <c:pt idx="1790">
                  <c:v>2023.11232877</c:v>
                </c:pt>
                <c:pt idx="1791">
                  <c:v>2023.12054795</c:v>
                </c:pt>
                <c:pt idx="1792">
                  <c:v>2023.12328767</c:v>
                </c:pt>
                <c:pt idx="1793">
                  <c:v>2023.1260274</c:v>
                </c:pt>
                <c:pt idx="1794">
                  <c:v>2023.12876712</c:v>
                </c:pt>
                <c:pt idx="1795">
                  <c:v>2023.13150685</c:v>
                </c:pt>
                <c:pt idx="1796">
                  <c:v>2023.14246575</c:v>
                </c:pt>
                <c:pt idx="1797">
                  <c:v>2023.14520548</c:v>
                </c:pt>
                <c:pt idx="1798">
                  <c:v>2023.14794521</c:v>
                </c:pt>
                <c:pt idx="1799">
                  <c:v>2023.15068493</c:v>
                </c:pt>
                <c:pt idx="1800">
                  <c:v>2023.15890411</c:v>
                </c:pt>
                <c:pt idx="1801">
                  <c:v>2023.16164384</c:v>
                </c:pt>
                <c:pt idx="1802">
                  <c:v>2023.16438356</c:v>
                </c:pt>
                <c:pt idx="1803">
                  <c:v>2023.16712329</c:v>
                </c:pt>
                <c:pt idx="1804">
                  <c:v>2023.16986301</c:v>
                </c:pt>
                <c:pt idx="1805">
                  <c:v>2023.17808219</c:v>
                </c:pt>
                <c:pt idx="1806">
                  <c:v>2023.18082192</c:v>
                </c:pt>
                <c:pt idx="1807">
                  <c:v>2023.18356164</c:v>
                </c:pt>
                <c:pt idx="1808">
                  <c:v>2023.18630137</c:v>
                </c:pt>
                <c:pt idx="1809">
                  <c:v>2023.1890411</c:v>
                </c:pt>
                <c:pt idx="1810">
                  <c:v>2023.19726027</c:v>
                </c:pt>
                <c:pt idx="1811">
                  <c:v>2023.2</c:v>
                </c:pt>
                <c:pt idx="1812">
                  <c:v>2023.20273973</c:v>
                </c:pt>
                <c:pt idx="1813">
                  <c:v>2023.20547945</c:v>
                </c:pt>
                <c:pt idx="1814">
                  <c:v>2023.20821918</c:v>
                </c:pt>
                <c:pt idx="1815">
                  <c:v>2023.21643836</c:v>
                </c:pt>
                <c:pt idx="1816">
                  <c:v>2023.21917808</c:v>
                </c:pt>
                <c:pt idx="1817">
                  <c:v>2023.22191781</c:v>
                </c:pt>
                <c:pt idx="1818">
                  <c:v>2023.22465753</c:v>
                </c:pt>
                <c:pt idx="1819">
                  <c:v>2023.22739726</c:v>
                </c:pt>
                <c:pt idx="1820">
                  <c:v>2023.23561644</c:v>
                </c:pt>
                <c:pt idx="1821">
                  <c:v>2023.23835616</c:v>
                </c:pt>
                <c:pt idx="1822">
                  <c:v>2023.24109589</c:v>
                </c:pt>
                <c:pt idx="1823">
                  <c:v>2023.24383562</c:v>
                </c:pt>
                <c:pt idx="1824">
                  <c:v>2023.24657534</c:v>
                </c:pt>
                <c:pt idx="1825">
                  <c:v>2023.25479452</c:v>
                </c:pt>
                <c:pt idx="1826">
                  <c:v>2023.25753425</c:v>
                </c:pt>
                <c:pt idx="1827">
                  <c:v>2023.26027397</c:v>
                </c:pt>
                <c:pt idx="1828">
                  <c:v>2023.2630137</c:v>
                </c:pt>
                <c:pt idx="1829">
                  <c:v>2023.2739726</c:v>
                </c:pt>
                <c:pt idx="1830">
                  <c:v>2023.27671233</c:v>
                </c:pt>
                <c:pt idx="1831">
                  <c:v>2023.27945205</c:v>
                </c:pt>
                <c:pt idx="1832">
                  <c:v>2023.28219178</c:v>
                </c:pt>
                <c:pt idx="1833">
                  <c:v>2023.28493151</c:v>
                </c:pt>
                <c:pt idx="1834">
                  <c:v>2023.29315068</c:v>
                </c:pt>
                <c:pt idx="1835">
                  <c:v>2023.29589041</c:v>
                </c:pt>
                <c:pt idx="1836">
                  <c:v>2023.29863014</c:v>
                </c:pt>
                <c:pt idx="1837">
                  <c:v>2023.30136986</c:v>
                </c:pt>
                <c:pt idx="1838">
                  <c:v>2023.30410959</c:v>
                </c:pt>
                <c:pt idx="1839">
                  <c:v>2023.31232877</c:v>
                </c:pt>
                <c:pt idx="1840">
                  <c:v>2023.31506849</c:v>
                </c:pt>
                <c:pt idx="1841">
                  <c:v>2023.31780822</c:v>
                </c:pt>
                <c:pt idx="1842">
                  <c:v>2023.32054795</c:v>
                </c:pt>
                <c:pt idx="1843">
                  <c:v>2023.32328767</c:v>
                </c:pt>
                <c:pt idx="1844">
                  <c:v>2023.33150685</c:v>
                </c:pt>
                <c:pt idx="1845">
                  <c:v>2023.33424658</c:v>
                </c:pt>
                <c:pt idx="1846">
                  <c:v>2023.3369863</c:v>
                </c:pt>
                <c:pt idx="1847">
                  <c:v>2023.33972603</c:v>
                </c:pt>
                <c:pt idx="1848">
                  <c:v>2023.34246575</c:v>
                </c:pt>
                <c:pt idx="1849">
                  <c:v>2023.35068493</c:v>
                </c:pt>
                <c:pt idx="1850">
                  <c:v>2023.35342466</c:v>
                </c:pt>
                <c:pt idx="1851">
                  <c:v>2023.35616438</c:v>
                </c:pt>
                <c:pt idx="1852">
                  <c:v>2023.35890411</c:v>
                </c:pt>
                <c:pt idx="1853">
                  <c:v>2023.36164384</c:v>
                </c:pt>
                <c:pt idx="1854">
                  <c:v>2023.36986301</c:v>
                </c:pt>
                <c:pt idx="1855">
                  <c:v>2023.37260274</c:v>
                </c:pt>
                <c:pt idx="1856">
                  <c:v>2023.37534247</c:v>
                </c:pt>
                <c:pt idx="1857">
                  <c:v>2023.37808219</c:v>
                </c:pt>
                <c:pt idx="1858">
                  <c:v>2023.38082192</c:v>
                </c:pt>
                <c:pt idx="1859">
                  <c:v>2023.3890411</c:v>
                </c:pt>
                <c:pt idx="1860">
                  <c:v>2023.39178082</c:v>
                </c:pt>
                <c:pt idx="1861">
                  <c:v>2023.39452055</c:v>
                </c:pt>
                <c:pt idx="1862">
                  <c:v>2023.39726027</c:v>
                </c:pt>
                <c:pt idx="1863">
                  <c:v>2023.4</c:v>
                </c:pt>
                <c:pt idx="1864">
                  <c:v>2023.4109589</c:v>
                </c:pt>
                <c:pt idx="1865">
                  <c:v>2023.41369863</c:v>
                </c:pt>
                <c:pt idx="1866">
                  <c:v>2023.41643836</c:v>
                </c:pt>
                <c:pt idx="1867">
                  <c:v>2023.41917808</c:v>
                </c:pt>
                <c:pt idx="1868">
                  <c:v>2023.42739726</c:v>
                </c:pt>
                <c:pt idx="1869">
                  <c:v>2023.43013699</c:v>
                </c:pt>
                <c:pt idx="1870">
                  <c:v>2023.43287671</c:v>
                </c:pt>
                <c:pt idx="1871">
                  <c:v>2023.43561644</c:v>
                </c:pt>
                <c:pt idx="1872">
                  <c:v>2023.43835616</c:v>
                </c:pt>
                <c:pt idx="1873">
                  <c:v>2023.44657534</c:v>
                </c:pt>
                <c:pt idx="1874">
                  <c:v>2023.44931507</c:v>
                </c:pt>
                <c:pt idx="1875">
                  <c:v>2023.45205479</c:v>
                </c:pt>
                <c:pt idx="1876">
                  <c:v>2023.45479452</c:v>
                </c:pt>
                <c:pt idx="1877">
                  <c:v>2023.45753425</c:v>
                </c:pt>
                <c:pt idx="1878">
                  <c:v>2023.46849315</c:v>
                </c:pt>
                <c:pt idx="1879">
                  <c:v>2023.47123288</c:v>
                </c:pt>
                <c:pt idx="1880">
                  <c:v>2023.4739726</c:v>
                </c:pt>
                <c:pt idx="1881">
                  <c:v>2023.47671233</c:v>
                </c:pt>
                <c:pt idx="1882">
                  <c:v>2023.48493151</c:v>
                </c:pt>
                <c:pt idx="1883">
                  <c:v>2023.48767123</c:v>
                </c:pt>
                <c:pt idx="1884">
                  <c:v>2023.49041096</c:v>
                </c:pt>
                <c:pt idx="1885">
                  <c:v>2023.49315068</c:v>
                </c:pt>
                <c:pt idx="1886">
                  <c:v>2023.49589041</c:v>
                </c:pt>
                <c:pt idx="1887">
                  <c:v>2023.50410959</c:v>
                </c:pt>
                <c:pt idx="1888">
                  <c:v>2023.50958904</c:v>
                </c:pt>
                <c:pt idx="1889">
                  <c:v>2023.51232877</c:v>
                </c:pt>
                <c:pt idx="1890">
                  <c:v>2023.51506849</c:v>
                </c:pt>
                <c:pt idx="1891">
                  <c:v>2023.52328767</c:v>
                </c:pt>
                <c:pt idx="1892">
                  <c:v>2023.5260274</c:v>
                </c:pt>
                <c:pt idx="1893">
                  <c:v>2023.52876712</c:v>
                </c:pt>
                <c:pt idx="1894">
                  <c:v>2023.53150685</c:v>
                </c:pt>
                <c:pt idx="1895">
                  <c:v>2023.53424658</c:v>
                </c:pt>
                <c:pt idx="1896">
                  <c:v>2023.54246575</c:v>
                </c:pt>
                <c:pt idx="1897">
                  <c:v>2023.54520548</c:v>
                </c:pt>
                <c:pt idx="1898">
                  <c:v>2023.54794521</c:v>
                </c:pt>
                <c:pt idx="1899">
                  <c:v>2023.55068493</c:v>
                </c:pt>
                <c:pt idx="1900">
                  <c:v>2023.55342466</c:v>
                </c:pt>
                <c:pt idx="1901">
                  <c:v>2023.56164384</c:v>
                </c:pt>
                <c:pt idx="1902">
                  <c:v>2023.56438356</c:v>
                </c:pt>
                <c:pt idx="1903">
                  <c:v>2023.56712329</c:v>
                </c:pt>
                <c:pt idx="1904">
                  <c:v>2023.56986301</c:v>
                </c:pt>
                <c:pt idx="1905">
                  <c:v>2023.57260274</c:v>
                </c:pt>
                <c:pt idx="1906">
                  <c:v>2023.58082192</c:v>
                </c:pt>
                <c:pt idx="1907">
                  <c:v>2023.58356164</c:v>
                </c:pt>
                <c:pt idx="1908">
                  <c:v>2023.58630137</c:v>
                </c:pt>
                <c:pt idx="1909">
                  <c:v>2023.5890411</c:v>
                </c:pt>
                <c:pt idx="1910">
                  <c:v>2023.59178082</c:v>
                </c:pt>
                <c:pt idx="1911">
                  <c:v>2023.6</c:v>
                </c:pt>
                <c:pt idx="1912">
                  <c:v>2023.60273973</c:v>
                </c:pt>
                <c:pt idx="1913">
                  <c:v>2023.60547945</c:v>
                </c:pt>
                <c:pt idx="1914">
                  <c:v>2023.60821918</c:v>
                </c:pt>
                <c:pt idx="1915">
                  <c:v>2023.6109589</c:v>
                </c:pt>
                <c:pt idx="1916">
                  <c:v>2023.61917808</c:v>
                </c:pt>
                <c:pt idx="1917">
                  <c:v>2023.62191781</c:v>
                </c:pt>
                <c:pt idx="1918">
                  <c:v>2023.62465753</c:v>
                </c:pt>
                <c:pt idx="1919">
                  <c:v>2023.62739726</c:v>
                </c:pt>
                <c:pt idx="1920">
                  <c:v>2023.63013699</c:v>
                </c:pt>
                <c:pt idx="1921">
                  <c:v>2023.63835616</c:v>
                </c:pt>
                <c:pt idx="1922">
                  <c:v>2023.64109589</c:v>
                </c:pt>
                <c:pt idx="1923">
                  <c:v>2023.64383562</c:v>
                </c:pt>
                <c:pt idx="1924">
                  <c:v>2023.64657534</c:v>
                </c:pt>
                <c:pt idx="1925">
                  <c:v>2023.64931507</c:v>
                </c:pt>
                <c:pt idx="1926">
                  <c:v>2023.65753425</c:v>
                </c:pt>
                <c:pt idx="1927">
                  <c:v>2023.66027397</c:v>
                </c:pt>
                <c:pt idx="1928">
                  <c:v>2023.6630137</c:v>
                </c:pt>
                <c:pt idx="1929">
                  <c:v>2023.66575342</c:v>
                </c:pt>
                <c:pt idx="1930">
                  <c:v>2023.66849315</c:v>
                </c:pt>
                <c:pt idx="1931">
                  <c:v>2023.67945205</c:v>
                </c:pt>
                <c:pt idx="1932">
                  <c:v>2023.68219178</c:v>
                </c:pt>
                <c:pt idx="1933">
                  <c:v>2023.68493151</c:v>
                </c:pt>
                <c:pt idx="1934">
                  <c:v>2023.68767123</c:v>
                </c:pt>
                <c:pt idx="1935">
                  <c:v>2023.69589041</c:v>
                </c:pt>
                <c:pt idx="1936">
                  <c:v>2023.69863014</c:v>
                </c:pt>
                <c:pt idx="1937">
                  <c:v>2023.70136986</c:v>
                </c:pt>
                <c:pt idx="1938">
                  <c:v>2023.70410959</c:v>
                </c:pt>
                <c:pt idx="1939">
                  <c:v>2023.70684932</c:v>
                </c:pt>
                <c:pt idx="1940">
                  <c:v>2023.71506849</c:v>
                </c:pt>
                <c:pt idx="1941">
                  <c:v>2023.71780822</c:v>
                </c:pt>
                <c:pt idx="1942">
                  <c:v>2023.72054795</c:v>
                </c:pt>
                <c:pt idx="1943">
                  <c:v>2023.72328767</c:v>
                </c:pt>
                <c:pt idx="1944">
                  <c:v>2023.7260274</c:v>
                </c:pt>
                <c:pt idx="1945">
                  <c:v>2023.73424658</c:v>
                </c:pt>
                <c:pt idx="1946">
                  <c:v>2023.7369863</c:v>
                </c:pt>
                <c:pt idx="1947">
                  <c:v>2023.73972603</c:v>
                </c:pt>
                <c:pt idx="1948">
                  <c:v>2023.74246575</c:v>
                </c:pt>
                <c:pt idx="1949">
                  <c:v>2023.74520548</c:v>
                </c:pt>
                <c:pt idx="1950">
                  <c:v>2023.75342466</c:v>
                </c:pt>
                <c:pt idx="1951">
                  <c:v>2023.75616438</c:v>
                </c:pt>
                <c:pt idx="1952">
                  <c:v>2023.75890411</c:v>
                </c:pt>
                <c:pt idx="1953">
                  <c:v>2023.76164384</c:v>
                </c:pt>
                <c:pt idx="1954">
                  <c:v>2023.76438356</c:v>
                </c:pt>
                <c:pt idx="1955">
                  <c:v>2023.77260274</c:v>
                </c:pt>
                <c:pt idx="1956">
                  <c:v>2023.77534247</c:v>
                </c:pt>
                <c:pt idx="1957">
                  <c:v>2023.77808219</c:v>
                </c:pt>
                <c:pt idx="1958">
                  <c:v>2023.78082192</c:v>
                </c:pt>
                <c:pt idx="1959">
                  <c:v>2023.78356164</c:v>
                </c:pt>
                <c:pt idx="1960">
                  <c:v>2023.79178082</c:v>
                </c:pt>
                <c:pt idx="1961">
                  <c:v>2023.79452055</c:v>
                </c:pt>
                <c:pt idx="1962">
                  <c:v>2023.79726027</c:v>
                </c:pt>
                <c:pt idx="1963">
                  <c:v>2023.8</c:v>
                </c:pt>
                <c:pt idx="1964">
                  <c:v>2023.80273973</c:v>
                </c:pt>
                <c:pt idx="1965">
                  <c:v>2023.8109589</c:v>
                </c:pt>
                <c:pt idx="1966">
                  <c:v>2023.81369863</c:v>
                </c:pt>
                <c:pt idx="1967">
                  <c:v>2023.81643836</c:v>
                </c:pt>
                <c:pt idx="1968">
                  <c:v>2023.81917808</c:v>
                </c:pt>
                <c:pt idx="1969">
                  <c:v>2023.82191781</c:v>
                </c:pt>
                <c:pt idx="1970">
                  <c:v>2023.83013699</c:v>
                </c:pt>
                <c:pt idx="1971">
                  <c:v>2023.83287671</c:v>
                </c:pt>
                <c:pt idx="1972">
                  <c:v>2023.83561644</c:v>
                </c:pt>
                <c:pt idx="1973">
                  <c:v>2023.83835616</c:v>
                </c:pt>
                <c:pt idx="1974">
                  <c:v>2023.84109589</c:v>
                </c:pt>
                <c:pt idx="1975">
                  <c:v>2023.84931507</c:v>
                </c:pt>
                <c:pt idx="1976">
                  <c:v>2023.85205479</c:v>
                </c:pt>
                <c:pt idx="1977">
                  <c:v>2023.85479452</c:v>
                </c:pt>
                <c:pt idx="1978">
                  <c:v>2023.85753425</c:v>
                </c:pt>
                <c:pt idx="1979">
                  <c:v>2023.86027397</c:v>
                </c:pt>
                <c:pt idx="1980">
                  <c:v>2023.86849315</c:v>
                </c:pt>
                <c:pt idx="1981">
                  <c:v>2023.87123288</c:v>
                </c:pt>
                <c:pt idx="1982">
                  <c:v>2023.8739726</c:v>
                </c:pt>
                <c:pt idx="1983">
                  <c:v>2023.87671233</c:v>
                </c:pt>
                <c:pt idx="1984">
                  <c:v>2023.87945205</c:v>
                </c:pt>
                <c:pt idx="1985">
                  <c:v>2023.88767123</c:v>
                </c:pt>
                <c:pt idx="1986">
                  <c:v>2023.89041096</c:v>
                </c:pt>
                <c:pt idx="1987">
                  <c:v>2023.89315068</c:v>
                </c:pt>
                <c:pt idx="1988">
                  <c:v>2023.89863014</c:v>
                </c:pt>
                <c:pt idx="1989">
                  <c:v>2023.90684932</c:v>
                </c:pt>
                <c:pt idx="1990">
                  <c:v>2023.90958904</c:v>
                </c:pt>
                <c:pt idx="1991">
                  <c:v>2023.91232877</c:v>
                </c:pt>
                <c:pt idx="1992">
                  <c:v>2023.91506849</c:v>
                </c:pt>
                <c:pt idx="1993">
                  <c:v>2023.91780822</c:v>
                </c:pt>
                <c:pt idx="1994">
                  <c:v>2023.9260274</c:v>
                </c:pt>
                <c:pt idx="1995">
                  <c:v>2023.92876712</c:v>
                </c:pt>
                <c:pt idx="1996">
                  <c:v>2023.93150685</c:v>
                </c:pt>
                <c:pt idx="1997">
                  <c:v>2023.93424658</c:v>
                </c:pt>
                <c:pt idx="1998">
                  <c:v>2023.9369863</c:v>
                </c:pt>
                <c:pt idx="1999">
                  <c:v>2023.94520548</c:v>
                </c:pt>
                <c:pt idx="2000">
                  <c:v>2023.94794521</c:v>
                </c:pt>
                <c:pt idx="2001">
                  <c:v>2023.95068493</c:v>
                </c:pt>
                <c:pt idx="2002">
                  <c:v>2023.95342466</c:v>
                </c:pt>
                <c:pt idx="2003">
                  <c:v>2023.95616438</c:v>
                </c:pt>
                <c:pt idx="2004">
                  <c:v>2023.96438356</c:v>
                </c:pt>
                <c:pt idx="2005">
                  <c:v>2023.96712329</c:v>
                </c:pt>
                <c:pt idx="2006">
                  <c:v>2023.96986301</c:v>
                </c:pt>
                <c:pt idx="2007">
                  <c:v>2023.97260274</c:v>
                </c:pt>
                <c:pt idx="2008">
                  <c:v>2023.97534247</c:v>
                </c:pt>
                <c:pt idx="2009">
                  <c:v>2023.98630137</c:v>
                </c:pt>
                <c:pt idx="2010">
                  <c:v>2023.9890411</c:v>
                </c:pt>
                <c:pt idx="2011">
                  <c:v>2023.99178082</c:v>
                </c:pt>
                <c:pt idx="2012">
                  <c:v>2023.99452055</c:v>
                </c:pt>
                <c:pt idx="2013">
                  <c:v>2024.00546448</c:v>
                </c:pt>
                <c:pt idx="2014">
                  <c:v>2024.00819672</c:v>
                </c:pt>
                <c:pt idx="2015">
                  <c:v>2024.01092896</c:v>
                </c:pt>
                <c:pt idx="2016">
                  <c:v>2024.0136612</c:v>
                </c:pt>
                <c:pt idx="2017">
                  <c:v>2024.02185792</c:v>
                </c:pt>
                <c:pt idx="2018">
                  <c:v>2024.02459016</c:v>
                </c:pt>
                <c:pt idx="2019">
                  <c:v>2024.0273224</c:v>
                </c:pt>
                <c:pt idx="2020">
                  <c:v>2024.03005464</c:v>
                </c:pt>
                <c:pt idx="2021">
                  <c:v>2024.03278689</c:v>
                </c:pt>
                <c:pt idx="2022">
                  <c:v>2024.04371585</c:v>
                </c:pt>
                <c:pt idx="2023">
                  <c:v>2024.04644809</c:v>
                </c:pt>
                <c:pt idx="2024">
                  <c:v>2024.04918033</c:v>
                </c:pt>
                <c:pt idx="2025">
                  <c:v>2024.05191257</c:v>
                </c:pt>
                <c:pt idx="2026">
                  <c:v>2024.06010929</c:v>
                </c:pt>
                <c:pt idx="2027">
                  <c:v>2024.06284153</c:v>
                </c:pt>
                <c:pt idx="2028">
                  <c:v>2024.06557377</c:v>
                </c:pt>
                <c:pt idx="2029">
                  <c:v>2024.06830601</c:v>
                </c:pt>
                <c:pt idx="2030">
                  <c:v>2024.07103825</c:v>
                </c:pt>
                <c:pt idx="2031">
                  <c:v>2024.07923497</c:v>
                </c:pt>
                <c:pt idx="2032">
                  <c:v>2024.08196721</c:v>
                </c:pt>
                <c:pt idx="2033">
                  <c:v>2024.08469945</c:v>
                </c:pt>
                <c:pt idx="2034">
                  <c:v>2024.08743169</c:v>
                </c:pt>
                <c:pt idx="2035">
                  <c:v>2024.09016393</c:v>
                </c:pt>
                <c:pt idx="2036">
                  <c:v>2024.09836066</c:v>
                </c:pt>
                <c:pt idx="2037">
                  <c:v>2024.1010929</c:v>
                </c:pt>
                <c:pt idx="2038">
                  <c:v>2024.10382514</c:v>
                </c:pt>
                <c:pt idx="2039">
                  <c:v>2024.10655738</c:v>
                </c:pt>
                <c:pt idx="2040">
                  <c:v>2024.10928962</c:v>
                </c:pt>
                <c:pt idx="2041">
                  <c:v>2024.11748634</c:v>
                </c:pt>
                <c:pt idx="2042">
                  <c:v>2024.12021858</c:v>
                </c:pt>
                <c:pt idx="2043">
                  <c:v>2024.12295082</c:v>
                </c:pt>
                <c:pt idx="2044">
                  <c:v>2024.12568306</c:v>
                </c:pt>
                <c:pt idx="2045">
                  <c:v>2024.1284153</c:v>
                </c:pt>
                <c:pt idx="2046">
                  <c:v>2024.13934426</c:v>
                </c:pt>
                <c:pt idx="2047">
                  <c:v>2024.1420765</c:v>
                </c:pt>
                <c:pt idx="2048">
                  <c:v>2024.14480874</c:v>
                </c:pt>
                <c:pt idx="2049">
                  <c:v>2024.14754098</c:v>
                </c:pt>
                <c:pt idx="2050">
                  <c:v>2024.1557377</c:v>
                </c:pt>
                <c:pt idx="2051">
                  <c:v>2024.15846995</c:v>
                </c:pt>
                <c:pt idx="2052">
                  <c:v>2024.16120219</c:v>
                </c:pt>
                <c:pt idx="2053">
                  <c:v>2024.16393443</c:v>
                </c:pt>
                <c:pt idx="2054">
                  <c:v>2024.16666667</c:v>
                </c:pt>
                <c:pt idx="2055">
                  <c:v>2024.17486339</c:v>
                </c:pt>
                <c:pt idx="2056">
                  <c:v>2024.17759563</c:v>
                </c:pt>
                <c:pt idx="2057">
                  <c:v>2024.18032787</c:v>
                </c:pt>
                <c:pt idx="2058">
                  <c:v>2024.18306011</c:v>
                </c:pt>
                <c:pt idx="2059">
                  <c:v>2024.18579235</c:v>
                </c:pt>
                <c:pt idx="2060">
                  <c:v>2024.19398907</c:v>
                </c:pt>
                <c:pt idx="2061">
                  <c:v>2024.19672131</c:v>
                </c:pt>
                <c:pt idx="2062">
                  <c:v>2024.19945355</c:v>
                </c:pt>
                <c:pt idx="2063">
                  <c:v>2024.20218579</c:v>
                </c:pt>
                <c:pt idx="2064">
                  <c:v>2024.20491803</c:v>
                </c:pt>
                <c:pt idx="2065">
                  <c:v>2024.21311475</c:v>
                </c:pt>
                <c:pt idx="2066">
                  <c:v>2024.21584699</c:v>
                </c:pt>
                <c:pt idx="2067">
                  <c:v>2024.21857923</c:v>
                </c:pt>
                <c:pt idx="2068">
                  <c:v>2024.22131148</c:v>
                </c:pt>
                <c:pt idx="2069">
                  <c:v>2024.22404372</c:v>
                </c:pt>
                <c:pt idx="2070">
                  <c:v>2024.23224044</c:v>
                </c:pt>
                <c:pt idx="2071">
                  <c:v>2024.23497268</c:v>
                </c:pt>
                <c:pt idx="2072">
                  <c:v>2024.23770492</c:v>
                </c:pt>
                <c:pt idx="2073">
                  <c:v>2024.24043716</c:v>
                </c:pt>
                <c:pt idx="2074">
                  <c:v>2024.25136612</c:v>
                </c:pt>
                <c:pt idx="2075">
                  <c:v>2024.25409836</c:v>
                </c:pt>
                <c:pt idx="2076">
                  <c:v>2024.2568306</c:v>
                </c:pt>
                <c:pt idx="2077">
                  <c:v>2024.25956284</c:v>
                </c:pt>
                <c:pt idx="2078">
                  <c:v>2024.26229508</c:v>
                </c:pt>
                <c:pt idx="2079">
                  <c:v>2024.2704918</c:v>
                </c:pt>
                <c:pt idx="2080">
                  <c:v>2024.27322404</c:v>
                </c:pt>
                <c:pt idx="2081">
                  <c:v>2024.27595628</c:v>
                </c:pt>
                <c:pt idx="2082">
                  <c:v>2024.27868852</c:v>
                </c:pt>
                <c:pt idx="2083">
                  <c:v>2024.28142077</c:v>
                </c:pt>
                <c:pt idx="2084">
                  <c:v>2024.28961749</c:v>
                </c:pt>
                <c:pt idx="2085">
                  <c:v>2024.29234973</c:v>
                </c:pt>
                <c:pt idx="2086">
                  <c:v>2024.29508197</c:v>
                </c:pt>
                <c:pt idx="2087">
                  <c:v>2024.29781421</c:v>
                </c:pt>
                <c:pt idx="2088">
                  <c:v>2024.30054645</c:v>
                </c:pt>
                <c:pt idx="2089">
                  <c:v>2024.30874317</c:v>
                </c:pt>
                <c:pt idx="2090">
                  <c:v>2024.31147541</c:v>
                </c:pt>
                <c:pt idx="2091">
                  <c:v>2024.31420765</c:v>
                </c:pt>
                <c:pt idx="2092">
                  <c:v>2024.31693989</c:v>
                </c:pt>
                <c:pt idx="2093">
                  <c:v>2024.31967213</c:v>
                </c:pt>
                <c:pt idx="2094">
                  <c:v>2024.32786885</c:v>
                </c:pt>
                <c:pt idx="2095">
                  <c:v>2024.33060109</c:v>
                </c:pt>
                <c:pt idx="2096">
                  <c:v>2024.33333333</c:v>
                </c:pt>
                <c:pt idx="2097">
                  <c:v>2024.33606557</c:v>
                </c:pt>
                <c:pt idx="2098">
                  <c:v>2024.33879781</c:v>
                </c:pt>
                <c:pt idx="2099">
                  <c:v>2024.34699454</c:v>
                </c:pt>
                <c:pt idx="2100">
                  <c:v>2024.34972678</c:v>
                </c:pt>
                <c:pt idx="2101">
                  <c:v>2024.35245902</c:v>
                </c:pt>
                <c:pt idx="2102">
                  <c:v>2024.35519126</c:v>
                </c:pt>
                <c:pt idx="2103">
                  <c:v>2024.3579235</c:v>
                </c:pt>
                <c:pt idx="2104">
                  <c:v>2024.36612022</c:v>
                </c:pt>
                <c:pt idx="2105">
                  <c:v>2024.36885246</c:v>
                </c:pt>
                <c:pt idx="2106">
                  <c:v>2024.3715847</c:v>
                </c:pt>
                <c:pt idx="2107">
                  <c:v>2024.37431694</c:v>
                </c:pt>
                <c:pt idx="2108">
                  <c:v>2024.37704918</c:v>
                </c:pt>
                <c:pt idx="2109">
                  <c:v>2024.3852459</c:v>
                </c:pt>
                <c:pt idx="2110">
                  <c:v>2024.38797814</c:v>
                </c:pt>
                <c:pt idx="2111">
                  <c:v>2024.39071038</c:v>
                </c:pt>
                <c:pt idx="2112">
                  <c:v>2024.39344262</c:v>
                </c:pt>
                <c:pt idx="2113">
                  <c:v>2024.39617486</c:v>
                </c:pt>
                <c:pt idx="2114">
                  <c:v>2024.40710383</c:v>
                </c:pt>
                <c:pt idx="2115">
                  <c:v>2024.40983607</c:v>
                </c:pt>
                <c:pt idx="2116">
                  <c:v>2024.41256831</c:v>
                </c:pt>
                <c:pt idx="2117">
                  <c:v>2024.41530055</c:v>
                </c:pt>
                <c:pt idx="2118">
                  <c:v>2024.42349727</c:v>
                </c:pt>
                <c:pt idx="2119">
                  <c:v>2024.42622951</c:v>
                </c:pt>
                <c:pt idx="2120">
                  <c:v>2024.42896175</c:v>
                </c:pt>
                <c:pt idx="2121">
                  <c:v>2024.43169399</c:v>
                </c:pt>
                <c:pt idx="2122">
                  <c:v>2024.43442623</c:v>
                </c:pt>
                <c:pt idx="2123">
                  <c:v>2024.44262295</c:v>
                </c:pt>
                <c:pt idx="2124">
                  <c:v>2024.44535519</c:v>
                </c:pt>
                <c:pt idx="2125">
                  <c:v>2024.44808743</c:v>
                </c:pt>
                <c:pt idx="2126">
                  <c:v>2024.45081967</c:v>
                </c:pt>
                <c:pt idx="2127">
                  <c:v>2024.45355191</c:v>
                </c:pt>
                <c:pt idx="2128">
                  <c:v>2024.46174863</c:v>
                </c:pt>
                <c:pt idx="2129">
                  <c:v>2024.46448087</c:v>
                </c:pt>
                <c:pt idx="2130">
                  <c:v>2024.46994536</c:v>
                </c:pt>
                <c:pt idx="2131">
                  <c:v>2024.4726776</c:v>
                </c:pt>
                <c:pt idx="2132">
                  <c:v>2024.48087432</c:v>
                </c:pt>
                <c:pt idx="2133">
                  <c:v>2024.48360656</c:v>
                </c:pt>
                <c:pt idx="2134">
                  <c:v>2024.4863388</c:v>
                </c:pt>
                <c:pt idx="2135">
                  <c:v>2024.48907104</c:v>
                </c:pt>
                <c:pt idx="2136">
                  <c:v>2024.49180328</c:v>
                </c:pt>
                <c:pt idx="2137">
                  <c:v>2024.5</c:v>
                </c:pt>
                <c:pt idx="2138">
                  <c:v>2024.50273224</c:v>
                </c:pt>
                <c:pt idx="2139">
                  <c:v>2024.50546448</c:v>
                </c:pt>
                <c:pt idx="2140">
                  <c:v>2024.51092896</c:v>
                </c:pt>
                <c:pt idx="2141">
                  <c:v>2024.51912568</c:v>
                </c:pt>
                <c:pt idx="2142">
                  <c:v>2024.52185792</c:v>
                </c:pt>
                <c:pt idx="2143">
                  <c:v>2024.52459016</c:v>
                </c:pt>
                <c:pt idx="2144">
                  <c:v>2024.5273224</c:v>
                </c:pt>
                <c:pt idx="2145">
                  <c:v>2024.53005464</c:v>
                </c:pt>
                <c:pt idx="2146">
                  <c:v>2024.53825137</c:v>
                </c:pt>
                <c:pt idx="2147">
                  <c:v>2024.54098361</c:v>
                </c:pt>
                <c:pt idx="2148">
                  <c:v>2024.54371585</c:v>
                </c:pt>
                <c:pt idx="2149">
                  <c:v>2024.54644809</c:v>
                </c:pt>
                <c:pt idx="2150">
                  <c:v>2024.54918033</c:v>
                </c:pt>
                <c:pt idx="2151">
                  <c:v>2024.55737705</c:v>
                </c:pt>
                <c:pt idx="2152">
                  <c:v>2024.56010929</c:v>
                </c:pt>
                <c:pt idx="2153">
                  <c:v>2024.56284153</c:v>
                </c:pt>
                <c:pt idx="2154">
                  <c:v>2024.56557377</c:v>
                </c:pt>
                <c:pt idx="2155">
                  <c:v>2024.56830601</c:v>
                </c:pt>
                <c:pt idx="2156">
                  <c:v>2024.57650273</c:v>
                </c:pt>
                <c:pt idx="2157">
                  <c:v>2024.57923497</c:v>
                </c:pt>
                <c:pt idx="2158">
                  <c:v>2024.58196721</c:v>
                </c:pt>
                <c:pt idx="2159">
                  <c:v>2024.58469945</c:v>
                </c:pt>
                <c:pt idx="2160">
                  <c:v>2024.58743169</c:v>
                </c:pt>
                <c:pt idx="2161">
                  <c:v>2024.59562842</c:v>
                </c:pt>
                <c:pt idx="2162">
                  <c:v>2024.59836066</c:v>
                </c:pt>
                <c:pt idx="2163">
                  <c:v>2024.6010929</c:v>
                </c:pt>
                <c:pt idx="2164">
                  <c:v>2024.60382514</c:v>
                </c:pt>
                <c:pt idx="2165">
                  <c:v>2024.60655738</c:v>
                </c:pt>
                <c:pt idx="2166">
                  <c:v>2024.6147541</c:v>
                </c:pt>
                <c:pt idx="2167">
                  <c:v>2024.61748634</c:v>
                </c:pt>
                <c:pt idx="2168">
                  <c:v>2024.62021858</c:v>
                </c:pt>
                <c:pt idx="2169">
                  <c:v>2024.62295082</c:v>
                </c:pt>
                <c:pt idx="2170">
                  <c:v>2024.62568306</c:v>
                </c:pt>
                <c:pt idx="2171">
                  <c:v>2024.63387978</c:v>
                </c:pt>
                <c:pt idx="2172">
                  <c:v>2024.63661202</c:v>
                </c:pt>
                <c:pt idx="2173">
                  <c:v>2024.63934426</c:v>
                </c:pt>
                <c:pt idx="2174">
                  <c:v>2024.6420765</c:v>
                </c:pt>
                <c:pt idx="2175">
                  <c:v>2024.64480874</c:v>
                </c:pt>
                <c:pt idx="2176">
                  <c:v>2024.65300546</c:v>
                </c:pt>
                <c:pt idx="2177">
                  <c:v>2024.6557377</c:v>
                </c:pt>
                <c:pt idx="2178">
                  <c:v>2024.65846995</c:v>
                </c:pt>
                <c:pt idx="2179">
                  <c:v>2024.66120219</c:v>
                </c:pt>
                <c:pt idx="2180">
                  <c:v>2024.66393443</c:v>
                </c:pt>
                <c:pt idx="2181">
                  <c:v>2024.67486339</c:v>
                </c:pt>
                <c:pt idx="2182">
                  <c:v>2024.67759563</c:v>
                </c:pt>
                <c:pt idx="2183">
                  <c:v>2024.68032787</c:v>
                </c:pt>
                <c:pt idx="2184">
                  <c:v>2024.68306011</c:v>
                </c:pt>
                <c:pt idx="2185">
                  <c:v>2024.69125683</c:v>
                </c:pt>
                <c:pt idx="2186">
                  <c:v>2024.69398907</c:v>
                </c:pt>
                <c:pt idx="2187">
                  <c:v>2024.69672131</c:v>
                </c:pt>
                <c:pt idx="2188">
                  <c:v>2024.69945355</c:v>
                </c:pt>
                <c:pt idx="2189">
                  <c:v>2024.70218579</c:v>
                </c:pt>
                <c:pt idx="2190">
                  <c:v>2024.71038251</c:v>
                </c:pt>
                <c:pt idx="2191">
                  <c:v>2024.71311475</c:v>
                </c:pt>
                <c:pt idx="2192">
                  <c:v>2024.71584699</c:v>
                </c:pt>
                <c:pt idx="2193">
                  <c:v>2024.71857923</c:v>
                </c:pt>
                <c:pt idx="2194">
                  <c:v>2024.72131148</c:v>
                </c:pt>
                <c:pt idx="2195">
                  <c:v>2024.7295082</c:v>
                </c:pt>
                <c:pt idx="2196">
                  <c:v>2024.73224044</c:v>
                </c:pt>
                <c:pt idx="2197">
                  <c:v>2024.73497268</c:v>
                </c:pt>
                <c:pt idx="2198">
                  <c:v>2024.73770492</c:v>
                </c:pt>
                <c:pt idx="2199">
                  <c:v>2024.74043716</c:v>
                </c:pt>
                <c:pt idx="2200">
                  <c:v>2024.74863388</c:v>
                </c:pt>
                <c:pt idx="2201">
                  <c:v>2024.75136612</c:v>
                </c:pt>
                <c:pt idx="2202">
                  <c:v>2024.75409836</c:v>
                </c:pt>
                <c:pt idx="2203">
                  <c:v>2024.7568306</c:v>
                </c:pt>
                <c:pt idx="2204">
                  <c:v>2024.75956284</c:v>
                </c:pt>
                <c:pt idx="2205">
                  <c:v>2024.76775956</c:v>
                </c:pt>
                <c:pt idx="2206">
                  <c:v>2024.7704918</c:v>
                </c:pt>
                <c:pt idx="2207">
                  <c:v>2024.77322404</c:v>
                </c:pt>
                <c:pt idx="2208">
                  <c:v>2024.77595628</c:v>
                </c:pt>
                <c:pt idx="2209">
                  <c:v>2024.77868852</c:v>
                </c:pt>
                <c:pt idx="2210">
                  <c:v>2024.78688525</c:v>
                </c:pt>
                <c:pt idx="2211">
                  <c:v>2024.78961749</c:v>
                </c:pt>
                <c:pt idx="2212">
                  <c:v>2024.79234973</c:v>
                </c:pt>
                <c:pt idx="2213">
                  <c:v>2024.79508197</c:v>
                </c:pt>
                <c:pt idx="2214">
                  <c:v>2024.79781421</c:v>
                </c:pt>
                <c:pt idx="2215">
                  <c:v>2024.80601093</c:v>
                </c:pt>
                <c:pt idx="2216">
                  <c:v>2024.80874317</c:v>
                </c:pt>
                <c:pt idx="2217">
                  <c:v>2024.81147541</c:v>
                </c:pt>
                <c:pt idx="2218">
                  <c:v>2024.81420765</c:v>
                </c:pt>
                <c:pt idx="2219">
                  <c:v>2024.81693989</c:v>
                </c:pt>
                <c:pt idx="2220">
                  <c:v>2024.82513661</c:v>
                </c:pt>
                <c:pt idx="2221">
                  <c:v>2024.82786885</c:v>
                </c:pt>
                <c:pt idx="2222">
                  <c:v>2024.83060109</c:v>
                </c:pt>
                <c:pt idx="2223">
                  <c:v>2024.83333333</c:v>
                </c:pt>
                <c:pt idx="2224">
                  <c:v>2024.83606557</c:v>
                </c:pt>
                <c:pt idx="2225">
                  <c:v>2024.8442623</c:v>
                </c:pt>
                <c:pt idx="2226">
                  <c:v>2024.84699454</c:v>
                </c:pt>
                <c:pt idx="2227">
                  <c:v>2024.84972678</c:v>
                </c:pt>
                <c:pt idx="2228">
                  <c:v>2024.85245902</c:v>
                </c:pt>
                <c:pt idx="2229">
                  <c:v>2024.85519126</c:v>
                </c:pt>
                <c:pt idx="2230">
                  <c:v>2024.86338798</c:v>
                </c:pt>
                <c:pt idx="2231">
                  <c:v>2024.86612022</c:v>
                </c:pt>
                <c:pt idx="2232">
                  <c:v>2024.86885246</c:v>
                </c:pt>
                <c:pt idx="2233">
                  <c:v>2024.8715847</c:v>
                </c:pt>
                <c:pt idx="2234">
                  <c:v>2024.87431694</c:v>
                </c:pt>
                <c:pt idx="2235">
                  <c:v>2024.88251366</c:v>
                </c:pt>
                <c:pt idx="2236">
                  <c:v>2024.8852459</c:v>
                </c:pt>
                <c:pt idx="2237">
                  <c:v>2024.88797814</c:v>
                </c:pt>
                <c:pt idx="2238">
                  <c:v>2024.89071038</c:v>
                </c:pt>
                <c:pt idx="2239">
                  <c:v>2024.89344262</c:v>
                </c:pt>
                <c:pt idx="2240">
                  <c:v>2024.90163934</c:v>
                </c:pt>
                <c:pt idx="2241">
                  <c:v>2024.90437158</c:v>
                </c:pt>
                <c:pt idx="2242">
                  <c:v>2024.90710383</c:v>
                </c:pt>
                <c:pt idx="2243">
                  <c:v>2024.91256831</c:v>
                </c:pt>
                <c:pt idx="2244">
                  <c:v>2024.92076503</c:v>
                </c:pt>
                <c:pt idx="2245">
                  <c:v>2024.92349727</c:v>
                </c:pt>
                <c:pt idx="2246">
                  <c:v>2024.92622951</c:v>
                </c:pt>
                <c:pt idx="2247">
                  <c:v>2024.92896175</c:v>
                </c:pt>
                <c:pt idx="2248">
                  <c:v>2024.93169399</c:v>
                </c:pt>
                <c:pt idx="2249">
                  <c:v>2024.93989071</c:v>
                </c:pt>
                <c:pt idx="2250">
                  <c:v>2024.94262295</c:v>
                </c:pt>
                <c:pt idx="2251">
                  <c:v>2024.94535519</c:v>
                </c:pt>
                <c:pt idx="2252">
                  <c:v>2024.94808743</c:v>
                </c:pt>
                <c:pt idx="2253">
                  <c:v>2024.95081967</c:v>
                </c:pt>
                <c:pt idx="2254">
                  <c:v>2024.95901639</c:v>
                </c:pt>
                <c:pt idx="2255">
                  <c:v>2024.96174863</c:v>
                </c:pt>
                <c:pt idx="2256">
                  <c:v>2024.96448087</c:v>
                </c:pt>
                <c:pt idx="2257">
                  <c:v>2024.96721311</c:v>
                </c:pt>
                <c:pt idx="2258">
                  <c:v>2024.96994536</c:v>
                </c:pt>
                <c:pt idx="2259">
                  <c:v>2024.97814208</c:v>
                </c:pt>
                <c:pt idx="2260">
                  <c:v>2024.98087432</c:v>
                </c:pt>
                <c:pt idx="2261">
                  <c:v>2024.9863388</c:v>
                </c:pt>
                <c:pt idx="2262">
                  <c:v>2024.98907104</c:v>
                </c:pt>
                <c:pt idx="2263">
                  <c:v>2024.99726776</c:v>
                </c:pt>
                <c:pt idx="2264">
                  <c:v>2025</c:v>
                </c:pt>
                <c:pt idx="2265">
                  <c:v>2025.00547945</c:v>
                </c:pt>
                <c:pt idx="2266">
                  <c:v>2025.00821918</c:v>
                </c:pt>
                <c:pt idx="2267">
                  <c:v>2025.01643836</c:v>
                </c:pt>
                <c:pt idx="2268">
                  <c:v>2025.01917808</c:v>
                </c:pt>
                <c:pt idx="2269">
                  <c:v>2025.02191781</c:v>
                </c:pt>
                <c:pt idx="2270">
                  <c:v>2025.02739726</c:v>
                </c:pt>
                <c:pt idx="2271">
                  <c:v>2025.03561644</c:v>
                </c:pt>
                <c:pt idx="2272">
                  <c:v>2025.03835616</c:v>
                </c:pt>
                <c:pt idx="2273">
                  <c:v>2025.04109589</c:v>
                </c:pt>
                <c:pt idx="2274">
                  <c:v>2025.04383562</c:v>
                </c:pt>
                <c:pt idx="2275">
                  <c:v>2025.04657534</c:v>
                </c:pt>
                <c:pt idx="2276">
                  <c:v>2025.05753425</c:v>
                </c:pt>
                <c:pt idx="2277">
                  <c:v>2025.06027397</c:v>
                </c:pt>
                <c:pt idx="2278">
                  <c:v>2025.0630137</c:v>
                </c:pt>
                <c:pt idx="2279">
                  <c:v>2025.06575342</c:v>
                </c:pt>
                <c:pt idx="2280">
                  <c:v>2025.0739726</c:v>
                </c:pt>
                <c:pt idx="2281">
                  <c:v>2025.07671233</c:v>
                </c:pt>
                <c:pt idx="2282">
                  <c:v>2025.07945205</c:v>
                </c:pt>
                <c:pt idx="2283">
                  <c:v>2025.08219178</c:v>
                </c:pt>
                <c:pt idx="2284">
                  <c:v>2025.08493151</c:v>
                </c:pt>
                <c:pt idx="2285">
                  <c:v>2025.09315068</c:v>
                </c:pt>
                <c:pt idx="2286">
                  <c:v>2025.09589041</c:v>
                </c:pt>
                <c:pt idx="2287">
                  <c:v>2025.09863014</c:v>
                </c:pt>
                <c:pt idx="2288">
                  <c:v>2025.10136986</c:v>
                </c:pt>
                <c:pt idx="2289">
                  <c:v>2025.10410959</c:v>
                </c:pt>
                <c:pt idx="2290">
                  <c:v>2025.11232877</c:v>
                </c:pt>
                <c:pt idx="2291">
                  <c:v>2025.11506849</c:v>
                </c:pt>
                <c:pt idx="2292">
                  <c:v>2025.11780822</c:v>
                </c:pt>
                <c:pt idx="2293">
                  <c:v>2025.12054795</c:v>
                </c:pt>
                <c:pt idx="2294">
                  <c:v>2025.12328767</c:v>
                </c:pt>
                <c:pt idx="2295">
                  <c:v>2025.13424658</c:v>
                </c:pt>
                <c:pt idx="2296">
                  <c:v>2025.1369863</c:v>
                </c:pt>
                <c:pt idx="2297">
                  <c:v>2025.13972603</c:v>
                </c:pt>
                <c:pt idx="2298">
                  <c:v>2025.14246575</c:v>
                </c:pt>
                <c:pt idx="2299">
                  <c:v>2025.15068493</c:v>
                </c:pt>
                <c:pt idx="2300">
                  <c:v>2025.15342466</c:v>
                </c:pt>
                <c:pt idx="2301">
                  <c:v>2025.15616438</c:v>
                </c:pt>
                <c:pt idx="2302">
                  <c:v>2025.15890411</c:v>
                </c:pt>
                <c:pt idx="2303">
                  <c:v>2025.16164384</c:v>
                </c:pt>
                <c:pt idx="2304">
                  <c:v>2025.16986301</c:v>
                </c:pt>
                <c:pt idx="2305">
                  <c:v>2025.17260274</c:v>
                </c:pt>
                <c:pt idx="2306">
                  <c:v>2025.17534247</c:v>
                </c:pt>
                <c:pt idx="2307">
                  <c:v>2025.17808219</c:v>
                </c:pt>
                <c:pt idx="2308">
                  <c:v>2025.18082192</c:v>
                </c:pt>
                <c:pt idx="2309">
                  <c:v>2025.1890411</c:v>
                </c:pt>
                <c:pt idx="2310">
                  <c:v>2025.19178082</c:v>
                </c:pt>
                <c:pt idx="2311">
                  <c:v>2025.19452055</c:v>
                </c:pt>
                <c:pt idx="2312">
                  <c:v>2025.19726027</c:v>
                </c:pt>
                <c:pt idx="2313">
                  <c:v>2025.2</c:v>
                </c:pt>
                <c:pt idx="2314">
                  <c:v>2025.20821918</c:v>
                </c:pt>
                <c:pt idx="2315">
                  <c:v>2025.2109589</c:v>
                </c:pt>
                <c:pt idx="2316">
                  <c:v>2025.21369863</c:v>
                </c:pt>
                <c:pt idx="2317">
                  <c:v>2025.21643836</c:v>
                </c:pt>
                <c:pt idx="2318">
                  <c:v>2025.21917808</c:v>
                </c:pt>
                <c:pt idx="2319">
                  <c:v>2025.22739726</c:v>
                </c:pt>
                <c:pt idx="2320">
                  <c:v>2025.23013699</c:v>
                </c:pt>
                <c:pt idx="2321">
                  <c:v>2025.23287671</c:v>
                </c:pt>
                <c:pt idx="2322">
                  <c:v>2025.23561644</c:v>
                </c:pt>
                <c:pt idx="2323">
                  <c:v>2025.23835616</c:v>
                </c:pt>
                <c:pt idx="2324">
                  <c:v>2025.24657534</c:v>
                </c:pt>
                <c:pt idx="2325">
                  <c:v>2025.24931507</c:v>
                </c:pt>
                <c:pt idx="2326">
                  <c:v>2025.25205479</c:v>
                </c:pt>
                <c:pt idx="2327">
                  <c:v>2025.25479452</c:v>
                </c:pt>
                <c:pt idx="2328">
                  <c:v>2025.25753425</c:v>
                </c:pt>
                <c:pt idx="2329">
                  <c:v>2025.26575342</c:v>
                </c:pt>
                <c:pt idx="2330">
                  <c:v>2025.26849315</c:v>
                </c:pt>
                <c:pt idx="2331">
                  <c:v>2025.27123288</c:v>
                </c:pt>
                <c:pt idx="2332">
                  <c:v>2025.2739726</c:v>
                </c:pt>
                <c:pt idx="2333">
                  <c:v>2025.27671233</c:v>
                </c:pt>
                <c:pt idx="2334">
                  <c:v>2025.28493151</c:v>
                </c:pt>
                <c:pt idx="2335">
                  <c:v>2025.28767123</c:v>
                </c:pt>
                <c:pt idx="2336">
                  <c:v>2025.29041096</c:v>
                </c:pt>
                <c:pt idx="2337">
                  <c:v>2025.29315068</c:v>
                </c:pt>
                <c:pt idx="2338">
                  <c:v>2025.30410959</c:v>
                </c:pt>
                <c:pt idx="2339">
                  <c:v>2025.30684932</c:v>
                </c:pt>
                <c:pt idx="2340">
                  <c:v>2025.30958904</c:v>
                </c:pt>
                <c:pt idx="2341">
                  <c:v>2025.31232877</c:v>
                </c:pt>
                <c:pt idx="2342">
                  <c:v>2025.31506849</c:v>
                </c:pt>
                <c:pt idx="2343">
                  <c:v>2025.32328767</c:v>
                </c:pt>
                <c:pt idx="2344">
                  <c:v>2025.3260274</c:v>
                </c:pt>
                <c:pt idx="2345">
                  <c:v>2025.32876712</c:v>
                </c:pt>
                <c:pt idx="2346">
                  <c:v>2025.33150685</c:v>
                </c:pt>
                <c:pt idx="2347">
                  <c:v>2025.33424658</c:v>
                </c:pt>
                <c:pt idx="2348">
                  <c:v>2025.34246575</c:v>
                </c:pt>
                <c:pt idx="2349">
                  <c:v>2025.34520548</c:v>
                </c:pt>
                <c:pt idx="2350">
                  <c:v>2025.34794521</c:v>
                </c:pt>
                <c:pt idx="2351">
                  <c:v>2025.35068493</c:v>
                </c:pt>
                <c:pt idx="2352">
                  <c:v>2025.35342466</c:v>
                </c:pt>
                <c:pt idx="2353">
                  <c:v>2025.36164384</c:v>
                </c:pt>
                <c:pt idx="2354">
                  <c:v>2025.36438356</c:v>
                </c:pt>
                <c:pt idx="2355">
                  <c:v>2025.36712329</c:v>
                </c:pt>
                <c:pt idx="2356">
                  <c:v>2025.36986301</c:v>
                </c:pt>
                <c:pt idx="2357">
                  <c:v>2025.37260274</c:v>
                </c:pt>
                <c:pt idx="2358">
                  <c:v>2025.38082192</c:v>
                </c:pt>
                <c:pt idx="2359">
                  <c:v>2025.38356164</c:v>
                </c:pt>
                <c:pt idx="2360">
                  <c:v>2025.38630137</c:v>
                </c:pt>
                <c:pt idx="2361">
                  <c:v>2025.3890411</c:v>
                </c:pt>
                <c:pt idx="2362">
                  <c:v>2025.39178082</c:v>
                </c:pt>
                <c:pt idx="2363">
                  <c:v>2025.40273973</c:v>
                </c:pt>
                <c:pt idx="2364">
                  <c:v>2025.40547945</c:v>
                </c:pt>
                <c:pt idx="2365">
                  <c:v>2025.40821918</c:v>
                </c:pt>
                <c:pt idx="2366">
                  <c:v>2025.4109589</c:v>
                </c:pt>
                <c:pt idx="2367">
                  <c:v>2025.41917808</c:v>
                </c:pt>
                <c:pt idx="2368">
                  <c:v>2025.42191781</c:v>
                </c:pt>
                <c:pt idx="2369">
                  <c:v>2025.42465753</c:v>
                </c:pt>
                <c:pt idx="2370">
                  <c:v>2025.42739726</c:v>
                </c:pt>
                <c:pt idx="2371">
                  <c:v>2025.43013699</c:v>
                </c:pt>
                <c:pt idx="2372">
                  <c:v>2025.43835616</c:v>
                </c:pt>
                <c:pt idx="2373">
                  <c:v>2025.44109589</c:v>
                </c:pt>
                <c:pt idx="2374">
                  <c:v>2025.44383562</c:v>
                </c:pt>
                <c:pt idx="2375">
                  <c:v>2025.44657534</c:v>
                </c:pt>
                <c:pt idx="2376">
                  <c:v>2025.44931507</c:v>
                </c:pt>
                <c:pt idx="2377">
                  <c:v>2025.45753425</c:v>
                </c:pt>
                <c:pt idx="2378">
                  <c:v>2025.46027397</c:v>
                </c:pt>
                <c:pt idx="2379">
                  <c:v>2025.4630137</c:v>
                </c:pt>
                <c:pt idx="2380">
                  <c:v>2025.46849315</c:v>
                </c:pt>
                <c:pt idx="2381">
                  <c:v>2025.47671233</c:v>
                </c:pt>
                <c:pt idx="2382">
                  <c:v>2025.47945205</c:v>
                </c:pt>
                <c:pt idx="2383">
                  <c:v>2025.48219178</c:v>
                </c:pt>
                <c:pt idx="2384">
                  <c:v>2025.48493151</c:v>
                </c:pt>
                <c:pt idx="2385">
                  <c:v>2025.48767123</c:v>
                </c:pt>
                <c:pt idx="2386">
                  <c:v>2025.49589041</c:v>
                </c:pt>
                <c:pt idx="2387">
                  <c:v>2025.49863014</c:v>
                </c:pt>
                <c:pt idx="2388">
                  <c:v>2025.50136986</c:v>
                </c:pt>
                <c:pt idx="2389">
                  <c:v>2025.50410959</c:v>
                </c:pt>
                <c:pt idx="2390">
                  <c:v>2025.51506849</c:v>
                </c:pt>
                <c:pt idx="2391">
                  <c:v>2025.51780822</c:v>
                </c:pt>
                <c:pt idx="2392">
                  <c:v>2025.52054795</c:v>
                </c:pt>
                <c:pt idx="2393">
                  <c:v>2025.52328767</c:v>
                </c:pt>
                <c:pt idx="2394">
                  <c:v>2025.5260274</c:v>
                </c:pt>
                <c:pt idx="2395">
                  <c:v>2025.53424658</c:v>
                </c:pt>
                <c:pt idx="2396">
                  <c:v>2025.5369863</c:v>
                </c:pt>
                <c:pt idx="2397">
                  <c:v>2025.53972603</c:v>
                </c:pt>
                <c:pt idx="2398">
                  <c:v>2025.54246575</c:v>
                </c:pt>
                <c:pt idx="2399">
                  <c:v>2025.54520548</c:v>
                </c:pt>
                <c:pt idx="2400">
                  <c:v>2025.55342466</c:v>
                </c:pt>
                <c:pt idx="2401">
                  <c:v>2025.55616438</c:v>
                </c:pt>
                <c:pt idx="2402">
                  <c:v>2025.55890411</c:v>
                </c:pt>
                <c:pt idx="2403">
                  <c:v>2025.56164384</c:v>
                </c:pt>
                <c:pt idx="2404">
                  <c:v>2025.56438356</c:v>
                </c:pt>
                <c:pt idx="2405">
                  <c:v>2025.57260274</c:v>
                </c:pt>
                <c:pt idx="2406">
                  <c:v>2025.57534247</c:v>
                </c:pt>
                <c:pt idx="2407">
                  <c:v>2025.57808219</c:v>
                </c:pt>
                <c:pt idx="2408">
                  <c:v>2025.58082192</c:v>
                </c:pt>
                <c:pt idx="2409">
                  <c:v>2025.58356164</c:v>
                </c:pt>
                <c:pt idx="2410">
                  <c:v>2025.59178082</c:v>
                </c:pt>
                <c:pt idx="2411">
                  <c:v>2025.59452055</c:v>
                </c:pt>
                <c:pt idx="2412">
                  <c:v>2025.59726027</c:v>
                </c:pt>
                <c:pt idx="2413">
                  <c:v>2025.6</c:v>
                </c:pt>
                <c:pt idx="2414">
                  <c:v>2025.60273973</c:v>
                </c:pt>
                <c:pt idx="2415">
                  <c:v>2025.6109589</c:v>
                </c:pt>
                <c:pt idx="2416">
                  <c:v>2025.61369863</c:v>
                </c:pt>
                <c:pt idx="2417">
                  <c:v>2025.61643836</c:v>
                </c:pt>
                <c:pt idx="2418">
                  <c:v>2025.61917808</c:v>
                </c:pt>
                <c:pt idx="2419">
                  <c:v>2025.62191781</c:v>
                </c:pt>
                <c:pt idx="2420">
                  <c:v>2025.63013699</c:v>
                </c:pt>
                <c:pt idx="2421">
                  <c:v>2025.63287671</c:v>
                </c:pt>
                <c:pt idx="2422">
                  <c:v>2025.63561644</c:v>
                </c:pt>
                <c:pt idx="2423">
                  <c:v>2025.63835616</c:v>
                </c:pt>
                <c:pt idx="2424">
                  <c:v>2025.64109589</c:v>
                </c:pt>
                <c:pt idx="2425">
                  <c:v>2025.64931507</c:v>
                </c:pt>
                <c:pt idx="2426">
                  <c:v>2025.65205479</c:v>
                </c:pt>
                <c:pt idx="2427">
                  <c:v>2025.65479452</c:v>
                </c:pt>
                <c:pt idx="2428">
                  <c:v>2025.65753425</c:v>
                </c:pt>
                <c:pt idx="2429">
                  <c:v>2025.66027397</c:v>
                </c:pt>
                <c:pt idx="2430">
                  <c:v>2025.67123288</c:v>
                </c:pt>
                <c:pt idx="2431">
                  <c:v>2025.6739726</c:v>
                </c:pt>
                <c:pt idx="2432">
                  <c:v>2025.67671233</c:v>
                </c:pt>
                <c:pt idx="2433">
                  <c:v>2025.67945205</c:v>
                </c:pt>
                <c:pt idx="2434">
                  <c:v>2025.68767123</c:v>
                </c:pt>
                <c:pt idx="2435">
                  <c:v>2025.69041096</c:v>
                </c:pt>
                <c:pt idx="2436">
                  <c:v>2025.69315068</c:v>
                </c:pt>
                <c:pt idx="2437">
                  <c:v>2025.69589041</c:v>
                </c:pt>
                <c:pt idx="2438">
                  <c:v>2025.69863014</c:v>
                </c:pt>
                <c:pt idx="2439">
                  <c:v>2025.70684932</c:v>
                </c:pt>
                <c:pt idx="2440">
                  <c:v>2025.70958904</c:v>
                </c:pt>
                <c:pt idx="2441">
                  <c:v>2025.71232877</c:v>
                </c:pt>
                <c:pt idx="2442">
                  <c:v>2025.71506849</c:v>
                </c:pt>
                <c:pt idx="2443">
                  <c:v>2025.71780822</c:v>
                </c:pt>
                <c:pt idx="2444">
                  <c:v>2025.7260274</c:v>
                </c:pt>
                <c:pt idx="2445">
                  <c:v>2025.72876712</c:v>
                </c:pt>
                <c:pt idx="2446">
                  <c:v>2025.73150685</c:v>
                </c:pt>
                <c:pt idx="2447">
                  <c:v>2025.73424658</c:v>
                </c:pt>
                <c:pt idx="2448">
                  <c:v>2025.7369863</c:v>
                </c:pt>
                <c:pt idx="2449">
                  <c:v>2025.74520548</c:v>
                </c:pt>
                <c:pt idx="2450">
                  <c:v>2025.74794521</c:v>
                </c:pt>
                <c:pt idx="2451">
                  <c:v>2025.75068493</c:v>
                </c:pt>
                <c:pt idx="2452">
                  <c:v>2025.75342466</c:v>
                </c:pt>
                <c:pt idx="2453">
                  <c:v>2025.75616438</c:v>
                </c:pt>
                <c:pt idx="2454">
                  <c:v>2025.76438356</c:v>
                </c:pt>
                <c:pt idx="2455">
                  <c:v>2025.76712329</c:v>
                </c:pt>
                <c:pt idx="2456">
                  <c:v>2025.76986301</c:v>
                </c:pt>
                <c:pt idx="2457">
                  <c:v>2025.77260274</c:v>
                </c:pt>
                <c:pt idx="2458">
                  <c:v>2025.77534247</c:v>
                </c:pt>
                <c:pt idx="2459">
                  <c:v>2025.78356164</c:v>
                </c:pt>
                <c:pt idx="2460">
                  <c:v>2025.78630137</c:v>
                </c:pt>
                <c:pt idx="2461">
                  <c:v>2025.7890411</c:v>
                </c:pt>
                <c:pt idx="2462">
                  <c:v>2025.79178082</c:v>
                </c:pt>
                <c:pt idx="2463">
                  <c:v>2025.79452055</c:v>
                </c:pt>
                <c:pt idx="2464">
                  <c:v>2025.80273973</c:v>
                </c:pt>
                <c:pt idx="2465">
                  <c:v>2025.80547945</c:v>
                </c:pt>
                <c:pt idx="2466">
                  <c:v>2025.80821918</c:v>
                </c:pt>
                <c:pt idx="2467">
                  <c:v>2025.8109589</c:v>
                </c:pt>
                <c:pt idx="2468">
                  <c:v>2025.81369863</c:v>
                </c:pt>
                <c:pt idx="2469">
                  <c:v>2025.82191781</c:v>
                </c:pt>
                <c:pt idx="2470">
                  <c:v>2025.82465753</c:v>
                </c:pt>
                <c:pt idx="2471">
                  <c:v>2025.82739726</c:v>
                </c:pt>
                <c:pt idx="2472">
                  <c:v>2025.83013699</c:v>
                </c:pt>
                <c:pt idx="2473">
                  <c:v>2025.83287671</c:v>
                </c:pt>
                <c:pt idx="2474">
                  <c:v>2025.84109589</c:v>
                </c:pt>
                <c:pt idx="2475">
                  <c:v>2025.84383562</c:v>
                </c:pt>
                <c:pt idx="2476">
                  <c:v>2025.84657534</c:v>
                </c:pt>
                <c:pt idx="2477">
                  <c:v>2025.84931507</c:v>
                </c:pt>
                <c:pt idx="2478">
                  <c:v>2025.85205479</c:v>
                </c:pt>
                <c:pt idx="2479">
                  <c:v>2025.86027397</c:v>
                </c:pt>
                <c:pt idx="2480">
                  <c:v>2025.8630137</c:v>
                </c:pt>
                <c:pt idx="2481">
                  <c:v>2025.86575342</c:v>
                </c:pt>
                <c:pt idx="2482">
                  <c:v>2025.86849315</c:v>
                </c:pt>
                <c:pt idx="2483">
                  <c:v>2025.87123288</c:v>
                </c:pt>
                <c:pt idx="2484">
                  <c:v>2025.87945205</c:v>
                </c:pt>
                <c:pt idx="2485">
                  <c:v>2025.88219178</c:v>
                </c:pt>
                <c:pt idx="2486">
                  <c:v>2025.88493151</c:v>
                </c:pt>
                <c:pt idx="2487">
                  <c:v>2025.88767123</c:v>
                </c:pt>
                <c:pt idx="2488">
                  <c:v>2025.89041096</c:v>
                </c:pt>
                <c:pt idx="2489">
                  <c:v>2025.89863014</c:v>
                </c:pt>
                <c:pt idx="2490">
                  <c:v>2025.90136986</c:v>
                </c:pt>
                <c:pt idx="2491">
                  <c:v>2025.90410959</c:v>
                </c:pt>
                <c:pt idx="2492">
                  <c:v>2025.90958904</c:v>
                </c:pt>
                <c:pt idx="2493">
                  <c:v>2025.91780822</c:v>
                </c:pt>
                <c:pt idx="2494">
                  <c:v>2025.92054795</c:v>
                </c:pt>
                <c:pt idx="2495">
                  <c:v>2025.92328767</c:v>
                </c:pt>
                <c:pt idx="2496">
                  <c:v>2025.9260274</c:v>
                </c:pt>
                <c:pt idx="2497">
                  <c:v>2025.92876712</c:v>
                </c:pt>
                <c:pt idx="2498">
                  <c:v>2025.9369863</c:v>
                </c:pt>
                <c:pt idx="2499">
                  <c:v>2025.93972603</c:v>
                </c:pt>
                <c:pt idx="2500">
                  <c:v>2025.94246575</c:v>
                </c:pt>
                <c:pt idx="2501">
                  <c:v>2025.94520548</c:v>
                </c:pt>
                <c:pt idx="2502">
                  <c:v>2025.94794521</c:v>
                </c:pt>
                <c:pt idx="2503">
                  <c:v>2025.95616438</c:v>
                </c:pt>
                <c:pt idx="2504">
                  <c:v>2025.95890411</c:v>
                </c:pt>
                <c:pt idx="2505">
                  <c:v>2025.96164384</c:v>
                </c:pt>
                <c:pt idx="2506">
                  <c:v>2025.96438356</c:v>
                </c:pt>
                <c:pt idx="2507">
                  <c:v>2025.96712329</c:v>
                </c:pt>
                <c:pt idx="2508">
                  <c:v>2025.97534247</c:v>
                </c:pt>
                <c:pt idx="2509">
                  <c:v>2025.97808219</c:v>
                </c:pt>
                <c:pt idx="2510">
                  <c:v>2025.98082192</c:v>
                </c:pt>
                <c:pt idx="2511">
                  <c:v>2025.98630137</c:v>
                </c:pt>
                <c:pt idx="2512">
                  <c:v>2025.99452055</c:v>
                </c:pt>
                <c:pt idx="2513">
                  <c:v>2025.99726027</c:v>
                </c:pt>
                <c:pt idx="2514">
                  <c:v>2026</c:v>
                </c:pt>
                <c:pt idx="2515">
                  <c:v>2026.00547945</c:v>
                </c:pt>
                <c:pt idx="2516">
                  <c:v>2026.01369863</c:v>
                </c:pt>
                <c:pt idx="2517">
                  <c:v>2026.01643836</c:v>
                </c:pt>
                <c:pt idx="2518">
                  <c:v>2026.01917808</c:v>
                </c:pt>
                <c:pt idx="2519">
                  <c:v>2026.02191781</c:v>
                </c:pt>
                <c:pt idx="2520">
                  <c:v>2026.02465753</c:v>
                </c:pt>
                <c:pt idx="2521">
                  <c:v>2026.03287671</c:v>
                </c:pt>
                <c:pt idx="2522">
                  <c:v>2026.03561644</c:v>
                </c:pt>
                <c:pt idx="2523">
                  <c:v>2026.03835616</c:v>
                </c:pt>
                <c:pt idx="2524">
                  <c:v>2026.04109589</c:v>
                </c:pt>
                <c:pt idx="2525">
                  <c:v>2026.04383562</c:v>
                </c:pt>
                <c:pt idx="2526">
                  <c:v>2026.05479452</c:v>
                </c:pt>
                <c:pt idx="2527">
                  <c:v>2026.05753425</c:v>
                </c:pt>
                <c:pt idx="2528">
                  <c:v>2026.06027397</c:v>
                </c:pt>
                <c:pt idx="2529">
                  <c:v>2026.0630137</c:v>
                </c:pt>
                <c:pt idx="2530">
                  <c:v>2026.07123288</c:v>
                </c:pt>
                <c:pt idx="2531">
                  <c:v>2026.0739726</c:v>
                </c:pt>
                <c:pt idx="2532">
                  <c:v>2026.07671233</c:v>
                </c:pt>
                <c:pt idx="2533">
                  <c:v>2026.07945205</c:v>
                </c:pt>
                <c:pt idx="2534">
                  <c:v>2026.08219178</c:v>
                </c:pt>
                <c:pt idx="2535">
                  <c:v>2026.09041096</c:v>
                </c:pt>
                <c:pt idx="2536">
                  <c:v>2026.09315068</c:v>
                </c:pt>
                <c:pt idx="2537">
                  <c:v>2026.09589041</c:v>
                </c:pt>
                <c:pt idx="2538">
                  <c:v>2026.09863014</c:v>
                </c:pt>
                <c:pt idx="2539">
                  <c:v>2026.10136986</c:v>
                </c:pt>
                <c:pt idx="2540">
                  <c:v>2026.10958904</c:v>
                </c:pt>
                <c:pt idx="2541">
                  <c:v>2026.11232877</c:v>
                </c:pt>
                <c:pt idx="2542">
                  <c:v>2026.11506849</c:v>
                </c:pt>
                <c:pt idx="2543">
                  <c:v>2026.11780822</c:v>
                </c:pt>
                <c:pt idx="2544">
                  <c:v>2026.12054795</c:v>
                </c:pt>
                <c:pt idx="2545">
                  <c:v>2026.13150685</c:v>
                </c:pt>
                <c:pt idx="2546">
                  <c:v>2026.13424658</c:v>
                </c:pt>
                <c:pt idx="2547">
                  <c:v>2026.1369863</c:v>
                </c:pt>
                <c:pt idx="2548">
                  <c:v>2026.13972603</c:v>
                </c:pt>
                <c:pt idx="2549">
                  <c:v>2026.14794521</c:v>
                </c:pt>
                <c:pt idx="2550">
                  <c:v>2026.15068493</c:v>
                </c:pt>
                <c:pt idx="2551">
                  <c:v>2026.15342466</c:v>
                </c:pt>
                <c:pt idx="2552">
                  <c:v>2026.15616438</c:v>
                </c:pt>
                <c:pt idx="2553">
                  <c:v>2026.15890411</c:v>
                </c:pt>
                <c:pt idx="2554">
                  <c:v>2026.16712329</c:v>
                </c:pt>
                <c:pt idx="2555">
                  <c:v>2026.16986301</c:v>
                </c:pt>
                <c:pt idx="2556">
                  <c:v>2026.17260274</c:v>
                </c:pt>
                <c:pt idx="2557">
                  <c:v>2026.17534247</c:v>
                </c:pt>
                <c:pt idx="2558">
                  <c:v>2026.17808219</c:v>
                </c:pt>
                <c:pt idx="2559">
                  <c:v>2026.18630137</c:v>
                </c:pt>
                <c:pt idx="2560">
                  <c:v>2026.1890411</c:v>
                </c:pt>
                <c:pt idx="2561">
                  <c:v>2026.19178082</c:v>
                </c:pt>
                <c:pt idx="2562">
                  <c:v>2026.19452055</c:v>
                </c:pt>
                <c:pt idx="2563">
                  <c:v>2026.19726027</c:v>
                </c:pt>
                <c:pt idx="2564">
                  <c:v>2026.20547945</c:v>
                </c:pt>
                <c:pt idx="2565">
                  <c:v>2026.20821918</c:v>
                </c:pt>
                <c:pt idx="2566">
                  <c:v>2026.2109589</c:v>
                </c:pt>
                <c:pt idx="2567">
                  <c:v>2026.21369863</c:v>
                </c:pt>
                <c:pt idx="2568">
                  <c:v>2026.21643836</c:v>
                </c:pt>
                <c:pt idx="2569">
                  <c:v>2026.22465753</c:v>
                </c:pt>
                <c:pt idx="2570">
                  <c:v>2026.22739726</c:v>
                </c:pt>
                <c:pt idx="2571">
                  <c:v>2026.23013699</c:v>
                </c:pt>
                <c:pt idx="2572">
                  <c:v>2026.23287671</c:v>
                </c:pt>
                <c:pt idx="2573">
                  <c:v>2026.23561644</c:v>
                </c:pt>
                <c:pt idx="2574">
                  <c:v>2026.24383562</c:v>
                </c:pt>
                <c:pt idx="2575">
                  <c:v>2026.24657534</c:v>
                </c:pt>
                <c:pt idx="2576">
                  <c:v>2026.24931507</c:v>
                </c:pt>
                <c:pt idx="2577">
                  <c:v>2026.25205479</c:v>
                </c:pt>
                <c:pt idx="2578">
                  <c:v>2026.2630137</c:v>
                </c:pt>
                <c:pt idx="2579">
                  <c:v>2026.26575342</c:v>
                </c:pt>
                <c:pt idx="2580">
                  <c:v>2026.26849315</c:v>
                </c:pt>
                <c:pt idx="2581">
                  <c:v>2026.27123288</c:v>
                </c:pt>
                <c:pt idx="2582">
                  <c:v>2026.2739726</c:v>
                </c:pt>
                <c:pt idx="2583">
                  <c:v>2026.28219178</c:v>
                </c:pt>
                <c:pt idx="2584">
                  <c:v>2026.28493151</c:v>
                </c:pt>
                <c:pt idx="2585">
                  <c:v>2026.28767123</c:v>
                </c:pt>
                <c:pt idx="2586">
                  <c:v>2026.29041096</c:v>
                </c:pt>
                <c:pt idx="2587">
                  <c:v>2026.29315068</c:v>
                </c:pt>
                <c:pt idx="2588">
                  <c:v>2026.30136986</c:v>
                </c:pt>
                <c:pt idx="2589">
                  <c:v>2026.30410959</c:v>
                </c:pt>
                <c:pt idx="2590">
                  <c:v>2026.30684932</c:v>
                </c:pt>
                <c:pt idx="2591">
                  <c:v>2026.30958904</c:v>
                </c:pt>
                <c:pt idx="2592">
                  <c:v>2026.31232877</c:v>
                </c:pt>
                <c:pt idx="2593">
                  <c:v>2026.32054795</c:v>
                </c:pt>
                <c:pt idx="2594">
                  <c:v>2026.32328767</c:v>
                </c:pt>
                <c:pt idx="2595">
                  <c:v>2026.3260274</c:v>
                </c:pt>
                <c:pt idx="2596">
                  <c:v>2026.32876712</c:v>
                </c:pt>
                <c:pt idx="2597">
                  <c:v>2026.33150685</c:v>
                </c:pt>
                <c:pt idx="2598">
                  <c:v>2026.33972603</c:v>
                </c:pt>
                <c:pt idx="2599">
                  <c:v>2026.34246575</c:v>
                </c:pt>
                <c:pt idx="2600">
                  <c:v>2026.34520548</c:v>
                </c:pt>
                <c:pt idx="2601">
                  <c:v>2026.34794521</c:v>
                </c:pt>
                <c:pt idx="2602">
                  <c:v>2026.35068493</c:v>
                </c:pt>
                <c:pt idx="2603">
                  <c:v>2026.35890411</c:v>
                </c:pt>
                <c:pt idx="2604">
                  <c:v>2026.36164384</c:v>
                </c:pt>
                <c:pt idx="2605">
                  <c:v>2026.36438356</c:v>
                </c:pt>
                <c:pt idx="2606">
                  <c:v>2026.36712329</c:v>
                </c:pt>
                <c:pt idx="2607">
                  <c:v>2026.36986301</c:v>
                </c:pt>
                <c:pt idx="2608">
                  <c:v>2026.37808219</c:v>
                </c:pt>
                <c:pt idx="2609">
                  <c:v>2026.38082192</c:v>
                </c:pt>
                <c:pt idx="2610">
                  <c:v>2026.38356164</c:v>
                </c:pt>
                <c:pt idx="2611">
                  <c:v>2026.38630137</c:v>
                </c:pt>
                <c:pt idx="2612">
                  <c:v>2026.3890411</c:v>
                </c:pt>
                <c:pt idx="2613">
                  <c:v>2026.4</c:v>
                </c:pt>
                <c:pt idx="2614">
                  <c:v>2026.40273973</c:v>
                </c:pt>
                <c:pt idx="2615">
                  <c:v>2026.40547945</c:v>
                </c:pt>
                <c:pt idx="2616">
                  <c:v>2026.40821918</c:v>
                </c:pt>
                <c:pt idx="2617">
                  <c:v>2026.41643836</c:v>
                </c:pt>
                <c:pt idx="2618">
                  <c:v>2026.41917808</c:v>
                </c:pt>
                <c:pt idx="2619">
                  <c:v>2026.42191781</c:v>
                </c:pt>
                <c:pt idx="2620">
                  <c:v>2026.42465753</c:v>
                </c:pt>
                <c:pt idx="2621">
                  <c:v>2026.42739726</c:v>
                </c:pt>
                <c:pt idx="2622">
                  <c:v>2026.43561644</c:v>
                </c:pt>
                <c:pt idx="2623">
                  <c:v>2026.43835616</c:v>
                </c:pt>
                <c:pt idx="2624">
                  <c:v>2026.44109589</c:v>
                </c:pt>
                <c:pt idx="2625">
                  <c:v>2026.44383562</c:v>
                </c:pt>
                <c:pt idx="2626">
                  <c:v>2026.44657534</c:v>
                </c:pt>
                <c:pt idx="2627">
                  <c:v>2026.45479452</c:v>
                </c:pt>
                <c:pt idx="2628">
                  <c:v>2026.45753425</c:v>
                </c:pt>
                <c:pt idx="2629">
                  <c:v>2026.46027397</c:v>
                </c:pt>
                <c:pt idx="2630">
                  <c:v>2026.4630137</c:v>
                </c:pt>
                <c:pt idx="2631">
                  <c:v>2026.4739726</c:v>
                </c:pt>
                <c:pt idx="2632">
                  <c:v>2026.47671233</c:v>
                </c:pt>
                <c:pt idx="2633">
                  <c:v>2026.47945205</c:v>
                </c:pt>
                <c:pt idx="2634">
                  <c:v>2026.48219178</c:v>
                </c:pt>
                <c:pt idx="2635">
                  <c:v>2026.48493151</c:v>
                </c:pt>
                <c:pt idx="2636">
                  <c:v>2026.49315068</c:v>
                </c:pt>
                <c:pt idx="2637">
                  <c:v>2026.49589041</c:v>
                </c:pt>
                <c:pt idx="2638">
                  <c:v>2026.49863014</c:v>
                </c:pt>
                <c:pt idx="2639">
                  <c:v>2026.50136986</c:v>
                </c:pt>
                <c:pt idx="2640">
                  <c:v>2026.51232877</c:v>
                </c:pt>
                <c:pt idx="2641">
                  <c:v>2026.51506849</c:v>
                </c:pt>
                <c:pt idx="2642">
                  <c:v>2026.51780822</c:v>
                </c:pt>
                <c:pt idx="2643">
                  <c:v>2026.52054795</c:v>
                </c:pt>
                <c:pt idx="2644">
                  <c:v>2026.52328767</c:v>
                </c:pt>
                <c:pt idx="2645">
                  <c:v>2026.53150685</c:v>
                </c:pt>
                <c:pt idx="2646">
                  <c:v>2026.53424658</c:v>
                </c:pt>
                <c:pt idx="2647">
                  <c:v>2026.5369863</c:v>
                </c:pt>
                <c:pt idx="2648">
                  <c:v>2026.53972603</c:v>
                </c:pt>
                <c:pt idx="2649">
                  <c:v>2026.54246575</c:v>
                </c:pt>
                <c:pt idx="2650">
                  <c:v>2026.55068493</c:v>
                </c:pt>
                <c:pt idx="2651">
                  <c:v>2026.55342466</c:v>
                </c:pt>
                <c:pt idx="2652">
                  <c:v>2026.55616438</c:v>
                </c:pt>
                <c:pt idx="2653">
                  <c:v>2026.55890411</c:v>
                </c:pt>
                <c:pt idx="2654">
                  <c:v>2026.56164384</c:v>
                </c:pt>
                <c:pt idx="2655">
                  <c:v>2026.56986301</c:v>
                </c:pt>
                <c:pt idx="2656">
                  <c:v>2026.57260274</c:v>
                </c:pt>
                <c:pt idx="2657">
                  <c:v>2026.57534247</c:v>
                </c:pt>
                <c:pt idx="2658">
                  <c:v>2026.57808219</c:v>
                </c:pt>
                <c:pt idx="2659">
                  <c:v>2026.58082192</c:v>
                </c:pt>
                <c:pt idx="2660">
                  <c:v>2026.5890411</c:v>
                </c:pt>
                <c:pt idx="2661">
                  <c:v>2026.59178082</c:v>
                </c:pt>
                <c:pt idx="2662">
                  <c:v>2026.59452055</c:v>
                </c:pt>
                <c:pt idx="2663">
                  <c:v>2026.59726027</c:v>
                </c:pt>
                <c:pt idx="2664">
                  <c:v>2026.6</c:v>
                </c:pt>
                <c:pt idx="2665">
                  <c:v>2026.60821918</c:v>
                </c:pt>
                <c:pt idx="2666">
                  <c:v>2026.6109589</c:v>
                </c:pt>
                <c:pt idx="2667">
                  <c:v>2026.61369863</c:v>
                </c:pt>
                <c:pt idx="2668">
                  <c:v>2026.61643836</c:v>
                </c:pt>
                <c:pt idx="2669">
                  <c:v>2026.61917808</c:v>
                </c:pt>
                <c:pt idx="2670">
                  <c:v>2026.62739726</c:v>
                </c:pt>
                <c:pt idx="2671">
                  <c:v>2026.63013699</c:v>
                </c:pt>
                <c:pt idx="2672">
                  <c:v>2026.63287671</c:v>
                </c:pt>
                <c:pt idx="2673">
                  <c:v>2026.63561644</c:v>
                </c:pt>
                <c:pt idx="2674">
                  <c:v>2026.63835616</c:v>
                </c:pt>
                <c:pt idx="2675">
                  <c:v>2026.64657534</c:v>
                </c:pt>
                <c:pt idx="2676">
                  <c:v>2026.64931507</c:v>
                </c:pt>
                <c:pt idx="2677">
                  <c:v>2026.65205479</c:v>
                </c:pt>
                <c:pt idx="2678">
                  <c:v>2026.65479452</c:v>
                </c:pt>
                <c:pt idx="2679">
                  <c:v>2026.65753425</c:v>
                </c:pt>
                <c:pt idx="2680">
                  <c:v>2026.66575342</c:v>
                </c:pt>
                <c:pt idx="2681">
                  <c:v>2026.66849315</c:v>
                </c:pt>
                <c:pt idx="2682">
                  <c:v>2026.67123288</c:v>
                </c:pt>
                <c:pt idx="2683">
                  <c:v>2026.6739726</c:v>
                </c:pt>
                <c:pt idx="2684">
                  <c:v>2026.67671233</c:v>
                </c:pt>
                <c:pt idx="2685">
                  <c:v>2026.68767123</c:v>
                </c:pt>
                <c:pt idx="2686">
                  <c:v>2026.69041096</c:v>
                </c:pt>
                <c:pt idx="2687">
                  <c:v>2026.69315068</c:v>
                </c:pt>
                <c:pt idx="2688">
                  <c:v>2026.69589041</c:v>
                </c:pt>
                <c:pt idx="2689">
                  <c:v>2026.70410959</c:v>
                </c:pt>
                <c:pt idx="2690">
                  <c:v>2026.70684932</c:v>
                </c:pt>
                <c:pt idx="2691">
                  <c:v>2026.70958904</c:v>
                </c:pt>
                <c:pt idx="2692">
                  <c:v>2026.71232877</c:v>
                </c:pt>
                <c:pt idx="2693">
                  <c:v>2026.71506849</c:v>
                </c:pt>
                <c:pt idx="2694">
                  <c:v>2026.72328767</c:v>
                </c:pt>
                <c:pt idx="2695">
                  <c:v>2026.7260274</c:v>
                </c:pt>
                <c:pt idx="2696">
                  <c:v>2026.72876712</c:v>
                </c:pt>
                <c:pt idx="2697">
                  <c:v>2026.73150685</c:v>
                </c:pt>
                <c:pt idx="2698">
                  <c:v>2026.73424658</c:v>
                </c:pt>
                <c:pt idx="2699">
                  <c:v>2026.74246575</c:v>
                </c:pt>
                <c:pt idx="2700">
                  <c:v>2026.74520548</c:v>
                </c:pt>
                <c:pt idx="2701">
                  <c:v>2026.74794521</c:v>
                </c:pt>
              </c:numCache>
            </c:numRef>
          </c:xVal>
          <c:yVal>
            <c:numRef>
              <c:f>'Chart Data'!$F$2:$F$2703</c:f>
              <c:numCache>
                <c:formatCode>#,##0</c:formatCode>
                <c:ptCount val="2702"/>
                <c:pt idx="0">
                  <c:v>100</c:v>
                </c:pt>
                <c:pt idx="1">
                  <c:v>98.8589252777</c:v>
                </c:pt>
                <c:pt idx="2">
                  <c:v>99.4294520299</c:v>
                </c:pt>
                <c:pt idx="3">
                  <c:v>98.2365208838</c:v>
                </c:pt>
                <c:pt idx="4">
                  <c:v>96.1877465647</c:v>
                </c:pt>
                <c:pt idx="5">
                  <c:v>95.1504483438</c:v>
                </c:pt>
                <c:pt idx="6">
                  <c:v>95.3319352185</c:v>
                </c:pt>
                <c:pt idx="7">
                  <c:v>95.9024619707</c:v>
                </c:pt>
                <c:pt idx="8">
                  <c:v>94.0611982186</c:v>
                </c:pt>
                <c:pt idx="9">
                  <c:v>95.6431374155</c:v>
                </c:pt>
                <c:pt idx="10">
                  <c:v>93.6462407381</c:v>
                </c:pt>
                <c:pt idx="11">
                  <c:v>93.7499854127</c:v>
                </c:pt>
                <c:pt idx="12">
                  <c:v>92.3236367054</c:v>
                </c:pt>
                <c:pt idx="13">
                  <c:v>93.1275704098</c:v>
                </c:pt>
                <c:pt idx="14">
                  <c:v>94.865142532</c:v>
                </c:pt>
                <c:pt idx="15">
                  <c:v>93.8277912664</c:v>
                </c:pt>
                <c:pt idx="16">
                  <c:v>95.4097304633</c:v>
                </c:pt>
                <c:pt idx="17">
                  <c:v>94.865142532</c:v>
                </c:pt>
                <c:pt idx="18">
                  <c:v>95.5394033498</c:v>
                </c:pt>
                <c:pt idx="19">
                  <c:v>97.7178505555</c:v>
                </c:pt>
                <c:pt idx="20">
                  <c:v>97.6659410869</c:v>
                </c:pt>
                <c:pt idx="21">
                  <c:v>96.109940711</c:v>
                </c:pt>
                <c:pt idx="22">
                  <c:v>96.9398344541</c:v>
                </c:pt>
                <c:pt idx="23">
                  <c:v>96.965762666</c:v>
                </c:pt>
                <c:pt idx="24">
                  <c:v>95.9284326184</c:v>
                </c:pt>
                <c:pt idx="25">
                  <c:v>95.746892699</c:v>
                </c:pt>
                <c:pt idx="26">
                  <c:v>95.5912703827</c:v>
                </c:pt>
                <c:pt idx="27">
                  <c:v>95.0726106633</c:v>
                </c:pt>
                <c:pt idx="28">
                  <c:v>94.0871688663</c:v>
                </c:pt>
                <c:pt idx="29">
                  <c:v>95.5912703827</c:v>
                </c:pt>
                <c:pt idx="30">
                  <c:v>96.7582839258</c:v>
                </c:pt>
                <c:pt idx="31">
                  <c:v>98.1587044211</c:v>
                </c:pt>
                <c:pt idx="32">
                  <c:v>98.1846538509</c:v>
                </c:pt>
                <c:pt idx="33">
                  <c:v>98.0290527525</c:v>
                </c:pt>
                <c:pt idx="34">
                  <c:v>99.1182604419</c:v>
                </c:pt>
                <c:pt idx="35">
                  <c:v>98.3143055196</c:v>
                </c:pt>
                <c:pt idx="36">
                  <c:v>98.7551912121</c:v>
                </c:pt>
                <c:pt idx="37">
                  <c:v>99.8703058956</c:v>
                </c:pt>
                <c:pt idx="38">
                  <c:v>99.2219945075</c:v>
                </c:pt>
                <c:pt idx="39">
                  <c:v>98.4439784062</c:v>
                </c:pt>
                <c:pt idx="40">
                  <c:v>100.207446913</c:v>
                </c:pt>
                <c:pt idx="41">
                  <c:v>100.70018903</c:v>
                </c:pt>
                <c:pt idx="42">
                  <c:v>100.933595982</c:v>
                </c:pt>
                <c:pt idx="43">
                  <c:v>101.322604033</c:v>
                </c:pt>
                <c:pt idx="44">
                  <c:v>101.659745051</c:v>
                </c:pt>
                <c:pt idx="45">
                  <c:v>101.037330048</c:v>
                </c:pt>
                <c:pt idx="46">
                  <c:v>101.737529686</c:v>
                </c:pt>
                <c:pt idx="47">
                  <c:v>101.737529686</c:v>
                </c:pt>
                <c:pt idx="48">
                  <c:v>102.826758594</c:v>
                </c:pt>
                <c:pt idx="49">
                  <c:v>102.645208065</c:v>
                </c:pt>
                <c:pt idx="50">
                  <c:v>102.671125668</c:v>
                </c:pt>
                <c:pt idx="51">
                  <c:v>103.241694856</c:v>
                </c:pt>
                <c:pt idx="52">
                  <c:v>104.149352017</c:v>
                </c:pt>
                <c:pt idx="53">
                  <c:v>104.330913155</c:v>
                </c:pt>
                <c:pt idx="54">
                  <c:v>104.482440426</c:v>
                </c:pt>
                <c:pt idx="55">
                  <c:v>104.273402174</c:v>
                </c:pt>
                <c:pt idx="56">
                  <c:v>103.69865307</c:v>
                </c:pt>
                <c:pt idx="57">
                  <c:v>103.777021196</c:v>
                </c:pt>
                <c:pt idx="58">
                  <c:v>103.803140369</c:v>
                </c:pt>
                <c:pt idx="59">
                  <c:v>104.717576633</c:v>
                </c:pt>
                <c:pt idx="60">
                  <c:v>104.952744667</c:v>
                </c:pt>
                <c:pt idx="61">
                  <c:v>104.743706415</c:v>
                </c:pt>
                <c:pt idx="62">
                  <c:v>105.16177231</c:v>
                </c:pt>
                <c:pt idx="63">
                  <c:v>104.900474495</c:v>
                </c:pt>
                <c:pt idx="64">
                  <c:v>104.404040473</c:v>
                </c:pt>
                <c:pt idx="65">
                  <c:v>105.240151046</c:v>
                </c:pt>
                <c:pt idx="66">
                  <c:v>104.273402174</c:v>
                </c:pt>
                <c:pt idx="67">
                  <c:v>104.665348897</c:v>
                </c:pt>
                <c:pt idx="68">
                  <c:v>104.273402174</c:v>
                </c:pt>
                <c:pt idx="69">
                  <c:v>105.13563192</c:v>
                </c:pt>
                <c:pt idx="70">
                  <c:v>105.579785161</c:v>
                </c:pt>
                <c:pt idx="71">
                  <c:v>105.396897908</c:v>
                </c:pt>
                <c:pt idx="72">
                  <c:v>105.423006472</c:v>
                </c:pt>
                <c:pt idx="73">
                  <c:v>106.128457528</c:v>
                </c:pt>
                <c:pt idx="74">
                  <c:v>106.285225608</c:v>
                </c:pt>
                <c:pt idx="75">
                  <c:v>105.94552784</c:v>
                </c:pt>
                <c:pt idx="76">
                  <c:v>105.266217174</c:v>
                </c:pt>
                <c:pt idx="77">
                  <c:v>105.240151046</c:v>
                </c:pt>
                <c:pt idx="78">
                  <c:v>105.292389391</c:v>
                </c:pt>
                <c:pt idx="79">
                  <c:v>105.449125644</c:v>
                </c:pt>
                <c:pt idx="80">
                  <c:v>106.154576701</c:v>
                </c:pt>
                <c:pt idx="81">
                  <c:v>105.213989437</c:v>
                </c:pt>
                <c:pt idx="82">
                  <c:v>104.56084038</c:v>
                </c:pt>
                <c:pt idx="83">
                  <c:v>105.187880874</c:v>
                </c:pt>
                <c:pt idx="84">
                  <c:v>104.639229724</c:v>
                </c:pt>
                <c:pt idx="85">
                  <c:v>104.247325437</c:v>
                </c:pt>
                <c:pt idx="86">
                  <c:v>104.299542564</c:v>
                </c:pt>
                <c:pt idx="87">
                  <c:v>104.874387149</c:v>
                </c:pt>
                <c:pt idx="88">
                  <c:v>104.874387149</c:v>
                </c:pt>
                <c:pt idx="89">
                  <c:v>106.05010001</c:v>
                </c:pt>
                <c:pt idx="90">
                  <c:v>105.240151046</c:v>
                </c:pt>
                <c:pt idx="91">
                  <c:v>105.527514989</c:v>
                </c:pt>
                <c:pt idx="92">
                  <c:v>104.456321254</c:v>
                </c:pt>
                <c:pt idx="93">
                  <c:v>105.396897908</c:v>
                </c:pt>
                <c:pt idx="94">
                  <c:v>104.377942518</c:v>
                </c:pt>
                <c:pt idx="95">
                  <c:v>103.750891415</c:v>
                </c:pt>
                <c:pt idx="96">
                  <c:v>103.646382898</c:v>
                </c:pt>
                <c:pt idx="97">
                  <c:v>104.038255358</c:v>
                </c:pt>
                <c:pt idx="98">
                  <c:v>103.933789277</c:v>
                </c:pt>
                <c:pt idx="99">
                  <c:v>105.16177231</c:v>
                </c:pt>
                <c:pt idx="100">
                  <c:v>105.814963803</c:v>
                </c:pt>
                <c:pt idx="101">
                  <c:v>105.94552784</c:v>
                </c:pt>
                <c:pt idx="102">
                  <c:v>106.232955436</c:v>
                </c:pt>
                <c:pt idx="103">
                  <c:v>106.023949011</c:v>
                </c:pt>
                <c:pt idx="104">
                  <c:v>106.259095827</c:v>
                </c:pt>
                <c:pt idx="105">
                  <c:v>106.363583126</c:v>
                </c:pt>
                <c:pt idx="106">
                  <c:v>106.520361815</c:v>
                </c:pt>
                <c:pt idx="107">
                  <c:v>107.121283137</c:v>
                </c:pt>
                <c:pt idx="108">
                  <c:v>107.513187424</c:v>
                </c:pt>
                <c:pt idx="109">
                  <c:v>107.852853366</c:v>
                </c:pt>
                <c:pt idx="110">
                  <c:v>107.905091711</c:v>
                </c:pt>
                <c:pt idx="111">
                  <c:v>107.434840515</c:v>
                </c:pt>
                <c:pt idx="112">
                  <c:v>106.59875116</c:v>
                </c:pt>
                <c:pt idx="113">
                  <c:v>106.651000114</c:v>
                </c:pt>
                <c:pt idx="114">
                  <c:v>106.468081034</c:v>
                </c:pt>
                <c:pt idx="115">
                  <c:v>107.069034183</c:v>
                </c:pt>
                <c:pt idx="116">
                  <c:v>106.833876758</c:v>
                </c:pt>
                <c:pt idx="117">
                  <c:v>107.642266211</c:v>
                </c:pt>
                <c:pt idx="118">
                  <c:v>107.905569113</c:v>
                </c:pt>
                <c:pt idx="119">
                  <c:v>107.642266211</c:v>
                </c:pt>
                <c:pt idx="120">
                  <c:v>108.932470587</c:v>
                </c:pt>
                <c:pt idx="121">
                  <c:v>105.851744945</c:v>
                </c:pt>
                <c:pt idx="122">
                  <c:v>104.45616212</c:v>
                </c:pt>
                <c:pt idx="123">
                  <c:v>105.772729674</c:v>
                </c:pt>
                <c:pt idx="124">
                  <c:v>107.273606077</c:v>
                </c:pt>
                <c:pt idx="125">
                  <c:v>109.116811263</c:v>
                </c:pt>
                <c:pt idx="126">
                  <c:v>109.222115449</c:v>
                </c:pt>
                <c:pt idx="127">
                  <c:v>108.853508361</c:v>
                </c:pt>
                <c:pt idx="128">
                  <c:v>109.222115449</c:v>
                </c:pt>
                <c:pt idx="129">
                  <c:v>109.064148561</c:v>
                </c:pt>
                <c:pt idx="130">
                  <c:v>110.51238348</c:v>
                </c:pt>
                <c:pt idx="131">
                  <c:v>111.01267915</c:v>
                </c:pt>
                <c:pt idx="132">
                  <c:v>111.591958265</c:v>
                </c:pt>
                <c:pt idx="133">
                  <c:v>111.855261167</c:v>
                </c:pt>
                <c:pt idx="134">
                  <c:v>112.302915354</c:v>
                </c:pt>
                <c:pt idx="135">
                  <c:v>112.250220825</c:v>
                </c:pt>
                <c:pt idx="136">
                  <c:v>112.355567447</c:v>
                </c:pt>
                <c:pt idx="137">
                  <c:v>112.381898798</c:v>
                </c:pt>
                <c:pt idx="138">
                  <c:v>112.776858456</c:v>
                </c:pt>
                <c:pt idx="139">
                  <c:v>112.381898798</c:v>
                </c:pt>
                <c:pt idx="140">
                  <c:v>113.040203793</c:v>
                </c:pt>
                <c:pt idx="141">
                  <c:v>112.803221633</c:v>
                </c:pt>
                <c:pt idx="142">
                  <c:v>112.882162642</c:v>
                </c:pt>
                <c:pt idx="143">
                  <c:v>112.276552176</c:v>
                </c:pt>
                <c:pt idx="144">
                  <c:v>112.039612452</c:v>
                </c:pt>
                <c:pt idx="145">
                  <c:v>112.223889474</c:v>
                </c:pt>
                <c:pt idx="146">
                  <c:v>111.881603127</c:v>
                </c:pt>
                <c:pt idx="147">
                  <c:v>111.170667257</c:v>
                </c:pt>
                <c:pt idx="148">
                  <c:v>111.223266305</c:v>
                </c:pt>
                <c:pt idx="149">
                  <c:v>111.40761759</c:v>
                </c:pt>
                <c:pt idx="150">
                  <c:v>112.039612452</c:v>
                </c:pt>
                <c:pt idx="151">
                  <c:v>112.039612452</c:v>
                </c:pt>
                <c:pt idx="152">
                  <c:v>112.092253936</c:v>
                </c:pt>
                <c:pt idx="153">
                  <c:v>112.065922585</c:v>
                </c:pt>
                <c:pt idx="154">
                  <c:v>112.671522442</c:v>
                </c:pt>
                <c:pt idx="155">
                  <c:v>112.592538998</c:v>
                </c:pt>
                <c:pt idx="156">
                  <c:v>112.908472775</c:v>
                </c:pt>
                <c:pt idx="157">
                  <c:v>112.250220825</c:v>
                </c:pt>
                <c:pt idx="158">
                  <c:v>112.434529673</c:v>
                </c:pt>
                <c:pt idx="159">
                  <c:v>112.776858456</c:v>
                </c:pt>
                <c:pt idx="160">
                  <c:v>112.381898798</c:v>
                </c:pt>
                <c:pt idx="161">
                  <c:v>112.250220825</c:v>
                </c:pt>
                <c:pt idx="162">
                  <c:v>112.513555554</c:v>
                </c:pt>
                <c:pt idx="163">
                  <c:v>112.223889474</c:v>
                </c:pt>
                <c:pt idx="164">
                  <c:v>112.171216163</c:v>
                </c:pt>
                <c:pt idx="165">
                  <c:v>111.855261167</c:v>
                </c:pt>
                <c:pt idx="166">
                  <c:v>112.487213594</c:v>
                </c:pt>
                <c:pt idx="167">
                  <c:v>112.065922585</c:v>
                </c:pt>
                <c:pt idx="168">
                  <c:v>111.855261167</c:v>
                </c:pt>
                <c:pt idx="169">
                  <c:v>112.065922585</c:v>
                </c:pt>
                <c:pt idx="170">
                  <c:v>112.539886905</c:v>
                </c:pt>
                <c:pt idx="171">
                  <c:v>112.855873727</c:v>
                </c:pt>
                <c:pt idx="172">
                  <c:v>112.671522442</c:v>
                </c:pt>
                <c:pt idx="173">
                  <c:v>112.434529673</c:v>
                </c:pt>
                <c:pt idx="174">
                  <c:v>109.643417067</c:v>
                </c:pt>
                <c:pt idx="175">
                  <c:v>111.19697739</c:v>
                </c:pt>
                <c:pt idx="176">
                  <c:v>109.669780245</c:v>
                </c:pt>
                <c:pt idx="177">
                  <c:v>109.406445516</c:v>
                </c:pt>
                <c:pt idx="178">
                  <c:v>110.538693613</c:v>
                </c:pt>
                <c:pt idx="179">
                  <c:v>110.2227174</c:v>
                </c:pt>
                <c:pt idx="180">
                  <c:v>110.206867666</c:v>
                </c:pt>
                <c:pt idx="181">
                  <c:v>110.153876087</c:v>
                </c:pt>
                <c:pt idx="182">
                  <c:v>111.266243059</c:v>
                </c:pt>
                <c:pt idx="183">
                  <c:v>111.795957278</c:v>
                </c:pt>
                <c:pt idx="184">
                  <c:v>111.213293916</c:v>
                </c:pt>
                <c:pt idx="185">
                  <c:v>110.31278717</c:v>
                </c:pt>
                <c:pt idx="186">
                  <c:v>111.160344773</c:v>
                </c:pt>
                <c:pt idx="187">
                  <c:v>111.769477402</c:v>
                </c:pt>
                <c:pt idx="188">
                  <c:v>111.160344773</c:v>
                </c:pt>
                <c:pt idx="189">
                  <c:v>112.060819692</c:v>
                </c:pt>
                <c:pt idx="190">
                  <c:v>111.663547289</c:v>
                </c:pt>
                <c:pt idx="191">
                  <c:v>110.789499201</c:v>
                </c:pt>
                <c:pt idx="192">
                  <c:v>111.266243059</c:v>
                </c:pt>
                <c:pt idx="193">
                  <c:v>111.345703905</c:v>
                </c:pt>
                <c:pt idx="194">
                  <c:v>111.133864897</c:v>
                </c:pt>
                <c:pt idx="195">
                  <c:v>111.292712326</c:v>
                </c:pt>
                <c:pt idx="196">
                  <c:v>110.180345354</c:v>
                </c:pt>
                <c:pt idx="197">
                  <c:v>110.2598062</c:v>
                </c:pt>
                <c:pt idx="198">
                  <c:v>109.915493549</c:v>
                </c:pt>
                <c:pt idx="199">
                  <c:v>110.074415241</c:v>
                </c:pt>
                <c:pt idx="200">
                  <c:v>109.783041125</c:v>
                </c:pt>
                <c:pt idx="201">
                  <c:v>109.862491362</c:v>
                </c:pt>
                <c:pt idx="202">
                  <c:v>109.624130042</c:v>
                </c:pt>
                <c:pt idx="203">
                  <c:v>109.253337515</c:v>
                </c:pt>
                <c:pt idx="204">
                  <c:v>109.624130042</c:v>
                </c:pt>
                <c:pt idx="205">
                  <c:v>110.180345354</c:v>
                </c:pt>
                <c:pt idx="206">
                  <c:v>110.233305107</c:v>
                </c:pt>
                <c:pt idx="207">
                  <c:v>110.418727892</c:v>
                </c:pt>
                <c:pt idx="208">
                  <c:v>110.074415241</c:v>
                </c:pt>
                <c:pt idx="209">
                  <c:v>110.180345354</c:v>
                </c:pt>
                <c:pt idx="210">
                  <c:v>110.31278717</c:v>
                </c:pt>
                <c:pt idx="211">
                  <c:v>109.571180899</c:v>
                </c:pt>
                <c:pt idx="212">
                  <c:v>109.173897887</c:v>
                </c:pt>
                <c:pt idx="213">
                  <c:v>108.856054503</c:v>
                </c:pt>
                <c:pt idx="214">
                  <c:v>108.432270397</c:v>
                </c:pt>
                <c:pt idx="215">
                  <c:v>110.471645209</c:v>
                </c:pt>
                <c:pt idx="216">
                  <c:v>111.107331976</c:v>
                </c:pt>
                <c:pt idx="217">
                  <c:v>112.113790053</c:v>
                </c:pt>
                <c:pt idx="218">
                  <c:v>111.981369455</c:v>
                </c:pt>
                <c:pt idx="219">
                  <c:v>111.901919218</c:v>
                </c:pt>
                <c:pt idx="220">
                  <c:v>111.742976308</c:v>
                </c:pt>
                <c:pt idx="221">
                  <c:v>112.643536099</c:v>
                </c:pt>
                <c:pt idx="222">
                  <c:v>112.643536099</c:v>
                </c:pt>
                <c:pt idx="223">
                  <c:v>112.749476821</c:v>
                </c:pt>
                <c:pt idx="224">
                  <c:v>112.617045614</c:v>
                </c:pt>
                <c:pt idx="225">
                  <c:v>113.385110544</c:v>
                </c:pt>
                <c:pt idx="226">
                  <c:v>113.967773906</c:v>
                </c:pt>
                <c:pt idx="227">
                  <c:v>114.020754876</c:v>
                </c:pt>
                <c:pt idx="228">
                  <c:v>114.523999828</c:v>
                </c:pt>
                <c:pt idx="229">
                  <c:v>114.365099354</c:v>
                </c:pt>
                <c:pt idx="230">
                  <c:v>114.338587651</c:v>
                </c:pt>
                <c:pt idx="231">
                  <c:v>113.914803545</c:v>
                </c:pt>
                <c:pt idx="232">
                  <c:v>113.146728006</c:v>
                </c:pt>
                <c:pt idx="233">
                  <c:v>113.517562969</c:v>
                </c:pt>
                <c:pt idx="234">
                  <c:v>113.994285609</c:v>
                </c:pt>
                <c:pt idx="235">
                  <c:v>114.312139602</c:v>
                </c:pt>
                <c:pt idx="236">
                  <c:v>115.927740916</c:v>
                </c:pt>
                <c:pt idx="237">
                  <c:v>115.980700669</c:v>
                </c:pt>
                <c:pt idx="238">
                  <c:v>116.616355609</c:v>
                </c:pt>
                <c:pt idx="239">
                  <c:v>117.199008363</c:v>
                </c:pt>
                <c:pt idx="240">
                  <c:v>117.94065707</c:v>
                </c:pt>
                <c:pt idx="241">
                  <c:v>116.748733772</c:v>
                </c:pt>
                <c:pt idx="242">
                  <c:v>117.093067641</c:v>
                </c:pt>
                <c:pt idx="243">
                  <c:v>117.146069828</c:v>
                </c:pt>
                <c:pt idx="244">
                  <c:v>117.437401509</c:v>
                </c:pt>
                <c:pt idx="245">
                  <c:v>117.731396031</c:v>
                </c:pt>
                <c:pt idx="246">
                  <c:v>117.464125391</c:v>
                </c:pt>
                <c:pt idx="247">
                  <c:v>117.357251083</c:v>
                </c:pt>
                <c:pt idx="248">
                  <c:v>117.437401509</c:v>
                </c:pt>
                <c:pt idx="249">
                  <c:v>117.624436852</c:v>
                </c:pt>
                <c:pt idx="250">
                  <c:v>116.742506333</c:v>
                </c:pt>
                <c:pt idx="251">
                  <c:v>116.849412467</c:v>
                </c:pt>
                <c:pt idx="252">
                  <c:v>116.448511812</c:v>
                </c:pt>
                <c:pt idx="253">
                  <c:v>117.063245953</c:v>
                </c:pt>
                <c:pt idx="254">
                  <c:v>117.250344949</c:v>
                </c:pt>
                <c:pt idx="255">
                  <c:v>117.143375161</c:v>
                </c:pt>
                <c:pt idx="256">
                  <c:v>117.143375161</c:v>
                </c:pt>
                <c:pt idx="257">
                  <c:v>116.528683456</c:v>
                </c:pt>
                <c:pt idx="258">
                  <c:v>116.127761583</c:v>
                </c:pt>
                <c:pt idx="259">
                  <c:v>116.448511812</c:v>
                </c:pt>
                <c:pt idx="260">
                  <c:v>116.207954444</c:v>
                </c:pt>
                <c:pt idx="261">
                  <c:v>116.288126088</c:v>
                </c:pt>
                <c:pt idx="262">
                  <c:v>116.288126088</c:v>
                </c:pt>
                <c:pt idx="263">
                  <c:v>116.341648113</c:v>
                </c:pt>
                <c:pt idx="264">
                  <c:v>115.913959923</c:v>
                </c:pt>
                <c:pt idx="265">
                  <c:v>116.528683456</c:v>
                </c:pt>
                <c:pt idx="266">
                  <c:v>116.020887275</c:v>
                </c:pt>
                <c:pt idx="267">
                  <c:v>116.715771843</c:v>
                </c:pt>
                <c:pt idx="268">
                  <c:v>117.490849272</c:v>
                </c:pt>
                <c:pt idx="269">
                  <c:v>117.063245953</c:v>
                </c:pt>
                <c:pt idx="270">
                  <c:v>117.089948617</c:v>
                </c:pt>
                <c:pt idx="271">
                  <c:v>116.448511812</c:v>
                </c:pt>
                <c:pt idx="272">
                  <c:v>115.887267869</c:v>
                </c:pt>
                <c:pt idx="273">
                  <c:v>115.35271598</c:v>
                </c:pt>
                <c:pt idx="274">
                  <c:v>115.486324778</c:v>
                </c:pt>
                <c:pt idx="275">
                  <c:v>116.020887275</c:v>
                </c:pt>
                <c:pt idx="276">
                  <c:v>115.887267869</c:v>
                </c:pt>
                <c:pt idx="277">
                  <c:v>116.127761583</c:v>
                </c:pt>
                <c:pt idx="278">
                  <c:v>116.288126088</c:v>
                </c:pt>
                <c:pt idx="279">
                  <c:v>116.769208996</c:v>
                </c:pt>
                <c:pt idx="280">
                  <c:v>117.036522072</c:v>
                </c:pt>
                <c:pt idx="281">
                  <c:v>117.624436852</c:v>
                </c:pt>
                <c:pt idx="282">
                  <c:v>117.865026046</c:v>
                </c:pt>
                <c:pt idx="283">
                  <c:v>118.533197341</c:v>
                </c:pt>
                <c:pt idx="284">
                  <c:v>118.746999</c:v>
                </c:pt>
                <c:pt idx="285">
                  <c:v>118.907352897</c:v>
                </c:pt>
                <c:pt idx="286">
                  <c:v>119.54881092</c:v>
                </c:pt>
                <c:pt idx="287">
                  <c:v>119.441872959</c:v>
                </c:pt>
                <c:pt idx="288">
                  <c:v>119.949722184</c:v>
                </c:pt>
                <c:pt idx="289">
                  <c:v>120.270419369</c:v>
                </c:pt>
                <c:pt idx="290">
                  <c:v>120.29714325</c:v>
                </c:pt>
                <c:pt idx="291">
                  <c:v>119.84281605</c:v>
                </c:pt>
                <c:pt idx="292">
                  <c:v>121.098955169</c:v>
                </c:pt>
                <c:pt idx="293">
                  <c:v>120.698054514</c:v>
                </c:pt>
                <c:pt idx="294">
                  <c:v>120.56441389</c:v>
                </c:pt>
                <c:pt idx="295">
                  <c:v>120.377336112</c:v>
                </c:pt>
                <c:pt idx="296">
                  <c:v>120.003180556</c:v>
                </c:pt>
                <c:pt idx="297">
                  <c:v>119.869571758</c:v>
                </c:pt>
                <c:pt idx="298">
                  <c:v>119.922987694</c:v>
                </c:pt>
                <c:pt idx="299">
                  <c:v>120.404081211</c:v>
                </c:pt>
                <c:pt idx="300">
                  <c:v>120.35061223</c:v>
                </c:pt>
                <c:pt idx="301">
                  <c:v>119.976446065</c:v>
                </c:pt>
                <c:pt idx="302">
                  <c:v>120.88515351</c:v>
                </c:pt>
                <c:pt idx="303">
                  <c:v>120.778236767</c:v>
                </c:pt>
                <c:pt idx="304">
                  <c:v>120.858408411</c:v>
                </c:pt>
                <c:pt idx="305">
                  <c:v>120.686119474</c:v>
                </c:pt>
                <c:pt idx="306">
                  <c:v>119.797717511</c:v>
                </c:pt>
                <c:pt idx="307">
                  <c:v>119.905440532</c:v>
                </c:pt>
                <c:pt idx="308">
                  <c:v>119.743919654</c:v>
                </c:pt>
                <c:pt idx="309">
                  <c:v>119.474654536</c:v>
                </c:pt>
                <c:pt idx="310">
                  <c:v>119.366973951</c:v>
                </c:pt>
                <c:pt idx="311">
                  <c:v>119.986206276</c:v>
                </c:pt>
                <c:pt idx="312">
                  <c:v>119.95923839</c:v>
                </c:pt>
                <c:pt idx="313">
                  <c:v>120.120791095</c:v>
                </c:pt>
                <c:pt idx="314">
                  <c:v>120.013110509</c:v>
                </c:pt>
                <c:pt idx="315">
                  <c:v>119.66315391</c:v>
                </c:pt>
                <c:pt idx="316">
                  <c:v>119.95923839</c:v>
                </c:pt>
                <c:pt idx="317">
                  <c:v>119.63621785</c:v>
                </c:pt>
                <c:pt idx="318">
                  <c:v>119.690079361</c:v>
                </c:pt>
                <c:pt idx="319">
                  <c:v>119.743919654</c:v>
                </c:pt>
                <c:pt idx="320">
                  <c:v>119.743919654</c:v>
                </c:pt>
                <c:pt idx="321">
                  <c:v>119.770813278</c:v>
                </c:pt>
                <c:pt idx="322">
                  <c:v>119.420867288</c:v>
                </c:pt>
                <c:pt idx="323">
                  <c:v>118.693986204</c:v>
                </c:pt>
                <c:pt idx="324">
                  <c:v>119.474654536</c:v>
                </c:pt>
                <c:pt idx="325">
                  <c:v>119.447771521</c:v>
                </c:pt>
                <c:pt idx="326">
                  <c:v>118.963177059</c:v>
                </c:pt>
                <c:pt idx="327">
                  <c:v>119.555452107</c:v>
                </c:pt>
                <c:pt idx="328">
                  <c:v>119.366973951</c:v>
                </c:pt>
                <c:pt idx="329">
                  <c:v>120.416928619</c:v>
                </c:pt>
                <c:pt idx="330">
                  <c:v>121.063022742</c:v>
                </c:pt>
                <c:pt idx="331">
                  <c:v>120.793821277</c:v>
                </c:pt>
                <c:pt idx="332">
                  <c:v>120.87459763</c:v>
                </c:pt>
                <c:pt idx="333">
                  <c:v>120.309216206</c:v>
                </c:pt>
                <c:pt idx="334">
                  <c:v>120.120791095</c:v>
                </c:pt>
                <c:pt idx="335">
                  <c:v>120.174599561</c:v>
                </c:pt>
                <c:pt idx="336">
                  <c:v>120.255386522</c:v>
                </c:pt>
                <c:pt idx="337">
                  <c:v>120.363077717</c:v>
                </c:pt>
                <c:pt idx="338">
                  <c:v>120.793821277</c:v>
                </c:pt>
                <c:pt idx="339">
                  <c:v>120.659194023</c:v>
                </c:pt>
                <c:pt idx="340">
                  <c:v>120.551555873</c:v>
                </c:pt>
                <c:pt idx="341">
                  <c:v>120.63228979</c:v>
                </c:pt>
                <c:pt idx="342">
                  <c:v>120.120791095</c:v>
                </c:pt>
                <c:pt idx="343">
                  <c:v>119.905440532</c:v>
                </c:pt>
                <c:pt idx="344">
                  <c:v>120.551555873</c:v>
                </c:pt>
                <c:pt idx="345">
                  <c:v>120.659194023</c:v>
                </c:pt>
                <c:pt idx="346">
                  <c:v>119.178548839</c:v>
                </c:pt>
                <c:pt idx="347">
                  <c:v>119.313144267</c:v>
                </c:pt>
                <c:pt idx="348">
                  <c:v>120.22847168</c:v>
                </c:pt>
                <c:pt idx="349">
                  <c:v>120.84766157</c:v>
                </c:pt>
                <c:pt idx="350">
                  <c:v>120.766874609</c:v>
                </c:pt>
                <c:pt idx="351">
                  <c:v>121.009150622</c:v>
                </c:pt>
                <c:pt idx="352">
                  <c:v>121.816808059</c:v>
                </c:pt>
                <c:pt idx="353">
                  <c:v>121.762967766</c:v>
                </c:pt>
                <c:pt idx="354">
                  <c:v>122.059094681</c:v>
                </c:pt>
                <c:pt idx="355">
                  <c:v>122.409061889</c:v>
                </c:pt>
                <c:pt idx="356">
                  <c:v>123.028198734</c:v>
                </c:pt>
                <c:pt idx="357">
                  <c:v>123.24361295</c:v>
                </c:pt>
                <c:pt idx="358">
                  <c:v>123.297463852</c:v>
                </c:pt>
                <c:pt idx="359">
                  <c:v>122.947496644</c:v>
                </c:pt>
                <c:pt idx="360">
                  <c:v>122.839784231</c:v>
                </c:pt>
                <c:pt idx="361">
                  <c:v>122.759050315</c:v>
                </c:pt>
                <c:pt idx="362">
                  <c:v>123.028198734</c:v>
                </c:pt>
                <c:pt idx="363">
                  <c:v>123.24361295</c:v>
                </c:pt>
                <c:pt idx="364">
                  <c:v>123.620548044</c:v>
                </c:pt>
                <c:pt idx="365">
                  <c:v>123.782068923</c:v>
                </c:pt>
                <c:pt idx="366">
                  <c:v>123.755122254</c:v>
                </c:pt>
                <c:pt idx="367">
                  <c:v>123.970483425</c:v>
                </c:pt>
                <c:pt idx="368">
                  <c:v>124.65108838</c:v>
                </c:pt>
                <c:pt idx="369">
                  <c:v>123.973209919</c:v>
                </c:pt>
                <c:pt idx="370">
                  <c:v>123.485125121</c:v>
                </c:pt>
                <c:pt idx="371">
                  <c:v>123.349511236</c:v>
                </c:pt>
                <c:pt idx="372">
                  <c:v>123.593580158</c:v>
                </c:pt>
                <c:pt idx="373">
                  <c:v>123.485125121</c:v>
                </c:pt>
                <c:pt idx="374">
                  <c:v>122.644526972</c:v>
                </c:pt>
                <c:pt idx="375">
                  <c:v>123.186823376</c:v>
                </c:pt>
                <c:pt idx="376">
                  <c:v>121.91239447</c:v>
                </c:pt>
                <c:pt idx="377">
                  <c:v>122.291992405</c:v>
                </c:pt>
                <c:pt idx="378">
                  <c:v>122.590294149</c:v>
                </c:pt>
                <c:pt idx="379">
                  <c:v>122.671600948</c:v>
                </c:pt>
                <c:pt idx="380">
                  <c:v>121.749727828</c:v>
                </c:pt>
                <c:pt idx="381">
                  <c:v>122.291992405</c:v>
                </c:pt>
                <c:pt idx="382">
                  <c:v>122.020870725</c:v>
                </c:pt>
                <c:pt idx="383">
                  <c:v>121.91239447</c:v>
                </c:pt>
                <c:pt idx="384">
                  <c:v>122.725854989</c:v>
                </c:pt>
                <c:pt idx="385">
                  <c:v>122.834331244</c:v>
                </c:pt>
                <c:pt idx="386">
                  <c:v>123.539368553</c:v>
                </c:pt>
                <c:pt idx="387">
                  <c:v>123.485125121</c:v>
                </c:pt>
                <c:pt idx="388">
                  <c:v>123.295299631</c:v>
                </c:pt>
                <c:pt idx="389">
                  <c:v>123.702035195</c:v>
                </c:pt>
                <c:pt idx="390">
                  <c:v>123.702035195</c:v>
                </c:pt>
                <c:pt idx="391">
                  <c:v>123.539368553</c:v>
                </c:pt>
                <c:pt idx="392">
                  <c:v>122.780098421</c:v>
                </c:pt>
                <c:pt idx="393">
                  <c:v>123.430881689</c:v>
                </c:pt>
                <c:pt idx="394">
                  <c:v>123.647791763</c:v>
                </c:pt>
                <c:pt idx="395">
                  <c:v>124.65108838</c:v>
                </c:pt>
                <c:pt idx="396">
                  <c:v>124.054527327</c:v>
                </c:pt>
                <c:pt idx="397">
                  <c:v>124.325670224</c:v>
                </c:pt>
                <c:pt idx="398">
                  <c:v>124.407061894</c:v>
                </c:pt>
                <c:pt idx="399">
                  <c:v>124.298553813</c:v>
                </c:pt>
                <c:pt idx="400">
                  <c:v>124.515538149</c:v>
                </c:pt>
                <c:pt idx="401">
                  <c:v>124.678236618</c:v>
                </c:pt>
                <c:pt idx="402">
                  <c:v>124.895114866</c:v>
                </c:pt>
                <c:pt idx="403">
                  <c:v>124.596844948</c:v>
                </c:pt>
                <c:pt idx="404">
                  <c:v>124.65108838</c:v>
                </c:pt>
                <c:pt idx="405">
                  <c:v>123.810479623</c:v>
                </c:pt>
                <c:pt idx="406">
                  <c:v>123.756278627</c:v>
                </c:pt>
                <c:pt idx="407">
                  <c:v>124.678236618</c:v>
                </c:pt>
                <c:pt idx="408">
                  <c:v>124.678236618</c:v>
                </c:pt>
                <c:pt idx="409">
                  <c:v>124.976464101</c:v>
                </c:pt>
                <c:pt idx="410">
                  <c:v>123.241034981</c:v>
                </c:pt>
                <c:pt idx="411">
                  <c:v>122.807225442</c:v>
                </c:pt>
                <c:pt idx="412">
                  <c:v>123.213961005</c:v>
                </c:pt>
                <c:pt idx="413">
                  <c:v>123.918945269</c:v>
                </c:pt>
                <c:pt idx="414">
                  <c:v>123.485125121</c:v>
                </c:pt>
                <c:pt idx="415">
                  <c:v>123.295299631</c:v>
                </c:pt>
                <c:pt idx="416">
                  <c:v>123.647791763</c:v>
                </c:pt>
                <c:pt idx="417">
                  <c:v>123.512209705</c:v>
                </c:pt>
                <c:pt idx="418">
                  <c:v>123.647791763</c:v>
                </c:pt>
                <c:pt idx="419">
                  <c:v>123.891797031</c:v>
                </c:pt>
                <c:pt idx="420">
                  <c:v>124.298553813</c:v>
                </c:pt>
                <c:pt idx="421">
                  <c:v>124.488411129</c:v>
                </c:pt>
                <c:pt idx="422">
                  <c:v>123.946093507</c:v>
                </c:pt>
                <c:pt idx="423">
                  <c:v>124.488411129</c:v>
                </c:pt>
                <c:pt idx="424">
                  <c:v>124.678236618</c:v>
                </c:pt>
                <c:pt idx="425">
                  <c:v>124.488411129</c:v>
                </c:pt>
                <c:pt idx="426">
                  <c:v>125.545908742</c:v>
                </c:pt>
                <c:pt idx="427">
                  <c:v>126.142437969</c:v>
                </c:pt>
                <c:pt idx="428">
                  <c:v>126.413602084</c:v>
                </c:pt>
                <c:pt idx="429">
                  <c:v>126.793263672</c:v>
                </c:pt>
                <c:pt idx="430">
                  <c:v>127.281316644</c:v>
                </c:pt>
                <c:pt idx="431">
                  <c:v>127.565413038</c:v>
                </c:pt>
                <c:pt idx="432">
                  <c:v>127.701971117</c:v>
                </c:pt>
                <c:pt idx="433">
                  <c:v>127.729331534</c:v>
                </c:pt>
                <c:pt idx="434">
                  <c:v>127.237629092</c:v>
                </c:pt>
                <c:pt idx="435">
                  <c:v>127.483459095</c:v>
                </c:pt>
                <c:pt idx="436">
                  <c:v>127.620017174</c:v>
                </c:pt>
                <c:pt idx="437">
                  <c:v>127.456130505</c:v>
                </c:pt>
                <c:pt idx="438">
                  <c:v>127.428844351</c:v>
                </c:pt>
                <c:pt idx="439">
                  <c:v>127.756607079</c:v>
                </c:pt>
                <c:pt idx="440">
                  <c:v>127.838529196</c:v>
                </c:pt>
                <c:pt idx="441">
                  <c:v>128.384878208</c:v>
                </c:pt>
                <c:pt idx="442">
                  <c:v>128.794616098</c:v>
                </c:pt>
                <c:pt idx="443">
                  <c:v>129.122400044</c:v>
                </c:pt>
                <c:pt idx="444">
                  <c:v>129.668706621</c:v>
                </c:pt>
                <c:pt idx="445">
                  <c:v>129.47752319</c:v>
                </c:pt>
                <c:pt idx="446">
                  <c:v>129.668706621</c:v>
                </c:pt>
                <c:pt idx="447">
                  <c:v>130.406239066</c:v>
                </c:pt>
                <c:pt idx="448">
                  <c:v>130.706726249</c:v>
                </c:pt>
                <c:pt idx="449">
                  <c:v>130.870612918</c:v>
                </c:pt>
                <c:pt idx="450">
                  <c:v>131.143792729</c:v>
                </c:pt>
                <c:pt idx="451">
                  <c:v>131.143792729</c:v>
                </c:pt>
                <c:pt idx="452">
                  <c:v>131.198375646</c:v>
                </c:pt>
                <c:pt idx="453">
                  <c:v>131.635473953</c:v>
                </c:pt>
                <c:pt idx="454">
                  <c:v>131.935929309</c:v>
                </c:pt>
                <c:pt idx="455">
                  <c:v>132.37298518</c:v>
                </c:pt>
                <c:pt idx="456">
                  <c:v>132.48229954</c:v>
                </c:pt>
                <c:pt idx="457">
                  <c:v>132.646175599</c:v>
                </c:pt>
                <c:pt idx="458">
                  <c:v>132.017883252</c:v>
                </c:pt>
                <c:pt idx="459">
                  <c:v>132.454917905</c:v>
                </c:pt>
                <c:pt idx="460">
                  <c:v>133.329072082</c:v>
                </c:pt>
                <c:pt idx="461">
                  <c:v>132.400324378</c:v>
                </c:pt>
                <c:pt idx="462">
                  <c:v>132.454917905</c:v>
                </c:pt>
                <c:pt idx="463">
                  <c:v>132.946620347</c:v>
                </c:pt>
                <c:pt idx="464">
                  <c:v>133.055892271</c:v>
                </c:pt>
                <c:pt idx="465">
                  <c:v>133.219800158</c:v>
                </c:pt>
                <c:pt idx="466">
                  <c:v>132.810072877</c:v>
                </c:pt>
                <c:pt idx="467">
                  <c:v>133.137846214</c:v>
                </c:pt>
                <c:pt idx="468">
                  <c:v>133.547594713</c:v>
                </c:pt>
                <c:pt idx="469">
                  <c:v>132.946620347</c:v>
                </c:pt>
                <c:pt idx="470">
                  <c:v>132.973980763</c:v>
                </c:pt>
                <c:pt idx="471">
                  <c:v>133.492948142</c:v>
                </c:pt>
                <c:pt idx="472">
                  <c:v>133.656866637</c:v>
                </c:pt>
                <c:pt idx="473">
                  <c:v>132.646175599</c:v>
                </c:pt>
                <c:pt idx="474">
                  <c:v>133.984661192</c:v>
                </c:pt>
                <c:pt idx="475">
                  <c:v>133.492948142</c:v>
                </c:pt>
                <c:pt idx="476">
                  <c:v>133.929993403</c:v>
                </c:pt>
                <c:pt idx="477">
                  <c:v>134.694843829</c:v>
                </c:pt>
                <c:pt idx="478">
                  <c:v>134.394377864</c:v>
                </c:pt>
                <c:pt idx="479">
                  <c:v>134.640229085</c:v>
                </c:pt>
                <c:pt idx="480">
                  <c:v>134.776787164</c:v>
                </c:pt>
                <c:pt idx="481">
                  <c:v>136.1972267</c:v>
                </c:pt>
                <c:pt idx="482">
                  <c:v>136.743565104</c:v>
                </c:pt>
                <c:pt idx="483">
                  <c:v>138.027404126</c:v>
                </c:pt>
                <c:pt idx="484">
                  <c:v>137.808892104</c:v>
                </c:pt>
                <c:pt idx="485">
                  <c:v>138.355177463</c:v>
                </c:pt>
                <c:pt idx="486">
                  <c:v>137.754234924</c:v>
                </c:pt>
                <c:pt idx="487">
                  <c:v>137.863496239</c:v>
                </c:pt>
                <c:pt idx="488">
                  <c:v>137.781510469</c:v>
                </c:pt>
                <c:pt idx="489">
                  <c:v>138.27322352</c:v>
                </c:pt>
                <c:pt idx="490">
                  <c:v>138.682918973</c:v>
                </c:pt>
                <c:pt idx="491">
                  <c:v>138.846848078</c:v>
                </c:pt>
                <c:pt idx="492">
                  <c:v>139.283946384</c:v>
                </c:pt>
                <c:pt idx="493">
                  <c:v>138.710268781</c:v>
                </c:pt>
                <c:pt idx="494">
                  <c:v>139.748299018</c:v>
                </c:pt>
                <c:pt idx="495">
                  <c:v>140.724585313</c:v>
                </c:pt>
                <c:pt idx="496">
                  <c:v>140.807080311</c:v>
                </c:pt>
                <c:pt idx="497">
                  <c:v>140.807080311</c:v>
                </c:pt>
                <c:pt idx="498">
                  <c:v>140.559584707</c:v>
                </c:pt>
                <c:pt idx="499">
                  <c:v>140.724585313</c:v>
                </c:pt>
                <c:pt idx="500">
                  <c:v>140.807080311</c:v>
                </c:pt>
                <c:pt idx="501">
                  <c:v>140.999621686</c:v>
                </c:pt>
                <c:pt idx="502">
                  <c:v>141.082084857</c:v>
                </c:pt>
                <c:pt idx="503">
                  <c:v>140.724585313</c:v>
                </c:pt>
                <c:pt idx="504">
                  <c:v>141.1646329</c:v>
                </c:pt>
                <c:pt idx="505">
                  <c:v>141.577139719</c:v>
                </c:pt>
                <c:pt idx="506">
                  <c:v>142.264704129</c:v>
                </c:pt>
                <c:pt idx="507">
                  <c:v>143.14473565</c:v>
                </c:pt>
                <c:pt idx="508">
                  <c:v>143.447238529</c:v>
                </c:pt>
                <c:pt idx="509">
                  <c:v>143.474758079</c:v>
                </c:pt>
                <c:pt idx="510">
                  <c:v>143.062219434</c:v>
                </c:pt>
                <c:pt idx="511">
                  <c:v>144.079753228</c:v>
                </c:pt>
                <c:pt idx="512">
                  <c:v>144.904788084</c:v>
                </c:pt>
                <c:pt idx="513">
                  <c:v>144.65728187</c:v>
                </c:pt>
                <c:pt idx="514">
                  <c:v>146.829904776</c:v>
                </c:pt>
                <c:pt idx="515">
                  <c:v>146.417397958</c:v>
                </c:pt>
                <c:pt idx="516">
                  <c:v>146.88492266</c:v>
                </c:pt>
                <c:pt idx="517">
                  <c:v>148.067488887</c:v>
                </c:pt>
                <c:pt idx="518">
                  <c:v>147.709978733</c:v>
                </c:pt>
                <c:pt idx="519">
                  <c:v>147.352394318</c:v>
                </c:pt>
                <c:pt idx="520">
                  <c:v>147.599974793</c:v>
                </c:pt>
                <c:pt idx="521">
                  <c:v>150.102588302</c:v>
                </c:pt>
                <c:pt idx="522">
                  <c:v>149.030026015</c:v>
                </c:pt>
                <c:pt idx="523">
                  <c:v>147.132375828</c:v>
                </c:pt>
                <c:pt idx="524">
                  <c:v>147.132375828</c:v>
                </c:pt>
                <c:pt idx="525">
                  <c:v>146.664872344</c:v>
                </c:pt>
                <c:pt idx="526">
                  <c:v>143.474758079</c:v>
                </c:pt>
                <c:pt idx="527">
                  <c:v>137.231936343</c:v>
                </c:pt>
                <c:pt idx="528">
                  <c:v>139.542050913</c:v>
                </c:pt>
                <c:pt idx="529">
                  <c:v>139.239569252</c:v>
                </c:pt>
                <c:pt idx="530">
                  <c:v>134.151730538</c:v>
                </c:pt>
                <c:pt idx="531">
                  <c:v>135.966875118</c:v>
                </c:pt>
                <c:pt idx="532">
                  <c:v>137.836942101</c:v>
                </c:pt>
                <c:pt idx="533">
                  <c:v>137.946946041</c:v>
                </c:pt>
                <c:pt idx="534">
                  <c:v>138.744535608</c:v>
                </c:pt>
                <c:pt idx="535">
                  <c:v>140.367096378</c:v>
                </c:pt>
                <c:pt idx="536">
                  <c:v>140.532096983</c:v>
                </c:pt>
                <c:pt idx="537">
                  <c:v>138.882016663</c:v>
                </c:pt>
                <c:pt idx="538">
                  <c:v>137.644411335</c:v>
                </c:pt>
                <c:pt idx="539">
                  <c:v>138.194494689</c:v>
                </c:pt>
                <c:pt idx="540">
                  <c:v>140.174576221</c:v>
                </c:pt>
                <c:pt idx="541">
                  <c:v>142.099682305</c:v>
                </c:pt>
                <c:pt idx="542">
                  <c:v>140.64213275</c:v>
                </c:pt>
                <c:pt idx="543">
                  <c:v>138.85451833</c:v>
                </c:pt>
                <c:pt idx="544">
                  <c:v>137.149409518</c:v>
                </c:pt>
                <c:pt idx="545">
                  <c:v>137.561926946</c:v>
                </c:pt>
                <c:pt idx="546">
                  <c:v>138.992020603</c:v>
                </c:pt>
                <c:pt idx="547">
                  <c:v>139.101992717</c:v>
                </c:pt>
                <c:pt idx="548">
                  <c:v>138.799500447</c:v>
                </c:pt>
                <c:pt idx="549">
                  <c:v>139.377082134</c:v>
                </c:pt>
                <c:pt idx="550">
                  <c:v>141.357153057</c:v>
                </c:pt>
                <c:pt idx="551">
                  <c:v>140.559584707</c:v>
                </c:pt>
                <c:pt idx="552">
                  <c:v>140.009543789</c:v>
                </c:pt>
                <c:pt idx="553">
                  <c:v>138.716973622</c:v>
                </c:pt>
                <c:pt idx="554">
                  <c:v>138.772012723</c:v>
                </c:pt>
                <c:pt idx="555">
                  <c:v>139.302809052</c:v>
                </c:pt>
                <c:pt idx="556">
                  <c:v>137.588799352</c:v>
                </c:pt>
                <c:pt idx="557">
                  <c:v>137.61644621</c:v>
                </c:pt>
                <c:pt idx="558">
                  <c:v>137.118823988</c:v>
                </c:pt>
                <c:pt idx="559">
                  <c:v>134.13316492</c:v>
                </c:pt>
                <c:pt idx="560">
                  <c:v>131.534561861</c:v>
                </c:pt>
                <c:pt idx="561">
                  <c:v>134.741363964</c:v>
                </c:pt>
                <c:pt idx="562">
                  <c:v>133.386763414</c:v>
                </c:pt>
                <c:pt idx="563">
                  <c:v>133.856706952</c:v>
                </c:pt>
                <c:pt idx="564">
                  <c:v>135.543059185</c:v>
                </c:pt>
                <c:pt idx="565">
                  <c:v>132.336246473</c:v>
                </c:pt>
                <c:pt idx="566">
                  <c:v>134.16079056</c:v>
                </c:pt>
                <c:pt idx="567">
                  <c:v>135.736597798</c:v>
                </c:pt>
                <c:pt idx="568">
                  <c:v>136.42769498</c:v>
                </c:pt>
                <c:pt idx="569">
                  <c:v>133.690868241</c:v>
                </c:pt>
                <c:pt idx="570">
                  <c:v>133.718515099</c:v>
                </c:pt>
                <c:pt idx="571">
                  <c:v>135.708919114</c:v>
                </c:pt>
                <c:pt idx="572">
                  <c:v>135.266622435</c:v>
                </c:pt>
                <c:pt idx="573">
                  <c:v>136.013034549</c:v>
                </c:pt>
                <c:pt idx="574">
                  <c:v>135.847185229</c:v>
                </c:pt>
                <c:pt idx="575">
                  <c:v>137.229422028</c:v>
                </c:pt>
                <c:pt idx="576">
                  <c:v>138.058795934</c:v>
                </c:pt>
                <c:pt idx="577">
                  <c:v>137.588799352</c:v>
                </c:pt>
                <c:pt idx="578">
                  <c:v>135.819517154</c:v>
                </c:pt>
                <c:pt idx="579">
                  <c:v>134.492563462</c:v>
                </c:pt>
                <c:pt idx="580">
                  <c:v>134.575504035</c:v>
                </c:pt>
                <c:pt idx="581">
                  <c:v>133.276197201</c:v>
                </c:pt>
                <c:pt idx="582">
                  <c:v>133.967283774</c:v>
                </c:pt>
                <c:pt idx="583">
                  <c:v>135.073105039</c:v>
                </c:pt>
                <c:pt idx="584">
                  <c:v>135.29429051</c:v>
                </c:pt>
                <c:pt idx="585">
                  <c:v>134.022577489</c:v>
                </c:pt>
                <c:pt idx="586">
                  <c:v>133.30383345</c:v>
                </c:pt>
                <c:pt idx="587">
                  <c:v>131.949254118</c:v>
                </c:pt>
                <c:pt idx="588">
                  <c:v>131.617513043</c:v>
                </c:pt>
                <c:pt idx="589">
                  <c:v>133.359148383</c:v>
                </c:pt>
                <c:pt idx="590">
                  <c:v>133.193267237</c:v>
                </c:pt>
                <c:pt idx="591">
                  <c:v>133.193267237</c:v>
                </c:pt>
                <c:pt idx="592">
                  <c:v>134.077924249</c:v>
                </c:pt>
                <c:pt idx="593">
                  <c:v>135.432503581</c:v>
                </c:pt>
                <c:pt idx="594">
                  <c:v>136.013034549</c:v>
                </c:pt>
                <c:pt idx="595">
                  <c:v>136.565929269</c:v>
                </c:pt>
                <c:pt idx="596">
                  <c:v>135.736597798</c:v>
                </c:pt>
                <c:pt idx="597">
                  <c:v>136.704121122</c:v>
                </c:pt>
                <c:pt idx="598">
                  <c:v>136.95295345</c:v>
                </c:pt>
                <c:pt idx="599">
                  <c:v>136.538282411</c:v>
                </c:pt>
                <c:pt idx="600">
                  <c:v>137.809921169</c:v>
                </c:pt>
                <c:pt idx="601">
                  <c:v>137.118823988</c:v>
                </c:pt>
                <c:pt idx="602">
                  <c:v>137.395281957</c:v>
                </c:pt>
                <c:pt idx="603">
                  <c:v>137.229422028</c:v>
                </c:pt>
                <c:pt idx="604">
                  <c:v>137.118823988</c:v>
                </c:pt>
                <c:pt idx="605">
                  <c:v>136.068338874</c:v>
                </c:pt>
                <c:pt idx="606">
                  <c:v>138.003438565</c:v>
                </c:pt>
                <c:pt idx="607">
                  <c:v>136.42769498</c:v>
                </c:pt>
                <c:pt idx="608">
                  <c:v>137.727023032</c:v>
                </c:pt>
                <c:pt idx="609">
                  <c:v>138.445798898</c:v>
                </c:pt>
                <c:pt idx="610">
                  <c:v>138.777550582</c:v>
                </c:pt>
                <c:pt idx="611">
                  <c:v>139.634518301</c:v>
                </c:pt>
                <c:pt idx="612">
                  <c:v>140.021542482</c:v>
                </c:pt>
                <c:pt idx="613">
                  <c:v>140.657367166</c:v>
                </c:pt>
                <c:pt idx="614">
                  <c:v>140.933835744</c:v>
                </c:pt>
                <c:pt idx="615">
                  <c:v>141.016723272</c:v>
                </c:pt>
                <c:pt idx="616">
                  <c:v>140.270364202</c:v>
                </c:pt>
                <c:pt idx="617">
                  <c:v>140.270364202</c:v>
                </c:pt>
                <c:pt idx="618">
                  <c:v>140.767965206</c:v>
                </c:pt>
                <c:pt idx="619">
                  <c:v>139.551588336</c:v>
                </c:pt>
                <c:pt idx="620">
                  <c:v>139.192189795</c:v>
                </c:pt>
                <c:pt idx="621">
                  <c:v>139.164564155</c:v>
                </c:pt>
                <c:pt idx="622">
                  <c:v>138.528718253</c:v>
                </c:pt>
                <c:pt idx="623">
                  <c:v>139.164564155</c:v>
                </c:pt>
                <c:pt idx="624">
                  <c:v>138.114068431</c:v>
                </c:pt>
                <c:pt idx="625">
                  <c:v>137.796288701</c:v>
                </c:pt>
                <c:pt idx="626">
                  <c:v>136.792939039</c:v>
                </c:pt>
                <c:pt idx="627">
                  <c:v>137.322483515</c:v>
                </c:pt>
                <c:pt idx="628">
                  <c:v>137.378265241</c:v>
                </c:pt>
                <c:pt idx="629">
                  <c:v>137.155286862</c:v>
                </c:pt>
                <c:pt idx="630">
                  <c:v>136.904481273</c:v>
                </c:pt>
                <c:pt idx="631">
                  <c:v>138.353734649</c:v>
                </c:pt>
                <c:pt idx="632">
                  <c:v>138.939007807</c:v>
                </c:pt>
                <c:pt idx="633">
                  <c:v>139.803083505</c:v>
                </c:pt>
                <c:pt idx="634">
                  <c:v>140.945781393</c:v>
                </c:pt>
                <c:pt idx="635">
                  <c:v>139.691562489</c:v>
                </c:pt>
                <c:pt idx="636">
                  <c:v>140.388377881</c:v>
                </c:pt>
                <c:pt idx="637">
                  <c:v>140.973619211</c:v>
                </c:pt>
                <c:pt idx="638">
                  <c:v>140.583444179</c:v>
                </c:pt>
                <c:pt idx="639">
                  <c:v>141.001520683</c:v>
                </c:pt>
                <c:pt idx="640">
                  <c:v>141.140879518</c:v>
                </c:pt>
                <c:pt idx="641">
                  <c:v>141.224499062</c:v>
                </c:pt>
                <c:pt idx="642">
                  <c:v>141.029422155</c:v>
                </c:pt>
                <c:pt idx="643">
                  <c:v>140.945781393</c:v>
                </c:pt>
                <c:pt idx="644">
                  <c:v>141.391727542</c:v>
                </c:pt>
                <c:pt idx="645">
                  <c:v>142.227848724</c:v>
                </c:pt>
                <c:pt idx="646">
                  <c:v>143.091903205</c:v>
                </c:pt>
                <c:pt idx="647">
                  <c:v>142.422978676</c:v>
                </c:pt>
                <c:pt idx="648">
                  <c:v>142.339348523</c:v>
                </c:pt>
                <c:pt idx="649">
                  <c:v>143.621415854</c:v>
                </c:pt>
                <c:pt idx="650">
                  <c:v>142.422978676</c:v>
                </c:pt>
                <c:pt idx="651">
                  <c:v>143.091903205</c:v>
                </c:pt>
                <c:pt idx="652">
                  <c:v>144.151013375</c:v>
                </c:pt>
                <c:pt idx="653">
                  <c:v>144.373981145</c:v>
                </c:pt>
                <c:pt idx="654">
                  <c:v>144.847786331</c:v>
                </c:pt>
                <c:pt idx="655">
                  <c:v>144.736265315</c:v>
                </c:pt>
                <c:pt idx="656">
                  <c:v>144.373981145</c:v>
                </c:pt>
                <c:pt idx="657">
                  <c:v>143.454208592</c:v>
                </c:pt>
                <c:pt idx="658">
                  <c:v>142.841044572</c:v>
                </c:pt>
                <c:pt idx="659">
                  <c:v>143.677165754</c:v>
                </c:pt>
                <c:pt idx="660">
                  <c:v>143.482067629</c:v>
                </c:pt>
                <c:pt idx="661">
                  <c:v>145.154373646</c:v>
                </c:pt>
                <c:pt idx="662">
                  <c:v>145.934766146</c:v>
                </c:pt>
                <c:pt idx="663">
                  <c:v>146.297113969</c:v>
                </c:pt>
                <c:pt idx="664">
                  <c:v>146.603658848</c:v>
                </c:pt>
                <c:pt idx="665">
                  <c:v>146.102005235</c:v>
                </c:pt>
                <c:pt idx="666">
                  <c:v>145.990537264</c:v>
                </c:pt>
                <c:pt idx="667">
                  <c:v>146.492201486</c:v>
                </c:pt>
                <c:pt idx="668">
                  <c:v>147.244777386</c:v>
                </c:pt>
                <c:pt idx="669">
                  <c:v>147.272562159</c:v>
                </c:pt>
                <c:pt idx="670">
                  <c:v>147.523431402</c:v>
                </c:pt>
                <c:pt idx="671">
                  <c:v>146.743070728</c:v>
                </c:pt>
                <c:pt idx="672">
                  <c:v>146.910256772</c:v>
                </c:pt>
                <c:pt idx="673">
                  <c:v>146.854517482</c:v>
                </c:pt>
                <c:pt idx="674">
                  <c:v>147.969398769</c:v>
                </c:pt>
                <c:pt idx="675">
                  <c:v>147.997257805</c:v>
                </c:pt>
                <c:pt idx="676">
                  <c:v>147.607050946</c:v>
                </c:pt>
                <c:pt idx="677">
                  <c:v>148.164507503</c:v>
                </c:pt>
                <c:pt idx="678">
                  <c:v>147.941529124</c:v>
                </c:pt>
                <c:pt idx="679">
                  <c:v>148.275996693</c:v>
                </c:pt>
                <c:pt idx="680">
                  <c:v>148.833410814</c:v>
                </c:pt>
                <c:pt idx="681">
                  <c:v>149.000649903</c:v>
                </c:pt>
                <c:pt idx="682">
                  <c:v>148.889139495</c:v>
                </c:pt>
                <c:pt idx="683">
                  <c:v>149.641694177</c:v>
                </c:pt>
                <c:pt idx="684">
                  <c:v>149.502303516</c:v>
                </c:pt>
                <c:pt idx="685">
                  <c:v>150.617131758</c:v>
                </c:pt>
                <c:pt idx="686">
                  <c:v>150.923729682</c:v>
                </c:pt>
                <c:pt idx="687">
                  <c:v>149.697433468</c:v>
                </c:pt>
                <c:pt idx="688">
                  <c:v>148.734822077</c:v>
                </c:pt>
                <c:pt idx="689">
                  <c:v>148.538387227</c:v>
                </c:pt>
                <c:pt idx="690">
                  <c:v>148.482308451</c:v>
                </c:pt>
                <c:pt idx="691">
                  <c:v>148.734822077</c:v>
                </c:pt>
                <c:pt idx="692">
                  <c:v>149.155816035</c:v>
                </c:pt>
                <c:pt idx="693">
                  <c:v>149.604796337</c:v>
                </c:pt>
                <c:pt idx="694">
                  <c:v>149.52061452</c:v>
                </c:pt>
                <c:pt idx="695">
                  <c:v>148.790953897</c:v>
                </c:pt>
                <c:pt idx="696">
                  <c:v>147.864869034</c:v>
                </c:pt>
                <c:pt idx="697">
                  <c:v>148.594550874</c:v>
                </c:pt>
                <c:pt idx="698">
                  <c:v>148.061325101</c:v>
                </c:pt>
                <c:pt idx="699">
                  <c:v>144.356985648</c:v>
                </c:pt>
                <c:pt idx="700">
                  <c:v>140.680728018</c:v>
                </c:pt>
                <c:pt idx="701">
                  <c:v>141.719055305</c:v>
                </c:pt>
                <c:pt idx="702">
                  <c:v>141.550649234</c:v>
                </c:pt>
                <c:pt idx="703">
                  <c:v>143.795709878</c:v>
                </c:pt>
                <c:pt idx="704">
                  <c:v>143.094141688</c:v>
                </c:pt>
                <c:pt idx="705">
                  <c:v>141.550649234</c:v>
                </c:pt>
                <c:pt idx="706">
                  <c:v>141.88741894</c:v>
                </c:pt>
                <c:pt idx="707">
                  <c:v>141.466467417</c:v>
                </c:pt>
                <c:pt idx="708">
                  <c:v>140.877152259</c:v>
                </c:pt>
                <c:pt idx="709">
                  <c:v>137.64988554</c:v>
                </c:pt>
                <c:pt idx="710">
                  <c:v>139.081093135</c:v>
                </c:pt>
                <c:pt idx="711">
                  <c:v>137.425358258</c:v>
                </c:pt>
                <c:pt idx="712">
                  <c:v>137.79017796</c:v>
                </c:pt>
                <c:pt idx="713">
                  <c:v>140.512364383</c:v>
                </c:pt>
                <c:pt idx="714">
                  <c:v>139.951078005</c:v>
                </c:pt>
                <c:pt idx="715">
                  <c:v>141.578741667</c:v>
                </c:pt>
                <c:pt idx="716">
                  <c:v>141.129697711</c:v>
                </c:pt>
                <c:pt idx="717">
                  <c:v>142.729300768</c:v>
                </c:pt>
                <c:pt idx="718">
                  <c:v>143.683488673</c:v>
                </c:pt>
                <c:pt idx="719">
                  <c:v>145.479537188</c:v>
                </c:pt>
                <c:pt idx="720">
                  <c:v>145.423352323</c:v>
                </c:pt>
                <c:pt idx="721">
                  <c:v>144.581491712</c:v>
                </c:pt>
                <c:pt idx="722">
                  <c:v>142.588976521</c:v>
                </c:pt>
                <c:pt idx="723">
                  <c:v>142.476702271</c:v>
                </c:pt>
                <c:pt idx="724">
                  <c:v>141.803237122</c:v>
                </c:pt>
                <c:pt idx="725">
                  <c:v>142.813503803</c:v>
                </c:pt>
                <c:pt idx="726">
                  <c:v>143.206362894</c:v>
                </c:pt>
                <c:pt idx="727">
                  <c:v>141.999703799</c:v>
                </c:pt>
                <c:pt idx="728">
                  <c:v>139.137256782</c:v>
                </c:pt>
                <c:pt idx="729">
                  <c:v>139.305631026</c:v>
                </c:pt>
                <c:pt idx="730">
                  <c:v>138.66016283</c:v>
                </c:pt>
                <c:pt idx="731">
                  <c:v>140.147523463</c:v>
                </c:pt>
                <c:pt idx="732">
                  <c:v>141.185840141</c:v>
                </c:pt>
                <c:pt idx="733">
                  <c:v>143.402818961</c:v>
                </c:pt>
                <c:pt idx="734">
                  <c:v>143.122181076</c:v>
                </c:pt>
                <c:pt idx="735">
                  <c:v>144.665705357</c:v>
                </c:pt>
                <c:pt idx="736">
                  <c:v>145.367252329</c:v>
                </c:pt>
                <c:pt idx="737">
                  <c:v>141.494538632</c:v>
                </c:pt>
                <c:pt idx="738">
                  <c:v>140.961334077</c:v>
                </c:pt>
                <c:pt idx="739">
                  <c:v>138.183079487</c:v>
                </c:pt>
                <c:pt idx="740">
                  <c:v>138.40759616</c:v>
                </c:pt>
                <c:pt idx="741">
                  <c:v>138.632102224</c:v>
                </c:pt>
                <c:pt idx="742">
                  <c:v>138.759398712</c:v>
                </c:pt>
                <c:pt idx="743">
                  <c:v>138.957488554</c:v>
                </c:pt>
                <c:pt idx="744">
                  <c:v>137.146651197</c:v>
                </c:pt>
                <c:pt idx="745">
                  <c:v>134.260482625</c:v>
                </c:pt>
                <c:pt idx="746">
                  <c:v>134.062445828</c:v>
                </c:pt>
                <c:pt idx="747">
                  <c:v>132.025192801</c:v>
                </c:pt>
                <c:pt idx="748">
                  <c:v>130.270890405</c:v>
                </c:pt>
                <c:pt idx="749">
                  <c:v>128.771244637</c:v>
                </c:pt>
                <c:pt idx="750">
                  <c:v>125.149463836</c:v>
                </c:pt>
                <c:pt idx="751">
                  <c:v>130.525547033</c:v>
                </c:pt>
                <c:pt idx="752">
                  <c:v>132.110032372</c:v>
                </c:pt>
                <c:pt idx="753">
                  <c:v>131.798819566</c:v>
                </c:pt>
                <c:pt idx="754">
                  <c:v>132.902328086</c:v>
                </c:pt>
                <c:pt idx="755">
                  <c:v>132.902328086</c:v>
                </c:pt>
                <c:pt idx="756">
                  <c:v>130.29915258</c:v>
                </c:pt>
                <c:pt idx="757">
                  <c:v>133.892671206</c:v>
                </c:pt>
                <c:pt idx="758">
                  <c:v>134.798111102</c:v>
                </c:pt>
                <c:pt idx="759">
                  <c:v>136.071394244</c:v>
                </c:pt>
                <c:pt idx="760">
                  <c:v>136.184559644</c:v>
                </c:pt>
                <c:pt idx="761">
                  <c:v>136.778776125</c:v>
                </c:pt>
                <c:pt idx="762">
                  <c:v>136.948529529</c:v>
                </c:pt>
                <c:pt idx="763">
                  <c:v>136.326008437</c:v>
                </c:pt>
                <c:pt idx="764">
                  <c:v>136.580707501</c:v>
                </c:pt>
                <c:pt idx="765">
                  <c:v>136.09964581</c:v>
                </c:pt>
                <c:pt idx="766">
                  <c:v>137.061737364</c:v>
                </c:pt>
                <c:pt idx="767">
                  <c:v>139.325331799</c:v>
                </c:pt>
                <c:pt idx="768">
                  <c:v>137.457821568</c:v>
                </c:pt>
                <c:pt idx="769">
                  <c:v>137.995428827</c:v>
                </c:pt>
                <c:pt idx="770">
                  <c:v>138.419870686</c:v>
                </c:pt>
                <c:pt idx="771">
                  <c:v>138.929173333</c:v>
                </c:pt>
                <c:pt idx="772">
                  <c:v>138.136930664</c:v>
                </c:pt>
                <c:pt idx="773">
                  <c:v>138.306705286</c:v>
                </c:pt>
                <c:pt idx="774">
                  <c:v>139.608271821</c:v>
                </c:pt>
                <c:pt idx="775">
                  <c:v>140.93811114</c:v>
                </c:pt>
                <c:pt idx="776">
                  <c:v>141.277681602</c:v>
                </c:pt>
                <c:pt idx="777">
                  <c:v>142.0982501</c:v>
                </c:pt>
                <c:pt idx="778">
                  <c:v>142.466082737</c:v>
                </c:pt>
                <c:pt idx="779">
                  <c:v>142.975374776</c:v>
                </c:pt>
                <c:pt idx="780">
                  <c:v>141.985074092</c:v>
                </c:pt>
                <c:pt idx="781">
                  <c:v>141.985074092</c:v>
                </c:pt>
                <c:pt idx="782">
                  <c:v>142.26804594</c:v>
                </c:pt>
                <c:pt idx="783">
                  <c:v>144.305277749</c:v>
                </c:pt>
                <c:pt idx="784">
                  <c:v>145.125814421</c:v>
                </c:pt>
                <c:pt idx="785">
                  <c:v>144.673110386</c:v>
                </c:pt>
                <c:pt idx="786">
                  <c:v>146.342541385</c:v>
                </c:pt>
                <c:pt idx="787">
                  <c:v>146.908442646</c:v>
                </c:pt>
                <c:pt idx="788">
                  <c:v>146.880116817</c:v>
                </c:pt>
                <c:pt idx="789">
                  <c:v>146.342541385</c:v>
                </c:pt>
                <c:pt idx="790">
                  <c:v>147.389451292</c:v>
                </c:pt>
                <c:pt idx="791">
                  <c:v>147.389451292</c:v>
                </c:pt>
                <c:pt idx="792">
                  <c:v>147.049933875</c:v>
                </c:pt>
                <c:pt idx="793">
                  <c:v>146.682058802</c:v>
                </c:pt>
                <c:pt idx="794">
                  <c:v>146.653743582</c:v>
                </c:pt>
                <c:pt idx="795">
                  <c:v>147.247981281</c:v>
                </c:pt>
                <c:pt idx="796">
                  <c:v>146.682058802</c:v>
                </c:pt>
                <c:pt idx="797">
                  <c:v>146.342541385</c:v>
                </c:pt>
                <c:pt idx="798">
                  <c:v>145.776608297</c:v>
                </c:pt>
                <c:pt idx="799">
                  <c:v>144.786318221</c:v>
                </c:pt>
                <c:pt idx="800">
                  <c:v>144.36189758</c:v>
                </c:pt>
                <c:pt idx="801">
                  <c:v>146.399129389</c:v>
                </c:pt>
                <c:pt idx="802">
                  <c:v>146.597187404</c:v>
                </c:pt>
                <c:pt idx="803">
                  <c:v>147.530921302</c:v>
                </c:pt>
                <c:pt idx="804">
                  <c:v>147.106479443</c:v>
                </c:pt>
                <c:pt idx="805">
                  <c:v>147.898711504</c:v>
                </c:pt>
                <c:pt idx="806">
                  <c:v>148.634472258</c:v>
                </c:pt>
                <c:pt idx="807">
                  <c:v>148.464665809</c:v>
                </c:pt>
                <c:pt idx="808">
                  <c:v>147.530337812</c:v>
                </c:pt>
                <c:pt idx="809">
                  <c:v>149.154023127</c:v>
                </c:pt>
                <c:pt idx="810">
                  <c:v>147.017544827</c:v>
                </c:pt>
                <c:pt idx="811">
                  <c:v>146.704231454</c:v>
                </c:pt>
                <c:pt idx="812">
                  <c:v>148.384897305</c:v>
                </c:pt>
                <c:pt idx="813">
                  <c:v>147.815166222</c:v>
                </c:pt>
                <c:pt idx="814">
                  <c:v>148.128490204</c:v>
                </c:pt>
                <c:pt idx="815">
                  <c:v>148.926143425</c:v>
                </c:pt>
                <c:pt idx="816">
                  <c:v>150.635304846</c:v>
                </c:pt>
                <c:pt idx="817">
                  <c:v>150.179503006</c:v>
                </c:pt>
                <c:pt idx="818">
                  <c:v>150.435857062</c:v>
                </c:pt>
                <c:pt idx="819">
                  <c:v>151.262037682</c:v>
                </c:pt>
                <c:pt idx="820">
                  <c:v>151.831768764</c:v>
                </c:pt>
                <c:pt idx="821">
                  <c:v>152.372983058</c:v>
                </c:pt>
                <c:pt idx="822">
                  <c:v>151.062589897</c:v>
                </c:pt>
                <c:pt idx="823">
                  <c:v>151.262037682</c:v>
                </c:pt>
                <c:pt idx="824">
                  <c:v>151.717754651</c:v>
                </c:pt>
                <c:pt idx="825">
                  <c:v>152.686317649</c:v>
                </c:pt>
                <c:pt idx="826">
                  <c:v>152.828774289</c:v>
                </c:pt>
                <c:pt idx="827">
                  <c:v>154.02521699</c:v>
                </c:pt>
                <c:pt idx="828">
                  <c:v>154.45251265</c:v>
                </c:pt>
                <c:pt idx="829">
                  <c:v>154.424017078</c:v>
                </c:pt>
                <c:pt idx="830">
                  <c:v>154.480965786</c:v>
                </c:pt>
                <c:pt idx="831">
                  <c:v>155.534973063</c:v>
                </c:pt>
                <c:pt idx="832">
                  <c:v>155.39253764</c:v>
                </c:pt>
                <c:pt idx="833">
                  <c:v>153.028147811</c:v>
                </c:pt>
                <c:pt idx="834">
                  <c:v>153.085117737</c:v>
                </c:pt>
                <c:pt idx="835">
                  <c:v>152.828774289</c:v>
                </c:pt>
                <c:pt idx="836">
                  <c:v>153.711839963</c:v>
                </c:pt>
                <c:pt idx="837">
                  <c:v>152.372983058</c:v>
                </c:pt>
                <c:pt idx="838">
                  <c:v>152.543892835</c:v>
                </c:pt>
                <c:pt idx="839">
                  <c:v>153.79730546</c:v>
                </c:pt>
                <c:pt idx="840">
                  <c:v>152.857269861</c:v>
                </c:pt>
                <c:pt idx="841">
                  <c:v>150.321970256</c:v>
                </c:pt>
                <c:pt idx="842">
                  <c:v>150.00858262</c:v>
                </c:pt>
                <c:pt idx="843">
                  <c:v>149.239478015</c:v>
                </c:pt>
                <c:pt idx="844">
                  <c:v>150.037110019</c:v>
                </c:pt>
                <c:pt idx="845">
                  <c:v>146.846613833</c:v>
                </c:pt>
                <c:pt idx="846">
                  <c:v>147.872114929</c:v>
                </c:pt>
                <c:pt idx="847">
                  <c:v>148.64126197</c:v>
                </c:pt>
                <c:pt idx="848">
                  <c:v>149.068578848</c:v>
                </c:pt>
                <c:pt idx="849">
                  <c:v>148.242472491</c:v>
                </c:pt>
                <c:pt idx="850">
                  <c:v>147.416334307</c:v>
                </c:pt>
                <c:pt idx="851">
                  <c:v>148.498847765</c:v>
                </c:pt>
                <c:pt idx="852">
                  <c:v>147.929127291</c:v>
                </c:pt>
                <c:pt idx="853">
                  <c:v>146.504762452</c:v>
                </c:pt>
                <c:pt idx="854">
                  <c:v>146.419360609</c:v>
                </c:pt>
                <c:pt idx="855">
                  <c:v>144.140457495</c:v>
                </c:pt>
                <c:pt idx="856">
                  <c:v>143.798606115</c:v>
                </c:pt>
                <c:pt idx="857">
                  <c:v>144.111919488</c:v>
                </c:pt>
                <c:pt idx="858">
                  <c:v>142.032464158</c:v>
                </c:pt>
                <c:pt idx="859">
                  <c:v>143.684666263</c:v>
                </c:pt>
                <c:pt idx="860">
                  <c:v>146.618755348</c:v>
                </c:pt>
                <c:pt idx="861">
                  <c:v>147.188475822</c:v>
                </c:pt>
                <c:pt idx="862">
                  <c:v>148.270968062</c:v>
                </c:pt>
                <c:pt idx="863">
                  <c:v>149.239478015</c:v>
                </c:pt>
                <c:pt idx="864">
                  <c:v>149.809251534</c:v>
                </c:pt>
                <c:pt idx="865">
                  <c:v>150.122586125</c:v>
                </c:pt>
                <c:pt idx="866">
                  <c:v>149.695269247</c:v>
                </c:pt>
                <c:pt idx="867">
                  <c:v>150.692264163</c:v>
                </c:pt>
                <c:pt idx="868">
                  <c:v>150.179503006</c:v>
                </c:pt>
                <c:pt idx="869">
                  <c:v>149.780692309</c:v>
                </c:pt>
                <c:pt idx="870">
                  <c:v>151.148076613</c:v>
                </c:pt>
                <c:pt idx="871">
                  <c:v>151.461400594</c:v>
                </c:pt>
                <c:pt idx="872">
                  <c:v>152.971209712</c:v>
                </c:pt>
                <c:pt idx="873">
                  <c:v>152.8002575</c:v>
                </c:pt>
                <c:pt idx="874">
                  <c:v>152.259000771</c:v>
                </c:pt>
                <c:pt idx="875">
                  <c:v>151.404462496</c:v>
                </c:pt>
                <c:pt idx="876">
                  <c:v>151.407316296</c:v>
                </c:pt>
                <c:pt idx="877">
                  <c:v>151.809299062</c:v>
                </c:pt>
                <c:pt idx="878">
                  <c:v>152.383591982</c:v>
                </c:pt>
                <c:pt idx="879">
                  <c:v>153.646976998</c:v>
                </c:pt>
                <c:pt idx="880">
                  <c:v>153.589561497</c:v>
                </c:pt>
                <c:pt idx="881">
                  <c:v>154.795531012</c:v>
                </c:pt>
                <c:pt idx="882">
                  <c:v>154.336164572</c:v>
                </c:pt>
                <c:pt idx="883">
                  <c:v>153.733121466</c:v>
                </c:pt>
                <c:pt idx="884">
                  <c:v>153.072684077</c:v>
                </c:pt>
                <c:pt idx="885">
                  <c:v>153.503395811</c:v>
                </c:pt>
                <c:pt idx="886">
                  <c:v>153.962794077</c:v>
                </c:pt>
                <c:pt idx="887">
                  <c:v>155.254992931</c:v>
                </c:pt>
                <c:pt idx="888">
                  <c:v>155.484707978</c:v>
                </c:pt>
                <c:pt idx="889">
                  <c:v>155.398531682</c:v>
                </c:pt>
                <c:pt idx="890">
                  <c:v>154.1638332</c:v>
                </c:pt>
                <c:pt idx="891">
                  <c:v>154.680668184</c:v>
                </c:pt>
                <c:pt idx="892">
                  <c:v>154.336164572</c:v>
                </c:pt>
                <c:pt idx="893">
                  <c:v>154.24995645</c:v>
                </c:pt>
                <c:pt idx="894">
                  <c:v>155.915366667</c:v>
                </c:pt>
                <c:pt idx="895">
                  <c:v>157.465914055</c:v>
                </c:pt>
                <c:pt idx="896">
                  <c:v>157.293603901</c:v>
                </c:pt>
                <c:pt idx="897">
                  <c:v>158.040196367</c:v>
                </c:pt>
                <c:pt idx="898">
                  <c:v>157.982770258</c:v>
                </c:pt>
                <c:pt idx="899">
                  <c:v>157.37973776</c:v>
                </c:pt>
                <c:pt idx="900">
                  <c:v>154.91038323</c:v>
                </c:pt>
                <c:pt idx="901">
                  <c:v>152.699462106</c:v>
                </c:pt>
                <c:pt idx="902">
                  <c:v>151.895432922</c:v>
                </c:pt>
                <c:pt idx="903">
                  <c:v>147.617097598</c:v>
                </c:pt>
                <c:pt idx="904">
                  <c:v>148.880503831</c:v>
                </c:pt>
                <c:pt idx="905">
                  <c:v>149.339923314</c:v>
                </c:pt>
                <c:pt idx="906">
                  <c:v>151.92416189</c:v>
                </c:pt>
                <c:pt idx="907">
                  <c:v>150.172607205</c:v>
                </c:pt>
                <c:pt idx="908">
                  <c:v>148.593341457</c:v>
                </c:pt>
                <c:pt idx="909">
                  <c:v>150.632037298</c:v>
                </c:pt>
                <c:pt idx="910">
                  <c:v>146.813110849</c:v>
                </c:pt>
                <c:pt idx="911">
                  <c:v>147.128970364</c:v>
                </c:pt>
                <c:pt idx="912">
                  <c:v>149.713187721</c:v>
                </c:pt>
                <c:pt idx="913">
                  <c:v>151.665707266</c:v>
                </c:pt>
                <c:pt idx="914">
                  <c:v>150.746910734</c:v>
                </c:pt>
                <c:pt idx="915">
                  <c:v>152.096461436</c:v>
                </c:pt>
                <c:pt idx="916">
                  <c:v>152.555838484</c:v>
                </c:pt>
                <c:pt idx="917">
                  <c:v>148.478563501</c:v>
                </c:pt>
                <c:pt idx="918">
                  <c:v>149.91416319</c:v>
                </c:pt>
                <c:pt idx="919">
                  <c:v>149.454796751</c:v>
                </c:pt>
                <c:pt idx="920">
                  <c:v>151.034062499</c:v>
                </c:pt>
                <c:pt idx="921">
                  <c:v>152.555838484</c:v>
                </c:pt>
                <c:pt idx="922">
                  <c:v>152.900437576</c:v>
                </c:pt>
                <c:pt idx="923">
                  <c:v>152.067732468</c:v>
                </c:pt>
                <c:pt idx="924">
                  <c:v>153.905399794</c:v>
                </c:pt>
                <c:pt idx="925">
                  <c:v>155.857919339</c:v>
                </c:pt>
                <c:pt idx="926">
                  <c:v>156.40350451</c:v>
                </c:pt>
                <c:pt idx="927">
                  <c:v>157.437174478</c:v>
                </c:pt>
                <c:pt idx="928">
                  <c:v>158.384742414</c:v>
                </c:pt>
                <c:pt idx="929">
                  <c:v>159.475827883</c:v>
                </c:pt>
                <c:pt idx="930">
                  <c:v>160.107525695</c:v>
                </c:pt>
                <c:pt idx="931">
                  <c:v>159.791708616</c:v>
                </c:pt>
                <c:pt idx="932">
                  <c:v>158.815485975</c:v>
                </c:pt>
                <c:pt idx="933">
                  <c:v>158.872880257</c:v>
                </c:pt>
                <c:pt idx="934">
                  <c:v>158.786682744</c:v>
                </c:pt>
                <c:pt idx="935">
                  <c:v>158.327305696</c:v>
                </c:pt>
                <c:pt idx="936">
                  <c:v>157.552069133</c:v>
                </c:pt>
                <c:pt idx="937">
                  <c:v>157.954083725</c:v>
                </c:pt>
                <c:pt idx="938">
                  <c:v>156.834184417</c:v>
                </c:pt>
                <c:pt idx="939">
                  <c:v>157.575886169</c:v>
                </c:pt>
                <c:pt idx="940">
                  <c:v>157.691746235</c:v>
                </c:pt>
                <c:pt idx="941">
                  <c:v>157.923519413</c:v>
                </c:pt>
                <c:pt idx="942">
                  <c:v>158.705747258</c:v>
                </c:pt>
                <c:pt idx="943">
                  <c:v>156.648825284</c:v>
                </c:pt>
                <c:pt idx="944">
                  <c:v>153.461936133</c:v>
                </c:pt>
                <c:pt idx="945">
                  <c:v>154.678769187</c:v>
                </c:pt>
                <c:pt idx="946">
                  <c:v>156.822620689</c:v>
                </c:pt>
                <c:pt idx="947">
                  <c:v>155.663765409</c:v>
                </c:pt>
                <c:pt idx="948">
                  <c:v>153.172195791</c:v>
                </c:pt>
                <c:pt idx="949">
                  <c:v>154.504910129</c:v>
                </c:pt>
                <c:pt idx="950">
                  <c:v>155.750631284</c:v>
                </c:pt>
                <c:pt idx="951">
                  <c:v>157.807648738</c:v>
                </c:pt>
                <c:pt idx="952">
                  <c:v>157.45995184</c:v>
                </c:pt>
                <c:pt idx="953">
                  <c:v>158.618817729</c:v>
                </c:pt>
                <c:pt idx="954">
                  <c:v>158.242200902</c:v>
                </c:pt>
                <c:pt idx="955">
                  <c:v>158.647822529</c:v>
                </c:pt>
                <c:pt idx="956">
                  <c:v>158.589876582</c:v>
                </c:pt>
                <c:pt idx="957">
                  <c:v>159.690807133</c:v>
                </c:pt>
                <c:pt idx="958">
                  <c:v>159.951521458</c:v>
                </c:pt>
                <c:pt idx="959">
                  <c:v>159.719727062</c:v>
                </c:pt>
                <c:pt idx="960">
                  <c:v>159.574862195</c:v>
                </c:pt>
                <c:pt idx="961">
                  <c:v>160.791674031</c:v>
                </c:pt>
                <c:pt idx="962">
                  <c:v>161.602885458</c:v>
                </c:pt>
                <c:pt idx="963">
                  <c:v>161.631879649</c:v>
                </c:pt>
                <c:pt idx="964">
                  <c:v>161.892647018</c:v>
                </c:pt>
                <c:pt idx="965">
                  <c:v>160.849641196</c:v>
                </c:pt>
                <c:pt idx="966">
                  <c:v>162.501026413</c:v>
                </c:pt>
                <c:pt idx="967">
                  <c:v>163.39915676</c:v>
                </c:pt>
                <c:pt idx="968">
                  <c:v>163.341178987</c:v>
                </c:pt>
                <c:pt idx="969">
                  <c:v>163.862671289</c:v>
                </c:pt>
                <c:pt idx="970">
                  <c:v>164.673861498</c:v>
                </c:pt>
                <c:pt idx="971">
                  <c:v>164.992596031</c:v>
                </c:pt>
                <c:pt idx="972">
                  <c:v>164.123449267</c:v>
                </c:pt>
                <c:pt idx="973">
                  <c:v>164.152443458</c:v>
                </c:pt>
                <c:pt idx="974">
                  <c:v>163.949558382</c:v>
                </c:pt>
                <c:pt idx="975">
                  <c:v>164.21033636</c:v>
                </c:pt>
                <c:pt idx="976">
                  <c:v>165.166370218</c:v>
                </c:pt>
                <c:pt idx="977">
                  <c:v>165.166370218</c:v>
                </c:pt>
                <c:pt idx="978">
                  <c:v>164.152443458</c:v>
                </c:pt>
                <c:pt idx="979">
                  <c:v>163.601925138</c:v>
                </c:pt>
                <c:pt idx="980">
                  <c:v>163.630919329</c:v>
                </c:pt>
                <c:pt idx="981">
                  <c:v>164.0075892</c:v>
                </c:pt>
                <c:pt idx="982">
                  <c:v>164.992596031</c:v>
                </c:pt>
                <c:pt idx="983">
                  <c:v>165.48511536</c:v>
                </c:pt>
                <c:pt idx="984">
                  <c:v>166.093484147</c:v>
                </c:pt>
                <c:pt idx="985">
                  <c:v>165.398164614</c:v>
                </c:pt>
                <c:pt idx="986">
                  <c:v>164.644909742</c:v>
                </c:pt>
                <c:pt idx="987">
                  <c:v>163.051470471</c:v>
                </c:pt>
                <c:pt idx="988">
                  <c:v>164.384195418</c:v>
                </c:pt>
                <c:pt idx="989">
                  <c:v>164.586963796</c:v>
                </c:pt>
                <c:pt idx="990">
                  <c:v>166.12245712</c:v>
                </c:pt>
                <c:pt idx="991">
                  <c:v>166.354240907</c:v>
                </c:pt>
                <c:pt idx="992">
                  <c:v>165.803754414</c:v>
                </c:pt>
                <c:pt idx="993">
                  <c:v>166.325267934</c:v>
                </c:pt>
                <c:pt idx="994">
                  <c:v>167.978403624</c:v>
                </c:pt>
                <c:pt idx="995">
                  <c:v>167.598720818</c:v>
                </c:pt>
                <c:pt idx="996">
                  <c:v>168.182922474</c:v>
                </c:pt>
                <c:pt idx="997">
                  <c:v>168.212107626</c:v>
                </c:pt>
                <c:pt idx="998">
                  <c:v>167.890869387</c:v>
                </c:pt>
                <c:pt idx="999">
                  <c:v>168.153726714</c:v>
                </c:pt>
                <c:pt idx="1000">
                  <c:v>169.5849237</c:v>
                </c:pt>
                <c:pt idx="1001">
                  <c:v>169.438870633</c:v>
                </c:pt>
                <c:pt idx="1002">
                  <c:v>169.322034546</c:v>
                </c:pt>
                <c:pt idx="1003">
                  <c:v>169.643378875</c:v>
                </c:pt>
                <c:pt idx="1004">
                  <c:v>169.847770418</c:v>
                </c:pt>
                <c:pt idx="1005">
                  <c:v>168.796298673</c:v>
                </c:pt>
                <c:pt idx="1006">
                  <c:v>169.175981479</c:v>
                </c:pt>
                <c:pt idx="1007">
                  <c:v>169.614161896</c:v>
                </c:pt>
                <c:pt idx="1008">
                  <c:v>168.387345844</c:v>
                </c:pt>
                <c:pt idx="1009">
                  <c:v>168.358203128</c:v>
                </c:pt>
                <c:pt idx="1010">
                  <c:v>168.124520344</c:v>
                </c:pt>
                <c:pt idx="1011">
                  <c:v>168.767060477</c:v>
                </c:pt>
                <c:pt idx="1012">
                  <c:v>169.847770418</c:v>
                </c:pt>
                <c:pt idx="1013">
                  <c:v>169.380457894</c:v>
                </c:pt>
                <c:pt idx="1014">
                  <c:v>170.636469706</c:v>
                </c:pt>
                <c:pt idx="1015">
                  <c:v>170.577993313</c:v>
                </c:pt>
                <c:pt idx="1016">
                  <c:v>170.870110055</c:v>
                </c:pt>
                <c:pt idx="1017">
                  <c:v>172.126058214</c:v>
                </c:pt>
                <c:pt idx="1018">
                  <c:v>172.768662</c:v>
                </c:pt>
                <c:pt idx="1019">
                  <c:v>172.301328259</c:v>
                </c:pt>
                <c:pt idx="1020">
                  <c:v>172.943900218</c:v>
                </c:pt>
                <c:pt idx="1021">
                  <c:v>173.148355415</c:v>
                </c:pt>
                <c:pt idx="1022">
                  <c:v>171.863232713</c:v>
                </c:pt>
                <c:pt idx="1023">
                  <c:v>169.438870633</c:v>
                </c:pt>
                <c:pt idx="1024">
                  <c:v>170.344352965</c:v>
                </c:pt>
                <c:pt idx="1025">
                  <c:v>169.146849372</c:v>
                </c:pt>
                <c:pt idx="1026">
                  <c:v>169.234415437</c:v>
                </c:pt>
                <c:pt idx="1027">
                  <c:v>166.19675142</c:v>
                </c:pt>
                <c:pt idx="1028">
                  <c:v>166.664063944</c:v>
                </c:pt>
                <c:pt idx="1029">
                  <c:v>168.679505022</c:v>
                </c:pt>
                <c:pt idx="1030">
                  <c:v>171.980026365</c:v>
                </c:pt>
                <c:pt idx="1031">
                  <c:v>172.272121889</c:v>
                </c:pt>
                <c:pt idx="1032">
                  <c:v>170.811686707</c:v>
                </c:pt>
                <c:pt idx="1033">
                  <c:v>171.600311733</c:v>
                </c:pt>
                <c:pt idx="1034">
                  <c:v>172.213677323</c:v>
                </c:pt>
                <c:pt idx="1035">
                  <c:v>172.680979238</c:v>
                </c:pt>
                <c:pt idx="1036">
                  <c:v>172.126058214</c:v>
                </c:pt>
                <c:pt idx="1037">
                  <c:v>171.892439083</c:v>
                </c:pt>
                <c:pt idx="1038">
                  <c:v>170.870110055</c:v>
                </c:pt>
                <c:pt idx="1039">
                  <c:v>171.600311733</c:v>
                </c:pt>
                <c:pt idx="1040">
                  <c:v>171.220628927</c:v>
                </c:pt>
                <c:pt idx="1041">
                  <c:v>169.993908355</c:v>
                </c:pt>
                <c:pt idx="1042">
                  <c:v>164.736316238</c:v>
                </c:pt>
                <c:pt idx="1043">
                  <c:v>160.09218519</c:v>
                </c:pt>
                <c:pt idx="1044">
                  <c:v>159.274311359</c:v>
                </c:pt>
                <c:pt idx="1045">
                  <c:v>152.439501016</c:v>
                </c:pt>
                <c:pt idx="1046">
                  <c:v>150.657753331</c:v>
                </c:pt>
                <c:pt idx="1047">
                  <c:v>157.171282999</c:v>
                </c:pt>
                <c:pt idx="1048">
                  <c:v>153.228115433</c:v>
                </c:pt>
                <c:pt idx="1049">
                  <c:v>160.150534276</c:v>
                </c:pt>
                <c:pt idx="1050">
                  <c:v>155.126677987</c:v>
                </c:pt>
                <c:pt idx="1051">
                  <c:v>152.527120125</c:v>
                </c:pt>
                <c:pt idx="1052">
                  <c:v>141.544697628</c:v>
                </c:pt>
                <c:pt idx="1053">
                  <c:v>148.05818486</c:v>
                </c:pt>
                <c:pt idx="1054">
                  <c:v>141.252633931</c:v>
                </c:pt>
                <c:pt idx="1055">
                  <c:v>127.203309221</c:v>
                </c:pt>
                <c:pt idx="1056">
                  <c:v>138.390165697</c:v>
                </c:pt>
                <c:pt idx="1057">
                  <c:v>124.632947119</c:v>
                </c:pt>
                <c:pt idx="1058">
                  <c:v>134.534649066</c:v>
                </c:pt>
                <c:pt idx="1059">
                  <c:v>128.079553356</c:v>
                </c:pt>
                <c:pt idx="1060">
                  <c:v>125.421582754</c:v>
                </c:pt>
                <c:pt idx="1061">
                  <c:v>118.411512975</c:v>
                </c:pt>
                <c:pt idx="1062">
                  <c:v>115.373848958</c:v>
                </c:pt>
                <c:pt idx="1063">
                  <c:v>124.632947119</c:v>
                </c:pt>
                <c:pt idx="1064">
                  <c:v>125.789924619</c:v>
                </c:pt>
                <c:pt idx="1065">
                  <c:v>134.201454568</c:v>
                </c:pt>
                <c:pt idx="1066">
                  <c:v>131.072935721</c:v>
                </c:pt>
                <c:pt idx="1067">
                  <c:v>134.998396991</c:v>
                </c:pt>
                <c:pt idx="1068">
                  <c:v>132.755267172</c:v>
                </c:pt>
                <c:pt idx="1069">
                  <c:v>128.564253907</c:v>
                </c:pt>
                <c:pt idx="1070">
                  <c:v>132.16500782</c:v>
                </c:pt>
                <c:pt idx="1071">
                  <c:v>130.748313234</c:v>
                </c:pt>
                <c:pt idx="1072">
                  <c:v>138.0383101</c:v>
                </c:pt>
                <c:pt idx="1073">
                  <c:v>138.126873403</c:v>
                </c:pt>
                <c:pt idx="1074">
                  <c:v>142.406439363</c:v>
                </c:pt>
                <c:pt idx="1075">
                  <c:v>143.793630529</c:v>
                </c:pt>
                <c:pt idx="1076">
                  <c:v>142.347421915</c:v>
                </c:pt>
                <c:pt idx="1077">
                  <c:v>146.361372226</c:v>
                </c:pt>
                <c:pt idx="1078">
                  <c:v>142.258890438</c:v>
                </c:pt>
                <c:pt idx="1079">
                  <c:v>142.81965698</c:v>
                </c:pt>
                <c:pt idx="1080">
                  <c:v>147.276317719</c:v>
                </c:pt>
                <c:pt idx="1081">
                  <c:v>144.413414518</c:v>
                </c:pt>
                <c:pt idx="1082">
                  <c:v>140.930769764</c:v>
                </c:pt>
                <c:pt idx="1083">
                  <c:v>143.498479635</c:v>
                </c:pt>
                <c:pt idx="1084">
                  <c:v>143.587011112</c:v>
                </c:pt>
                <c:pt idx="1085">
                  <c:v>146.12523878</c:v>
                </c:pt>
                <c:pt idx="1086">
                  <c:v>148.811047201</c:v>
                </c:pt>
                <c:pt idx="1087">
                  <c:v>149.932601501</c:v>
                </c:pt>
                <c:pt idx="1088">
                  <c:v>152.382255258</c:v>
                </c:pt>
                <c:pt idx="1089">
                  <c:v>149.489859247</c:v>
                </c:pt>
                <c:pt idx="1090">
                  <c:v>145.564493457</c:v>
                </c:pt>
                <c:pt idx="1091">
                  <c:v>145.830098495</c:v>
                </c:pt>
                <c:pt idx="1092">
                  <c:v>147.040194882</c:v>
                </c:pt>
                <c:pt idx="1093">
                  <c:v>145.918640581</c:v>
                </c:pt>
                <c:pt idx="1094">
                  <c:v>146.50893176</c:v>
                </c:pt>
                <c:pt idx="1095">
                  <c:v>149.962104921</c:v>
                </c:pt>
                <c:pt idx="1096">
                  <c:v>149.873541618</c:v>
                </c:pt>
                <c:pt idx="1097">
                  <c:v>146.863110711</c:v>
                </c:pt>
                <c:pt idx="1098">
                  <c:v>144.236340956</c:v>
                </c:pt>
                <c:pt idx="1099">
                  <c:v>145.977721682</c:v>
                </c:pt>
                <c:pt idx="1100">
                  <c:v>146.272798314</c:v>
                </c:pt>
                <c:pt idx="1101">
                  <c:v>151.37876768</c:v>
                </c:pt>
                <c:pt idx="1102">
                  <c:v>148.929124532</c:v>
                </c:pt>
                <c:pt idx="1103">
                  <c:v>150.758973082</c:v>
                </c:pt>
                <c:pt idx="1104">
                  <c:v>149.489859247</c:v>
                </c:pt>
                <c:pt idx="1105">
                  <c:v>149.666996463</c:v>
                </c:pt>
                <c:pt idx="1106">
                  <c:v>152.32323781</c:v>
                </c:pt>
                <c:pt idx="1107">
                  <c:v>155.658376075</c:v>
                </c:pt>
                <c:pt idx="1108">
                  <c:v>154.80245864</c:v>
                </c:pt>
                <c:pt idx="1109">
                  <c:v>155.009056839</c:v>
                </c:pt>
                <c:pt idx="1110">
                  <c:v>154.83195145</c:v>
                </c:pt>
                <c:pt idx="1111">
                  <c:v>157.134088109</c:v>
                </c:pt>
                <c:pt idx="1112">
                  <c:v>159.672315778</c:v>
                </c:pt>
                <c:pt idx="1113">
                  <c:v>160.144540234</c:v>
                </c:pt>
                <c:pt idx="1114">
                  <c:v>164.394581555</c:v>
                </c:pt>
                <c:pt idx="1115">
                  <c:v>166.755746271</c:v>
                </c:pt>
                <c:pt idx="1116">
                  <c:v>164.601264626</c:v>
                </c:pt>
                <c:pt idx="1117">
                  <c:v>162.505662514</c:v>
                </c:pt>
                <c:pt idx="1118">
                  <c:v>152.529867836</c:v>
                </c:pt>
                <c:pt idx="1119">
                  <c:v>153.946541204</c:v>
                </c:pt>
                <c:pt idx="1120">
                  <c:v>155.068053069</c:v>
                </c:pt>
                <c:pt idx="1121">
                  <c:v>158.196593135</c:v>
                </c:pt>
                <c:pt idx="1122">
                  <c:v>157.370200337</c:v>
                </c:pt>
                <c:pt idx="1123">
                  <c:v>157.222619585</c:v>
                </c:pt>
                <c:pt idx="1124">
                  <c:v>156.248624818</c:v>
                </c:pt>
                <c:pt idx="1125">
                  <c:v>155.333700544</c:v>
                </c:pt>
                <c:pt idx="1126">
                  <c:v>155.805978044</c:v>
                </c:pt>
                <c:pt idx="1127">
                  <c:v>150.811614566</c:v>
                </c:pt>
                <c:pt idx="1128">
                  <c:v>152.80578475</c:v>
                </c:pt>
                <c:pt idx="1129">
                  <c:v>148.906771528</c:v>
                </c:pt>
                <c:pt idx="1130">
                  <c:v>152.06168538</c:v>
                </c:pt>
                <c:pt idx="1131">
                  <c:v>154.026055095</c:v>
                </c:pt>
                <c:pt idx="1132">
                  <c:v>152.567646217</c:v>
                </c:pt>
                <c:pt idx="1133">
                  <c:v>153.847475065</c:v>
                </c:pt>
                <c:pt idx="1134">
                  <c:v>155.395179262</c:v>
                </c:pt>
                <c:pt idx="1135">
                  <c:v>152.924848711</c:v>
                </c:pt>
                <c:pt idx="1136">
                  <c:v>153.192713451</c:v>
                </c:pt>
                <c:pt idx="1137">
                  <c:v>149.918725028</c:v>
                </c:pt>
                <c:pt idx="1138">
                  <c:v>153.252208301</c:v>
                </c:pt>
                <c:pt idx="1139">
                  <c:v>153.877254317</c:v>
                </c:pt>
                <c:pt idx="1140">
                  <c:v>155.752339321</c:v>
                </c:pt>
                <c:pt idx="1141">
                  <c:v>158.728726189</c:v>
                </c:pt>
                <c:pt idx="1142">
                  <c:v>159.026338353</c:v>
                </c:pt>
                <c:pt idx="1143">
                  <c:v>158.788242256</c:v>
                </c:pt>
                <c:pt idx="1144">
                  <c:v>157.389360055</c:v>
                </c:pt>
                <c:pt idx="1145">
                  <c:v>159.770427113</c:v>
                </c:pt>
                <c:pt idx="1146">
                  <c:v>160.782359395</c:v>
                </c:pt>
                <c:pt idx="1147">
                  <c:v>160.960950033</c:v>
                </c:pt>
                <c:pt idx="1148">
                  <c:v>160.246640525</c:v>
                </c:pt>
                <c:pt idx="1149">
                  <c:v>161.377668595</c:v>
                </c:pt>
                <c:pt idx="1150">
                  <c:v>160.425241772</c:v>
                </c:pt>
                <c:pt idx="1151">
                  <c:v>162.776561406</c:v>
                </c:pt>
                <c:pt idx="1152">
                  <c:v>162.687276695</c:v>
                </c:pt>
                <c:pt idx="1153">
                  <c:v>162.181220379</c:v>
                </c:pt>
                <c:pt idx="1154">
                  <c:v>162.865877943</c:v>
                </c:pt>
                <c:pt idx="1155">
                  <c:v>163.461091663</c:v>
                </c:pt>
                <c:pt idx="1156">
                  <c:v>165.246881347</c:v>
                </c:pt>
                <c:pt idx="1157">
                  <c:v>165.008838295</c:v>
                </c:pt>
                <c:pt idx="1158">
                  <c:v>167.389905354</c:v>
                </c:pt>
                <c:pt idx="1159">
                  <c:v>169.532844488</c:v>
                </c:pt>
                <c:pt idx="1160">
                  <c:v>170.425765853</c:v>
                </c:pt>
                <c:pt idx="1161">
                  <c:v>171.407929492</c:v>
                </c:pt>
                <c:pt idx="1162">
                  <c:v>170.276954466</c:v>
                </c:pt>
                <c:pt idx="1163">
                  <c:v>170.931779734</c:v>
                </c:pt>
                <c:pt idx="1164">
                  <c:v>170.157901113</c:v>
                </c:pt>
                <c:pt idx="1165">
                  <c:v>169.413801744</c:v>
                </c:pt>
                <c:pt idx="1166">
                  <c:v>168.907840908</c:v>
                </c:pt>
                <c:pt idx="1167">
                  <c:v>167.866108156</c:v>
                </c:pt>
                <c:pt idx="1168">
                  <c:v>167.717286161</c:v>
                </c:pt>
                <c:pt idx="1169">
                  <c:v>171.199633865</c:v>
                </c:pt>
                <c:pt idx="1170">
                  <c:v>170.306701891</c:v>
                </c:pt>
                <c:pt idx="1171">
                  <c:v>169.711413909</c:v>
                </c:pt>
                <c:pt idx="1172">
                  <c:v>170.75314666</c:v>
                </c:pt>
                <c:pt idx="1173">
                  <c:v>172.241366616</c:v>
                </c:pt>
                <c:pt idx="1174">
                  <c:v>170.485260703</c:v>
                </c:pt>
                <c:pt idx="1175">
                  <c:v>171.021043226</c:v>
                </c:pt>
                <c:pt idx="1176">
                  <c:v>174.235504973</c:v>
                </c:pt>
                <c:pt idx="1177">
                  <c:v>170.336481143</c:v>
                </c:pt>
                <c:pt idx="1178">
                  <c:v>170.634146352</c:v>
                </c:pt>
                <c:pt idx="1179">
                  <c:v>166.497015816</c:v>
                </c:pt>
                <c:pt idx="1180">
                  <c:v>168.46138553</c:v>
                </c:pt>
                <c:pt idx="1181">
                  <c:v>165.961233292</c:v>
                </c:pt>
                <c:pt idx="1182">
                  <c:v>167.122072441</c:v>
                </c:pt>
                <c:pt idx="1183">
                  <c:v>169.62221407</c:v>
                </c:pt>
                <c:pt idx="1184">
                  <c:v>169.354285677</c:v>
                </c:pt>
                <c:pt idx="1185">
                  <c:v>170.425765853</c:v>
                </c:pt>
                <c:pt idx="1186">
                  <c:v>170.009100336</c:v>
                </c:pt>
                <c:pt idx="1187">
                  <c:v>168.46138553</c:v>
                </c:pt>
                <c:pt idx="1188">
                  <c:v>164.115906321</c:v>
                </c:pt>
                <c:pt idx="1189">
                  <c:v>164.115906321</c:v>
                </c:pt>
                <c:pt idx="1190">
                  <c:v>160.908510119</c:v>
                </c:pt>
                <c:pt idx="1191">
                  <c:v>161.449618323</c:v>
                </c:pt>
                <c:pt idx="1192">
                  <c:v>163.132957622</c:v>
                </c:pt>
                <c:pt idx="1193">
                  <c:v>166.710021806</c:v>
                </c:pt>
                <c:pt idx="1194">
                  <c:v>165.086803283</c:v>
                </c:pt>
                <c:pt idx="1195">
                  <c:v>166.229044987</c:v>
                </c:pt>
                <c:pt idx="1196">
                  <c:v>166.138922171</c:v>
                </c:pt>
                <c:pt idx="1197">
                  <c:v>166.890384134</c:v>
                </c:pt>
                <c:pt idx="1198">
                  <c:v>170.527579703</c:v>
                </c:pt>
                <c:pt idx="1199">
                  <c:v>169.415414301</c:v>
                </c:pt>
                <c:pt idx="1200">
                  <c:v>172.872205105</c:v>
                </c:pt>
                <c:pt idx="1201">
                  <c:v>175.457356048</c:v>
                </c:pt>
                <c:pt idx="1202">
                  <c:v>175.78804684</c:v>
                </c:pt>
                <c:pt idx="1203">
                  <c:v>176.900191024</c:v>
                </c:pt>
                <c:pt idx="1204">
                  <c:v>175.427311573</c:v>
                </c:pt>
                <c:pt idx="1205">
                  <c:v>175.337061451</c:v>
                </c:pt>
                <c:pt idx="1206">
                  <c:v>176.238904921</c:v>
                </c:pt>
                <c:pt idx="1207">
                  <c:v>176.539466367</c:v>
                </c:pt>
                <c:pt idx="1208">
                  <c:v>174.285038043</c:v>
                </c:pt>
                <c:pt idx="1209">
                  <c:v>174.765961817</c:v>
                </c:pt>
                <c:pt idx="1210">
                  <c:v>173.503510387</c:v>
                </c:pt>
                <c:pt idx="1211">
                  <c:v>175.487442958</c:v>
                </c:pt>
                <c:pt idx="1212">
                  <c:v>176.449332943</c:v>
                </c:pt>
                <c:pt idx="1213">
                  <c:v>172.421357633</c:v>
                </c:pt>
                <c:pt idx="1214">
                  <c:v>169.956448242</c:v>
                </c:pt>
                <c:pt idx="1215">
                  <c:v>164.726078625</c:v>
                </c:pt>
                <c:pt idx="1216">
                  <c:v>166.890384134</c:v>
                </c:pt>
                <c:pt idx="1217">
                  <c:v>166.860371486</c:v>
                </c:pt>
                <c:pt idx="1218">
                  <c:v>170.587721697</c:v>
                </c:pt>
                <c:pt idx="1219">
                  <c:v>173.623720113</c:v>
                </c:pt>
                <c:pt idx="1220">
                  <c:v>171.549590464</c:v>
                </c:pt>
                <c:pt idx="1221">
                  <c:v>175.637675941</c:v>
                </c:pt>
                <c:pt idx="1222">
                  <c:v>174.435355897</c:v>
                </c:pt>
                <c:pt idx="1223">
                  <c:v>182.731725968</c:v>
                </c:pt>
                <c:pt idx="1224">
                  <c:v>184.655590808</c:v>
                </c:pt>
                <c:pt idx="1225">
                  <c:v>184.62548268</c:v>
                </c:pt>
                <c:pt idx="1226">
                  <c:v>181.439240673</c:v>
                </c:pt>
                <c:pt idx="1227">
                  <c:v>184.896052695</c:v>
                </c:pt>
                <c:pt idx="1228">
                  <c:v>189.014225083</c:v>
                </c:pt>
                <c:pt idx="1229">
                  <c:v>188.623392297</c:v>
                </c:pt>
                <c:pt idx="1230">
                  <c:v>186.669567854</c:v>
                </c:pt>
                <c:pt idx="1231">
                  <c:v>187.240731142</c:v>
                </c:pt>
                <c:pt idx="1232">
                  <c:v>185.948160975</c:v>
                </c:pt>
                <c:pt idx="1233">
                  <c:v>188.924028005</c:v>
                </c:pt>
                <c:pt idx="1234">
                  <c:v>193.613300027</c:v>
                </c:pt>
                <c:pt idx="1235">
                  <c:v>191.809740393</c:v>
                </c:pt>
                <c:pt idx="1236">
                  <c:v>191.418992479</c:v>
                </c:pt>
                <c:pt idx="1237">
                  <c:v>188.833852145</c:v>
                </c:pt>
                <c:pt idx="1238">
                  <c:v>191.298729709</c:v>
                </c:pt>
                <c:pt idx="1239">
                  <c:v>192.170443833</c:v>
                </c:pt>
                <c:pt idx="1240">
                  <c:v>192.591236222</c:v>
                </c:pt>
                <c:pt idx="1241">
                  <c:v>195.747539843</c:v>
                </c:pt>
                <c:pt idx="1242">
                  <c:v>194.454990894</c:v>
                </c:pt>
                <c:pt idx="1243">
                  <c:v>195.687408458</c:v>
                </c:pt>
                <c:pt idx="1244">
                  <c:v>195.867781396</c:v>
                </c:pt>
                <c:pt idx="1245">
                  <c:v>194.96362518</c:v>
                </c:pt>
                <c:pt idx="1246">
                  <c:v>193.871415165</c:v>
                </c:pt>
                <c:pt idx="1247">
                  <c:v>191.383537453</c:v>
                </c:pt>
                <c:pt idx="1248">
                  <c:v>193.932055778</c:v>
                </c:pt>
                <c:pt idx="1249">
                  <c:v>194.144446451</c:v>
                </c:pt>
                <c:pt idx="1250">
                  <c:v>194.569249013</c:v>
                </c:pt>
                <c:pt idx="1251">
                  <c:v>193.992781263</c:v>
                </c:pt>
                <c:pt idx="1252">
                  <c:v>192.657796615</c:v>
                </c:pt>
                <c:pt idx="1253">
                  <c:v>191.595906907</c:v>
                </c:pt>
                <c:pt idx="1254">
                  <c:v>193.325267722</c:v>
                </c:pt>
                <c:pt idx="1255">
                  <c:v>193.659024492</c:v>
                </c:pt>
                <c:pt idx="1256">
                  <c:v>193.750070284</c:v>
                </c:pt>
                <c:pt idx="1257">
                  <c:v>192.627476309</c:v>
                </c:pt>
                <c:pt idx="1258">
                  <c:v>193.476975345</c:v>
                </c:pt>
                <c:pt idx="1259">
                  <c:v>194.599526884</c:v>
                </c:pt>
                <c:pt idx="1260">
                  <c:v>191.838660322</c:v>
                </c:pt>
                <c:pt idx="1261">
                  <c:v>193.385950771</c:v>
                </c:pt>
                <c:pt idx="1262">
                  <c:v>198.725783273</c:v>
                </c:pt>
                <c:pt idx="1263">
                  <c:v>200.060746703</c:v>
                </c:pt>
                <c:pt idx="1264">
                  <c:v>199.453958646</c:v>
                </c:pt>
                <c:pt idx="1265">
                  <c:v>200.273094939</c:v>
                </c:pt>
                <c:pt idx="1266">
                  <c:v>202.063181239</c:v>
                </c:pt>
                <c:pt idx="1267">
                  <c:v>201.304643123</c:v>
                </c:pt>
                <c:pt idx="1268">
                  <c:v>202.275529476</c:v>
                </c:pt>
                <c:pt idx="1269">
                  <c:v>199.848377248</c:v>
                </c:pt>
                <c:pt idx="1270">
                  <c:v>201.152977936</c:v>
                </c:pt>
                <c:pt idx="1271">
                  <c:v>201.426051657</c:v>
                </c:pt>
                <c:pt idx="1272">
                  <c:v>200.87994665</c:v>
                </c:pt>
                <c:pt idx="1273">
                  <c:v>199.393275597</c:v>
                </c:pt>
                <c:pt idx="1274">
                  <c:v>199.757331457</c:v>
                </c:pt>
                <c:pt idx="1275">
                  <c:v>199.514641695</c:v>
                </c:pt>
                <c:pt idx="1276">
                  <c:v>195.691800553</c:v>
                </c:pt>
                <c:pt idx="1277">
                  <c:v>197.148151299</c:v>
                </c:pt>
                <c:pt idx="1278">
                  <c:v>192.839845763</c:v>
                </c:pt>
                <c:pt idx="1279">
                  <c:v>194.872600606</c:v>
                </c:pt>
                <c:pt idx="1280">
                  <c:v>196.966102152</c:v>
                </c:pt>
                <c:pt idx="1281">
                  <c:v>197.724555396</c:v>
                </c:pt>
                <c:pt idx="1282">
                  <c:v>199.393275597</c:v>
                </c:pt>
                <c:pt idx="1283">
                  <c:v>200.333777989</c:v>
                </c:pt>
                <c:pt idx="1284">
                  <c:v>202.730652345</c:v>
                </c:pt>
                <c:pt idx="1285">
                  <c:v>202.943043017</c:v>
                </c:pt>
                <c:pt idx="1286">
                  <c:v>203.094708205</c:v>
                </c:pt>
                <c:pt idx="1287">
                  <c:v>202.366532832</c:v>
                </c:pt>
                <c:pt idx="1288">
                  <c:v>203.337419184</c:v>
                </c:pt>
                <c:pt idx="1289">
                  <c:v>204.39933011</c:v>
                </c:pt>
                <c:pt idx="1290">
                  <c:v>204.672361396</c:v>
                </c:pt>
                <c:pt idx="1291">
                  <c:v>203.97450633</c:v>
                </c:pt>
                <c:pt idx="1292">
                  <c:v>205.673589273</c:v>
                </c:pt>
                <c:pt idx="1293">
                  <c:v>207.402928869</c:v>
                </c:pt>
                <c:pt idx="1294">
                  <c:v>207.888393264</c:v>
                </c:pt>
                <c:pt idx="1295">
                  <c:v>211.468502209</c:v>
                </c:pt>
                <c:pt idx="1296">
                  <c:v>207.190580633</c:v>
                </c:pt>
                <c:pt idx="1297">
                  <c:v>204.520738644</c:v>
                </c:pt>
                <c:pt idx="1298">
                  <c:v>209.648095603</c:v>
                </c:pt>
                <c:pt idx="1299">
                  <c:v>208.88962114</c:v>
                </c:pt>
                <c:pt idx="1300">
                  <c:v>209.435726148</c:v>
                </c:pt>
                <c:pt idx="1301">
                  <c:v>207.342330692</c:v>
                </c:pt>
                <c:pt idx="1302">
                  <c:v>212.894468995</c:v>
                </c:pt>
                <c:pt idx="1303">
                  <c:v>215.716124696</c:v>
                </c:pt>
                <c:pt idx="1304">
                  <c:v>214.502484928</c:v>
                </c:pt>
                <c:pt idx="1305">
                  <c:v>218.052231131</c:v>
                </c:pt>
                <c:pt idx="1306">
                  <c:v>218.082551438</c:v>
                </c:pt>
                <c:pt idx="1307">
                  <c:v>220.115285063</c:v>
                </c:pt>
                <c:pt idx="1308">
                  <c:v>220.357996042</c:v>
                </c:pt>
                <c:pt idx="1309">
                  <c:v>218.537674307</c:v>
                </c:pt>
                <c:pt idx="1310">
                  <c:v>219.508581877</c:v>
                </c:pt>
                <c:pt idx="1311">
                  <c:v>219.205166631</c:v>
                </c:pt>
                <c:pt idx="1312">
                  <c:v>218.385966684</c:v>
                </c:pt>
                <c:pt idx="1313">
                  <c:v>219.144462364</c:v>
                </c:pt>
                <c:pt idx="1314">
                  <c:v>216.717288919</c:v>
                </c:pt>
                <c:pt idx="1315">
                  <c:v>217.154228091</c:v>
                </c:pt>
                <c:pt idx="1316">
                  <c:v>219.995849789</c:v>
                </c:pt>
                <c:pt idx="1317">
                  <c:v>225.09850917</c:v>
                </c:pt>
                <c:pt idx="1318">
                  <c:v>224.701268594</c:v>
                </c:pt>
                <c:pt idx="1319">
                  <c:v>223.662442688</c:v>
                </c:pt>
                <c:pt idx="1320">
                  <c:v>222.806939001</c:v>
                </c:pt>
                <c:pt idx="1321">
                  <c:v>224.029108343</c:v>
                </c:pt>
                <c:pt idx="1322">
                  <c:v>226.870666387</c:v>
                </c:pt>
                <c:pt idx="1323">
                  <c:v>226.04573762</c:v>
                </c:pt>
                <c:pt idx="1324">
                  <c:v>225.526261014</c:v>
                </c:pt>
                <c:pt idx="1325">
                  <c:v>225.617943341</c:v>
                </c:pt>
                <c:pt idx="1326">
                  <c:v>226.901262526</c:v>
                </c:pt>
                <c:pt idx="1327">
                  <c:v>227.512357806</c:v>
                </c:pt>
                <c:pt idx="1328">
                  <c:v>226.229059839</c:v>
                </c:pt>
                <c:pt idx="1329">
                  <c:v>226.809580198</c:v>
                </c:pt>
                <c:pt idx="1330">
                  <c:v>227.848469758</c:v>
                </c:pt>
                <c:pt idx="1331">
                  <c:v>229.742926659</c:v>
                </c:pt>
                <c:pt idx="1332">
                  <c:v>228.704015881</c:v>
                </c:pt>
                <c:pt idx="1333">
                  <c:v>227.329035587</c:v>
                </c:pt>
                <c:pt idx="1334">
                  <c:v>229.895652738</c:v>
                </c:pt>
                <c:pt idx="1335">
                  <c:v>226.992923635</c:v>
                </c:pt>
                <c:pt idx="1336">
                  <c:v>229.040149051</c:v>
                </c:pt>
                <c:pt idx="1337">
                  <c:v>228.612354772</c:v>
                </c:pt>
                <c:pt idx="1338">
                  <c:v>228.337371444</c:v>
                </c:pt>
                <c:pt idx="1339">
                  <c:v>226.962369932</c:v>
                </c:pt>
                <c:pt idx="1340">
                  <c:v>228.887295664</c:v>
                </c:pt>
                <c:pt idx="1341">
                  <c:v>227.726276163</c:v>
                </c:pt>
                <c:pt idx="1342">
                  <c:v>230.048442472</c:v>
                </c:pt>
                <c:pt idx="1343">
                  <c:v>231.453912815</c:v>
                </c:pt>
                <c:pt idx="1344">
                  <c:v>232.58450592</c:v>
                </c:pt>
                <c:pt idx="1345">
                  <c:v>235.517788727</c:v>
                </c:pt>
                <c:pt idx="1346">
                  <c:v>236.526039712</c:v>
                </c:pt>
                <c:pt idx="1347">
                  <c:v>236.77053299</c:v>
                </c:pt>
                <c:pt idx="1348">
                  <c:v>234.326151869</c:v>
                </c:pt>
                <c:pt idx="1349">
                  <c:v>230.170657284</c:v>
                </c:pt>
                <c:pt idx="1350">
                  <c:v>234.234427106</c:v>
                </c:pt>
                <c:pt idx="1351">
                  <c:v>236.37333485</c:v>
                </c:pt>
                <c:pt idx="1352">
                  <c:v>236.526039712</c:v>
                </c:pt>
                <c:pt idx="1353">
                  <c:v>233.928890075</c:v>
                </c:pt>
                <c:pt idx="1354">
                  <c:v>232.981682843</c:v>
                </c:pt>
                <c:pt idx="1355">
                  <c:v>234.356684355</c:v>
                </c:pt>
                <c:pt idx="1356">
                  <c:v>234.692753871</c:v>
                </c:pt>
                <c:pt idx="1357">
                  <c:v>235.426063964</c:v>
                </c:pt>
                <c:pt idx="1358">
                  <c:v>233.77612156</c:v>
                </c:pt>
                <c:pt idx="1359">
                  <c:v>233.745589074</c:v>
                </c:pt>
                <c:pt idx="1360">
                  <c:v>234.662221386</c:v>
                </c:pt>
                <c:pt idx="1361">
                  <c:v>235.059419526</c:v>
                </c:pt>
                <c:pt idx="1362">
                  <c:v>235.212272913</c:v>
                </c:pt>
                <c:pt idx="1363">
                  <c:v>235.915029303</c:v>
                </c:pt>
                <c:pt idx="1364">
                  <c:v>235.762154698</c:v>
                </c:pt>
                <c:pt idx="1365">
                  <c:v>237.25939224</c:v>
                </c:pt>
                <c:pt idx="1366">
                  <c:v>236.220523898</c:v>
                </c:pt>
                <c:pt idx="1367">
                  <c:v>235.976094273</c:v>
                </c:pt>
                <c:pt idx="1368">
                  <c:v>235.242762963</c:v>
                </c:pt>
                <c:pt idx="1369">
                  <c:v>235.915029303</c:v>
                </c:pt>
                <c:pt idx="1370">
                  <c:v>236.281631305</c:v>
                </c:pt>
                <c:pt idx="1371">
                  <c:v>235.120505715</c:v>
                </c:pt>
                <c:pt idx="1372">
                  <c:v>234.998333338</c:v>
                </c:pt>
                <c:pt idx="1373">
                  <c:v>233.226154903</c:v>
                </c:pt>
                <c:pt idx="1374">
                  <c:v>230.140124799</c:v>
                </c:pt>
                <c:pt idx="1375">
                  <c:v>226.015183917</c:v>
                </c:pt>
                <c:pt idx="1376">
                  <c:v>230.109549878</c:v>
                </c:pt>
                <c:pt idx="1377">
                  <c:v>230.415108127</c:v>
                </c:pt>
                <c:pt idx="1378">
                  <c:v>229.368728667</c:v>
                </c:pt>
                <c:pt idx="1379">
                  <c:v>230.907447104</c:v>
                </c:pt>
                <c:pt idx="1380">
                  <c:v>232.415463314</c:v>
                </c:pt>
                <c:pt idx="1381">
                  <c:v>231.738444176</c:v>
                </c:pt>
                <c:pt idx="1382">
                  <c:v>231.492253469</c:v>
                </c:pt>
                <c:pt idx="1383">
                  <c:v>232.723228219</c:v>
                </c:pt>
                <c:pt idx="1384">
                  <c:v>233.800394779</c:v>
                </c:pt>
                <c:pt idx="1385">
                  <c:v>234.108096031</c:v>
                </c:pt>
                <c:pt idx="1386">
                  <c:v>231.615359431</c:v>
                </c:pt>
                <c:pt idx="1387">
                  <c:v>232.661696456</c:v>
                </c:pt>
                <c:pt idx="1388">
                  <c:v>230.568937535</c:v>
                </c:pt>
                <c:pt idx="1389">
                  <c:v>233.985032505</c:v>
                </c:pt>
                <c:pt idx="1390">
                  <c:v>234.538988117</c:v>
                </c:pt>
                <c:pt idx="1391">
                  <c:v>233.277141396</c:v>
                </c:pt>
                <c:pt idx="1392">
                  <c:v>233.554161637</c:v>
                </c:pt>
                <c:pt idx="1393">
                  <c:v>234.015819604</c:v>
                </c:pt>
                <c:pt idx="1394">
                  <c:v>232.200038489</c:v>
                </c:pt>
                <c:pt idx="1395">
                  <c:v>228.445455168</c:v>
                </c:pt>
                <c:pt idx="1396">
                  <c:v>231.492253469</c:v>
                </c:pt>
                <c:pt idx="1397">
                  <c:v>233.277141396</c:v>
                </c:pt>
                <c:pt idx="1398">
                  <c:v>231.492253469</c:v>
                </c:pt>
                <c:pt idx="1399">
                  <c:v>233.307970931</c:v>
                </c:pt>
                <c:pt idx="1400">
                  <c:v>233.892692424</c:v>
                </c:pt>
                <c:pt idx="1401">
                  <c:v>233.708012263</c:v>
                </c:pt>
                <c:pt idx="1402">
                  <c:v>233.400311011</c:v>
                </c:pt>
                <c:pt idx="1403">
                  <c:v>234.846710586</c:v>
                </c:pt>
                <c:pt idx="1404">
                  <c:v>234.231223211</c:v>
                </c:pt>
                <c:pt idx="1405">
                  <c:v>233.831160661</c:v>
                </c:pt>
                <c:pt idx="1406">
                  <c:v>236.570151621</c:v>
                </c:pt>
                <c:pt idx="1407">
                  <c:v>233.584906301</c:v>
                </c:pt>
                <c:pt idx="1408">
                  <c:v>234.877497686</c:v>
                </c:pt>
                <c:pt idx="1409">
                  <c:v>235.616112241</c:v>
                </c:pt>
                <c:pt idx="1410">
                  <c:v>235.431474515</c:v>
                </c:pt>
                <c:pt idx="1411">
                  <c:v>237.554935664</c:v>
                </c:pt>
                <c:pt idx="1412">
                  <c:v>238.816761167</c:v>
                </c:pt>
                <c:pt idx="1413">
                  <c:v>239.032143557</c:v>
                </c:pt>
                <c:pt idx="1414">
                  <c:v>239.524546187</c:v>
                </c:pt>
                <c:pt idx="1415">
                  <c:v>240.447840903</c:v>
                </c:pt>
                <c:pt idx="1416">
                  <c:v>238.816761167</c:v>
                </c:pt>
                <c:pt idx="1417">
                  <c:v>235.400687416</c:v>
                </c:pt>
                <c:pt idx="1418">
                  <c:v>235.431474515</c:v>
                </c:pt>
                <c:pt idx="1419">
                  <c:v>236.724023464</c:v>
                </c:pt>
                <c:pt idx="1420">
                  <c:v>238.201231357</c:v>
                </c:pt>
                <c:pt idx="1421">
                  <c:v>238.016572413</c:v>
                </c:pt>
                <c:pt idx="1422">
                  <c:v>238.47823038</c:v>
                </c:pt>
                <c:pt idx="1423">
                  <c:v>237.277979076</c:v>
                </c:pt>
                <c:pt idx="1424">
                  <c:v>239.247568381</c:v>
                </c:pt>
                <c:pt idx="1425">
                  <c:v>238.93986713</c:v>
                </c:pt>
                <c:pt idx="1426">
                  <c:v>239.124483637</c:v>
                </c:pt>
                <c:pt idx="1427">
                  <c:v>238.016572413</c:v>
                </c:pt>
                <c:pt idx="1428">
                  <c:v>239.524546187</c:v>
                </c:pt>
                <c:pt idx="1429">
                  <c:v>239.401482661</c:v>
                </c:pt>
                <c:pt idx="1430">
                  <c:v>236.231578398</c:v>
                </c:pt>
                <c:pt idx="1431">
                  <c:v>236.354769231</c:v>
                </c:pt>
                <c:pt idx="1432">
                  <c:v>235.092922511</c:v>
                </c:pt>
                <c:pt idx="1433">
                  <c:v>233.985032505</c:v>
                </c:pt>
                <c:pt idx="1434">
                  <c:v>235.12370961</c:v>
                </c:pt>
                <c:pt idx="1435">
                  <c:v>233.492608656</c:v>
                </c:pt>
                <c:pt idx="1436">
                  <c:v>235.585367577</c:v>
                </c:pt>
                <c:pt idx="1437">
                  <c:v>234.015819604</c:v>
                </c:pt>
                <c:pt idx="1438">
                  <c:v>232.507782177</c:v>
                </c:pt>
                <c:pt idx="1439">
                  <c:v>229.276367368</c:v>
                </c:pt>
                <c:pt idx="1440">
                  <c:v>228.445455168</c:v>
                </c:pt>
                <c:pt idx="1441">
                  <c:v>230.45247276</c:v>
                </c:pt>
                <c:pt idx="1442">
                  <c:v>233.554543558</c:v>
                </c:pt>
                <c:pt idx="1443">
                  <c:v>234.019850996</c:v>
                </c:pt>
                <c:pt idx="1444">
                  <c:v>235.539918944</c:v>
                </c:pt>
                <c:pt idx="1445">
                  <c:v>232.748031885</c:v>
                </c:pt>
                <c:pt idx="1446">
                  <c:v>233.864748517</c:v>
                </c:pt>
                <c:pt idx="1447">
                  <c:v>230.297391499</c:v>
                </c:pt>
                <c:pt idx="1448">
                  <c:v>233.368484237</c:v>
                </c:pt>
                <c:pt idx="1449">
                  <c:v>232.437826927</c:v>
                </c:pt>
                <c:pt idx="1450">
                  <c:v>233.833749239</c:v>
                </c:pt>
                <c:pt idx="1451">
                  <c:v>234.206037624</c:v>
                </c:pt>
                <c:pt idx="1452">
                  <c:v>235.974184667</c:v>
                </c:pt>
                <c:pt idx="1453">
                  <c:v>235.912186111</c:v>
                </c:pt>
                <c:pt idx="1454">
                  <c:v>234.764406548</c:v>
                </c:pt>
                <c:pt idx="1455">
                  <c:v>233.61658455</c:v>
                </c:pt>
                <c:pt idx="1456">
                  <c:v>234.206037624</c:v>
                </c:pt>
                <c:pt idx="1457">
                  <c:v>237.804372702</c:v>
                </c:pt>
                <c:pt idx="1458">
                  <c:v>238.859090777</c:v>
                </c:pt>
                <c:pt idx="1459">
                  <c:v>238.083578382</c:v>
                </c:pt>
                <c:pt idx="1460">
                  <c:v>240.192929661</c:v>
                </c:pt>
                <c:pt idx="1461">
                  <c:v>242.519572936</c:v>
                </c:pt>
                <c:pt idx="1462">
                  <c:v>241.309709946</c:v>
                </c:pt>
                <c:pt idx="1463">
                  <c:v>241.961182793</c:v>
                </c:pt>
                <c:pt idx="1464">
                  <c:v>242.550572214</c:v>
                </c:pt>
                <c:pt idx="1465">
                  <c:v>241.899099366</c:v>
                </c:pt>
                <c:pt idx="1466">
                  <c:v>238.579906315</c:v>
                </c:pt>
                <c:pt idx="1467">
                  <c:v>240.53419755</c:v>
                </c:pt>
                <c:pt idx="1468">
                  <c:v>240.441157281</c:v>
                </c:pt>
                <c:pt idx="1469">
                  <c:v>240.96850571</c:v>
                </c:pt>
                <c:pt idx="1470">
                  <c:v>242.612634423</c:v>
                </c:pt>
                <c:pt idx="1471">
                  <c:v>244.039534794</c:v>
                </c:pt>
                <c:pt idx="1472">
                  <c:v>243.233023121</c:v>
                </c:pt>
                <c:pt idx="1473">
                  <c:v>244.721985702</c:v>
                </c:pt>
                <c:pt idx="1474">
                  <c:v>244.535862727</c:v>
                </c:pt>
                <c:pt idx="1475">
                  <c:v>244.070597726</c:v>
                </c:pt>
                <c:pt idx="1476">
                  <c:v>244.380781466</c:v>
                </c:pt>
                <c:pt idx="1477">
                  <c:v>244.815110843</c:v>
                </c:pt>
                <c:pt idx="1478">
                  <c:v>245.497540533</c:v>
                </c:pt>
                <c:pt idx="1479">
                  <c:v>245.65266423</c:v>
                </c:pt>
                <c:pt idx="1480">
                  <c:v>245.931785039</c:v>
                </c:pt>
                <c:pt idx="1481">
                  <c:v>244.970170886</c:v>
                </c:pt>
                <c:pt idx="1482">
                  <c:v>244.008535516</c:v>
                </c:pt>
                <c:pt idx="1483">
                  <c:v>242.457489508</c:v>
                </c:pt>
                <c:pt idx="1484">
                  <c:v>243.605247853</c:v>
                </c:pt>
                <c:pt idx="1485">
                  <c:v>244.970170886</c:v>
                </c:pt>
                <c:pt idx="1486">
                  <c:v>244.225721423</c:v>
                </c:pt>
                <c:pt idx="1487">
                  <c:v>239.758663937</c:v>
                </c:pt>
                <c:pt idx="1488">
                  <c:v>240.565218046</c:v>
                </c:pt>
                <c:pt idx="1489">
                  <c:v>235.508856012</c:v>
                </c:pt>
                <c:pt idx="1490">
                  <c:v>234.423138659</c:v>
                </c:pt>
                <c:pt idx="1491">
                  <c:v>237.928497121</c:v>
                </c:pt>
                <c:pt idx="1492">
                  <c:v>238.362762844</c:v>
                </c:pt>
                <c:pt idx="1493">
                  <c:v>240.720362961</c:v>
                </c:pt>
                <c:pt idx="1494">
                  <c:v>243.295021677</c:v>
                </c:pt>
                <c:pt idx="1495">
                  <c:v>242.732260658</c:v>
                </c:pt>
                <c:pt idx="1496">
                  <c:v>242.200647441</c:v>
                </c:pt>
                <c:pt idx="1497">
                  <c:v>244.764676015</c:v>
                </c:pt>
                <c:pt idx="1498">
                  <c:v>243.951650462</c:v>
                </c:pt>
                <c:pt idx="1499">
                  <c:v>243.795338566</c:v>
                </c:pt>
                <c:pt idx="1500">
                  <c:v>246.984593507</c:v>
                </c:pt>
                <c:pt idx="1501">
                  <c:v>248.766914074</c:v>
                </c:pt>
                <c:pt idx="1502">
                  <c:v>245.796478813</c:v>
                </c:pt>
                <c:pt idx="1503">
                  <c:v>244.170555014</c:v>
                </c:pt>
                <c:pt idx="1504">
                  <c:v>246.109166259</c:v>
                </c:pt>
                <c:pt idx="1505">
                  <c:v>247.48497405</c:v>
                </c:pt>
                <c:pt idx="1506">
                  <c:v>248.891993296</c:v>
                </c:pt>
                <c:pt idx="1507">
                  <c:v>251.831111011</c:v>
                </c:pt>
                <c:pt idx="1508">
                  <c:v>252.331470335</c:v>
                </c:pt>
                <c:pt idx="1509">
                  <c:v>252.831744788</c:v>
                </c:pt>
                <c:pt idx="1510">
                  <c:v>252.362745445</c:v>
                </c:pt>
                <c:pt idx="1511">
                  <c:v>252.737940676</c:v>
                </c:pt>
                <c:pt idx="1512">
                  <c:v>252.675390456</c:v>
                </c:pt>
                <c:pt idx="1513">
                  <c:v>255.739651047</c:v>
                </c:pt>
                <c:pt idx="1514">
                  <c:v>254.113684813</c:v>
                </c:pt>
                <c:pt idx="1515">
                  <c:v>254.86411771</c:v>
                </c:pt>
                <c:pt idx="1516">
                  <c:v>255.301905596</c:v>
                </c:pt>
                <c:pt idx="1517">
                  <c:v>255.301905596</c:v>
                </c:pt>
                <c:pt idx="1518">
                  <c:v>256.208629172</c:v>
                </c:pt>
                <c:pt idx="1519">
                  <c:v>256.083592386</c:v>
                </c:pt>
                <c:pt idx="1520">
                  <c:v>255.739651047</c:v>
                </c:pt>
                <c:pt idx="1521">
                  <c:v>255.489492603</c:v>
                </c:pt>
                <c:pt idx="1522">
                  <c:v>252.519014906</c:v>
                </c:pt>
                <c:pt idx="1523">
                  <c:v>249.611151083</c:v>
                </c:pt>
                <c:pt idx="1524">
                  <c:v>246.109166259</c:v>
                </c:pt>
                <c:pt idx="1525">
                  <c:v>242.826043552</c:v>
                </c:pt>
                <c:pt idx="1526">
                  <c:v>243.82657124</c:v>
                </c:pt>
                <c:pt idx="1527">
                  <c:v>243.982989226</c:v>
                </c:pt>
                <c:pt idx="1528">
                  <c:v>242.044314327</c:v>
                </c:pt>
                <c:pt idx="1529">
                  <c:v>241.075040531</c:v>
                </c:pt>
                <c:pt idx="1530">
                  <c:v>244.107983577</c:v>
                </c:pt>
                <c:pt idx="1531">
                  <c:v>245.827732705</c:v>
                </c:pt>
                <c:pt idx="1532">
                  <c:v>247.297302172</c:v>
                </c:pt>
                <c:pt idx="1533">
                  <c:v>249.298484855</c:v>
                </c:pt>
                <c:pt idx="1534">
                  <c:v>246.546890492</c:v>
                </c:pt>
                <c:pt idx="1535">
                  <c:v>245.577595479</c:v>
                </c:pt>
                <c:pt idx="1536">
                  <c:v>246.202949154</c:v>
                </c:pt>
                <c:pt idx="1537">
                  <c:v>248.204110619</c:v>
                </c:pt>
                <c:pt idx="1538">
                  <c:v>249.360992639</c:v>
                </c:pt>
                <c:pt idx="1539">
                  <c:v>245.171125138</c:v>
                </c:pt>
                <c:pt idx="1540">
                  <c:v>243.482714773</c:v>
                </c:pt>
                <c:pt idx="1541">
                  <c:v>241.606568876</c:v>
                </c:pt>
                <c:pt idx="1542">
                  <c:v>244.014200682</c:v>
                </c:pt>
                <c:pt idx="1543">
                  <c:v>244.326888129</c:v>
                </c:pt>
                <c:pt idx="1544">
                  <c:v>241.606568876</c:v>
                </c:pt>
                <c:pt idx="1545">
                  <c:v>241.825452211</c:v>
                </c:pt>
                <c:pt idx="1546">
                  <c:v>239.636746175</c:v>
                </c:pt>
                <c:pt idx="1547">
                  <c:v>236.603718258</c:v>
                </c:pt>
                <c:pt idx="1548">
                  <c:v>234.946561785</c:v>
                </c:pt>
                <c:pt idx="1549">
                  <c:v>242.075631873</c:v>
                </c:pt>
                <c:pt idx="1550">
                  <c:v>241.075040531</c:v>
                </c:pt>
                <c:pt idx="1551">
                  <c:v>236.791326483</c:v>
                </c:pt>
                <c:pt idx="1552">
                  <c:v>242.325684228</c:v>
                </c:pt>
                <c:pt idx="1553">
                  <c:v>243.232492675</c:v>
                </c:pt>
                <c:pt idx="1554">
                  <c:v>242.763472114</c:v>
                </c:pt>
                <c:pt idx="1555">
                  <c:v>238.448525391</c:v>
                </c:pt>
                <c:pt idx="1556">
                  <c:v>236.009618475</c:v>
                </c:pt>
                <c:pt idx="1557">
                  <c:v>239.636746175</c:v>
                </c:pt>
                <c:pt idx="1558">
                  <c:v>238.042076268</c:v>
                </c:pt>
                <c:pt idx="1559">
                  <c:v>236.697543588</c:v>
                </c:pt>
                <c:pt idx="1560">
                  <c:v>238.042076268</c:v>
                </c:pt>
                <c:pt idx="1561">
                  <c:v>241.137548316</c:v>
                </c:pt>
                <c:pt idx="1562">
                  <c:v>243.576455232</c:v>
                </c:pt>
                <c:pt idx="1563">
                  <c:v>245.733949811</c:v>
                </c:pt>
                <c:pt idx="1564">
                  <c:v>246.265499374</c:v>
                </c:pt>
                <c:pt idx="1565">
                  <c:v>246.671948497</c:v>
                </c:pt>
                <c:pt idx="1566">
                  <c:v>248.391697625</c:v>
                </c:pt>
                <c:pt idx="1567">
                  <c:v>245.364059042</c:v>
                </c:pt>
                <c:pt idx="1568">
                  <c:v>247.693015063</c:v>
                </c:pt>
                <c:pt idx="1569">
                  <c:v>250.084966878</c:v>
                </c:pt>
                <c:pt idx="1570">
                  <c:v>249.581403658</c:v>
                </c:pt>
                <c:pt idx="1571">
                  <c:v>251.97329182</c:v>
                </c:pt>
                <c:pt idx="1572">
                  <c:v>251.312398247</c:v>
                </c:pt>
                <c:pt idx="1573">
                  <c:v>248.290955276</c:v>
                </c:pt>
                <c:pt idx="1574">
                  <c:v>249.361056292</c:v>
                </c:pt>
                <c:pt idx="1575">
                  <c:v>249.707267941</c:v>
                </c:pt>
                <c:pt idx="1576">
                  <c:v>248.228044353</c:v>
                </c:pt>
                <c:pt idx="1577">
                  <c:v>248.542768713</c:v>
                </c:pt>
                <c:pt idx="1578">
                  <c:v>249.549958806</c:v>
                </c:pt>
                <c:pt idx="1579">
                  <c:v>250.084966878</c:v>
                </c:pt>
                <c:pt idx="1580">
                  <c:v>248.322442565</c:v>
                </c:pt>
                <c:pt idx="1581">
                  <c:v>247.598574415</c:v>
                </c:pt>
                <c:pt idx="1582">
                  <c:v>249.109306509</c:v>
                </c:pt>
                <c:pt idx="1583">
                  <c:v>247.693015063</c:v>
                </c:pt>
                <c:pt idx="1584">
                  <c:v>247.283871273</c:v>
                </c:pt>
                <c:pt idx="1585">
                  <c:v>249.990547448</c:v>
                </c:pt>
                <c:pt idx="1586">
                  <c:v>252.53989327</c:v>
                </c:pt>
                <c:pt idx="1587">
                  <c:v>250.368203949</c:v>
                </c:pt>
                <c:pt idx="1588">
                  <c:v>244.734525451</c:v>
                </c:pt>
                <c:pt idx="1589">
                  <c:v>245.238109889</c:v>
                </c:pt>
                <c:pt idx="1590">
                  <c:v>241.05216769</c:v>
                </c:pt>
                <c:pt idx="1591">
                  <c:v>241.429866627</c:v>
                </c:pt>
                <c:pt idx="1592">
                  <c:v>244.860410952</c:v>
                </c:pt>
                <c:pt idx="1593">
                  <c:v>238.062254443</c:v>
                </c:pt>
                <c:pt idx="1594">
                  <c:v>238.974961452</c:v>
                </c:pt>
                <c:pt idx="1595">
                  <c:v>240.768930618</c:v>
                </c:pt>
                <c:pt idx="1596">
                  <c:v>248.039247929</c:v>
                </c:pt>
                <c:pt idx="1597">
                  <c:v>241.870497705</c:v>
                </c:pt>
                <c:pt idx="1598">
                  <c:v>242.43695063</c:v>
                </c:pt>
                <c:pt idx="1599">
                  <c:v>239.163800312</c:v>
                </c:pt>
                <c:pt idx="1600">
                  <c:v>237.967835013</c:v>
                </c:pt>
                <c:pt idx="1601">
                  <c:v>236.0794252</c:v>
                </c:pt>
                <c:pt idx="1602">
                  <c:v>237.495716647</c:v>
                </c:pt>
                <c:pt idx="1603">
                  <c:v>240.139439463</c:v>
                </c:pt>
                <c:pt idx="1604">
                  <c:v>240.957769478</c:v>
                </c:pt>
                <c:pt idx="1605">
                  <c:v>245.332550536</c:v>
                </c:pt>
                <c:pt idx="1606">
                  <c:v>237.684576724</c:v>
                </c:pt>
                <c:pt idx="1607">
                  <c:v>234.159634187</c:v>
                </c:pt>
                <c:pt idx="1608">
                  <c:v>235.198226697</c:v>
                </c:pt>
                <c:pt idx="1609">
                  <c:v>238.156673873</c:v>
                </c:pt>
                <c:pt idx="1610">
                  <c:v>239.541456813</c:v>
                </c:pt>
                <c:pt idx="1611">
                  <c:v>241.933429846</c:v>
                </c:pt>
                <c:pt idx="1612">
                  <c:v>245.206601382</c:v>
                </c:pt>
                <c:pt idx="1613">
                  <c:v>249.014865862</c:v>
                </c:pt>
                <c:pt idx="1614">
                  <c:v>247.346782196</c:v>
                </c:pt>
                <c:pt idx="1615">
                  <c:v>245.269554741</c:v>
                </c:pt>
                <c:pt idx="1616">
                  <c:v>247.346782196</c:v>
                </c:pt>
                <c:pt idx="1617">
                  <c:v>245.647274896</c:v>
                </c:pt>
                <c:pt idx="1618">
                  <c:v>245.899003461</c:v>
                </c:pt>
                <c:pt idx="1619">
                  <c:v>248.259510424</c:v>
                </c:pt>
                <c:pt idx="1620">
                  <c:v>244.514199303</c:v>
                </c:pt>
                <c:pt idx="1621">
                  <c:v>240.045083686</c:v>
                </c:pt>
                <c:pt idx="1622">
                  <c:v>235.103786049</c:v>
                </c:pt>
                <c:pt idx="1623">
                  <c:v>228.431493824</c:v>
                </c:pt>
                <c:pt idx="1624">
                  <c:v>227.0781133</c:v>
                </c:pt>
                <c:pt idx="1625">
                  <c:v>227.833447521</c:v>
                </c:pt>
                <c:pt idx="1626">
                  <c:v>222.168345388</c:v>
                </c:pt>
                <c:pt idx="1627">
                  <c:v>221.287146885</c:v>
                </c:pt>
                <c:pt idx="1628">
                  <c:v>226.511681593</c:v>
                </c:pt>
                <c:pt idx="1629">
                  <c:v>225.348370565</c:v>
                </c:pt>
                <c:pt idx="1630">
                  <c:v>226.015778017</c:v>
                </c:pt>
                <c:pt idx="1631">
                  <c:v>232.054759874</c:v>
                </c:pt>
                <c:pt idx="1632">
                  <c:v>232.086522995</c:v>
                </c:pt>
                <c:pt idx="1633">
                  <c:v>229.670976931</c:v>
                </c:pt>
                <c:pt idx="1634">
                  <c:v>228.367819058</c:v>
                </c:pt>
                <c:pt idx="1635">
                  <c:v>227.668584831</c:v>
                </c:pt>
                <c:pt idx="1636">
                  <c:v>229.384896668</c:v>
                </c:pt>
                <c:pt idx="1637">
                  <c:v>227.732111072</c:v>
                </c:pt>
                <c:pt idx="1638">
                  <c:v>228.336034719</c:v>
                </c:pt>
                <c:pt idx="1639">
                  <c:v>230.878739354</c:v>
                </c:pt>
                <c:pt idx="1640">
                  <c:v>230.43382227</c:v>
                </c:pt>
                <c:pt idx="1641">
                  <c:v>229.162406299</c:v>
                </c:pt>
                <c:pt idx="1642">
                  <c:v>228.240702922</c:v>
                </c:pt>
                <c:pt idx="1643">
                  <c:v>226.556132988</c:v>
                </c:pt>
                <c:pt idx="1644">
                  <c:v>224.998721625</c:v>
                </c:pt>
                <c:pt idx="1645">
                  <c:v>228.240702922</c:v>
                </c:pt>
                <c:pt idx="1646">
                  <c:v>226.46080119</c:v>
                </c:pt>
                <c:pt idx="1647">
                  <c:v>230.751644436</c:v>
                </c:pt>
                <c:pt idx="1648">
                  <c:v>230.211310684</c:v>
                </c:pt>
                <c:pt idx="1649">
                  <c:v>230.401995496</c:v>
                </c:pt>
                <c:pt idx="1650">
                  <c:v>229.416723442</c:v>
                </c:pt>
                <c:pt idx="1651">
                  <c:v>230.497327294</c:v>
                </c:pt>
                <c:pt idx="1652">
                  <c:v>229.829877405</c:v>
                </c:pt>
                <c:pt idx="1653">
                  <c:v>233.103664259</c:v>
                </c:pt>
                <c:pt idx="1654">
                  <c:v>234.661033186</c:v>
                </c:pt>
                <c:pt idx="1655">
                  <c:v>236.568072271</c:v>
                </c:pt>
                <c:pt idx="1656">
                  <c:v>236.79056264</c:v>
                </c:pt>
                <c:pt idx="1657">
                  <c:v>234.661033186</c:v>
                </c:pt>
                <c:pt idx="1658">
                  <c:v>237.108384806</c:v>
                </c:pt>
                <c:pt idx="1659">
                  <c:v>236.472761692</c:v>
                </c:pt>
                <c:pt idx="1660">
                  <c:v>237.140190362</c:v>
                </c:pt>
                <c:pt idx="1661">
                  <c:v>237.394443852</c:v>
                </c:pt>
                <c:pt idx="1662">
                  <c:v>237.299090836</c:v>
                </c:pt>
                <c:pt idx="1663">
                  <c:v>241.399206834</c:v>
                </c:pt>
                <c:pt idx="1664">
                  <c:v>241.844187572</c:v>
                </c:pt>
                <c:pt idx="1665">
                  <c:v>245.499407704</c:v>
                </c:pt>
                <c:pt idx="1666">
                  <c:v>246.007914682</c:v>
                </c:pt>
                <c:pt idx="1667">
                  <c:v>247.501799804</c:v>
                </c:pt>
                <c:pt idx="1668">
                  <c:v>245.912582885</c:v>
                </c:pt>
                <c:pt idx="1669">
                  <c:v>247.406404353</c:v>
                </c:pt>
                <c:pt idx="1670">
                  <c:v>245.467559712</c:v>
                </c:pt>
                <c:pt idx="1671">
                  <c:v>240.922420541</c:v>
                </c:pt>
                <c:pt idx="1672">
                  <c:v>240.445719119</c:v>
                </c:pt>
                <c:pt idx="1673">
                  <c:v>240.541072134</c:v>
                </c:pt>
                <c:pt idx="1674">
                  <c:v>243.210914122</c:v>
                </c:pt>
                <c:pt idx="1675">
                  <c:v>236.059522857</c:v>
                </c:pt>
                <c:pt idx="1676">
                  <c:v>234.533917051</c:v>
                </c:pt>
                <c:pt idx="1677">
                  <c:v>232.054759874</c:v>
                </c:pt>
                <c:pt idx="1678">
                  <c:v>230.115978887</c:v>
                </c:pt>
                <c:pt idx="1679">
                  <c:v>231.037639828</c:v>
                </c:pt>
                <c:pt idx="1680">
                  <c:v>228.939852277</c:v>
                </c:pt>
                <c:pt idx="1681">
                  <c:v>228.145349907</c:v>
                </c:pt>
                <c:pt idx="1682">
                  <c:v>231.482663001</c:v>
                </c:pt>
                <c:pt idx="1683">
                  <c:v>233.326112192</c:v>
                </c:pt>
                <c:pt idx="1684">
                  <c:v>236.059522857</c:v>
                </c:pt>
                <c:pt idx="1685">
                  <c:v>237.013031791</c:v>
                </c:pt>
                <c:pt idx="1686">
                  <c:v>227.891053982</c:v>
                </c:pt>
                <c:pt idx="1687">
                  <c:v>228.081760012</c:v>
                </c:pt>
                <c:pt idx="1688">
                  <c:v>226.270031506</c:v>
                </c:pt>
                <c:pt idx="1689">
                  <c:v>226.270031506</c:v>
                </c:pt>
                <c:pt idx="1690">
                  <c:v>228.081760012</c:v>
                </c:pt>
                <c:pt idx="1691">
                  <c:v>225.697977069</c:v>
                </c:pt>
                <c:pt idx="1692">
                  <c:v>222.609464476</c:v>
                </c:pt>
                <c:pt idx="1693">
                  <c:v>221.87184716</c:v>
                </c:pt>
                <c:pt idx="1694">
                  <c:v>218.311831518</c:v>
                </c:pt>
                <c:pt idx="1695">
                  <c:v>215.906512458</c:v>
                </c:pt>
                <c:pt idx="1696">
                  <c:v>214.912265254</c:v>
                </c:pt>
                <c:pt idx="1697">
                  <c:v>218.953289541</c:v>
                </c:pt>
                <c:pt idx="1698">
                  <c:v>215.617822399</c:v>
                </c:pt>
                <c:pt idx="1699">
                  <c:v>213.052096398</c:v>
                </c:pt>
                <c:pt idx="1700">
                  <c:v>218.760864865</c:v>
                </c:pt>
                <c:pt idx="1701">
                  <c:v>224.469590897</c:v>
                </c:pt>
                <c:pt idx="1702">
                  <c:v>224.084762762</c:v>
                </c:pt>
                <c:pt idx="1703">
                  <c:v>221.198328967</c:v>
                </c:pt>
                <c:pt idx="1704">
                  <c:v>216.77243411</c:v>
                </c:pt>
                <c:pt idx="1705">
                  <c:v>216.066834528</c:v>
                </c:pt>
                <c:pt idx="1706">
                  <c:v>215.585825883</c:v>
                </c:pt>
                <c:pt idx="1707">
                  <c:v>215.393337553</c:v>
                </c:pt>
                <c:pt idx="1708">
                  <c:v>221.711461437</c:v>
                </c:pt>
                <c:pt idx="1709">
                  <c:v>217.894943214</c:v>
                </c:pt>
                <c:pt idx="1710">
                  <c:v>221.486934154</c:v>
                </c:pt>
                <c:pt idx="1711">
                  <c:v>224.469590897</c:v>
                </c:pt>
                <c:pt idx="1712">
                  <c:v>222.00010906</c:v>
                </c:pt>
                <c:pt idx="1713">
                  <c:v>219.787129804</c:v>
                </c:pt>
                <c:pt idx="1714">
                  <c:v>224.822422514</c:v>
                </c:pt>
                <c:pt idx="1715">
                  <c:v>228.831365413</c:v>
                </c:pt>
                <c:pt idx="1716">
                  <c:v>231.108443792</c:v>
                </c:pt>
                <c:pt idx="1717">
                  <c:v>232.134751167</c:v>
                </c:pt>
                <c:pt idx="1718">
                  <c:v>232.583742078</c:v>
                </c:pt>
                <c:pt idx="1719">
                  <c:v>237.971845187</c:v>
                </c:pt>
                <c:pt idx="1720">
                  <c:v>236.945452941</c:v>
                </c:pt>
                <c:pt idx="1721">
                  <c:v>237.554808357</c:v>
                </c:pt>
                <c:pt idx="1722">
                  <c:v>233.2252001</c:v>
                </c:pt>
                <c:pt idx="1723">
                  <c:v>231.365052462</c:v>
                </c:pt>
                <c:pt idx="1724">
                  <c:v>235.630540378</c:v>
                </c:pt>
                <c:pt idx="1725">
                  <c:v>238.100043433</c:v>
                </c:pt>
                <c:pt idx="1726">
                  <c:v>240.697893259</c:v>
                </c:pt>
                <c:pt idx="1727">
                  <c:v>236.592706195</c:v>
                </c:pt>
                <c:pt idx="1728">
                  <c:v>246.053872544</c:v>
                </c:pt>
                <c:pt idx="1729">
                  <c:v>246.695266913</c:v>
                </c:pt>
                <c:pt idx="1730">
                  <c:v>245.252028798</c:v>
                </c:pt>
                <c:pt idx="1731">
                  <c:v>246.085932714</c:v>
                </c:pt>
                <c:pt idx="1732">
                  <c:v>244.289884199</c:v>
                </c:pt>
                <c:pt idx="1733">
                  <c:v>245.155784633</c:v>
                </c:pt>
                <c:pt idx="1734">
                  <c:v>246.759408472</c:v>
                </c:pt>
                <c:pt idx="1735">
                  <c:v>247.432926665</c:v>
                </c:pt>
                <c:pt idx="1736">
                  <c:v>251.089059164</c:v>
                </c:pt>
                <c:pt idx="1737">
                  <c:v>250.992878653</c:v>
                </c:pt>
                <c:pt idx="1738">
                  <c:v>251.570152682</c:v>
                </c:pt>
                <c:pt idx="1739">
                  <c:v>247.978119305</c:v>
                </c:pt>
                <c:pt idx="1740">
                  <c:v>248.715800275</c:v>
                </c:pt>
                <c:pt idx="1741">
                  <c:v>253.141695132</c:v>
                </c:pt>
                <c:pt idx="1742">
                  <c:v>253.558625873</c:v>
                </c:pt>
                <c:pt idx="1743">
                  <c:v>253.398240149</c:v>
                </c:pt>
                <c:pt idx="1744">
                  <c:v>249.036508068</c:v>
                </c:pt>
                <c:pt idx="1745">
                  <c:v>246.053872544</c:v>
                </c:pt>
                <c:pt idx="1746">
                  <c:v>246.095926321</c:v>
                </c:pt>
                <c:pt idx="1747">
                  <c:v>247.584888902</c:v>
                </c:pt>
                <c:pt idx="1748">
                  <c:v>246.031190663</c:v>
                </c:pt>
                <c:pt idx="1749">
                  <c:v>249.138544706</c:v>
                </c:pt>
                <c:pt idx="1750">
                  <c:v>250.368500999</c:v>
                </c:pt>
                <c:pt idx="1751">
                  <c:v>249.332709246</c:v>
                </c:pt>
                <c:pt idx="1752">
                  <c:v>244.315663886</c:v>
                </c:pt>
                <c:pt idx="1753">
                  <c:v>242.211723159</c:v>
                </c:pt>
                <c:pt idx="1754">
                  <c:v>241.402538037</c:v>
                </c:pt>
                <c:pt idx="1755">
                  <c:v>241.758573549</c:v>
                </c:pt>
                <c:pt idx="1756">
                  <c:v>245.1572911</c:v>
                </c:pt>
                <c:pt idx="1757">
                  <c:v>243.053307937</c:v>
                </c:pt>
                <c:pt idx="1758">
                  <c:v>244.671763053</c:v>
                </c:pt>
                <c:pt idx="1759">
                  <c:v>245.513262959</c:v>
                </c:pt>
                <c:pt idx="1760">
                  <c:v>242.503065449</c:v>
                </c:pt>
                <c:pt idx="1761">
                  <c:v>245.254362761</c:v>
                </c:pt>
                <c:pt idx="1762">
                  <c:v>244.509870862</c:v>
                </c:pt>
                <c:pt idx="1763">
                  <c:v>244.186192569</c:v>
                </c:pt>
                <c:pt idx="1764">
                  <c:v>246.613790371</c:v>
                </c:pt>
                <c:pt idx="1765">
                  <c:v>245.1572911</c:v>
                </c:pt>
                <c:pt idx="1766">
                  <c:v>251.274885089</c:v>
                </c:pt>
                <c:pt idx="1767">
                  <c:v>249.462222998</c:v>
                </c:pt>
                <c:pt idx="1768">
                  <c:v>250.724600166</c:v>
                </c:pt>
                <c:pt idx="1769">
                  <c:v>251.663235387</c:v>
                </c:pt>
                <c:pt idx="1770">
                  <c:v>252.084048994</c:v>
                </c:pt>
                <c:pt idx="1771">
                  <c:v>252.310634407</c:v>
                </c:pt>
                <c:pt idx="1772">
                  <c:v>249.785922509</c:v>
                </c:pt>
                <c:pt idx="1773">
                  <c:v>244.995420127</c:v>
                </c:pt>
                <c:pt idx="1774">
                  <c:v>242.891458182</c:v>
                </c:pt>
                <c:pt idx="1775">
                  <c:v>245.804562814</c:v>
                </c:pt>
                <c:pt idx="1776">
                  <c:v>247.746653786</c:v>
                </c:pt>
                <c:pt idx="1777">
                  <c:v>247.552574118</c:v>
                </c:pt>
                <c:pt idx="1778">
                  <c:v>247.584888902</c:v>
                </c:pt>
                <c:pt idx="1779">
                  <c:v>247.552574118</c:v>
                </c:pt>
                <c:pt idx="1780">
                  <c:v>247.164096513</c:v>
                </c:pt>
                <c:pt idx="1781">
                  <c:v>246.160704416</c:v>
                </c:pt>
                <c:pt idx="1782">
                  <c:v>249.591715533</c:v>
                </c:pt>
                <c:pt idx="1783">
                  <c:v>250.756936168</c:v>
                </c:pt>
                <c:pt idx="1784">
                  <c:v>252.569598259</c:v>
                </c:pt>
                <c:pt idx="1785">
                  <c:v>250.562729193</c:v>
                </c:pt>
                <c:pt idx="1786">
                  <c:v>249.268037241</c:v>
                </c:pt>
                <c:pt idx="1787">
                  <c:v>250.562729193</c:v>
                </c:pt>
                <c:pt idx="1788">
                  <c:v>248.458809683</c:v>
                </c:pt>
                <c:pt idx="1789">
                  <c:v>246.322532953</c:v>
                </c:pt>
                <c:pt idx="1790">
                  <c:v>248.588302218</c:v>
                </c:pt>
                <c:pt idx="1791">
                  <c:v>251.339557094</c:v>
                </c:pt>
                <c:pt idx="1792">
                  <c:v>249.688765976</c:v>
                </c:pt>
                <c:pt idx="1793">
                  <c:v>250.17433646</c:v>
                </c:pt>
                <c:pt idx="1794">
                  <c:v>248.426452463</c:v>
                </c:pt>
                <c:pt idx="1795">
                  <c:v>248.944316513</c:v>
                </c:pt>
                <c:pt idx="1796">
                  <c:v>244.218571008</c:v>
                </c:pt>
                <c:pt idx="1797">
                  <c:v>243.215157692</c:v>
                </c:pt>
                <c:pt idx="1798">
                  <c:v>243.959607156</c:v>
                </c:pt>
                <c:pt idx="1799">
                  <c:v>242.308837255</c:v>
                </c:pt>
                <c:pt idx="1800">
                  <c:v>242.341194476</c:v>
                </c:pt>
                <c:pt idx="1801">
                  <c:v>241.305445158</c:v>
                </c:pt>
                <c:pt idx="1802">
                  <c:v>241.208331061</c:v>
                </c:pt>
                <c:pt idx="1803">
                  <c:v>242.082251842</c:v>
                </c:pt>
                <c:pt idx="1804">
                  <c:v>244.606984958</c:v>
                </c:pt>
                <c:pt idx="1805">
                  <c:v>244.509870862</c:v>
                </c:pt>
                <c:pt idx="1806">
                  <c:v>240.625667699</c:v>
                </c:pt>
                <c:pt idx="1807">
                  <c:v>240.301989407</c:v>
                </c:pt>
                <c:pt idx="1808">
                  <c:v>235.770450877</c:v>
                </c:pt>
                <c:pt idx="1809">
                  <c:v>232.922039468</c:v>
                </c:pt>
                <c:pt idx="1810">
                  <c:v>229.588121229</c:v>
                </c:pt>
                <c:pt idx="1811">
                  <c:v>231.627283863</c:v>
                </c:pt>
                <c:pt idx="1812">
                  <c:v>229.717592546</c:v>
                </c:pt>
                <c:pt idx="1813">
                  <c:v>231.918604935</c:v>
                </c:pt>
                <c:pt idx="1814">
                  <c:v>228.228608748</c:v>
                </c:pt>
                <c:pt idx="1815">
                  <c:v>231.659683519</c:v>
                </c:pt>
                <c:pt idx="1816">
                  <c:v>234.119659759</c:v>
                </c:pt>
                <c:pt idx="1817">
                  <c:v>229.573205081</c:v>
                </c:pt>
                <c:pt idx="1818">
                  <c:v>229.377449203</c:v>
                </c:pt>
                <c:pt idx="1819">
                  <c:v>231.205133531</c:v>
                </c:pt>
                <c:pt idx="1820">
                  <c:v>232.184231191</c:v>
                </c:pt>
                <c:pt idx="1821">
                  <c:v>232.543279639</c:v>
                </c:pt>
                <c:pt idx="1822">
                  <c:v>235.284837958</c:v>
                </c:pt>
                <c:pt idx="1823">
                  <c:v>235.970174493</c:v>
                </c:pt>
                <c:pt idx="1824">
                  <c:v>238.777020136</c:v>
                </c:pt>
                <c:pt idx="1825">
                  <c:v>240.082554408</c:v>
                </c:pt>
                <c:pt idx="1826">
                  <c:v>237.765268205</c:v>
                </c:pt>
                <c:pt idx="1827">
                  <c:v>238.320157402</c:v>
                </c:pt>
                <c:pt idx="1828">
                  <c:v>238.12433787</c:v>
                </c:pt>
                <c:pt idx="1829">
                  <c:v>239.005536373</c:v>
                </c:pt>
                <c:pt idx="1830">
                  <c:v>240.017267086</c:v>
                </c:pt>
                <c:pt idx="1831">
                  <c:v>239.005536373</c:v>
                </c:pt>
                <c:pt idx="1832">
                  <c:v>240.670076658</c:v>
                </c:pt>
                <c:pt idx="1833">
                  <c:v>240.147820513</c:v>
                </c:pt>
                <c:pt idx="1834">
                  <c:v>241.257514036</c:v>
                </c:pt>
                <c:pt idx="1835">
                  <c:v>241.322801359</c:v>
                </c:pt>
                <c:pt idx="1836">
                  <c:v>240.767975815</c:v>
                </c:pt>
                <c:pt idx="1837">
                  <c:v>239.26662201</c:v>
                </c:pt>
                <c:pt idx="1838">
                  <c:v>238.777020136</c:v>
                </c:pt>
                <c:pt idx="1839">
                  <c:v>239.26662201</c:v>
                </c:pt>
                <c:pt idx="1840">
                  <c:v>235.51331176</c:v>
                </c:pt>
                <c:pt idx="1841">
                  <c:v>232.021087147</c:v>
                </c:pt>
                <c:pt idx="1842">
                  <c:v>234.403575802</c:v>
                </c:pt>
                <c:pt idx="1843">
                  <c:v>236.851415432</c:v>
                </c:pt>
                <c:pt idx="1844">
                  <c:v>237.0472774</c:v>
                </c:pt>
                <c:pt idx="1845">
                  <c:v>232.086332034</c:v>
                </c:pt>
                <c:pt idx="1846">
                  <c:v>230.030173904</c:v>
                </c:pt>
                <c:pt idx="1847">
                  <c:v>227.876095398</c:v>
                </c:pt>
                <c:pt idx="1848">
                  <c:v>231.69469297</c:v>
                </c:pt>
                <c:pt idx="1849">
                  <c:v>230.487057854</c:v>
                </c:pt>
                <c:pt idx="1850">
                  <c:v>229.63853484</c:v>
                </c:pt>
                <c:pt idx="1851">
                  <c:v>229.181587235</c:v>
                </c:pt>
                <c:pt idx="1852">
                  <c:v>228.169814087</c:v>
                </c:pt>
                <c:pt idx="1853">
                  <c:v>228.626761692</c:v>
                </c:pt>
                <c:pt idx="1854">
                  <c:v>229.116278695</c:v>
                </c:pt>
                <c:pt idx="1855">
                  <c:v>225.787282997</c:v>
                </c:pt>
                <c:pt idx="1856">
                  <c:v>229.018400756</c:v>
                </c:pt>
                <c:pt idx="1857">
                  <c:v>230.160706113</c:v>
                </c:pt>
                <c:pt idx="1858">
                  <c:v>230.389201133</c:v>
                </c:pt>
                <c:pt idx="1859">
                  <c:v>230.421812968</c:v>
                </c:pt>
                <c:pt idx="1860">
                  <c:v>230.356525645</c:v>
                </c:pt>
                <c:pt idx="1861">
                  <c:v>228.169814087</c:v>
                </c:pt>
                <c:pt idx="1862">
                  <c:v>227.288615584</c:v>
                </c:pt>
                <c:pt idx="1863">
                  <c:v>229.866966206</c:v>
                </c:pt>
                <c:pt idx="1864">
                  <c:v>229.018400756</c:v>
                </c:pt>
                <c:pt idx="1865">
                  <c:v>227.125386669</c:v>
                </c:pt>
                <c:pt idx="1866">
                  <c:v>228.039303095</c:v>
                </c:pt>
                <c:pt idx="1867">
                  <c:v>232.510646586</c:v>
                </c:pt>
                <c:pt idx="1868">
                  <c:v>231.04196827</c:v>
                </c:pt>
                <c:pt idx="1869">
                  <c:v>231.69469297</c:v>
                </c:pt>
                <c:pt idx="1870">
                  <c:v>234.338352133</c:v>
                </c:pt>
                <c:pt idx="1871">
                  <c:v>234.697336927</c:v>
                </c:pt>
                <c:pt idx="1872">
                  <c:v>234.109857113</c:v>
                </c:pt>
                <c:pt idx="1873">
                  <c:v>235.415370168</c:v>
                </c:pt>
                <c:pt idx="1874">
                  <c:v>236.884112138</c:v>
                </c:pt>
                <c:pt idx="1875">
                  <c:v>236.361877211</c:v>
                </c:pt>
                <c:pt idx="1876">
                  <c:v>239.429829708</c:v>
                </c:pt>
                <c:pt idx="1877">
                  <c:v>239.364584821</c:v>
                </c:pt>
                <c:pt idx="1878">
                  <c:v>237.079910452</c:v>
                </c:pt>
                <c:pt idx="1879">
                  <c:v>236.272889551</c:v>
                </c:pt>
                <c:pt idx="1880">
                  <c:v>235.251780549</c:v>
                </c:pt>
                <c:pt idx="1881">
                  <c:v>232.913085536</c:v>
                </c:pt>
                <c:pt idx="1882">
                  <c:v>234.098908702</c:v>
                </c:pt>
                <c:pt idx="1883">
                  <c:v>236.108217822</c:v>
                </c:pt>
                <c:pt idx="1884">
                  <c:v>235.581166443</c:v>
                </c:pt>
                <c:pt idx="1885">
                  <c:v>237.195144592</c:v>
                </c:pt>
                <c:pt idx="1886">
                  <c:v>239.204432494</c:v>
                </c:pt>
                <c:pt idx="1887">
                  <c:v>240.620851247</c:v>
                </c:pt>
                <c:pt idx="1888">
                  <c:v>239.566812143</c:v>
                </c:pt>
                <c:pt idx="1889">
                  <c:v>236.964591441</c:v>
                </c:pt>
                <c:pt idx="1890">
                  <c:v>236.53641524</c:v>
                </c:pt>
                <c:pt idx="1891">
                  <c:v>238.413919079</c:v>
                </c:pt>
                <c:pt idx="1892">
                  <c:v>241.180832728</c:v>
                </c:pt>
                <c:pt idx="1893">
                  <c:v>241.905485939</c:v>
                </c:pt>
                <c:pt idx="1894">
                  <c:v>243.025427683</c:v>
                </c:pt>
                <c:pt idx="1895">
                  <c:v>241.707884107</c:v>
                </c:pt>
                <c:pt idx="1896">
                  <c:v>241.082042422</c:v>
                </c:pt>
                <c:pt idx="1897">
                  <c:v>243.025427683</c:v>
                </c:pt>
                <c:pt idx="1898">
                  <c:v>245.396989145</c:v>
                </c:pt>
                <c:pt idx="1899">
                  <c:v>246.38521048</c:v>
                </c:pt>
                <c:pt idx="1900">
                  <c:v>246.945170743</c:v>
                </c:pt>
                <c:pt idx="1901">
                  <c:v>248.394562035</c:v>
                </c:pt>
                <c:pt idx="1902">
                  <c:v>248.131015128</c:v>
                </c:pt>
                <c:pt idx="1903">
                  <c:v>248.592121431</c:v>
                </c:pt>
                <c:pt idx="1904">
                  <c:v>247.571054864</c:v>
                </c:pt>
                <c:pt idx="1905">
                  <c:v>249.119172809</c:v>
                </c:pt>
                <c:pt idx="1906">
                  <c:v>249.218005552</c:v>
                </c:pt>
                <c:pt idx="1907">
                  <c:v>248.098085025</c:v>
                </c:pt>
                <c:pt idx="1908">
                  <c:v>245.528773207</c:v>
                </c:pt>
                <c:pt idx="1909">
                  <c:v>245.265289954</c:v>
                </c:pt>
                <c:pt idx="1910">
                  <c:v>244.277132272</c:v>
                </c:pt>
                <c:pt idx="1911">
                  <c:v>246.4181618</c:v>
                </c:pt>
                <c:pt idx="1912">
                  <c:v>245.528773207</c:v>
                </c:pt>
                <c:pt idx="1913">
                  <c:v>244.90295274</c:v>
                </c:pt>
                <c:pt idx="1914">
                  <c:v>244.935882842</c:v>
                </c:pt>
                <c:pt idx="1915">
                  <c:v>245.62760595</c:v>
                </c:pt>
                <c:pt idx="1916">
                  <c:v>245.232359851</c:v>
                </c:pt>
                <c:pt idx="1917">
                  <c:v>242.333704575</c:v>
                </c:pt>
                <c:pt idx="1918">
                  <c:v>241.34548324</c:v>
                </c:pt>
                <c:pt idx="1919">
                  <c:v>241.707884107</c:v>
                </c:pt>
                <c:pt idx="1920">
                  <c:v>242.300753255</c:v>
                </c:pt>
                <c:pt idx="1921">
                  <c:v>242.16899041</c:v>
                </c:pt>
                <c:pt idx="1922">
                  <c:v>240.324437891</c:v>
                </c:pt>
                <c:pt idx="1923">
                  <c:v>242.366613459</c:v>
                </c:pt>
                <c:pt idx="1924">
                  <c:v>240.489130838</c:v>
                </c:pt>
                <c:pt idx="1925">
                  <c:v>241.57614248</c:v>
                </c:pt>
                <c:pt idx="1926">
                  <c:v>242.959546261</c:v>
                </c:pt>
                <c:pt idx="1927">
                  <c:v>245.265289954</c:v>
                </c:pt>
                <c:pt idx="1928">
                  <c:v>245.693466154</c:v>
                </c:pt>
                <c:pt idx="1929">
                  <c:v>245.495843105</c:v>
                </c:pt>
                <c:pt idx="1930">
                  <c:v>245.956991844</c:v>
                </c:pt>
                <c:pt idx="1931">
                  <c:v>243.783053431</c:v>
                </c:pt>
                <c:pt idx="1932">
                  <c:v>241.872534619</c:v>
                </c:pt>
                <c:pt idx="1933">
                  <c:v>241.707884107</c:v>
                </c:pt>
                <c:pt idx="1934">
                  <c:v>242.663111687</c:v>
                </c:pt>
                <c:pt idx="1935">
                  <c:v>243.025427683</c:v>
                </c:pt>
                <c:pt idx="1936">
                  <c:v>242.959546261</c:v>
                </c:pt>
                <c:pt idx="1937">
                  <c:v>242.26784437</c:v>
                </c:pt>
                <c:pt idx="1938">
                  <c:v>244.870022637</c:v>
                </c:pt>
                <c:pt idx="1939">
                  <c:v>242.531327624</c:v>
                </c:pt>
                <c:pt idx="1940">
                  <c:v>242.498376304</c:v>
                </c:pt>
                <c:pt idx="1941">
                  <c:v>241.872534619</c:v>
                </c:pt>
                <c:pt idx="1942">
                  <c:v>240.892100234</c:v>
                </c:pt>
                <c:pt idx="1943">
                  <c:v>237.402336891</c:v>
                </c:pt>
                <c:pt idx="1944">
                  <c:v>236.937050672</c:v>
                </c:pt>
                <c:pt idx="1945">
                  <c:v>237.568557524</c:v>
                </c:pt>
                <c:pt idx="1946">
                  <c:v>234.743528185</c:v>
                </c:pt>
                <c:pt idx="1947">
                  <c:v>234.776734119</c:v>
                </c:pt>
                <c:pt idx="1948">
                  <c:v>236.006478234</c:v>
                </c:pt>
                <c:pt idx="1949">
                  <c:v>235.175523598</c:v>
                </c:pt>
                <c:pt idx="1950">
                  <c:v>233.247924417</c:v>
                </c:pt>
                <c:pt idx="1951">
                  <c:v>230.721981883</c:v>
                </c:pt>
                <c:pt idx="1952">
                  <c:v>230.821748211</c:v>
                </c:pt>
                <c:pt idx="1953">
                  <c:v>230.024041945</c:v>
                </c:pt>
                <c:pt idx="1954">
                  <c:v>231.419921821</c:v>
                </c:pt>
                <c:pt idx="1955">
                  <c:v>233.979091507</c:v>
                </c:pt>
                <c:pt idx="1956">
                  <c:v>235.142338882</c:v>
                </c:pt>
                <c:pt idx="1957">
                  <c:v>235.507922427</c:v>
                </c:pt>
                <c:pt idx="1958">
                  <c:v>234.211724008</c:v>
                </c:pt>
                <c:pt idx="1959">
                  <c:v>233.713210636</c:v>
                </c:pt>
                <c:pt idx="1960">
                  <c:v>236.471764453</c:v>
                </c:pt>
                <c:pt idx="1961">
                  <c:v>237.402336891</c:v>
                </c:pt>
                <c:pt idx="1962">
                  <c:v>234.710237379</c:v>
                </c:pt>
                <c:pt idx="1963">
                  <c:v>232.583169196</c:v>
                </c:pt>
                <c:pt idx="1964">
                  <c:v>230.289901598</c:v>
                </c:pt>
                <c:pt idx="1965">
                  <c:v>228.495232243</c:v>
                </c:pt>
                <c:pt idx="1966">
                  <c:v>230.256653228</c:v>
                </c:pt>
                <c:pt idx="1967">
                  <c:v>227.797228652</c:v>
                </c:pt>
                <c:pt idx="1968">
                  <c:v>226.600775343</c:v>
                </c:pt>
                <c:pt idx="1969">
                  <c:v>222.346617758</c:v>
                </c:pt>
                <c:pt idx="1970">
                  <c:v>224.972220531</c:v>
                </c:pt>
                <c:pt idx="1971">
                  <c:v>226.201943428</c:v>
                </c:pt>
                <c:pt idx="1972">
                  <c:v>226.501072668</c:v>
                </c:pt>
                <c:pt idx="1973">
                  <c:v>231.552851647</c:v>
                </c:pt>
                <c:pt idx="1974">
                  <c:v>233.480556918</c:v>
                </c:pt>
                <c:pt idx="1975">
                  <c:v>232.450218151</c:v>
                </c:pt>
                <c:pt idx="1976">
                  <c:v>231.652575539</c:v>
                </c:pt>
                <c:pt idx="1977">
                  <c:v>231.220516472</c:v>
                </c:pt>
                <c:pt idx="1978">
                  <c:v>228.561686547</c:v>
                </c:pt>
                <c:pt idx="1979">
                  <c:v>230.788478623</c:v>
                </c:pt>
                <c:pt idx="1980">
                  <c:v>230.223447294</c:v>
                </c:pt>
                <c:pt idx="1981">
                  <c:v>235.308474642</c:v>
                </c:pt>
                <c:pt idx="1982">
                  <c:v>237.103250087</c:v>
                </c:pt>
                <c:pt idx="1983">
                  <c:v>235.208814404</c:v>
                </c:pt>
                <c:pt idx="1984">
                  <c:v>236.438516083</c:v>
                </c:pt>
                <c:pt idx="1985">
                  <c:v>237.601805894</c:v>
                </c:pt>
                <c:pt idx="1986">
                  <c:v>236.970299042</c:v>
                </c:pt>
                <c:pt idx="1987">
                  <c:v>237.734714502</c:v>
                </c:pt>
                <c:pt idx="1988">
                  <c:v>238.632102224</c:v>
                </c:pt>
                <c:pt idx="1989">
                  <c:v>237.435627697</c:v>
                </c:pt>
                <c:pt idx="1990">
                  <c:v>237.767941654</c:v>
                </c:pt>
                <c:pt idx="1991">
                  <c:v>238.731783681</c:v>
                </c:pt>
                <c:pt idx="1992">
                  <c:v>240.460062385</c:v>
                </c:pt>
                <c:pt idx="1993">
                  <c:v>243.118913527</c:v>
                </c:pt>
                <c:pt idx="1994">
                  <c:v>244.082713118</c:v>
                </c:pt>
                <c:pt idx="1995">
                  <c:v>242.65360609</c:v>
                </c:pt>
                <c:pt idx="1996">
                  <c:v>242.190229477</c:v>
                </c:pt>
                <c:pt idx="1997">
                  <c:v>243.096804528</c:v>
                </c:pt>
                <c:pt idx="1998">
                  <c:v>243.49971027</c:v>
                </c:pt>
                <c:pt idx="1999">
                  <c:v>245.850096318</c:v>
                </c:pt>
                <c:pt idx="2000">
                  <c:v>245.984405305</c:v>
                </c:pt>
                <c:pt idx="2001">
                  <c:v>250.047241542</c:v>
                </c:pt>
                <c:pt idx="2002">
                  <c:v>254.14360198</c:v>
                </c:pt>
                <c:pt idx="2003">
                  <c:v>253.337748061</c:v>
                </c:pt>
                <c:pt idx="2004">
                  <c:v>253.673499309</c:v>
                </c:pt>
                <c:pt idx="2005">
                  <c:v>255.083786105</c:v>
                </c:pt>
                <c:pt idx="2006">
                  <c:v>251.255979986</c:v>
                </c:pt>
                <c:pt idx="2007">
                  <c:v>253.136263363</c:v>
                </c:pt>
                <c:pt idx="2008">
                  <c:v>254.680795491</c:v>
                </c:pt>
                <c:pt idx="2009">
                  <c:v>255.923185444</c:v>
                </c:pt>
                <c:pt idx="2010">
                  <c:v>256.124606488</c:v>
                </c:pt>
                <c:pt idx="2011">
                  <c:v>256.258936693</c:v>
                </c:pt>
                <c:pt idx="2012">
                  <c:v>255.620979615</c:v>
                </c:pt>
                <c:pt idx="2013">
                  <c:v>257.501305428</c:v>
                </c:pt>
                <c:pt idx="2014">
                  <c:v>255.889597589</c:v>
                </c:pt>
                <c:pt idx="2015">
                  <c:v>255.587370542</c:v>
                </c:pt>
                <c:pt idx="2016">
                  <c:v>256.426833535</c:v>
                </c:pt>
                <c:pt idx="2017">
                  <c:v>257.937777808</c:v>
                </c:pt>
                <c:pt idx="2018">
                  <c:v>256.561121304</c:v>
                </c:pt>
                <c:pt idx="2019">
                  <c:v>256.426833535</c:v>
                </c:pt>
                <c:pt idx="2020">
                  <c:v>255.385949498</c:v>
                </c:pt>
                <c:pt idx="2021">
                  <c:v>256.091061069</c:v>
                </c:pt>
                <c:pt idx="2022">
                  <c:v>254.210756474</c:v>
                </c:pt>
                <c:pt idx="2023">
                  <c:v>252.666224345</c:v>
                </c:pt>
                <c:pt idx="2024">
                  <c:v>254.177168618</c:v>
                </c:pt>
                <c:pt idx="2025">
                  <c:v>257.165532962</c:v>
                </c:pt>
                <c:pt idx="2026">
                  <c:v>258.273529057</c:v>
                </c:pt>
                <c:pt idx="2027">
                  <c:v>258.340725986</c:v>
                </c:pt>
                <c:pt idx="2028">
                  <c:v>256.527554666</c:v>
                </c:pt>
                <c:pt idx="2029">
                  <c:v>258.777219583</c:v>
                </c:pt>
                <c:pt idx="2030">
                  <c:v>258.609322741</c:v>
                </c:pt>
                <c:pt idx="2031">
                  <c:v>259.650164343</c:v>
                </c:pt>
                <c:pt idx="2032">
                  <c:v>259.180146543</c:v>
                </c:pt>
                <c:pt idx="2033">
                  <c:v>255.990382373</c:v>
                </c:pt>
                <c:pt idx="2034">
                  <c:v>258.676477234</c:v>
                </c:pt>
                <c:pt idx="2035">
                  <c:v>258.54214703</c:v>
                </c:pt>
                <c:pt idx="2036">
                  <c:v>256.460400173</c:v>
                </c:pt>
                <c:pt idx="2037">
                  <c:v>257.70274769</c:v>
                </c:pt>
                <c:pt idx="2038">
                  <c:v>258.105653432</c:v>
                </c:pt>
                <c:pt idx="2039">
                  <c:v>258.777219583</c:v>
                </c:pt>
                <c:pt idx="2040">
                  <c:v>257.837077895</c:v>
                </c:pt>
                <c:pt idx="2041">
                  <c:v>259.415197879</c:v>
                </c:pt>
                <c:pt idx="2042">
                  <c:v>255.453103991</c:v>
                </c:pt>
                <c:pt idx="2043">
                  <c:v>256.460400173</c:v>
                </c:pt>
                <c:pt idx="2044">
                  <c:v>259.34800095</c:v>
                </c:pt>
                <c:pt idx="2045">
                  <c:v>258.475034972</c:v>
                </c:pt>
                <c:pt idx="2046">
                  <c:v>258.441425899</c:v>
                </c:pt>
                <c:pt idx="2047">
                  <c:v>259.482309936</c:v>
                </c:pt>
                <c:pt idx="2048">
                  <c:v>261.22834798</c:v>
                </c:pt>
                <c:pt idx="2049">
                  <c:v>261.530490156</c:v>
                </c:pt>
                <c:pt idx="2050">
                  <c:v>260.12030945</c:v>
                </c:pt>
                <c:pt idx="2051">
                  <c:v>260.355339567</c:v>
                </c:pt>
                <c:pt idx="2052">
                  <c:v>259.985958027</c:v>
                </c:pt>
                <c:pt idx="2053">
                  <c:v>260.691090816</c:v>
                </c:pt>
                <c:pt idx="2054">
                  <c:v>262.403477351</c:v>
                </c:pt>
                <c:pt idx="2055">
                  <c:v>263.209352489</c:v>
                </c:pt>
                <c:pt idx="2056">
                  <c:v>262.302798656</c:v>
                </c:pt>
                <c:pt idx="2057">
                  <c:v>263.175807069</c:v>
                </c:pt>
                <c:pt idx="2058">
                  <c:v>264.451721224</c:v>
                </c:pt>
                <c:pt idx="2059">
                  <c:v>263.343682693</c:v>
                </c:pt>
                <c:pt idx="2060">
                  <c:v>264.854648184</c:v>
                </c:pt>
                <c:pt idx="2061">
                  <c:v>265.324708419</c:v>
                </c:pt>
                <c:pt idx="2062">
                  <c:v>266.130519903</c:v>
                </c:pt>
                <c:pt idx="2063">
                  <c:v>264.686772559</c:v>
                </c:pt>
                <c:pt idx="2064">
                  <c:v>263.780176291</c:v>
                </c:pt>
                <c:pt idx="2065">
                  <c:v>264.317391019</c:v>
                </c:pt>
                <c:pt idx="2066">
                  <c:v>265.492605261</c:v>
                </c:pt>
                <c:pt idx="2067">
                  <c:v>268.135394492</c:v>
                </c:pt>
                <c:pt idx="2068">
                  <c:v>270.267173038</c:v>
                </c:pt>
                <c:pt idx="2069">
                  <c:v>268.609146633</c:v>
                </c:pt>
                <c:pt idx="2070">
                  <c:v>268.676789137</c:v>
                </c:pt>
                <c:pt idx="2071">
                  <c:v>266.883350417</c:v>
                </c:pt>
                <c:pt idx="2072">
                  <c:v>271.485374643</c:v>
                </c:pt>
                <c:pt idx="2073">
                  <c:v>272.838924909</c:v>
                </c:pt>
                <c:pt idx="2074">
                  <c:v>271.180813632</c:v>
                </c:pt>
                <c:pt idx="2075">
                  <c:v>269.793463332</c:v>
                </c:pt>
                <c:pt idx="2076">
                  <c:v>269.116720026</c:v>
                </c:pt>
                <c:pt idx="2077">
                  <c:v>266.409640712</c:v>
                </c:pt>
                <c:pt idx="2078">
                  <c:v>267.357060123</c:v>
                </c:pt>
                <c:pt idx="2079">
                  <c:v>267.661621133</c:v>
                </c:pt>
                <c:pt idx="2080">
                  <c:v>269.18436253</c:v>
                </c:pt>
                <c:pt idx="2081">
                  <c:v>264.379304704</c:v>
                </c:pt>
                <c:pt idx="2082">
                  <c:v>263.702561398</c:v>
                </c:pt>
                <c:pt idx="2083">
                  <c:v>259.91262914</c:v>
                </c:pt>
                <c:pt idx="2084">
                  <c:v>258.592963779</c:v>
                </c:pt>
                <c:pt idx="2085">
                  <c:v>256.934852503</c:v>
                </c:pt>
                <c:pt idx="2086">
                  <c:v>256.528806519</c:v>
                </c:pt>
                <c:pt idx="2087">
                  <c:v>256.528806519</c:v>
                </c:pt>
                <c:pt idx="2088">
                  <c:v>259.371192059</c:v>
                </c:pt>
                <c:pt idx="2089">
                  <c:v>261.367706815</c:v>
                </c:pt>
                <c:pt idx="2090">
                  <c:v>263.161103099</c:v>
                </c:pt>
                <c:pt idx="2091">
                  <c:v>264.379304704</c:v>
                </c:pt>
                <c:pt idx="2092">
                  <c:v>262.450517323</c:v>
                </c:pt>
                <c:pt idx="2093">
                  <c:v>262.17982</c:v>
                </c:pt>
                <c:pt idx="2094">
                  <c:v>263.66869771</c:v>
                </c:pt>
                <c:pt idx="2095">
                  <c:v>260.521729942</c:v>
                </c:pt>
                <c:pt idx="2096">
                  <c:v>260.183326462</c:v>
                </c:pt>
                <c:pt idx="2097">
                  <c:v>261.469234224</c:v>
                </c:pt>
                <c:pt idx="2098">
                  <c:v>263.837910059</c:v>
                </c:pt>
                <c:pt idx="2099">
                  <c:v>264.379304704</c:v>
                </c:pt>
                <c:pt idx="2100">
                  <c:v>264.785350688</c:v>
                </c:pt>
                <c:pt idx="2101">
                  <c:v>265.66517003</c:v>
                </c:pt>
                <c:pt idx="2102">
                  <c:v>267.864654734</c:v>
                </c:pt>
                <c:pt idx="2103">
                  <c:v>268.338385657</c:v>
                </c:pt>
                <c:pt idx="2104">
                  <c:v>269.218162564</c:v>
                </c:pt>
                <c:pt idx="2105">
                  <c:v>269.658114671</c:v>
                </c:pt>
                <c:pt idx="2106">
                  <c:v>271.214656102</c:v>
                </c:pt>
                <c:pt idx="2107">
                  <c:v>270.707125145</c:v>
                </c:pt>
                <c:pt idx="2108">
                  <c:v>270.977822467</c:v>
                </c:pt>
                <c:pt idx="2109">
                  <c:v>269.624229766</c:v>
                </c:pt>
                <c:pt idx="2110">
                  <c:v>268.879843955</c:v>
                </c:pt>
                <c:pt idx="2111">
                  <c:v>268.000003395</c:v>
                </c:pt>
                <c:pt idx="2112">
                  <c:v>263.871752529</c:v>
                </c:pt>
                <c:pt idx="2113">
                  <c:v>264.277798512</c:v>
                </c:pt>
                <c:pt idx="2114">
                  <c:v>262.044471339</c:v>
                </c:pt>
                <c:pt idx="2115">
                  <c:v>258.592963779</c:v>
                </c:pt>
                <c:pt idx="2116">
                  <c:v>261.063145805</c:v>
                </c:pt>
                <c:pt idx="2117">
                  <c:v>265.868182413</c:v>
                </c:pt>
                <c:pt idx="2118">
                  <c:v>264.413147174</c:v>
                </c:pt>
                <c:pt idx="2119">
                  <c:v>264.548495835</c:v>
                </c:pt>
                <c:pt idx="2120">
                  <c:v>264.446947208</c:v>
                </c:pt>
                <c:pt idx="2121">
                  <c:v>264.210113573</c:v>
                </c:pt>
                <c:pt idx="2122">
                  <c:v>263.567170301</c:v>
                </c:pt>
                <c:pt idx="2123">
                  <c:v>263.161103099</c:v>
                </c:pt>
                <c:pt idx="2124">
                  <c:v>262.247462504</c:v>
                </c:pt>
                <c:pt idx="2125">
                  <c:v>262.044471339</c:v>
                </c:pt>
                <c:pt idx="2126">
                  <c:v>260.927775926</c:v>
                </c:pt>
                <c:pt idx="2127">
                  <c:v>259.844965418</c:v>
                </c:pt>
                <c:pt idx="2128">
                  <c:v>261.57069798</c:v>
                </c:pt>
                <c:pt idx="2129">
                  <c:v>262.721193428</c:v>
                </c:pt>
                <c:pt idx="2130">
                  <c:v>264.142428633</c:v>
                </c:pt>
                <c:pt idx="2131">
                  <c:v>264.34550467</c:v>
                </c:pt>
                <c:pt idx="2132">
                  <c:v>268.033845865</c:v>
                </c:pt>
                <c:pt idx="2133">
                  <c:v>265.902024883</c:v>
                </c:pt>
                <c:pt idx="2134">
                  <c:v>264.78719664</c:v>
                </c:pt>
                <c:pt idx="2135">
                  <c:v>264.240073176</c:v>
                </c:pt>
                <c:pt idx="2136">
                  <c:v>265.915752832</c:v>
                </c:pt>
                <c:pt idx="2137">
                  <c:v>264.718811512</c:v>
                </c:pt>
                <c:pt idx="2138">
                  <c:v>264.855602987</c:v>
                </c:pt>
                <c:pt idx="2139">
                  <c:v>263.932287053</c:v>
                </c:pt>
                <c:pt idx="2140">
                  <c:v>263.385142371</c:v>
                </c:pt>
                <c:pt idx="2141">
                  <c:v>263.624522148</c:v>
                </c:pt>
                <c:pt idx="2142">
                  <c:v>263.692907276</c:v>
                </c:pt>
                <c:pt idx="2143">
                  <c:v>266.291881648</c:v>
                </c:pt>
                <c:pt idx="2144">
                  <c:v>269.540589003</c:v>
                </c:pt>
                <c:pt idx="2145">
                  <c:v>272.344761196</c:v>
                </c:pt>
                <c:pt idx="2146">
                  <c:v>273.336462259</c:v>
                </c:pt>
                <c:pt idx="2147">
                  <c:v>277.8846568</c:v>
                </c:pt>
                <c:pt idx="2148">
                  <c:v>281.509535408</c:v>
                </c:pt>
                <c:pt idx="2149">
                  <c:v>279.081555684</c:v>
                </c:pt>
                <c:pt idx="2150">
                  <c:v>277.371715291</c:v>
                </c:pt>
                <c:pt idx="2151">
                  <c:v>277.61107385</c:v>
                </c:pt>
                <c:pt idx="2152">
                  <c:v>275.2172973</c:v>
                </c:pt>
                <c:pt idx="2153">
                  <c:v>275.969639804</c:v>
                </c:pt>
                <c:pt idx="2154">
                  <c:v>277.61107385</c:v>
                </c:pt>
                <c:pt idx="2155">
                  <c:v>282.022519352</c:v>
                </c:pt>
                <c:pt idx="2156">
                  <c:v>280.928166334</c:v>
                </c:pt>
                <c:pt idx="2157">
                  <c:v>283.150990672</c:v>
                </c:pt>
                <c:pt idx="2158">
                  <c:v>282.398669386</c:v>
                </c:pt>
                <c:pt idx="2159">
                  <c:v>279.594497193</c:v>
                </c:pt>
                <c:pt idx="2160">
                  <c:v>276.311607882</c:v>
                </c:pt>
                <c:pt idx="2161">
                  <c:v>270.087797339</c:v>
                </c:pt>
                <c:pt idx="2162">
                  <c:v>271.455648436</c:v>
                </c:pt>
                <c:pt idx="2163">
                  <c:v>269.77996878</c:v>
                </c:pt>
                <c:pt idx="2164">
                  <c:v>274.328163321</c:v>
                </c:pt>
                <c:pt idx="2165">
                  <c:v>274.157168673</c:v>
                </c:pt>
                <c:pt idx="2166">
                  <c:v>272.857681487</c:v>
                </c:pt>
                <c:pt idx="2167">
                  <c:v>275.7644632</c:v>
                </c:pt>
                <c:pt idx="2168">
                  <c:v>276.106388843</c:v>
                </c:pt>
                <c:pt idx="2169">
                  <c:v>279.013170556</c:v>
                </c:pt>
                <c:pt idx="2170">
                  <c:v>280.278454568</c:v>
                </c:pt>
                <c:pt idx="2171">
                  <c:v>281.919888615</c:v>
                </c:pt>
                <c:pt idx="2172">
                  <c:v>281.167609765</c:v>
                </c:pt>
                <c:pt idx="2173">
                  <c:v>282.364444995</c:v>
                </c:pt>
                <c:pt idx="2174">
                  <c:v>281.577899318</c:v>
                </c:pt>
                <c:pt idx="2175">
                  <c:v>285.613194786</c:v>
                </c:pt>
                <c:pt idx="2176">
                  <c:v>285.955120429</c:v>
                </c:pt>
                <c:pt idx="2177">
                  <c:v>285.476424529</c:v>
                </c:pt>
                <c:pt idx="2178">
                  <c:v>285.544767222</c:v>
                </c:pt>
                <c:pt idx="2179">
                  <c:v>286.775890497</c:v>
                </c:pt>
                <c:pt idx="2180">
                  <c:v>289.067057528</c:v>
                </c:pt>
                <c:pt idx="2181">
                  <c:v>286.502286329</c:v>
                </c:pt>
                <c:pt idx="2182">
                  <c:v>285.544767222</c:v>
                </c:pt>
                <c:pt idx="2183">
                  <c:v>282.843225767</c:v>
                </c:pt>
                <c:pt idx="2184">
                  <c:v>280.415224825</c:v>
                </c:pt>
                <c:pt idx="2185">
                  <c:v>283.800723656</c:v>
                </c:pt>
                <c:pt idx="2186">
                  <c:v>284.040103433</c:v>
                </c:pt>
                <c:pt idx="2187">
                  <c:v>282.296081084</c:v>
                </c:pt>
                <c:pt idx="2188">
                  <c:v>282.569621599</c:v>
                </c:pt>
                <c:pt idx="2189">
                  <c:v>285.066007669</c:v>
                </c:pt>
                <c:pt idx="2190">
                  <c:v>287.767612778</c:v>
                </c:pt>
                <c:pt idx="2191">
                  <c:v>287.562393738</c:v>
                </c:pt>
                <c:pt idx="2192">
                  <c:v>287.733409604</c:v>
                </c:pt>
                <c:pt idx="2193">
                  <c:v>290.229795674</c:v>
                </c:pt>
                <c:pt idx="2194">
                  <c:v>288.896084097</c:v>
                </c:pt>
                <c:pt idx="2195">
                  <c:v>290.434972278</c:v>
                </c:pt>
                <c:pt idx="2196">
                  <c:v>290.87950744</c:v>
                </c:pt>
                <c:pt idx="2197">
                  <c:v>287.653460748</c:v>
                </c:pt>
                <c:pt idx="2198">
                  <c:v>288.93009631</c:v>
                </c:pt>
                <c:pt idx="2199">
                  <c:v>290.724256436</c:v>
                </c:pt>
                <c:pt idx="2200">
                  <c:v>291.655826114</c:v>
                </c:pt>
                <c:pt idx="2201">
                  <c:v>291.483324998</c:v>
                </c:pt>
                <c:pt idx="2202">
                  <c:v>291.690305119</c:v>
                </c:pt>
                <c:pt idx="2203">
                  <c:v>290.931257775</c:v>
                </c:pt>
                <c:pt idx="2204">
                  <c:v>292.069871227</c:v>
                </c:pt>
                <c:pt idx="2205">
                  <c:v>290.862257329</c:v>
                </c:pt>
                <c:pt idx="2206">
                  <c:v>290.379232987</c:v>
                </c:pt>
                <c:pt idx="2207">
                  <c:v>293.105005227</c:v>
                </c:pt>
                <c:pt idx="2208">
                  <c:v>291.966370557</c:v>
                </c:pt>
                <c:pt idx="2209">
                  <c:v>295.416689918</c:v>
                </c:pt>
                <c:pt idx="2210">
                  <c:v>296.969327265</c:v>
                </c:pt>
                <c:pt idx="2211">
                  <c:v>295.727213144</c:v>
                </c:pt>
                <c:pt idx="2212">
                  <c:v>298.107919499</c:v>
                </c:pt>
                <c:pt idx="2213">
                  <c:v>298.211420168</c:v>
                </c:pt>
                <c:pt idx="2214">
                  <c:v>298.211420168</c:v>
                </c:pt>
                <c:pt idx="2215">
                  <c:v>294.692100361</c:v>
                </c:pt>
                <c:pt idx="2216">
                  <c:v>293.242963684</c:v>
                </c:pt>
                <c:pt idx="2217">
                  <c:v>292.725460337</c:v>
                </c:pt>
                <c:pt idx="2218">
                  <c:v>293.242963684</c:v>
                </c:pt>
                <c:pt idx="2219">
                  <c:v>291.379803111</c:v>
                </c:pt>
                <c:pt idx="2220">
                  <c:v>293.139484232</c:v>
                </c:pt>
                <c:pt idx="2221">
                  <c:v>290.758714224</c:v>
                </c:pt>
                <c:pt idx="2222">
                  <c:v>291.690305119</c:v>
                </c:pt>
                <c:pt idx="2223">
                  <c:v>292.207893337</c:v>
                </c:pt>
                <c:pt idx="2224">
                  <c:v>290.862257329</c:v>
                </c:pt>
                <c:pt idx="2225">
                  <c:v>291.172780555</c:v>
                </c:pt>
                <c:pt idx="2226">
                  <c:v>293.760551902</c:v>
                </c:pt>
                <c:pt idx="2227">
                  <c:v>300.592168959</c:v>
                </c:pt>
                <c:pt idx="2228">
                  <c:v>299.246554168</c:v>
                </c:pt>
                <c:pt idx="2229">
                  <c:v>301.006214072</c:v>
                </c:pt>
                <c:pt idx="2230">
                  <c:v>301.83428308</c:v>
                </c:pt>
                <c:pt idx="2231">
                  <c:v>299.246554168</c:v>
                </c:pt>
                <c:pt idx="2232">
                  <c:v>300.281645733</c:v>
                </c:pt>
                <c:pt idx="2233">
                  <c:v>298.936009725</c:v>
                </c:pt>
                <c:pt idx="2234">
                  <c:v>296.348259595</c:v>
                </c:pt>
                <c:pt idx="2235">
                  <c:v>298.004440047</c:v>
                </c:pt>
                <c:pt idx="2236">
                  <c:v>296.451781482</c:v>
                </c:pt>
                <c:pt idx="2237">
                  <c:v>297.176328603</c:v>
                </c:pt>
                <c:pt idx="2238">
                  <c:v>299.971122507</c:v>
                </c:pt>
                <c:pt idx="2239">
                  <c:v>303.800986757</c:v>
                </c:pt>
                <c:pt idx="2240">
                  <c:v>305.457145991</c:v>
                </c:pt>
                <c:pt idx="2241">
                  <c:v>304.836035886</c:v>
                </c:pt>
                <c:pt idx="2242">
                  <c:v>304.732577653</c:v>
                </c:pt>
                <c:pt idx="2243">
                  <c:v>305.664168548</c:v>
                </c:pt>
                <c:pt idx="2244">
                  <c:v>303.697443652</c:v>
                </c:pt>
                <c:pt idx="2245">
                  <c:v>302.041305636</c:v>
                </c:pt>
                <c:pt idx="2246">
                  <c:v>299.557056176</c:v>
                </c:pt>
                <c:pt idx="2247">
                  <c:v>299.660578063</c:v>
                </c:pt>
                <c:pt idx="2248">
                  <c:v>298.314963273</c:v>
                </c:pt>
                <c:pt idx="2249">
                  <c:v>298.004440047</c:v>
                </c:pt>
                <c:pt idx="2250">
                  <c:v>296.865826595</c:v>
                </c:pt>
                <c:pt idx="2251">
                  <c:v>295.141982422</c:v>
                </c:pt>
                <c:pt idx="2252">
                  <c:v>294.619641406</c:v>
                </c:pt>
                <c:pt idx="2253">
                  <c:v>293.888283355</c:v>
                </c:pt>
                <c:pt idx="2254">
                  <c:v>291.171953058</c:v>
                </c:pt>
                <c:pt idx="2255">
                  <c:v>290.545092916</c:v>
                </c:pt>
                <c:pt idx="2256">
                  <c:v>282.918400607</c:v>
                </c:pt>
                <c:pt idx="2257">
                  <c:v>281.351292687</c:v>
                </c:pt>
                <c:pt idx="2258">
                  <c:v>285.112368669</c:v>
                </c:pt>
                <c:pt idx="2259">
                  <c:v>285.94820341</c:v>
                </c:pt>
                <c:pt idx="2260">
                  <c:v>288.142171473</c:v>
                </c:pt>
                <c:pt idx="2261">
                  <c:v>288.246648163</c:v>
                </c:pt>
                <c:pt idx="2262">
                  <c:v>286.992927879</c:v>
                </c:pt>
                <c:pt idx="2263">
                  <c:v>284.485529745</c:v>
                </c:pt>
                <c:pt idx="2264">
                  <c:v>285.425798741</c:v>
                </c:pt>
                <c:pt idx="2265">
                  <c:v>284.798938598</c:v>
                </c:pt>
                <c:pt idx="2266">
                  <c:v>286.679519025</c:v>
                </c:pt>
                <c:pt idx="2267">
                  <c:v>284.903436507</c:v>
                </c:pt>
                <c:pt idx="2268">
                  <c:v>284.798938598</c:v>
                </c:pt>
                <c:pt idx="2269">
                  <c:v>285.425798741</c:v>
                </c:pt>
                <c:pt idx="2270">
                  <c:v>282.187084992</c:v>
                </c:pt>
                <c:pt idx="2271">
                  <c:v>285.216866578</c:v>
                </c:pt>
                <c:pt idx="2272">
                  <c:v>287.515311331</c:v>
                </c:pt>
                <c:pt idx="2273">
                  <c:v>290.649590824</c:v>
                </c:pt>
                <c:pt idx="2274">
                  <c:v>290.754046297</c:v>
                </c:pt>
                <c:pt idx="2275">
                  <c:v>292.425652125</c:v>
                </c:pt>
                <c:pt idx="2276">
                  <c:v>294.828573569</c:v>
                </c:pt>
                <c:pt idx="2277">
                  <c:v>291.694294075</c:v>
                </c:pt>
                <c:pt idx="2278">
                  <c:v>293.470355376</c:v>
                </c:pt>
                <c:pt idx="2279">
                  <c:v>293.261444431</c:v>
                </c:pt>
                <c:pt idx="2280">
                  <c:v>297.231495012</c:v>
                </c:pt>
                <c:pt idx="2281">
                  <c:v>293.261444431</c:v>
                </c:pt>
                <c:pt idx="2282">
                  <c:v>292.63456307</c:v>
                </c:pt>
                <c:pt idx="2283">
                  <c:v>292.321175435</c:v>
                </c:pt>
                <c:pt idx="2284">
                  <c:v>290.754046297</c:v>
                </c:pt>
                <c:pt idx="2285">
                  <c:v>289.604802703</c:v>
                </c:pt>
                <c:pt idx="2286">
                  <c:v>290.022709464</c:v>
                </c:pt>
                <c:pt idx="2287">
                  <c:v>292.007724146</c:v>
                </c:pt>
                <c:pt idx="2288">
                  <c:v>289.918232774</c:v>
                </c:pt>
                <c:pt idx="2289">
                  <c:v>287.933218092</c:v>
                </c:pt>
                <c:pt idx="2290">
                  <c:v>289.186917159</c:v>
                </c:pt>
                <c:pt idx="2291">
                  <c:v>291.171953058</c:v>
                </c:pt>
                <c:pt idx="2292">
                  <c:v>288.873487088</c:v>
                </c:pt>
                <c:pt idx="2293">
                  <c:v>290.96297846</c:v>
                </c:pt>
                <c:pt idx="2294">
                  <c:v>290.336139535</c:v>
                </c:pt>
                <c:pt idx="2295">
                  <c:v>292.425652125</c:v>
                </c:pt>
                <c:pt idx="2296">
                  <c:v>294.410624371</c:v>
                </c:pt>
                <c:pt idx="2297">
                  <c:v>295.873319255</c:v>
                </c:pt>
                <c:pt idx="2298">
                  <c:v>294.724054442</c:v>
                </c:pt>
                <c:pt idx="2299">
                  <c:v>295.246437894</c:v>
                </c:pt>
                <c:pt idx="2300">
                  <c:v>297.231495012</c:v>
                </c:pt>
                <c:pt idx="2301">
                  <c:v>294.097236736</c:v>
                </c:pt>
                <c:pt idx="2302">
                  <c:v>294.306211334</c:v>
                </c:pt>
                <c:pt idx="2303">
                  <c:v>298.171764007</c:v>
                </c:pt>
                <c:pt idx="2304">
                  <c:v>296.70911156</c:v>
                </c:pt>
                <c:pt idx="2305">
                  <c:v>291.694294075</c:v>
                </c:pt>
                <c:pt idx="2306">
                  <c:v>293.052512268</c:v>
                </c:pt>
                <c:pt idx="2307">
                  <c:v>293.261444431</c:v>
                </c:pt>
                <c:pt idx="2308">
                  <c:v>297.335971702</c:v>
                </c:pt>
                <c:pt idx="2309">
                  <c:v>296.500179397</c:v>
                </c:pt>
                <c:pt idx="2310">
                  <c:v>289.813777301</c:v>
                </c:pt>
                <c:pt idx="2311">
                  <c:v>286.679519025</c:v>
                </c:pt>
                <c:pt idx="2312">
                  <c:v>285.112368669</c:v>
                </c:pt>
                <c:pt idx="2313">
                  <c:v>288.769010397</c:v>
                </c:pt>
                <c:pt idx="2314">
                  <c:v>292.112222054</c:v>
                </c:pt>
                <c:pt idx="2315">
                  <c:v>291.694294075</c:v>
                </c:pt>
                <c:pt idx="2316">
                  <c:v>292.843537669</c:v>
                </c:pt>
                <c:pt idx="2317">
                  <c:v>292.007724146</c:v>
                </c:pt>
                <c:pt idx="2318">
                  <c:v>290.022709464</c:v>
                </c:pt>
                <c:pt idx="2319">
                  <c:v>293.470355376</c:v>
                </c:pt>
                <c:pt idx="2320">
                  <c:v>290.858522987</c:v>
                </c:pt>
                <c:pt idx="2321">
                  <c:v>293.06176325</c:v>
                </c:pt>
                <c:pt idx="2322">
                  <c:v>292.534648218</c:v>
                </c:pt>
                <c:pt idx="2323">
                  <c:v>290.74256744</c:v>
                </c:pt>
                <c:pt idx="2324">
                  <c:v>294.748433751</c:v>
                </c:pt>
                <c:pt idx="2325">
                  <c:v>293.799698834</c:v>
                </c:pt>
                <c:pt idx="2326">
                  <c:v>293.799698834</c:v>
                </c:pt>
                <c:pt idx="2327">
                  <c:v>281.781993812</c:v>
                </c:pt>
                <c:pt idx="2328">
                  <c:v>266.496464151</c:v>
                </c:pt>
                <c:pt idx="2329">
                  <c:v>262.912217726</c:v>
                </c:pt>
                <c:pt idx="2330">
                  <c:v>256.376335054</c:v>
                </c:pt>
                <c:pt idx="2331">
                  <c:v>272.716115996</c:v>
                </c:pt>
                <c:pt idx="2332">
                  <c:v>263.228469771</c:v>
                </c:pt>
                <c:pt idx="2333">
                  <c:v>266.707263485</c:v>
                </c:pt>
                <c:pt idx="2334">
                  <c:v>269.869826372</c:v>
                </c:pt>
                <c:pt idx="2335">
                  <c:v>268.077724377</c:v>
                </c:pt>
                <c:pt idx="2336">
                  <c:v>264.91516149</c:v>
                </c:pt>
                <c:pt idx="2337">
                  <c:v>267.972292884</c:v>
                </c:pt>
                <c:pt idx="2338">
                  <c:v>263.860995079</c:v>
                </c:pt>
                <c:pt idx="2339">
                  <c:v>268.183134653</c:v>
                </c:pt>
                <c:pt idx="2340">
                  <c:v>267.972292884</c:v>
                </c:pt>
                <c:pt idx="2341">
                  <c:v>271.029403059</c:v>
                </c:pt>
                <c:pt idx="2342">
                  <c:v>270.607740738</c:v>
                </c:pt>
                <c:pt idx="2343">
                  <c:v>271.872770137</c:v>
                </c:pt>
                <c:pt idx="2344">
                  <c:v>272.92691533</c:v>
                </c:pt>
                <c:pt idx="2345">
                  <c:v>272.189022182</c:v>
                </c:pt>
                <c:pt idx="2346">
                  <c:v>271.029403059</c:v>
                </c:pt>
                <c:pt idx="2347">
                  <c:v>274.719038543</c:v>
                </c:pt>
                <c:pt idx="2348">
                  <c:v>271.978159195</c:v>
                </c:pt>
                <c:pt idx="2349">
                  <c:v>269.34271134</c:v>
                </c:pt>
                <c:pt idx="2350">
                  <c:v>270.291467475</c:v>
                </c:pt>
                <c:pt idx="2351">
                  <c:v>271.767359861</c:v>
                </c:pt>
                <c:pt idx="2352">
                  <c:v>271.240244829</c:v>
                </c:pt>
                <c:pt idx="2353">
                  <c:v>278.619537014</c:v>
                </c:pt>
                <c:pt idx="2354">
                  <c:v>277.35446518</c:v>
                </c:pt>
                <c:pt idx="2355">
                  <c:v>274.086513235</c:v>
                </c:pt>
                <c:pt idx="2356">
                  <c:v>278.514084302</c:v>
                </c:pt>
                <c:pt idx="2357">
                  <c:v>280.411596573</c:v>
                </c:pt>
                <c:pt idx="2358">
                  <c:v>280.200754804</c:v>
                </c:pt>
                <c:pt idx="2359">
                  <c:v>279.146588393</c:v>
                </c:pt>
                <c:pt idx="2360">
                  <c:v>274.191965946</c:v>
                </c:pt>
                <c:pt idx="2361">
                  <c:v>273.664872132</c:v>
                </c:pt>
                <c:pt idx="2362">
                  <c:v>272.92691533</c:v>
                </c:pt>
                <c:pt idx="2363">
                  <c:v>276.932824077</c:v>
                </c:pt>
                <c:pt idx="2364">
                  <c:v>274.508217991</c:v>
                </c:pt>
                <c:pt idx="2365">
                  <c:v>276.089499435</c:v>
                </c:pt>
                <c:pt idx="2366">
                  <c:v>275.87861523</c:v>
                </c:pt>
                <c:pt idx="2367">
                  <c:v>276.721982307</c:v>
                </c:pt>
                <c:pt idx="2368">
                  <c:v>278.724926072</c:v>
                </c:pt>
                <c:pt idx="2369">
                  <c:v>277.143665846</c:v>
                </c:pt>
                <c:pt idx="2370">
                  <c:v>276.51111932</c:v>
                </c:pt>
                <c:pt idx="2371">
                  <c:v>279.779092483</c:v>
                </c:pt>
                <c:pt idx="2372">
                  <c:v>280.938690388</c:v>
                </c:pt>
                <c:pt idx="2373">
                  <c:v>284.101253275</c:v>
                </c:pt>
                <c:pt idx="2374">
                  <c:v>283.152475921</c:v>
                </c:pt>
                <c:pt idx="2375">
                  <c:v>284.839167641</c:v>
                </c:pt>
                <c:pt idx="2376">
                  <c:v>283.57415946</c:v>
                </c:pt>
                <c:pt idx="2377">
                  <c:v>283.784958794</c:v>
                </c:pt>
                <c:pt idx="2378">
                  <c:v>281.676625972</c:v>
                </c:pt>
                <c:pt idx="2379">
                  <c:v>280.833258894</c:v>
                </c:pt>
                <c:pt idx="2380">
                  <c:v>281.465784202</c:v>
                </c:pt>
                <c:pt idx="2381">
                  <c:v>281.465784202</c:v>
                </c:pt>
                <c:pt idx="2382">
                  <c:v>281.887467741</c:v>
                </c:pt>
                <c:pt idx="2383">
                  <c:v>278.906784259</c:v>
                </c:pt>
                <c:pt idx="2384">
                  <c:v>280.929375752</c:v>
                </c:pt>
                <c:pt idx="2385">
                  <c:v>280.929375752</c:v>
                </c:pt>
                <c:pt idx="2386">
                  <c:v>282.100325206</c:v>
                </c:pt>
                <c:pt idx="2387">
                  <c:v>287.955263438</c:v>
                </c:pt>
                <c:pt idx="2388">
                  <c:v>290.723047019</c:v>
                </c:pt>
                <c:pt idx="2389">
                  <c:v>291.148868038</c:v>
                </c:pt>
                <c:pt idx="2390">
                  <c:v>288.061713388</c:v>
                </c:pt>
                <c:pt idx="2391">
                  <c:v>290.829496969</c:v>
                </c:pt>
                <c:pt idx="2392">
                  <c:v>290.5101259</c:v>
                </c:pt>
                <c:pt idx="2393">
                  <c:v>292.852088462</c:v>
                </c:pt>
                <c:pt idx="2394">
                  <c:v>290.93594692</c:v>
                </c:pt>
                <c:pt idx="2395">
                  <c:v>290.723047019</c:v>
                </c:pt>
                <c:pt idx="2396">
                  <c:v>286.039143113</c:v>
                </c:pt>
                <c:pt idx="2397">
                  <c:v>286.677842815</c:v>
                </c:pt>
                <c:pt idx="2398">
                  <c:v>288.913376645</c:v>
                </c:pt>
                <c:pt idx="2399">
                  <c:v>287.635913586</c:v>
                </c:pt>
                <c:pt idx="2400">
                  <c:v>286.890763934</c:v>
                </c:pt>
                <c:pt idx="2401">
                  <c:v>289.977854931</c:v>
                </c:pt>
                <c:pt idx="2402">
                  <c:v>291.468217889</c:v>
                </c:pt>
                <c:pt idx="2403">
                  <c:v>290.403697168</c:v>
                </c:pt>
                <c:pt idx="2404">
                  <c:v>290.829496969</c:v>
                </c:pt>
                <c:pt idx="2405">
                  <c:v>289.552055129</c:v>
                </c:pt>
                <c:pt idx="2406">
                  <c:v>289.232705278</c:v>
                </c:pt>
                <c:pt idx="2407">
                  <c:v>285.719750826</c:v>
                </c:pt>
                <c:pt idx="2408">
                  <c:v>282.100325206</c:v>
                </c:pt>
                <c:pt idx="2409">
                  <c:v>280.822925801</c:v>
                </c:pt>
                <c:pt idx="2410">
                  <c:v>283.271338314</c:v>
                </c:pt>
                <c:pt idx="2411">
                  <c:v>284.655230104</c:v>
                </c:pt>
                <c:pt idx="2412">
                  <c:v>284.016509184</c:v>
                </c:pt>
                <c:pt idx="2413">
                  <c:v>284.761680055</c:v>
                </c:pt>
                <c:pt idx="2414">
                  <c:v>286.145571845</c:v>
                </c:pt>
                <c:pt idx="2415">
                  <c:v>285.187501074</c:v>
                </c:pt>
                <c:pt idx="2416">
                  <c:v>288.487534407</c:v>
                </c:pt>
                <c:pt idx="2417">
                  <c:v>292.31983871</c:v>
                </c:pt>
                <c:pt idx="2418">
                  <c:v>291.04239687</c:v>
                </c:pt>
                <c:pt idx="2419">
                  <c:v>290.93594692</c:v>
                </c:pt>
                <c:pt idx="2420">
                  <c:v>290.190754831</c:v>
                </c:pt>
                <c:pt idx="2421">
                  <c:v>292.21338876</c:v>
                </c:pt>
                <c:pt idx="2422">
                  <c:v>292.852088462</c:v>
                </c:pt>
                <c:pt idx="2423">
                  <c:v>292.958559631</c:v>
                </c:pt>
                <c:pt idx="2424">
                  <c:v>297.536034804</c:v>
                </c:pt>
                <c:pt idx="2425">
                  <c:v>295.619872044</c:v>
                </c:pt>
                <c:pt idx="2426">
                  <c:v>295.406972143</c:v>
                </c:pt>
                <c:pt idx="2427">
                  <c:v>296.684435201</c:v>
                </c:pt>
                <c:pt idx="2428">
                  <c:v>296.152164231</c:v>
                </c:pt>
                <c:pt idx="2429">
                  <c:v>297.216663735</c:v>
                </c:pt>
                <c:pt idx="2430">
                  <c:v>296.365064132</c:v>
                </c:pt>
                <c:pt idx="2431">
                  <c:v>293.810180451</c:v>
                </c:pt>
                <c:pt idx="2432">
                  <c:v>294.768251223</c:v>
                </c:pt>
                <c:pt idx="2433">
                  <c:v>294.236001471</c:v>
                </c:pt>
                <c:pt idx="2434">
                  <c:v>292.10693881</c:v>
                </c:pt>
                <c:pt idx="2435">
                  <c:v>292.21338876</c:v>
                </c:pt>
                <c:pt idx="2436">
                  <c:v>292.745638512</c:v>
                </c:pt>
                <c:pt idx="2437">
                  <c:v>295.087601074</c:v>
                </c:pt>
                <c:pt idx="2438">
                  <c:v>292.532738611</c:v>
                </c:pt>
                <c:pt idx="2439">
                  <c:v>291.04239687</c:v>
                </c:pt>
                <c:pt idx="2440">
                  <c:v>291.894017691</c:v>
                </c:pt>
                <c:pt idx="2441">
                  <c:v>292.426288661</c:v>
                </c:pt>
                <c:pt idx="2442">
                  <c:v>292.21338876</c:v>
                </c:pt>
                <c:pt idx="2443">
                  <c:v>290.93594692</c:v>
                </c:pt>
                <c:pt idx="2444">
                  <c:v>290.084304881</c:v>
                </c:pt>
                <c:pt idx="2445">
                  <c:v>291.681139008</c:v>
                </c:pt>
                <c:pt idx="2446">
                  <c:v>291.896075822</c:v>
                </c:pt>
                <c:pt idx="2447">
                  <c:v>290.069049247</c:v>
                </c:pt>
                <c:pt idx="2448">
                  <c:v>292.433417858</c:v>
                </c:pt>
                <c:pt idx="2449">
                  <c:v>291.251244162</c:v>
                </c:pt>
                <c:pt idx="2450">
                  <c:v>293.400675958</c:v>
                </c:pt>
                <c:pt idx="2451">
                  <c:v>295.87257663</c:v>
                </c:pt>
                <c:pt idx="2452">
                  <c:v>293.830570805</c:v>
                </c:pt>
                <c:pt idx="2453">
                  <c:v>294.58289209</c:v>
                </c:pt>
                <c:pt idx="2454">
                  <c:v>293.830570805</c:v>
                </c:pt>
                <c:pt idx="2455">
                  <c:v>293.185760362</c:v>
                </c:pt>
                <c:pt idx="2456">
                  <c:v>292.111012637</c:v>
                </c:pt>
                <c:pt idx="2457">
                  <c:v>290.176517654</c:v>
                </c:pt>
                <c:pt idx="2458">
                  <c:v>285.232737529</c:v>
                </c:pt>
                <c:pt idx="2459">
                  <c:v>286.200016847</c:v>
                </c:pt>
                <c:pt idx="2460">
                  <c:v>288.779364708</c:v>
                </c:pt>
                <c:pt idx="2461">
                  <c:v>287.812127826</c:v>
                </c:pt>
                <c:pt idx="2462">
                  <c:v>285.555163968</c:v>
                </c:pt>
                <c:pt idx="2463">
                  <c:v>287.919596233</c:v>
                </c:pt>
                <c:pt idx="2464">
                  <c:v>290.069049247</c:v>
                </c:pt>
                <c:pt idx="2465">
                  <c:v>290.928796504</c:v>
                </c:pt>
                <c:pt idx="2466">
                  <c:v>290.069049247</c:v>
                </c:pt>
                <c:pt idx="2467">
                  <c:v>290.498944094</c:v>
                </c:pt>
                <c:pt idx="2468">
                  <c:v>290.498944094</c:v>
                </c:pt>
                <c:pt idx="2469">
                  <c:v>291.466202194</c:v>
                </c:pt>
                <c:pt idx="2470">
                  <c:v>290.176517654</c:v>
                </c:pt>
                <c:pt idx="2471">
                  <c:v>287.382211761</c:v>
                </c:pt>
                <c:pt idx="2472">
                  <c:v>286.737380101</c:v>
                </c:pt>
                <c:pt idx="2473">
                  <c:v>287.489680169</c:v>
                </c:pt>
                <c:pt idx="2474">
                  <c:v>284.480437461</c:v>
                </c:pt>
                <c:pt idx="2475">
                  <c:v>284.15803224</c:v>
                </c:pt>
                <c:pt idx="2476">
                  <c:v>285.555163968</c:v>
                </c:pt>
                <c:pt idx="2477">
                  <c:v>285.017821933</c:v>
                </c:pt>
                <c:pt idx="2478">
                  <c:v>287.167253729</c:v>
                </c:pt>
                <c:pt idx="2479">
                  <c:v>287.704638201</c:v>
                </c:pt>
                <c:pt idx="2480">
                  <c:v>292.111012637</c:v>
                </c:pt>
                <c:pt idx="2481">
                  <c:v>292.218481044</c:v>
                </c:pt>
                <c:pt idx="2482">
                  <c:v>292.540886265</c:v>
                </c:pt>
                <c:pt idx="2483">
                  <c:v>292.75582308</c:v>
                </c:pt>
                <c:pt idx="2484">
                  <c:v>290.176517654</c:v>
                </c:pt>
                <c:pt idx="2485">
                  <c:v>291.896075822</c:v>
                </c:pt>
                <c:pt idx="2486">
                  <c:v>289.424196369</c:v>
                </c:pt>
                <c:pt idx="2487">
                  <c:v>286.09254844</c:v>
                </c:pt>
                <c:pt idx="2488">
                  <c:v>291.251244162</c:v>
                </c:pt>
                <c:pt idx="2489">
                  <c:v>289.639133183</c:v>
                </c:pt>
                <c:pt idx="2490">
                  <c:v>293.61563399</c:v>
                </c:pt>
                <c:pt idx="2491">
                  <c:v>295.012765719</c:v>
                </c:pt>
                <c:pt idx="2492">
                  <c:v>296.517408291</c:v>
                </c:pt>
                <c:pt idx="2493">
                  <c:v>295.87257663</c:v>
                </c:pt>
                <c:pt idx="2494">
                  <c:v>294.475423683</c:v>
                </c:pt>
                <c:pt idx="2495">
                  <c:v>298.774329712</c:v>
                </c:pt>
                <c:pt idx="2496">
                  <c:v>298.236945241</c:v>
                </c:pt>
                <c:pt idx="2497">
                  <c:v>297.807029176</c:v>
                </c:pt>
                <c:pt idx="2498">
                  <c:v>296.409918666</c:v>
                </c:pt>
                <c:pt idx="2499">
                  <c:v>295.120255344</c:v>
                </c:pt>
                <c:pt idx="2500">
                  <c:v>299.332825944</c:v>
                </c:pt>
                <c:pt idx="2501">
                  <c:v>300.52713625</c:v>
                </c:pt>
                <c:pt idx="2502">
                  <c:v>300.52713625</c:v>
                </c:pt>
                <c:pt idx="2503">
                  <c:v>301.395710133</c:v>
                </c:pt>
                <c:pt idx="2504">
                  <c:v>298.247108591</c:v>
                </c:pt>
                <c:pt idx="2505">
                  <c:v>299.65854115</c:v>
                </c:pt>
                <c:pt idx="2506">
                  <c:v>298.355701544</c:v>
                </c:pt>
                <c:pt idx="2507">
                  <c:v>298.138536855</c:v>
                </c:pt>
                <c:pt idx="2508">
                  <c:v>299.875705838</c:v>
                </c:pt>
                <c:pt idx="2509">
                  <c:v>299.007131956</c:v>
                </c:pt>
                <c:pt idx="2510">
                  <c:v>300.30999278</c:v>
                </c:pt>
                <c:pt idx="2511">
                  <c:v>300.092828091</c:v>
                </c:pt>
                <c:pt idx="2512">
                  <c:v>299.875705838</c:v>
                </c:pt>
                <c:pt idx="2513">
                  <c:v>299.984235138</c:v>
                </c:pt>
                <c:pt idx="2514">
                  <c:v>297.812821649</c:v>
                </c:pt>
                <c:pt idx="2515">
                  <c:v>301.069994927</c:v>
                </c:pt>
                <c:pt idx="2516">
                  <c:v>303.024264945</c:v>
                </c:pt>
                <c:pt idx="2517">
                  <c:v>304.978598616</c:v>
                </c:pt>
                <c:pt idx="2518">
                  <c:v>302.915714427</c:v>
                </c:pt>
                <c:pt idx="2519">
                  <c:v>308.561444664</c:v>
                </c:pt>
                <c:pt idx="2520">
                  <c:v>309.972877223</c:v>
                </c:pt>
                <c:pt idx="2521">
                  <c:v>309.430039764</c:v>
                </c:pt>
                <c:pt idx="2522">
                  <c:v>310.732900588</c:v>
                </c:pt>
                <c:pt idx="2523">
                  <c:v>315.292913472</c:v>
                </c:pt>
                <c:pt idx="2524">
                  <c:v>315.184362954</c:v>
                </c:pt>
                <c:pt idx="2525">
                  <c:v>313.772909177</c:v>
                </c:pt>
                <c:pt idx="2526">
                  <c:v>311.601474471</c:v>
                </c:pt>
                <c:pt idx="2527">
                  <c:v>316.48720256</c:v>
                </c:pt>
                <c:pt idx="2528">
                  <c:v>316.704346031</c:v>
                </c:pt>
                <c:pt idx="2529">
                  <c:v>316.378630825</c:v>
                </c:pt>
                <c:pt idx="2530">
                  <c:v>316.812896548</c:v>
                </c:pt>
                <c:pt idx="2531">
                  <c:v>318.875801955</c:v>
                </c:pt>
                <c:pt idx="2532">
                  <c:v>318.11577859</c:v>
                </c:pt>
                <c:pt idx="2533">
                  <c:v>318.875801955</c:v>
                </c:pt>
                <c:pt idx="2534">
                  <c:v>323.761508827</c:v>
                </c:pt>
                <c:pt idx="2535">
                  <c:v>325.71582128</c:v>
                </c:pt>
                <c:pt idx="2536">
                  <c:v>331.144408046</c:v>
                </c:pt>
                <c:pt idx="2537">
                  <c:v>336.681608983</c:v>
                </c:pt>
                <c:pt idx="2538">
                  <c:v>336.247300824</c:v>
                </c:pt>
                <c:pt idx="2539">
                  <c:v>341.67588759</c:v>
                </c:pt>
                <c:pt idx="2540">
                  <c:v>340.373026767</c:v>
                </c:pt>
                <c:pt idx="2541">
                  <c:v>339.83016809</c:v>
                </c:pt>
                <c:pt idx="2542">
                  <c:v>343.521607091</c:v>
                </c:pt>
                <c:pt idx="2543">
                  <c:v>340.264455031</c:v>
                </c:pt>
                <c:pt idx="2544">
                  <c:v>343.195891885</c:v>
                </c:pt>
                <c:pt idx="2545">
                  <c:v>341.133050132</c:v>
                </c:pt>
                <c:pt idx="2546">
                  <c:v>342.653033208</c:v>
                </c:pt>
                <c:pt idx="2547">
                  <c:v>342.761626161</c:v>
                </c:pt>
                <c:pt idx="2548">
                  <c:v>343.195891885</c:v>
                </c:pt>
                <c:pt idx="2549">
                  <c:v>342.32733922</c:v>
                </c:pt>
                <c:pt idx="2550">
                  <c:v>343.521607091</c:v>
                </c:pt>
                <c:pt idx="2551">
                  <c:v>342.11019575</c:v>
                </c:pt>
                <c:pt idx="2552">
                  <c:v>342.11019575</c:v>
                </c:pt>
                <c:pt idx="2553">
                  <c:v>344.93303965</c:v>
                </c:pt>
                <c:pt idx="2554">
                  <c:v>345.910227704</c:v>
                </c:pt>
                <c:pt idx="2555">
                  <c:v>342.978748414</c:v>
                </c:pt>
                <c:pt idx="2556">
                  <c:v>342.435910955</c:v>
                </c:pt>
                <c:pt idx="2557">
                  <c:v>339.395881149</c:v>
                </c:pt>
                <c:pt idx="2558">
                  <c:v>337.984448589</c:v>
                </c:pt>
                <c:pt idx="2559">
                  <c:v>336.790159501</c:v>
                </c:pt>
                <c:pt idx="2560">
                  <c:v>335.487277459</c:v>
                </c:pt>
                <c:pt idx="2561">
                  <c:v>336.57301603</c:v>
                </c:pt>
                <c:pt idx="2562">
                  <c:v>334.618703577</c:v>
                </c:pt>
                <c:pt idx="2563">
                  <c:v>334.401560106</c:v>
                </c:pt>
                <c:pt idx="2564">
                  <c:v>335.161583471</c:v>
                </c:pt>
                <c:pt idx="2565">
                  <c:v>336.030136136</c:v>
                </c:pt>
                <c:pt idx="2566">
                  <c:v>332.013003147</c:v>
                </c:pt>
                <c:pt idx="2567">
                  <c:v>332.121574882</c:v>
                </c:pt>
                <c:pt idx="2568">
                  <c:v>329.95009774</c:v>
                </c:pt>
                <c:pt idx="2569">
                  <c:v>331.578694988</c:v>
                </c:pt>
                <c:pt idx="2570">
                  <c:v>332.664433559</c:v>
                </c:pt>
                <c:pt idx="2571">
                  <c:v>334.383418845</c:v>
                </c:pt>
                <c:pt idx="2572">
                  <c:v>335.259376539</c:v>
                </c:pt>
                <c:pt idx="2573">
                  <c:v>333.288514163</c:v>
                </c:pt>
                <c:pt idx="2574">
                  <c:v>333.726471792</c:v>
                </c:pt>
                <c:pt idx="2575">
                  <c:v>335.916302374</c:v>
                </c:pt>
                <c:pt idx="2576">
                  <c:v>334.054966536</c:v>
                </c:pt>
                <c:pt idx="2577">
                  <c:v>334.60238705</c:v>
                </c:pt>
                <c:pt idx="2578">
                  <c:v>335.478323527</c:v>
                </c:pt>
                <c:pt idx="2579">
                  <c:v>334.60238705</c:v>
                </c:pt>
                <c:pt idx="2580">
                  <c:v>337.887122314</c:v>
                </c:pt>
                <c:pt idx="2581">
                  <c:v>338.763037573</c:v>
                </c:pt>
                <c:pt idx="2582">
                  <c:v>334.60238705</c:v>
                </c:pt>
                <c:pt idx="2583">
                  <c:v>336.573228209</c:v>
                </c:pt>
                <c:pt idx="2584">
                  <c:v>336.244754682</c:v>
                </c:pt>
                <c:pt idx="2585">
                  <c:v>335.58780763</c:v>
                </c:pt>
                <c:pt idx="2586">
                  <c:v>337.339659364</c:v>
                </c:pt>
                <c:pt idx="2587">
                  <c:v>339.96740514</c:v>
                </c:pt>
                <c:pt idx="2588">
                  <c:v>339.748458152</c:v>
                </c:pt>
                <c:pt idx="2589">
                  <c:v>339.200995202</c:v>
                </c:pt>
                <c:pt idx="2590">
                  <c:v>339.529468728</c:v>
                </c:pt>
                <c:pt idx="2591">
                  <c:v>344.018571559</c:v>
                </c:pt>
                <c:pt idx="2592">
                  <c:v>341.60979399</c:v>
                </c:pt>
                <c:pt idx="2593">
                  <c:v>340.843362834</c:v>
                </c:pt>
                <c:pt idx="2594">
                  <c:v>342.814182774</c:v>
                </c:pt>
                <c:pt idx="2595">
                  <c:v>344.347045086</c:v>
                </c:pt>
                <c:pt idx="2596">
                  <c:v>351.135441383</c:v>
                </c:pt>
                <c:pt idx="2597">
                  <c:v>348.836147916</c:v>
                </c:pt>
                <c:pt idx="2598">
                  <c:v>345.113476241</c:v>
                </c:pt>
                <c:pt idx="2599">
                  <c:v>346.974812079</c:v>
                </c:pt>
                <c:pt idx="2600">
                  <c:v>346.646338552</c:v>
                </c:pt>
                <c:pt idx="2601">
                  <c:v>345.332486883</c:v>
                </c:pt>
                <c:pt idx="2602">
                  <c:v>346.208402141</c:v>
                </c:pt>
                <c:pt idx="2603">
                  <c:v>347.631737914</c:v>
                </c:pt>
                <c:pt idx="2604">
                  <c:v>347.741243234</c:v>
                </c:pt>
                <c:pt idx="2605">
                  <c:v>347.631737914</c:v>
                </c:pt>
                <c:pt idx="2606">
                  <c:v>348.179200864</c:v>
                </c:pt>
                <c:pt idx="2607">
                  <c:v>347.303285605</c:v>
                </c:pt>
                <c:pt idx="2608">
                  <c:v>350.806989075</c:v>
                </c:pt>
                <c:pt idx="2609">
                  <c:v>351.463893692</c:v>
                </c:pt>
                <c:pt idx="2610">
                  <c:v>351.682883115</c:v>
                </c:pt>
                <c:pt idx="2611">
                  <c:v>353.106282542</c:v>
                </c:pt>
                <c:pt idx="2612">
                  <c:v>359.45672121</c:v>
                </c:pt>
                <c:pt idx="2613">
                  <c:v>357.704848257</c:v>
                </c:pt>
                <c:pt idx="2614">
                  <c:v>356.390954152</c:v>
                </c:pt>
                <c:pt idx="2615">
                  <c:v>357.266911846</c:v>
                </c:pt>
                <c:pt idx="2616">
                  <c:v>355.843533638</c:v>
                </c:pt>
                <c:pt idx="2617">
                  <c:v>352.339830168</c:v>
                </c:pt>
                <c:pt idx="2618">
                  <c:v>354.420112994</c:v>
                </c:pt>
                <c:pt idx="2619">
                  <c:v>354.420112994</c:v>
                </c:pt>
                <c:pt idx="2620">
                  <c:v>356.828932999</c:v>
                </c:pt>
                <c:pt idx="2621">
                  <c:v>353.653724274</c:v>
                </c:pt>
                <c:pt idx="2622">
                  <c:v>353.544218953</c:v>
                </c:pt>
                <c:pt idx="2623">
                  <c:v>354.639123635</c:v>
                </c:pt>
                <c:pt idx="2624">
                  <c:v>353.215745427</c:v>
                </c:pt>
                <c:pt idx="2625">
                  <c:v>356.171985946</c:v>
                </c:pt>
                <c:pt idx="2626">
                  <c:v>359.347237107</c:v>
                </c:pt>
                <c:pt idx="2627">
                  <c:v>357.266911846</c:v>
                </c:pt>
                <c:pt idx="2628">
                  <c:v>356.171985946</c:v>
                </c:pt>
                <c:pt idx="2629">
                  <c:v>349.602579072</c:v>
                </c:pt>
                <c:pt idx="2630">
                  <c:v>348.836147916</c:v>
                </c:pt>
                <c:pt idx="2631">
                  <c:v>349.164600225</c:v>
                </c:pt>
                <c:pt idx="2632">
                  <c:v>350.587999651</c:v>
                </c:pt>
                <c:pt idx="2633">
                  <c:v>350.069286887</c:v>
                </c:pt>
                <c:pt idx="2634">
                  <c:v>352.71797468</c:v>
                </c:pt>
                <c:pt idx="2635">
                  <c:v>354.152704438</c:v>
                </c:pt>
                <c:pt idx="2636">
                  <c:v>352.386891358</c:v>
                </c:pt>
                <c:pt idx="2637">
                  <c:v>349.958911635</c:v>
                </c:pt>
                <c:pt idx="2638">
                  <c:v>351.503995427</c:v>
                </c:pt>
                <c:pt idx="2639">
                  <c:v>357.463558874</c:v>
                </c:pt>
                <c:pt idx="2640">
                  <c:v>355.808142265</c:v>
                </c:pt>
                <c:pt idx="2641">
                  <c:v>359.119017919</c:v>
                </c:pt>
                <c:pt idx="2642">
                  <c:v>356.911767483</c:v>
                </c:pt>
                <c:pt idx="2643">
                  <c:v>356.028850334</c:v>
                </c:pt>
                <c:pt idx="2644">
                  <c:v>357.573934127</c:v>
                </c:pt>
                <c:pt idx="2645">
                  <c:v>359.339725988</c:v>
                </c:pt>
                <c:pt idx="2646">
                  <c:v>355.36668369</c:v>
                </c:pt>
                <c:pt idx="2647">
                  <c:v>356.911767483</c:v>
                </c:pt>
                <c:pt idx="2648">
                  <c:v>364.63714401</c:v>
                </c:pt>
                <c:pt idx="2649">
                  <c:v>363.202393034</c:v>
                </c:pt>
                <c:pt idx="2650">
                  <c:v>361.436601172</c:v>
                </c:pt>
                <c:pt idx="2651">
                  <c:v>362.209143068</c:v>
                </c:pt>
                <c:pt idx="2652">
                  <c:v>363.092060217</c:v>
                </c:pt>
                <c:pt idx="2653">
                  <c:v>361.988392563</c:v>
                </c:pt>
                <c:pt idx="2654">
                  <c:v>367.396185837</c:v>
                </c:pt>
                <c:pt idx="2655">
                  <c:v>368.941269629</c:v>
                </c:pt>
                <c:pt idx="2656">
                  <c:v>374.01789471</c:v>
                </c:pt>
                <c:pt idx="2657">
                  <c:v>373.355770502</c:v>
                </c:pt>
                <c:pt idx="2658">
                  <c:v>368.720519124</c:v>
                </c:pt>
                <c:pt idx="2659">
                  <c:v>369.382728204</c:v>
                </c:pt>
                <c:pt idx="2660">
                  <c:v>370.375978169</c:v>
                </c:pt>
                <c:pt idx="2661">
                  <c:v>373.576436135</c:v>
                </c:pt>
                <c:pt idx="2662">
                  <c:v>371.258852882</c:v>
                </c:pt>
                <c:pt idx="2663">
                  <c:v>371.921019526</c:v>
                </c:pt>
                <c:pt idx="2664">
                  <c:v>374.128312398</c:v>
                </c:pt>
                <c:pt idx="2665">
                  <c:v>377.328770364</c:v>
                </c:pt>
                <c:pt idx="2666">
                  <c:v>378.211687513</c:v>
                </c:pt>
                <c:pt idx="2667">
                  <c:v>378.10131226</c:v>
                </c:pt>
                <c:pt idx="2668">
                  <c:v>379.977479375</c:v>
                </c:pt>
                <c:pt idx="2669">
                  <c:v>380.97072934</c:v>
                </c:pt>
                <c:pt idx="2670">
                  <c:v>378.432395582</c:v>
                </c:pt>
                <c:pt idx="2671">
                  <c:v>380.860354088</c:v>
                </c:pt>
                <c:pt idx="2672">
                  <c:v>387.261397327</c:v>
                </c:pt>
                <c:pt idx="2673">
                  <c:v>384.391980247</c:v>
                </c:pt>
                <c:pt idx="2674">
                  <c:v>387.482105396</c:v>
                </c:pt>
                <c:pt idx="2675">
                  <c:v>388.585730614</c:v>
                </c:pt>
                <c:pt idx="2676">
                  <c:v>387.482105396</c:v>
                </c:pt>
                <c:pt idx="2677">
                  <c:v>386.819938753</c:v>
                </c:pt>
                <c:pt idx="2678">
                  <c:v>384.391980247</c:v>
                </c:pt>
                <c:pt idx="2679">
                  <c:v>385.164522143</c:v>
                </c:pt>
                <c:pt idx="2680">
                  <c:v>385.054146891</c:v>
                </c:pt>
                <c:pt idx="2681">
                  <c:v>384.171272178</c:v>
                </c:pt>
                <c:pt idx="2682">
                  <c:v>386.378480178</c:v>
                </c:pt>
                <c:pt idx="2683">
                  <c:v>387.15106451</c:v>
                </c:pt>
                <c:pt idx="2684">
                  <c:v>384.060854489</c:v>
                </c:pt>
                <c:pt idx="2685">
                  <c:v>379.756771305</c:v>
                </c:pt>
                <c:pt idx="2686">
                  <c:v>376.225145146</c:v>
                </c:pt>
                <c:pt idx="2687">
                  <c:v>375.121562364</c:v>
                </c:pt>
                <c:pt idx="2688">
                  <c:v>376.556228468</c:v>
                </c:pt>
                <c:pt idx="2689">
                  <c:v>378.984229409</c:v>
                </c:pt>
                <c:pt idx="2690">
                  <c:v>378.873854157</c:v>
                </c:pt>
                <c:pt idx="2691">
                  <c:v>373.466103319</c:v>
                </c:pt>
                <c:pt idx="2692">
                  <c:v>374.01789471</c:v>
                </c:pt>
                <c:pt idx="2693">
                  <c:v>371.700311457</c:v>
                </c:pt>
                <c:pt idx="2694">
                  <c:v>372.141770031</c:v>
                </c:pt>
                <c:pt idx="2695">
                  <c:v>372.362478101</c:v>
                </c:pt>
                <c:pt idx="2696">
                  <c:v>370.215486357</c:v>
                </c:pt>
                <c:pt idx="2697">
                  <c:v>368.213115474</c:v>
                </c:pt>
                <c:pt idx="2698">
                  <c:v>369.436791284</c:v>
                </c:pt>
                <c:pt idx="2699">
                  <c:v>367.211930033</c:v>
                </c:pt>
                <c:pt idx="2700">
                  <c:v>365.432049519</c:v>
                </c:pt>
                <c:pt idx="2701">
                  <c:v>361.872288491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2026.8"/>
          <c:min val="2016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목표 비중</c:v>
          </c:tx>
          <c:dPt>
            <c:idx val="0"/>
            <c:spPr>
              <a:solidFill xmlns:a="http://schemas.openxmlformats.org/drawingml/2006/main">
                <a:srgbClr val="2864B7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8050A8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TQQQ</c:v>
                </c:pt>
                <c:pt idx="1">
                  <c:v>SCHD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57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목표 비중</c:v>
          </c:tx>
          <c:dPt>
            <c:idx val="0"/>
            <c:spPr>
              <a:solidFill xmlns:a="http://schemas.openxmlformats.org/drawingml/2006/main">
                <a:srgbClr val="174D3B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2864B7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137B87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BA8A19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Data'!$A$2:$A$5</c:f>
              <c:strCache>
                <c:ptCount val="4"/>
                <c:pt idx="0">
                  <c:v>SPYM</c:v>
                </c:pt>
                <c:pt idx="1">
                  <c:v>QQQM</c:v>
                </c:pt>
                <c:pt idx="2">
                  <c:v>IEF</c:v>
                </c:pt>
                <c:pt idx="3">
                  <c:v>GLDM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  <c:pt idx="3">
                  <c:v>0.2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57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비중 조절 + 방어</c:v>
          </c:tx>
          <c:spPr>
            <a:ln xmlns:a="http://schemas.openxmlformats.org/drawingml/2006/main" w="16193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Data'!$A$2:$A$3687</c:f>
              <c:numCache>
                <c:formatCode>General</c:formatCode>
                <c:ptCount val="3686"/>
                <c:pt idx="0">
                  <c:v>2012.00819672</c:v>
                </c:pt>
                <c:pt idx="1">
                  <c:v>2012.01092896</c:v>
                </c:pt>
                <c:pt idx="2">
                  <c:v>2012.0136612</c:v>
                </c:pt>
                <c:pt idx="3">
                  <c:v>2012.01639344</c:v>
                </c:pt>
                <c:pt idx="4">
                  <c:v>2012.02459016</c:v>
                </c:pt>
                <c:pt idx="5">
                  <c:v>2012.0273224</c:v>
                </c:pt>
                <c:pt idx="6">
                  <c:v>2012.03005464</c:v>
                </c:pt>
                <c:pt idx="7">
                  <c:v>2012.03278689</c:v>
                </c:pt>
                <c:pt idx="8">
                  <c:v>2012.03551913</c:v>
                </c:pt>
                <c:pt idx="9">
                  <c:v>2012.04644809</c:v>
                </c:pt>
                <c:pt idx="10">
                  <c:v>2012.04918033</c:v>
                </c:pt>
                <c:pt idx="11">
                  <c:v>2012.05191257</c:v>
                </c:pt>
                <c:pt idx="12">
                  <c:v>2012.05464481</c:v>
                </c:pt>
                <c:pt idx="13">
                  <c:v>2012.06284153</c:v>
                </c:pt>
                <c:pt idx="14">
                  <c:v>2012.06557377</c:v>
                </c:pt>
                <c:pt idx="15">
                  <c:v>2012.06830601</c:v>
                </c:pt>
                <c:pt idx="16">
                  <c:v>2012.07103825</c:v>
                </c:pt>
                <c:pt idx="17">
                  <c:v>2012.07377049</c:v>
                </c:pt>
                <c:pt idx="18">
                  <c:v>2012.08196721</c:v>
                </c:pt>
                <c:pt idx="19">
                  <c:v>2012.08469945</c:v>
                </c:pt>
                <c:pt idx="20">
                  <c:v>2012.08743169</c:v>
                </c:pt>
                <c:pt idx="21">
                  <c:v>2012.09016393</c:v>
                </c:pt>
                <c:pt idx="22">
                  <c:v>2012.09289617</c:v>
                </c:pt>
                <c:pt idx="23">
                  <c:v>2012.1010929</c:v>
                </c:pt>
                <c:pt idx="24">
                  <c:v>2012.10382514</c:v>
                </c:pt>
                <c:pt idx="25">
                  <c:v>2012.10655738</c:v>
                </c:pt>
                <c:pt idx="26">
                  <c:v>2012.10928962</c:v>
                </c:pt>
                <c:pt idx="27">
                  <c:v>2012.11202186</c:v>
                </c:pt>
                <c:pt idx="28">
                  <c:v>2012.12021858</c:v>
                </c:pt>
                <c:pt idx="29">
                  <c:v>2012.12295082</c:v>
                </c:pt>
                <c:pt idx="30">
                  <c:v>2012.12568306</c:v>
                </c:pt>
                <c:pt idx="31">
                  <c:v>2012.1284153</c:v>
                </c:pt>
                <c:pt idx="32">
                  <c:v>2012.13114754</c:v>
                </c:pt>
                <c:pt idx="33">
                  <c:v>2012.1420765</c:v>
                </c:pt>
                <c:pt idx="34">
                  <c:v>2012.14480874</c:v>
                </c:pt>
                <c:pt idx="35">
                  <c:v>2012.14754098</c:v>
                </c:pt>
                <c:pt idx="36">
                  <c:v>2012.15027322</c:v>
                </c:pt>
                <c:pt idx="37">
                  <c:v>2012.15846995</c:v>
                </c:pt>
                <c:pt idx="38">
                  <c:v>2012.16120219</c:v>
                </c:pt>
                <c:pt idx="39">
                  <c:v>2012.16393443</c:v>
                </c:pt>
                <c:pt idx="40">
                  <c:v>2012.16666667</c:v>
                </c:pt>
                <c:pt idx="41">
                  <c:v>2012.16939891</c:v>
                </c:pt>
                <c:pt idx="42">
                  <c:v>2012.17759563</c:v>
                </c:pt>
                <c:pt idx="43">
                  <c:v>2012.18032787</c:v>
                </c:pt>
                <c:pt idx="44">
                  <c:v>2012.18306011</c:v>
                </c:pt>
                <c:pt idx="45">
                  <c:v>2012.18579235</c:v>
                </c:pt>
                <c:pt idx="46">
                  <c:v>2012.18852459</c:v>
                </c:pt>
                <c:pt idx="47">
                  <c:v>2012.19672131</c:v>
                </c:pt>
                <c:pt idx="48">
                  <c:v>2012.19945355</c:v>
                </c:pt>
                <c:pt idx="49">
                  <c:v>2012.20218579</c:v>
                </c:pt>
                <c:pt idx="50">
                  <c:v>2012.20491803</c:v>
                </c:pt>
                <c:pt idx="51">
                  <c:v>2012.20765027</c:v>
                </c:pt>
                <c:pt idx="52">
                  <c:v>2012.21584699</c:v>
                </c:pt>
                <c:pt idx="53">
                  <c:v>2012.21857923</c:v>
                </c:pt>
                <c:pt idx="54">
                  <c:v>2012.22131148</c:v>
                </c:pt>
                <c:pt idx="55">
                  <c:v>2012.22404372</c:v>
                </c:pt>
                <c:pt idx="56">
                  <c:v>2012.22677596</c:v>
                </c:pt>
                <c:pt idx="57">
                  <c:v>2012.23497268</c:v>
                </c:pt>
                <c:pt idx="58">
                  <c:v>2012.23770492</c:v>
                </c:pt>
                <c:pt idx="59">
                  <c:v>2012.24043716</c:v>
                </c:pt>
                <c:pt idx="60">
                  <c:v>2012.2431694</c:v>
                </c:pt>
                <c:pt idx="61">
                  <c:v>2012.24590164</c:v>
                </c:pt>
                <c:pt idx="62">
                  <c:v>2012.25409836</c:v>
                </c:pt>
                <c:pt idx="63">
                  <c:v>2012.2568306</c:v>
                </c:pt>
                <c:pt idx="64">
                  <c:v>2012.25956284</c:v>
                </c:pt>
                <c:pt idx="65">
                  <c:v>2012.26229508</c:v>
                </c:pt>
                <c:pt idx="66">
                  <c:v>2012.27322404</c:v>
                </c:pt>
                <c:pt idx="67">
                  <c:v>2012.27595628</c:v>
                </c:pt>
                <c:pt idx="68">
                  <c:v>2012.27868852</c:v>
                </c:pt>
                <c:pt idx="69">
                  <c:v>2012.28142077</c:v>
                </c:pt>
                <c:pt idx="70">
                  <c:v>2012.28415301</c:v>
                </c:pt>
                <c:pt idx="71">
                  <c:v>2012.29234973</c:v>
                </c:pt>
                <c:pt idx="72">
                  <c:v>2012.29508197</c:v>
                </c:pt>
                <c:pt idx="73">
                  <c:v>2012.29781421</c:v>
                </c:pt>
                <c:pt idx="74">
                  <c:v>2012.30054645</c:v>
                </c:pt>
                <c:pt idx="75">
                  <c:v>2012.30327869</c:v>
                </c:pt>
                <c:pt idx="76">
                  <c:v>2012.31147541</c:v>
                </c:pt>
                <c:pt idx="77">
                  <c:v>2012.31420765</c:v>
                </c:pt>
                <c:pt idx="78">
                  <c:v>2012.31693989</c:v>
                </c:pt>
                <c:pt idx="79">
                  <c:v>2012.31967213</c:v>
                </c:pt>
                <c:pt idx="80">
                  <c:v>2012.32240437</c:v>
                </c:pt>
                <c:pt idx="81">
                  <c:v>2012.33060109</c:v>
                </c:pt>
                <c:pt idx="82">
                  <c:v>2012.33333333</c:v>
                </c:pt>
                <c:pt idx="83">
                  <c:v>2012.33606557</c:v>
                </c:pt>
                <c:pt idx="84">
                  <c:v>2012.33879781</c:v>
                </c:pt>
                <c:pt idx="85">
                  <c:v>2012.34153005</c:v>
                </c:pt>
                <c:pt idx="86">
                  <c:v>2012.34972678</c:v>
                </c:pt>
                <c:pt idx="87">
                  <c:v>2012.35245902</c:v>
                </c:pt>
                <c:pt idx="88">
                  <c:v>2012.35519126</c:v>
                </c:pt>
                <c:pt idx="89">
                  <c:v>2012.3579235</c:v>
                </c:pt>
                <c:pt idx="90">
                  <c:v>2012.36065574</c:v>
                </c:pt>
                <c:pt idx="91">
                  <c:v>2012.36885246</c:v>
                </c:pt>
                <c:pt idx="92">
                  <c:v>2012.3715847</c:v>
                </c:pt>
                <c:pt idx="93">
                  <c:v>2012.37431694</c:v>
                </c:pt>
                <c:pt idx="94">
                  <c:v>2012.37704918</c:v>
                </c:pt>
                <c:pt idx="95">
                  <c:v>2012.37978142</c:v>
                </c:pt>
                <c:pt idx="96">
                  <c:v>2012.38797814</c:v>
                </c:pt>
                <c:pt idx="97">
                  <c:v>2012.39071038</c:v>
                </c:pt>
                <c:pt idx="98">
                  <c:v>2012.39344262</c:v>
                </c:pt>
                <c:pt idx="99">
                  <c:v>2012.39617486</c:v>
                </c:pt>
                <c:pt idx="100">
                  <c:v>2012.3989071</c:v>
                </c:pt>
                <c:pt idx="101">
                  <c:v>2012.40983607</c:v>
                </c:pt>
                <c:pt idx="102">
                  <c:v>2012.41256831</c:v>
                </c:pt>
                <c:pt idx="103">
                  <c:v>2012.41530055</c:v>
                </c:pt>
                <c:pt idx="104">
                  <c:v>2012.41803279</c:v>
                </c:pt>
                <c:pt idx="105">
                  <c:v>2012.42622951</c:v>
                </c:pt>
                <c:pt idx="106">
                  <c:v>2012.42896175</c:v>
                </c:pt>
                <c:pt idx="107">
                  <c:v>2012.43169399</c:v>
                </c:pt>
                <c:pt idx="108">
                  <c:v>2012.43442623</c:v>
                </c:pt>
                <c:pt idx="109">
                  <c:v>2012.43715847</c:v>
                </c:pt>
                <c:pt idx="110">
                  <c:v>2012.44535519</c:v>
                </c:pt>
                <c:pt idx="111">
                  <c:v>2012.44808743</c:v>
                </c:pt>
                <c:pt idx="112">
                  <c:v>2012.45081967</c:v>
                </c:pt>
                <c:pt idx="113">
                  <c:v>2012.45355191</c:v>
                </c:pt>
                <c:pt idx="114">
                  <c:v>2012.45628415</c:v>
                </c:pt>
                <c:pt idx="115">
                  <c:v>2012.46448087</c:v>
                </c:pt>
                <c:pt idx="116">
                  <c:v>2012.46721311</c:v>
                </c:pt>
                <c:pt idx="117">
                  <c:v>2012.46994536</c:v>
                </c:pt>
                <c:pt idx="118">
                  <c:v>2012.4726776</c:v>
                </c:pt>
                <c:pt idx="119">
                  <c:v>2012.47540984</c:v>
                </c:pt>
                <c:pt idx="120">
                  <c:v>2012.48360656</c:v>
                </c:pt>
                <c:pt idx="121">
                  <c:v>2012.4863388</c:v>
                </c:pt>
                <c:pt idx="122">
                  <c:v>2012.48907104</c:v>
                </c:pt>
                <c:pt idx="123">
                  <c:v>2012.49180328</c:v>
                </c:pt>
                <c:pt idx="124">
                  <c:v>2012.49453552</c:v>
                </c:pt>
                <c:pt idx="125">
                  <c:v>2012.50273224</c:v>
                </c:pt>
                <c:pt idx="126">
                  <c:v>2012.50546448</c:v>
                </c:pt>
                <c:pt idx="127">
                  <c:v>2012.51092896</c:v>
                </c:pt>
                <c:pt idx="128">
                  <c:v>2012.5136612</c:v>
                </c:pt>
                <c:pt idx="129">
                  <c:v>2012.52185792</c:v>
                </c:pt>
                <c:pt idx="130">
                  <c:v>2012.52459016</c:v>
                </c:pt>
                <c:pt idx="131">
                  <c:v>2012.5273224</c:v>
                </c:pt>
                <c:pt idx="132">
                  <c:v>2012.53005464</c:v>
                </c:pt>
                <c:pt idx="133">
                  <c:v>2012.53278689</c:v>
                </c:pt>
                <c:pt idx="134">
                  <c:v>2012.54098361</c:v>
                </c:pt>
                <c:pt idx="135">
                  <c:v>2012.54371585</c:v>
                </c:pt>
                <c:pt idx="136">
                  <c:v>2012.54644809</c:v>
                </c:pt>
                <c:pt idx="137">
                  <c:v>2012.54918033</c:v>
                </c:pt>
                <c:pt idx="138">
                  <c:v>2012.55191257</c:v>
                </c:pt>
                <c:pt idx="139">
                  <c:v>2012.56010929</c:v>
                </c:pt>
                <c:pt idx="140">
                  <c:v>2012.56284153</c:v>
                </c:pt>
                <c:pt idx="141">
                  <c:v>2012.56557377</c:v>
                </c:pt>
                <c:pt idx="142">
                  <c:v>2012.56830601</c:v>
                </c:pt>
                <c:pt idx="143">
                  <c:v>2012.57103825</c:v>
                </c:pt>
                <c:pt idx="144">
                  <c:v>2012.57923497</c:v>
                </c:pt>
                <c:pt idx="145">
                  <c:v>2012.58196721</c:v>
                </c:pt>
                <c:pt idx="146">
                  <c:v>2012.58469945</c:v>
                </c:pt>
                <c:pt idx="147">
                  <c:v>2012.58743169</c:v>
                </c:pt>
                <c:pt idx="148">
                  <c:v>2012.59016393</c:v>
                </c:pt>
                <c:pt idx="149">
                  <c:v>2012.59836066</c:v>
                </c:pt>
                <c:pt idx="150">
                  <c:v>2012.6010929</c:v>
                </c:pt>
                <c:pt idx="151">
                  <c:v>2012.60382514</c:v>
                </c:pt>
                <c:pt idx="152">
                  <c:v>2012.60655738</c:v>
                </c:pt>
                <c:pt idx="153">
                  <c:v>2012.60928962</c:v>
                </c:pt>
                <c:pt idx="154">
                  <c:v>2012.61748634</c:v>
                </c:pt>
                <c:pt idx="155">
                  <c:v>2012.62021858</c:v>
                </c:pt>
                <c:pt idx="156">
                  <c:v>2012.62295082</c:v>
                </c:pt>
                <c:pt idx="157">
                  <c:v>2012.62568306</c:v>
                </c:pt>
                <c:pt idx="158">
                  <c:v>2012.6284153</c:v>
                </c:pt>
                <c:pt idx="159">
                  <c:v>2012.63661202</c:v>
                </c:pt>
                <c:pt idx="160">
                  <c:v>2012.63934426</c:v>
                </c:pt>
                <c:pt idx="161">
                  <c:v>2012.6420765</c:v>
                </c:pt>
                <c:pt idx="162">
                  <c:v>2012.64480874</c:v>
                </c:pt>
                <c:pt idx="163">
                  <c:v>2012.64754098</c:v>
                </c:pt>
                <c:pt idx="164">
                  <c:v>2012.6557377</c:v>
                </c:pt>
                <c:pt idx="165">
                  <c:v>2012.65846995</c:v>
                </c:pt>
                <c:pt idx="166">
                  <c:v>2012.66120219</c:v>
                </c:pt>
                <c:pt idx="167">
                  <c:v>2012.66393443</c:v>
                </c:pt>
                <c:pt idx="168">
                  <c:v>2012.66666667</c:v>
                </c:pt>
                <c:pt idx="169">
                  <c:v>2012.67759563</c:v>
                </c:pt>
                <c:pt idx="170">
                  <c:v>2012.68032787</c:v>
                </c:pt>
                <c:pt idx="171">
                  <c:v>2012.68306011</c:v>
                </c:pt>
                <c:pt idx="172">
                  <c:v>2012.68579235</c:v>
                </c:pt>
                <c:pt idx="173">
                  <c:v>2012.69398907</c:v>
                </c:pt>
                <c:pt idx="174">
                  <c:v>2012.69672131</c:v>
                </c:pt>
                <c:pt idx="175">
                  <c:v>2012.69945355</c:v>
                </c:pt>
                <c:pt idx="176">
                  <c:v>2012.70218579</c:v>
                </c:pt>
                <c:pt idx="177">
                  <c:v>2012.70491803</c:v>
                </c:pt>
                <c:pt idx="178">
                  <c:v>2012.71311475</c:v>
                </c:pt>
                <c:pt idx="179">
                  <c:v>2012.71584699</c:v>
                </c:pt>
                <c:pt idx="180">
                  <c:v>2012.71857923</c:v>
                </c:pt>
                <c:pt idx="181">
                  <c:v>2012.72131148</c:v>
                </c:pt>
                <c:pt idx="182">
                  <c:v>2012.72404372</c:v>
                </c:pt>
                <c:pt idx="183">
                  <c:v>2012.73224044</c:v>
                </c:pt>
                <c:pt idx="184">
                  <c:v>2012.73497268</c:v>
                </c:pt>
                <c:pt idx="185">
                  <c:v>2012.73770492</c:v>
                </c:pt>
                <c:pt idx="186">
                  <c:v>2012.74043716</c:v>
                </c:pt>
                <c:pt idx="187">
                  <c:v>2012.7431694</c:v>
                </c:pt>
                <c:pt idx="188">
                  <c:v>2012.75136612</c:v>
                </c:pt>
                <c:pt idx="189">
                  <c:v>2012.75409836</c:v>
                </c:pt>
                <c:pt idx="190">
                  <c:v>2012.7568306</c:v>
                </c:pt>
                <c:pt idx="191">
                  <c:v>2012.75956284</c:v>
                </c:pt>
                <c:pt idx="192">
                  <c:v>2012.76229508</c:v>
                </c:pt>
                <c:pt idx="193">
                  <c:v>2012.7704918</c:v>
                </c:pt>
                <c:pt idx="194">
                  <c:v>2012.77322404</c:v>
                </c:pt>
                <c:pt idx="195">
                  <c:v>2012.77595628</c:v>
                </c:pt>
                <c:pt idx="196">
                  <c:v>2012.77868852</c:v>
                </c:pt>
                <c:pt idx="197">
                  <c:v>2012.78142077</c:v>
                </c:pt>
                <c:pt idx="198">
                  <c:v>2012.78961749</c:v>
                </c:pt>
                <c:pt idx="199">
                  <c:v>2012.79234973</c:v>
                </c:pt>
                <c:pt idx="200">
                  <c:v>2012.79508197</c:v>
                </c:pt>
                <c:pt idx="201">
                  <c:v>2012.79781421</c:v>
                </c:pt>
                <c:pt idx="202">
                  <c:v>2012.80054645</c:v>
                </c:pt>
                <c:pt idx="203">
                  <c:v>2012.80874317</c:v>
                </c:pt>
                <c:pt idx="204">
                  <c:v>2012.81147541</c:v>
                </c:pt>
                <c:pt idx="205">
                  <c:v>2012.81420765</c:v>
                </c:pt>
                <c:pt idx="206">
                  <c:v>2012.81693989</c:v>
                </c:pt>
                <c:pt idx="207">
                  <c:v>2012.81967213</c:v>
                </c:pt>
                <c:pt idx="208">
                  <c:v>2012.83333333</c:v>
                </c:pt>
                <c:pt idx="209">
                  <c:v>2012.83606557</c:v>
                </c:pt>
                <c:pt idx="210">
                  <c:v>2012.83879781</c:v>
                </c:pt>
                <c:pt idx="211">
                  <c:v>2012.84699454</c:v>
                </c:pt>
                <c:pt idx="212">
                  <c:v>2012.84972678</c:v>
                </c:pt>
                <c:pt idx="213">
                  <c:v>2012.85245902</c:v>
                </c:pt>
                <c:pt idx="214">
                  <c:v>2012.85519126</c:v>
                </c:pt>
                <c:pt idx="215">
                  <c:v>2012.8579235</c:v>
                </c:pt>
                <c:pt idx="216">
                  <c:v>2012.86612022</c:v>
                </c:pt>
                <c:pt idx="217">
                  <c:v>2012.86885246</c:v>
                </c:pt>
                <c:pt idx="218">
                  <c:v>2012.8715847</c:v>
                </c:pt>
                <c:pt idx="219">
                  <c:v>2012.87431694</c:v>
                </c:pt>
                <c:pt idx="220">
                  <c:v>2012.87704918</c:v>
                </c:pt>
                <c:pt idx="221">
                  <c:v>2012.8852459</c:v>
                </c:pt>
                <c:pt idx="222">
                  <c:v>2012.88797814</c:v>
                </c:pt>
                <c:pt idx="223">
                  <c:v>2012.89071038</c:v>
                </c:pt>
                <c:pt idx="224">
                  <c:v>2012.89617486</c:v>
                </c:pt>
                <c:pt idx="225">
                  <c:v>2012.90437158</c:v>
                </c:pt>
                <c:pt idx="226">
                  <c:v>2012.90710383</c:v>
                </c:pt>
                <c:pt idx="227">
                  <c:v>2012.90983607</c:v>
                </c:pt>
                <c:pt idx="228">
                  <c:v>2012.91256831</c:v>
                </c:pt>
                <c:pt idx="229">
                  <c:v>2012.91530055</c:v>
                </c:pt>
                <c:pt idx="230">
                  <c:v>2012.92349727</c:v>
                </c:pt>
                <c:pt idx="231">
                  <c:v>2012.92622951</c:v>
                </c:pt>
                <c:pt idx="232">
                  <c:v>2012.92896175</c:v>
                </c:pt>
                <c:pt idx="233">
                  <c:v>2012.93169399</c:v>
                </c:pt>
                <c:pt idx="234">
                  <c:v>2012.93442623</c:v>
                </c:pt>
                <c:pt idx="235">
                  <c:v>2012.94262295</c:v>
                </c:pt>
                <c:pt idx="236">
                  <c:v>2012.94535519</c:v>
                </c:pt>
                <c:pt idx="237">
                  <c:v>2012.94808743</c:v>
                </c:pt>
                <c:pt idx="238">
                  <c:v>2012.95081967</c:v>
                </c:pt>
                <c:pt idx="239">
                  <c:v>2012.95355191</c:v>
                </c:pt>
                <c:pt idx="240">
                  <c:v>2012.96174863</c:v>
                </c:pt>
                <c:pt idx="241">
                  <c:v>2012.96448087</c:v>
                </c:pt>
                <c:pt idx="242">
                  <c:v>2012.96721311</c:v>
                </c:pt>
                <c:pt idx="243">
                  <c:v>2012.96994536</c:v>
                </c:pt>
                <c:pt idx="244">
                  <c:v>2012.9726776</c:v>
                </c:pt>
                <c:pt idx="245">
                  <c:v>2012.98087432</c:v>
                </c:pt>
                <c:pt idx="246">
                  <c:v>2012.9863388</c:v>
                </c:pt>
                <c:pt idx="247">
                  <c:v>2012.98907104</c:v>
                </c:pt>
                <c:pt idx="248">
                  <c:v>2012.99180328</c:v>
                </c:pt>
                <c:pt idx="249">
                  <c:v>2013</c:v>
                </c:pt>
                <c:pt idx="250">
                  <c:v>2013.00547945</c:v>
                </c:pt>
                <c:pt idx="251">
                  <c:v>2013.00821918</c:v>
                </c:pt>
                <c:pt idx="252">
                  <c:v>2013.0109589</c:v>
                </c:pt>
                <c:pt idx="253">
                  <c:v>2013.01917808</c:v>
                </c:pt>
                <c:pt idx="254">
                  <c:v>2013.02191781</c:v>
                </c:pt>
                <c:pt idx="255">
                  <c:v>2013.02465753</c:v>
                </c:pt>
                <c:pt idx="256">
                  <c:v>2013.02739726</c:v>
                </c:pt>
                <c:pt idx="257">
                  <c:v>2013.03013699</c:v>
                </c:pt>
                <c:pt idx="258">
                  <c:v>2013.03835616</c:v>
                </c:pt>
                <c:pt idx="259">
                  <c:v>2013.04109589</c:v>
                </c:pt>
                <c:pt idx="260">
                  <c:v>2013.04383562</c:v>
                </c:pt>
                <c:pt idx="261">
                  <c:v>2013.04657534</c:v>
                </c:pt>
                <c:pt idx="262">
                  <c:v>2013.04931507</c:v>
                </c:pt>
                <c:pt idx="263">
                  <c:v>2013.06027397</c:v>
                </c:pt>
                <c:pt idx="264">
                  <c:v>2013.0630137</c:v>
                </c:pt>
                <c:pt idx="265">
                  <c:v>2013.06575342</c:v>
                </c:pt>
                <c:pt idx="266">
                  <c:v>2013.06849315</c:v>
                </c:pt>
                <c:pt idx="267">
                  <c:v>2013.07671233</c:v>
                </c:pt>
                <c:pt idx="268">
                  <c:v>2013.07945205</c:v>
                </c:pt>
                <c:pt idx="269">
                  <c:v>2013.08219178</c:v>
                </c:pt>
                <c:pt idx="270">
                  <c:v>2013.08493151</c:v>
                </c:pt>
                <c:pt idx="271">
                  <c:v>2013.08767123</c:v>
                </c:pt>
                <c:pt idx="272">
                  <c:v>2013.09589041</c:v>
                </c:pt>
                <c:pt idx="273">
                  <c:v>2013.09863014</c:v>
                </c:pt>
                <c:pt idx="274">
                  <c:v>2013.10136986</c:v>
                </c:pt>
                <c:pt idx="275">
                  <c:v>2013.10410959</c:v>
                </c:pt>
                <c:pt idx="276">
                  <c:v>2013.10684932</c:v>
                </c:pt>
                <c:pt idx="277">
                  <c:v>2013.11506849</c:v>
                </c:pt>
                <c:pt idx="278">
                  <c:v>2013.11780822</c:v>
                </c:pt>
                <c:pt idx="279">
                  <c:v>2013.12054795</c:v>
                </c:pt>
                <c:pt idx="280">
                  <c:v>2013.12328767</c:v>
                </c:pt>
                <c:pt idx="281">
                  <c:v>2013.1260274</c:v>
                </c:pt>
                <c:pt idx="282">
                  <c:v>2013.1369863</c:v>
                </c:pt>
                <c:pt idx="283">
                  <c:v>2013.13972603</c:v>
                </c:pt>
                <c:pt idx="284">
                  <c:v>2013.14246575</c:v>
                </c:pt>
                <c:pt idx="285">
                  <c:v>2013.14520548</c:v>
                </c:pt>
                <c:pt idx="286">
                  <c:v>2013.15342466</c:v>
                </c:pt>
                <c:pt idx="287">
                  <c:v>2013.15616438</c:v>
                </c:pt>
                <c:pt idx="288">
                  <c:v>2013.15890411</c:v>
                </c:pt>
                <c:pt idx="289">
                  <c:v>2013.16164384</c:v>
                </c:pt>
                <c:pt idx="290">
                  <c:v>2013.16438356</c:v>
                </c:pt>
                <c:pt idx="291">
                  <c:v>2013.17260274</c:v>
                </c:pt>
                <c:pt idx="292">
                  <c:v>2013.17534247</c:v>
                </c:pt>
                <c:pt idx="293">
                  <c:v>2013.17808219</c:v>
                </c:pt>
                <c:pt idx="294">
                  <c:v>2013.18082192</c:v>
                </c:pt>
                <c:pt idx="295">
                  <c:v>2013.18356164</c:v>
                </c:pt>
                <c:pt idx="296">
                  <c:v>2013.19178082</c:v>
                </c:pt>
                <c:pt idx="297">
                  <c:v>2013.19452055</c:v>
                </c:pt>
                <c:pt idx="298">
                  <c:v>2013.19726027</c:v>
                </c:pt>
                <c:pt idx="299">
                  <c:v>2013.2</c:v>
                </c:pt>
                <c:pt idx="300">
                  <c:v>2013.20273973</c:v>
                </c:pt>
                <c:pt idx="301">
                  <c:v>2013.2109589</c:v>
                </c:pt>
                <c:pt idx="302">
                  <c:v>2013.21369863</c:v>
                </c:pt>
                <c:pt idx="303">
                  <c:v>2013.21643836</c:v>
                </c:pt>
                <c:pt idx="304">
                  <c:v>2013.21917808</c:v>
                </c:pt>
                <c:pt idx="305">
                  <c:v>2013.22191781</c:v>
                </c:pt>
                <c:pt idx="306">
                  <c:v>2013.23013699</c:v>
                </c:pt>
                <c:pt idx="307">
                  <c:v>2013.23287671</c:v>
                </c:pt>
                <c:pt idx="308">
                  <c:v>2013.23561644</c:v>
                </c:pt>
                <c:pt idx="309">
                  <c:v>2013.23835616</c:v>
                </c:pt>
                <c:pt idx="310">
                  <c:v>2013.24931507</c:v>
                </c:pt>
                <c:pt idx="311">
                  <c:v>2013.25205479</c:v>
                </c:pt>
                <c:pt idx="312">
                  <c:v>2013.25479452</c:v>
                </c:pt>
                <c:pt idx="313">
                  <c:v>2013.25753425</c:v>
                </c:pt>
                <c:pt idx="314">
                  <c:v>2013.26027397</c:v>
                </c:pt>
                <c:pt idx="315">
                  <c:v>2013.26849315</c:v>
                </c:pt>
                <c:pt idx="316">
                  <c:v>2013.27123288</c:v>
                </c:pt>
                <c:pt idx="317">
                  <c:v>2013.2739726</c:v>
                </c:pt>
                <c:pt idx="318">
                  <c:v>2013.27671233</c:v>
                </c:pt>
                <c:pt idx="319">
                  <c:v>2013.27945205</c:v>
                </c:pt>
                <c:pt idx="320">
                  <c:v>2013.28767123</c:v>
                </c:pt>
                <c:pt idx="321">
                  <c:v>2013.29041096</c:v>
                </c:pt>
                <c:pt idx="322">
                  <c:v>2013.29315068</c:v>
                </c:pt>
                <c:pt idx="323">
                  <c:v>2013.29589041</c:v>
                </c:pt>
                <c:pt idx="324">
                  <c:v>2013.29863014</c:v>
                </c:pt>
                <c:pt idx="325">
                  <c:v>2013.30684932</c:v>
                </c:pt>
                <c:pt idx="326">
                  <c:v>2013.30958904</c:v>
                </c:pt>
                <c:pt idx="327">
                  <c:v>2013.31232877</c:v>
                </c:pt>
                <c:pt idx="328">
                  <c:v>2013.31506849</c:v>
                </c:pt>
                <c:pt idx="329">
                  <c:v>2013.31780822</c:v>
                </c:pt>
                <c:pt idx="330">
                  <c:v>2013.3260274</c:v>
                </c:pt>
                <c:pt idx="331">
                  <c:v>2013.32876712</c:v>
                </c:pt>
                <c:pt idx="332">
                  <c:v>2013.33150685</c:v>
                </c:pt>
                <c:pt idx="333">
                  <c:v>2013.33424658</c:v>
                </c:pt>
                <c:pt idx="334">
                  <c:v>2013.3369863</c:v>
                </c:pt>
                <c:pt idx="335">
                  <c:v>2013.34520548</c:v>
                </c:pt>
                <c:pt idx="336">
                  <c:v>2013.34794521</c:v>
                </c:pt>
                <c:pt idx="337">
                  <c:v>2013.35068493</c:v>
                </c:pt>
                <c:pt idx="338">
                  <c:v>2013.35342466</c:v>
                </c:pt>
                <c:pt idx="339">
                  <c:v>2013.35616438</c:v>
                </c:pt>
                <c:pt idx="340">
                  <c:v>2013.36438356</c:v>
                </c:pt>
                <c:pt idx="341">
                  <c:v>2013.36712329</c:v>
                </c:pt>
                <c:pt idx="342">
                  <c:v>2013.36986301</c:v>
                </c:pt>
                <c:pt idx="343">
                  <c:v>2013.37260274</c:v>
                </c:pt>
                <c:pt idx="344">
                  <c:v>2013.37534247</c:v>
                </c:pt>
                <c:pt idx="345">
                  <c:v>2013.38356164</c:v>
                </c:pt>
                <c:pt idx="346">
                  <c:v>2013.38630137</c:v>
                </c:pt>
                <c:pt idx="347">
                  <c:v>2013.3890411</c:v>
                </c:pt>
                <c:pt idx="348">
                  <c:v>2013.39178082</c:v>
                </c:pt>
                <c:pt idx="349">
                  <c:v>2013.39452055</c:v>
                </c:pt>
                <c:pt idx="350">
                  <c:v>2013.40547945</c:v>
                </c:pt>
                <c:pt idx="351">
                  <c:v>2013.40821918</c:v>
                </c:pt>
                <c:pt idx="352">
                  <c:v>2013.4109589</c:v>
                </c:pt>
                <c:pt idx="353">
                  <c:v>2013.41369863</c:v>
                </c:pt>
                <c:pt idx="354">
                  <c:v>2013.42191781</c:v>
                </c:pt>
                <c:pt idx="355">
                  <c:v>2013.42465753</c:v>
                </c:pt>
                <c:pt idx="356">
                  <c:v>2013.42739726</c:v>
                </c:pt>
                <c:pt idx="357">
                  <c:v>2013.43013699</c:v>
                </c:pt>
                <c:pt idx="358">
                  <c:v>2013.43287671</c:v>
                </c:pt>
                <c:pt idx="359">
                  <c:v>2013.44109589</c:v>
                </c:pt>
                <c:pt idx="360">
                  <c:v>2013.44383562</c:v>
                </c:pt>
                <c:pt idx="361">
                  <c:v>2013.44657534</c:v>
                </c:pt>
                <c:pt idx="362">
                  <c:v>2013.44931507</c:v>
                </c:pt>
                <c:pt idx="363">
                  <c:v>2013.45205479</c:v>
                </c:pt>
                <c:pt idx="364">
                  <c:v>2013.46027397</c:v>
                </c:pt>
                <c:pt idx="365">
                  <c:v>2013.4630137</c:v>
                </c:pt>
                <c:pt idx="366">
                  <c:v>2013.46575342</c:v>
                </c:pt>
                <c:pt idx="367">
                  <c:v>2013.46849315</c:v>
                </c:pt>
                <c:pt idx="368">
                  <c:v>2013.47123288</c:v>
                </c:pt>
                <c:pt idx="369">
                  <c:v>2013.47945205</c:v>
                </c:pt>
                <c:pt idx="370">
                  <c:v>2013.48219178</c:v>
                </c:pt>
                <c:pt idx="371">
                  <c:v>2013.48493151</c:v>
                </c:pt>
                <c:pt idx="372">
                  <c:v>2013.48767123</c:v>
                </c:pt>
                <c:pt idx="373">
                  <c:v>2013.49041096</c:v>
                </c:pt>
                <c:pt idx="374">
                  <c:v>2013.49863014</c:v>
                </c:pt>
                <c:pt idx="375">
                  <c:v>2013.50136986</c:v>
                </c:pt>
                <c:pt idx="376">
                  <c:v>2013.50410959</c:v>
                </c:pt>
                <c:pt idx="377">
                  <c:v>2013.50958904</c:v>
                </c:pt>
                <c:pt idx="378">
                  <c:v>2013.51780822</c:v>
                </c:pt>
                <c:pt idx="379">
                  <c:v>2013.52054795</c:v>
                </c:pt>
                <c:pt idx="380">
                  <c:v>2013.52328767</c:v>
                </c:pt>
                <c:pt idx="381">
                  <c:v>2013.5260274</c:v>
                </c:pt>
                <c:pt idx="382">
                  <c:v>2013.52876712</c:v>
                </c:pt>
                <c:pt idx="383">
                  <c:v>2013.5369863</c:v>
                </c:pt>
                <c:pt idx="384">
                  <c:v>2013.53972603</c:v>
                </c:pt>
                <c:pt idx="385">
                  <c:v>2013.54246575</c:v>
                </c:pt>
                <c:pt idx="386">
                  <c:v>2013.54520548</c:v>
                </c:pt>
                <c:pt idx="387">
                  <c:v>2013.54794521</c:v>
                </c:pt>
                <c:pt idx="388">
                  <c:v>2013.55616438</c:v>
                </c:pt>
                <c:pt idx="389">
                  <c:v>2013.55890411</c:v>
                </c:pt>
                <c:pt idx="390">
                  <c:v>2013.56164384</c:v>
                </c:pt>
                <c:pt idx="391">
                  <c:v>2013.56438356</c:v>
                </c:pt>
                <c:pt idx="392">
                  <c:v>2013.56712329</c:v>
                </c:pt>
                <c:pt idx="393">
                  <c:v>2013.57534247</c:v>
                </c:pt>
                <c:pt idx="394">
                  <c:v>2013.57808219</c:v>
                </c:pt>
                <c:pt idx="395">
                  <c:v>2013.58082192</c:v>
                </c:pt>
                <c:pt idx="396">
                  <c:v>2013.58356164</c:v>
                </c:pt>
                <c:pt idx="397">
                  <c:v>2013.58630137</c:v>
                </c:pt>
                <c:pt idx="398">
                  <c:v>2013.59452055</c:v>
                </c:pt>
                <c:pt idx="399">
                  <c:v>2013.59726027</c:v>
                </c:pt>
                <c:pt idx="400">
                  <c:v>2013.6</c:v>
                </c:pt>
                <c:pt idx="401">
                  <c:v>2013.60273973</c:v>
                </c:pt>
                <c:pt idx="402">
                  <c:v>2013.60547945</c:v>
                </c:pt>
                <c:pt idx="403">
                  <c:v>2013.61369863</c:v>
                </c:pt>
                <c:pt idx="404">
                  <c:v>2013.61643836</c:v>
                </c:pt>
                <c:pt idx="405">
                  <c:v>2013.61917808</c:v>
                </c:pt>
                <c:pt idx="406">
                  <c:v>2013.62191781</c:v>
                </c:pt>
                <c:pt idx="407">
                  <c:v>2013.62465753</c:v>
                </c:pt>
                <c:pt idx="408">
                  <c:v>2013.63287671</c:v>
                </c:pt>
                <c:pt idx="409">
                  <c:v>2013.63561644</c:v>
                </c:pt>
                <c:pt idx="410">
                  <c:v>2013.63835616</c:v>
                </c:pt>
                <c:pt idx="411">
                  <c:v>2013.64109589</c:v>
                </c:pt>
                <c:pt idx="412">
                  <c:v>2013.64383562</c:v>
                </c:pt>
                <c:pt idx="413">
                  <c:v>2013.65205479</c:v>
                </c:pt>
                <c:pt idx="414">
                  <c:v>2013.65479452</c:v>
                </c:pt>
                <c:pt idx="415">
                  <c:v>2013.65753425</c:v>
                </c:pt>
                <c:pt idx="416">
                  <c:v>2013.66027397</c:v>
                </c:pt>
                <c:pt idx="417">
                  <c:v>2013.6630137</c:v>
                </c:pt>
                <c:pt idx="418">
                  <c:v>2013.6739726</c:v>
                </c:pt>
                <c:pt idx="419">
                  <c:v>2013.67671233</c:v>
                </c:pt>
                <c:pt idx="420">
                  <c:v>2013.67945205</c:v>
                </c:pt>
                <c:pt idx="421">
                  <c:v>2013.68219178</c:v>
                </c:pt>
                <c:pt idx="422">
                  <c:v>2013.69041096</c:v>
                </c:pt>
                <c:pt idx="423">
                  <c:v>2013.69315068</c:v>
                </c:pt>
                <c:pt idx="424">
                  <c:v>2013.69589041</c:v>
                </c:pt>
                <c:pt idx="425">
                  <c:v>2013.69863014</c:v>
                </c:pt>
                <c:pt idx="426">
                  <c:v>2013.70136986</c:v>
                </c:pt>
                <c:pt idx="427">
                  <c:v>2013.70958904</c:v>
                </c:pt>
                <c:pt idx="428">
                  <c:v>2013.71232877</c:v>
                </c:pt>
                <c:pt idx="429">
                  <c:v>2013.71506849</c:v>
                </c:pt>
                <c:pt idx="430">
                  <c:v>2013.71780822</c:v>
                </c:pt>
                <c:pt idx="431">
                  <c:v>2013.72054795</c:v>
                </c:pt>
                <c:pt idx="432">
                  <c:v>2013.72876712</c:v>
                </c:pt>
                <c:pt idx="433">
                  <c:v>2013.73150685</c:v>
                </c:pt>
                <c:pt idx="434">
                  <c:v>2013.73424658</c:v>
                </c:pt>
                <c:pt idx="435">
                  <c:v>2013.7369863</c:v>
                </c:pt>
                <c:pt idx="436">
                  <c:v>2013.73972603</c:v>
                </c:pt>
                <c:pt idx="437">
                  <c:v>2013.74794521</c:v>
                </c:pt>
                <c:pt idx="438">
                  <c:v>2013.75068493</c:v>
                </c:pt>
                <c:pt idx="439">
                  <c:v>2013.75342466</c:v>
                </c:pt>
                <c:pt idx="440">
                  <c:v>2013.75616438</c:v>
                </c:pt>
                <c:pt idx="441">
                  <c:v>2013.75890411</c:v>
                </c:pt>
                <c:pt idx="442">
                  <c:v>2013.76712329</c:v>
                </c:pt>
                <c:pt idx="443">
                  <c:v>2013.76986301</c:v>
                </c:pt>
                <c:pt idx="444">
                  <c:v>2013.77260274</c:v>
                </c:pt>
                <c:pt idx="445">
                  <c:v>2013.77534247</c:v>
                </c:pt>
                <c:pt idx="446">
                  <c:v>2013.77808219</c:v>
                </c:pt>
                <c:pt idx="447">
                  <c:v>2013.78630137</c:v>
                </c:pt>
                <c:pt idx="448">
                  <c:v>2013.7890411</c:v>
                </c:pt>
                <c:pt idx="449">
                  <c:v>2013.79178082</c:v>
                </c:pt>
                <c:pt idx="450">
                  <c:v>2013.79452055</c:v>
                </c:pt>
                <c:pt idx="451">
                  <c:v>2013.79726027</c:v>
                </c:pt>
                <c:pt idx="452">
                  <c:v>2013.80547945</c:v>
                </c:pt>
                <c:pt idx="453">
                  <c:v>2013.80821918</c:v>
                </c:pt>
                <c:pt idx="454">
                  <c:v>2013.8109589</c:v>
                </c:pt>
                <c:pt idx="455">
                  <c:v>2013.81369863</c:v>
                </c:pt>
                <c:pt idx="456">
                  <c:v>2013.81643836</c:v>
                </c:pt>
                <c:pt idx="457">
                  <c:v>2013.82465753</c:v>
                </c:pt>
                <c:pt idx="458">
                  <c:v>2013.82739726</c:v>
                </c:pt>
                <c:pt idx="459">
                  <c:v>2013.83013699</c:v>
                </c:pt>
                <c:pt idx="460">
                  <c:v>2013.83287671</c:v>
                </c:pt>
                <c:pt idx="461">
                  <c:v>2013.83561644</c:v>
                </c:pt>
                <c:pt idx="462">
                  <c:v>2013.84383562</c:v>
                </c:pt>
                <c:pt idx="463">
                  <c:v>2013.84657534</c:v>
                </c:pt>
                <c:pt idx="464">
                  <c:v>2013.84931507</c:v>
                </c:pt>
                <c:pt idx="465">
                  <c:v>2013.85205479</c:v>
                </c:pt>
                <c:pt idx="466">
                  <c:v>2013.85479452</c:v>
                </c:pt>
                <c:pt idx="467">
                  <c:v>2013.8630137</c:v>
                </c:pt>
                <c:pt idx="468">
                  <c:v>2013.86575342</c:v>
                </c:pt>
                <c:pt idx="469">
                  <c:v>2013.86849315</c:v>
                </c:pt>
                <c:pt idx="470">
                  <c:v>2013.87123288</c:v>
                </c:pt>
                <c:pt idx="471">
                  <c:v>2013.8739726</c:v>
                </c:pt>
                <c:pt idx="472">
                  <c:v>2013.88219178</c:v>
                </c:pt>
                <c:pt idx="473">
                  <c:v>2013.88493151</c:v>
                </c:pt>
                <c:pt idx="474">
                  <c:v>2013.88767123</c:v>
                </c:pt>
                <c:pt idx="475">
                  <c:v>2013.89041096</c:v>
                </c:pt>
                <c:pt idx="476">
                  <c:v>2013.89315068</c:v>
                </c:pt>
                <c:pt idx="477">
                  <c:v>2013.90136986</c:v>
                </c:pt>
                <c:pt idx="478">
                  <c:v>2013.90410959</c:v>
                </c:pt>
                <c:pt idx="479">
                  <c:v>2013.90684932</c:v>
                </c:pt>
                <c:pt idx="480">
                  <c:v>2013.91232877</c:v>
                </c:pt>
                <c:pt idx="481">
                  <c:v>2013.92054795</c:v>
                </c:pt>
                <c:pt idx="482">
                  <c:v>2013.92328767</c:v>
                </c:pt>
                <c:pt idx="483">
                  <c:v>2013.9260274</c:v>
                </c:pt>
                <c:pt idx="484">
                  <c:v>2013.92876712</c:v>
                </c:pt>
                <c:pt idx="485">
                  <c:v>2013.93150685</c:v>
                </c:pt>
                <c:pt idx="486">
                  <c:v>2013.93972603</c:v>
                </c:pt>
                <c:pt idx="487">
                  <c:v>2013.94246575</c:v>
                </c:pt>
                <c:pt idx="488">
                  <c:v>2013.94520548</c:v>
                </c:pt>
                <c:pt idx="489">
                  <c:v>2013.94794521</c:v>
                </c:pt>
                <c:pt idx="490">
                  <c:v>2013.95068493</c:v>
                </c:pt>
                <c:pt idx="491">
                  <c:v>2013.95890411</c:v>
                </c:pt>
                <c:pt idx="492">
                  <c:v>2013.96164384</c:v>
                </c:pt>
                <c:pt idx="493">
                  <c:v>2013.96438356</c:v>
                </c:pt>
                <c:pt idx="494">
                  <c:v>2013.96712329</c:v>
                </c:pt>
                <c:pt idx="495">
                  <c:v>2013.96986301</c:v>
                </c:pt>
                <c:pt idx="496">
                  <c:v>2013.97808219</c:v>
                </c:pt>
                <c:pt idx="497">
                  <c:v>2013.98082192</c:v>
                </c:pt>
                <c:pt idx="498">
                  <c:v>2013.98630137</c:v>
                </c:pt>
                <c:pt idx="499">
                  <c:v>2013.9890411</c:v>
                </c:pt>
                <c:pt idx="500">
                  <c:v>2013.99726027</c:v>
                </c:pt>
                <c:pt idx="501">
                  <c:v>2014</c:v>
                </c:pt>
                <c:pt idx="502">
                  <c:v>2014.00547945</c:v>
                </c:pt>
                <c:pt idx="503">
                  <c:v>2014.00821918</c:v>
                </c:pt>
                <c:pt idx="504">
                  <c:v>2014.01643836</c:v>
                </c:pt>
                <c:pt idx="505">
                  <c:v>2014.01917808</c:v>
                </c:pt>
                <c:pt idx="506">
                  <c:v>2014.02191781</c:v>
                </c:pt>
                <c:pt idx="507">
                  <c:v>2014.02465753</c:v>
                </c:pt>
                <c:pt idx="508">
                  <c:v>2014.02739726</c:v>
                </c:pt>
                <c:pt idx="509">
                  <c:v>2014.03561644</c:v>
                </c:pt>
                <c:pt idx="510">
                  <c:v>2014.03835616</c:v>
                </c:pt>
                <c:pt idx="511">
                  <c:v>2014.04109589</c:v>
                </c:pt>
                <c:pt idx="512">
                  <c:v>2014.04383562</c:v>
                </c:pt>
                <c:pt idx="513">
                  <c:v>2014.04657534</c:v>
                </c:pt>
                <c:pt idx="514">
                  <c:v>2014.05753425</c:v>
                </c:pt>
                <c:pt idx="515">
                  <c:v>2014.06027397</c:v>
                </c:pt>
                <c:pt idx="516">
                  <c:v>2014.0630137</c:v>
                </c:pt>
                <c:pt idx="517">
                  <c:v>2014.06575342</c:v>
                </c:pt>
                <c:pt idx="518">
                  <c:v>2014.0739726</c:v>
                </c:pt>
                <c:pt idx="519">
                  <c:v>2014.07671233</c:v>
                </c:pt>
                <c:pt idx="520">
                  <c:v>2014.07945205</c:v>
                </c:pt>
                <c:pt idx="521">
                  <c:v>2014.08219178</c:v>
                </c:pt>
                <c:pt idx="522">
                  <c:v>2014.08493151</c:v>
                </c:pt>
                <c:pt idx="523">
                  <c:v>2014.09315068</c:v>
                </c:pt>
                <c:pt idx="524">
                  <c:v>2014.09589041</c:v>
                </c:pt>
                <c:pt idx="525">
                  <c:v>2014.09863014</c:v>
                </c:pt>
                <c:pt idx="526">
                  <c:v>2014.10136986</c:v>
                </c:pt>
                <c:pt idx="527">
                  <c:v>2014.10410959</c:v>
                </c:pt>
                <c:pt idx="528">
                  <c:v>2014.11232877</c:v>
                </c:pt>
                <c:pt idx="529">
                  <c:v>2014.11506849</c:v>
                </c:pt>
                <c:pt idx="530">
                  <c:v>2014.11780822</c:v>
                </c:pt>
                <c:pt idx="531">
                  <c:v>2014.12054795</c:v>
                </c:pt>
                <c:pt idx="532">
                  <c:v>2014.12328767</c:v>
                </c:pt>
                <c:pt idx="533">
                  <c:v>2014.13424658</c:v>
                </c:pt>
                <c:pt idx="534">
                  <c:v>2014.1369863</c:v>
                </c:pt>
                <c:pt idx="535">
                  <c:v>2014.13972603</c:v>
                </c:pt>
                <c:pt idx="536">
                  <c:v>2014.14246575</c:v>
                </c:pt>
                <c:pt idx="537">
                  <c:v>2014.15068493</c:v>
                </c:pt>
                <c:pt idx="538">
                  <c:v>2014.15342466</c:v>
                </c:pt>
                <c:pt idx="539">
                  <c:v>2014.15616438</c:v>
                </c:pt>
                <c:pt idx="540">
                  <c:v>2014.15890411</c:v>
                </c:pt>
                <c:pt idx="541">
                  <c:v>2014.16164384</c:v>
                </c:pt>
                <c:pt idx="542">
                  <c:v>2014.16986301</c:v>
                </c:pt>
                <c:pt idx="543">
                  <c:v>2014.17260274</c:v>
                </c:pt>
                <c:pt idx="544">
                  <c:v>2014.17534247</c:v>
                </c:pt>
                <c:pt idx="545">
                  <c:v>2014.17808219</c:v>
                </c:pt>
                <c:pt idx="546">
                  <c:v>2014.18082192</c:v>
                </c:pt>
                <c:pt idx="547">
                  <c:v>2014.1890411</c:v>
                </c:pt>
                <c:pt idx="548">
                  <c:v>2014.19178082</c:v>
                </c:pt>
                <c:pt idx="549">
                  <c:v>2014.19452055</c:v>
                </c:pt>
                <c:pt idx="550">
                  <c:v>2014.19726027</c:v>
                </c:pt>
                <c:pt idx="551">
                  <c:v>2014.2</c:v>
                </c:pt>
                <c:pt idx="552">
                  <c:v>2014.20821918</c:v>
                </c:pt>
                <c:pt idx="553">
                  <c:v>2014.2109589</c:v>
                </c:pt>
                <c:pt idx="554">
                  <c:v>2014.21369863</c:v>
                </c:pt>
                <c:pt idx="555">
                  <c:v>2014.21643836</c:v>
                </c:pt>
                <c:pt idx="556">
                  <c:v>2014.21917808</c:v>
                </c:pt>
                <c:pt idx="557">
                  <c:v>2014.22739726</c:v>
                </c:pt>
                <c:pt idx="558">
                  <c:v>2014.23013699</c:v>
                </c:pt>
                <c:pt idx="559">
                  <c:v>2014.23287671</c:v>
                </c:pt>
                <c:pt idx="560">
                  <c:v>2014.23561644</c:v>
                </c:pt>
                <c:pt idx="561">
                  <c:v>2014.23835616</c:v>
                </c:pt>
                <c:pt idx="562">
                  <c:v>2014.24657534</c:v>
                </c:pt>
                <c:pt idx="563">
                  <c:v>2014.24931507</c:v>
                </c:pt>
                <c:pt idx="564">
                  <c:v>2014.25205479</c:v>
                </c:pt>
                <c:pt idx="565">
                  <c:v>2014.25479452</c:v>
                </c:pt>
                <c:pt idx="566">
                  <c:v>2014.25753425</c:v>
                </c:pt>
                <c:pt idx="567">
                  <c:v>2014.26575342</c:v>
                </c:pt>
                <c:pt idx="568">
                  <c:v>2014.26849315</c:v>
                </c:pt>
                <c:pt idx="569">
                  <c:v>2014.27123288</c:v>
                </c:pt>
                <c:pt idx="570">
                  <c:v>2014.2739726</c:v>
                </c:pt>
                <c:pt idx="571">
                  <c:v>2014.27671233</c:v>
                </c:pt>
                <c:pt idx="572">
                  <c:v>2014.28493151</c:v>
                </c:pt>
                <c:pt idx="573">
                  <c:v>2014.28767123</c:v>
                </c:pt>
                <c:pt idx="574">
                  <c:v>2014.29041096</c:v>
                </c:pt>
                <c:pt idx="575">
                  <c:v>2014.29315068</c:v>
                </c:pt>
                <c:pt idx="576">
                  <c:v>2014.30410959</c:v>
                </c:pt>
                <c:pt idx="577">
                  <c:v>2014.30684932</c:v>
                </c:pt>
                <c:pt idx="578">
                  <c:v>2014.30958904</c:v>
                </c:pt>
                <c:pt idx="579">
                  <c:v>2014.31232877</c:v>
                </c:pt>
                <c:pt idx="580">
                  <c:v>2014.31506849</c:v>
                </c:pt>
                <c:pt idx="581">
                  <c:v>2014.32328767</c:v>
                </c:pt>
                <c:pt idx="582">
                  <c:v>2014.3260274</c:v>
                </c:pt>
                <c:pt idx="583">
                  <c:v>2014.32876712</c:v>
                </c:pt>
                <c:pt idx="584">
                  <c:v>2014.33150685</c:v>
                </c:pt>
                <c:pt idx="585">
                  <c:v>2014.33424658</c:v>
                </c:pt>
                <c:pt idx="586">
                  <c:v>2014.34246575</c:v>
                </c:pt>
                <c:pt idx="587">
                  <c:v>2014.34520548</c:v>
                </c:pt>
                <c:pt idx="588">
                  <c:v>2014.34794521</c:v>
                </c:pt>
                <c:pt idx="589">
                  <c:v>2014.35068493</c:v>
                </c:pt>
                <c:pt idx="590">
                  <c:v>2014.35342466</c:v>
                </c:pt>
                <c:pt idx="591">
                  <c:v>2014.36164384</c:v>
                </c:pt>
                <c:pt idx="592">
                  <c:v>2014.36438356</c:v>
                </c:pt>
                <c:pt idx="593">
                  <c:v>2014.36712329</c:v>
                </c:pt>
                <c:pt idx="594">
                  <c:v>2014.36986301</c:v>
                </c:pt>
                <c:pt idx="595">
                  <c:v>2014.37260274</c:v>
                </c:pt>
                <c:pt idx="596">
                  <c:v>2014.38082192</c:v>
                </c:pt>
                <c:pt idx="597">
                  <c:v>2014.38356164</c:v>
                </c:pt>
                <c:pt idx="598">
                  <c:v>2014.38630137</c:v>
                </c:pt>
                <c:pt idx="599">
                  <c:v>2014.3890411</c:v>
                </c:pt>
                <c:pt idx="600">
                  <c:v>2014.39178082</c:v>
                </c:pt>
                <c:pt idx="601">
                  <c:v>2014.40273973</c:v>
                </c:pt>
                <c:pt idx="602">
                  <c:v>2014.40547945</c:v>
                </c:pt>
                <c:pt idx="603">
                  <c:v>2014.40821918</c:v>
                </c:pt>
                <c:pt idx="604">
                  <c:v>2014.4109589</c:v>
                </c:pt>
                <c:pt idx="605">
                  <c:v>2014.41917808</c:v>
                </c:pt>
                <c:pt idx="606">
                  <c:v>2014.42191781</c:v>
                </c:pt>
                <c:pt idx="607">
                  <c:v>2014.42465753</c:v>
                </c:pt>
                <c:pt idx="608">
                  <c:v>2014.42739726</c:v>
                </c:pt>
                <c:pt idx="609">
                  <c:v>2014.43013699</c:v>
                </c:pt>
                <c:pt idx="610">
                  <c:v>2014.43835616</c:v>
                </c:pt>
                <c:pt idx="611">
                  <c:v>2014.44109589</c:v>
                </c:pt>
                <c:pt idx="612">
                  <c:v>2014.44383562</c:v>
                </c:pt>
                <c:pt idx="613">
                  <c:v>2014.44657534</c:v>
                </c:pt>
                <c:pt idx="614">
                  <c:v>2014.44931507</c:v>
                </c:pt>
                <c:pt idx="615">
                  <c:v>2014.45753425</c:v>
                </c:pt>
                <c:pt idx="616">
                  <c:v>2014.46027397</c:v>
                </c:pt>
                <c:pt idx="617">
                  <c:v>2014.4630137</c:v>
                </c:pt>
                <c:pt idx="618">
                  <c:v>2014.46575342</c:v>
                </c:pt>
                <c:pt idx="619">
                  <c:v>2014.46849315</c:v>
                </c:pt>
                <c:pt idx="620">
                  <c:v>2014.47671233</c:v>
                </c:pt>
                <c:pt idx="621">
                  <c:v>2014.47945205</c:v>
                </c:pt>
                <c:pt idx="622">
                  <c:v>2014.48219178</c:v>
                </c:pt>
                <c:pt idx="623">
                  <c:v>2014.48493151</c:v>
                </c:pt>
                <c:pt idx="624">
                  <c:v>2014.48767123</c:v>
                </c:pt>
                <c:pt idx="625">
                  <c:v>2014.49589041</c:v>
                </c:pt>
                <c:pt idx="626">
                  <c:v>2014.49863014</c:v>
                </c:pt>
                <c:pt idx="627">
                  <c:v>2014.50136986</c:v>
                </c:pt>
                <c:pt idx="628">
                  <c:v>2014.50410959</c:v>
                </c:pt>
                <c:pt idx="629">
                  <c:v>2014.51506849</c:v>
                </c:pt>
                <c:pt idx="630">
                  <c:v>2014.51780822</c:v>
                </c:pt>
                <c:pt idx="631">
                  <c:v>2014.52054795</c:v>
                </c:pt>
                <c:pt idx="632">
                  <c:v>2014.52328767</c:v>
                </c:pt>
                <c:pt idx="633">
                  <c:v>2014.5260274</c:v>
                </c:pt>
                <c:pt idx="634">
                  <c:v>2014.53424658</c:v>
                </c:pt>
                <c:pt idx="635">
                  <c:v>2014.5369863</c:v>
                </c:pt>
                <c:pt idx="636">
                  <c:v>2014.53972603</c:v>
                </c:pt>
                <c:pt idx="637">
                  <c:v>2014.54246575</c:v>
                </c:pt>
                <c:pt idx="638">
                  <c:v>2014.54520548</c:v>
                </c:pt>
                <c:pt idx="639">
                  <c:v>2014.55342466</c:v>
                </c:pt>
                <c:pt idx="640">
                  <c:v>2014.55616438</c:v>
                </c:pt>
                <c:pt idx="641">
                  <c:v>2014.55890411</c:v>
                </c:pt>
                <c:pt idx="642">
                  <c:v>2014.56164384</c:v>
                </c:pt>
                <c:pt idx="643">
                  <c:v>2014.56438356</c:v>
                </c:pt>
                <c:pt idx="644">
                  <c:v>2014.57260274</c:v>
                </c:pt>
                <c:pt idx="645">
                  <c:v>2014.57534247</c:v>
                </c:pt>
                <c:pt idx="646">
                  <c:v>2014.57808219</c:v>
                </c:pt>
                <c:pt idx="647">
                  <c:v>2014.58082192</c:v>
                </c:pt>
                <c:pt idx="648">
                  <c:v>2014.58356164</c:v>
                </c:pt>
                <c:pt idx="649">
                  <c:v>2014.59178082</c:v>
                </c:pt>
                <c:pt idx="650">
                  <c:v>2014.59452055</c:v>
                </c:pt>
                <c:pt idx="651">
                  <c:v>2014.59726027</c:v>
                </c:pt>
                <c:pt idx="652">
                  <c:v>2014.6</c:v>
                </c:pt>
                <c:pt idx="653">
                  <c:v>2014.60273973</c:v>
                </c:pt>
                <c:pt idx="654">
                  <c:v>2014.6109589</c:v>
                </c:pt>
                <c:pt idx="655">
                  <c:v>2014.61369863</c:v>
                </c:pt>
                <c:pt idx="656">
                  <c:v>2014.61643836</c:v>
                </c:pt>
                <c:pt idx="657">
                  <c:v>2014.61917808</c:v>
                </c:pt>
                <c:pt idx="658">
                  <c:v>2014.62191781</c:v>
                </c:pt>
                <c:pt idx="659">
                  <c:v>2014.63013699</c:v>
                </c:pt>
                <c:pt idx="660">
                  <c:v>2014.63287671</c:v>
                </c:pt>
                <c:pt idx="661">
                  <c:v>2014.63561644</c:v>
                </c:pt>
                <c:pt idx="662">
                  <c:v>2014.63835616</c:v>
                </c:pt>
                <c:pt idx="663">
                  <c:v>2014.64109589</c:v>
                </c:pt>
                <c:pt idx="664">
                  <c:v>2014.64931507</c:v>
                </c:pt>
                <c:pt idx="665">
                  <c:v>2014.65205479</c:v>
                </c:pt>
                <c:pt idx="666">
                  <c:v>2014.65479452</c:v>
                </c:pt>
                <c:pt idx="667">
                  <c:v>2014.65753425</c:v>
                </c:pt>
                <c:pt idx="668">
                  <c:v>2014.66027397</c:v>
                </c:pt>
                <c:pt idx="669">
                  <c:v>2014.67123288</c:v>
                </c:pt>
                <c:pt idx="670">
                  <c:v>2014.6739726</c:v>
                </c:pt>
                <c:pt idx="671">
                  <c:v>2014.67671233</c:v>
                </c:pt>
                <c:pt idx="672">
                  <c:v>2014.67945205</c:v>
                </c:pt>
                <c:pt idx="673">
                  <c:v>2014.68767123</c:v>
                </c:pt>
                <c:pt idx="674">
                  <c:v>2014.69041096</c:v>
                </c:pt>
                <c:pt idx="675">
                  <c:v>2014.69315068</c:v>
                </c:pt>
                <c:pt idx="676">
                  <c:v>2014.69589041</c:v>
                </c:pt>
                <c:pt idx="677">
                  <c:v>2014.69863014</c:v>
                </c:pt>
                <c:pt idx="678">
                  <c:v>2014.70684932</c:v>
                </c:pt>
                <c:pt idx="679">
                  <c:v>2014.70958904</c:v>
                </c:pt>
                <c:pt idx="680">
                  <c:v>2014.71232877</c:v>
                </c:pt>
                <c:pt idx="681">
                  <c:v>2014.71506849</c:v>
                </c:pt>
                <c:pt idx="682">
                  <c:v>2014.71780822</c:v>
                </c:pt>
                <c:pt idx="683">
                  <c:v>2014.7260274</c:v>
                </c:pt>
                <c:pt idx="684">
                  <c:v>2014.72876712</c:v>
                </c:pt>
                <c:pt idx="685">
                  <c:v>2014.73150685</c:v>
                </c:pt>
                <c:pt idx="686">
                  <c:v>2014.73424658</c:v>
                </c:pt>
                <c:pt idx="687">
                  <c:v>2014.7369863</c:v>
                </c:pt>
                <c:pt idx="688">
                  <c:v>2014.74520548</c:v>
                </c:pt>
                <c:pt idx="689">
                  <c:v>2014.74794521</c:v>
                </c:pt>
                <c:pt idx="690">
                  <c:v>2014.75068493</c:v>
                </c:pt>
                <c:pt idx="691">
                  <c:v>2014.75342466</c:v>
                </c:pt>
                <c:pt idx="692">
                  <c:v>2014.75616438</c:v>
                </c:pt>
                <c:pt idx="693">
                  <c:v>2014.76438356</c:v>
                </c:pt>
                <c:pt idx="694">
                  <c:v>2014.76712329</c:v>
                </c:pt>
                <c:pt idx="695">
                  <c:v>2014.76986301</c:v>
                </c:pt>
                <c:pt idx="696">
                  <c:v>2014.77260274</c:v>
                </c:pt>
                <c:pt idx="697">
                  <c:v>2014.77534247</c:v>
                </c:pt>
                <c:pt idx="698">
                  <c:v>2014.78356164</c:v>
                </c:pt>
                <c:pt idx="699">
                  <c:v>2014.78630137</c:v>
                </c:pt>
                <c:pt idx="700">
                  <c:v>2014.7890411</c:v>
                </c:pt>
                <c:pt idx="701">
                  <c:v>2014.79178082</c:v>
                </c:pt>
                <c:pt idx="702">
                  <c:v>2014.79452055</c:v>
                </c:pt>
                <c:pt idx="703">
                  <c:v>2014.80273973</c:v>
                </c:pt>
                <c:pt idx="704">
                  <c:v>2014.80547945</c:v>
                </c:pt>
                <c:pt idx="705">
                  <c:v>2014.80821918</c:v>
                </c:pt>
                <c:pt idx="706">
                  <c:v>2014.8109589</c:v>
                </c:pt>
                <c:pt idx="707">
                  <c:v>2014.81369863</c:v>
                </c:pt>
                <c:pt idx="708">
                  <c:v>2014.82191781</c:v>
                </c:pt>
                <c:pt idx="709">
                  <c:v>2014.82465753</c:v>
                </c:pt>
                <c:pt idx="710">
                  <c:v>2014.82739726</c:v>
                </c:pt>
                <c:pt idx="711">
                  <c:v>2014.83013699</c:v>
                </c:pt>
                <c:pt idx="712">
                  <c:v>2014.83287671</c:v>
                </c:pt>
                <c:pt idx="713">
                  <c:v>2014.84109589</c:v>
                </c:pt>
                <c:pt idx="714">
                  <c:v>2014.84383562</c:v>
                </c:pt>
                <c:pt idx="715">
                  <c:v>2014.84657534</c:v>
                </c:pt>
                <c:pt idx="716">
                  <c:v>2014.84931507</c:v>
                </c:pt>
                <c:pt idx="717">
                  <c:v>2014.85205479</c:v>
                </c:pt>
                <c:pt idx="718">
                  <c:v>2014.86027397</c:v>
                </c:pt>
                <c:pt idx="719">
                  <c:v>2014.8630137</c:v>
                </c:pt>
                <c:pt idx="720">
                  <c:v>2014.86575342</c:v>
                </c:pt>
                <c:pt idx="721">
                  <c:v>2014.86849315</c:v>
                </c:pt>
                <c:pt idx="722">
                  <c:v>2014.87123288</c:v>
                </c:pt>
                <c:pt idx="723">
                  <c:v>2014.87945205</c:v>
                </c:pt>
                <c:pt idx="724">
                  <c:v>2014.88219178</c:v>
                </c:pt>
                <c:pt idx="725">
                  <c:v>2014.88493151</c:v>
                </c:pt>
                <c:pt idx="726">
                  <c:v>2014.88767123</c:v>
                </c:pt>
                <c:pt idx="727">
                  <c:v>2014.89041096</c:v>
                </c:pt>
                <c:pt idx="728">
                  <c:v>2014.89863014</c:v>
                </c:pt>
                <c:pt idx="729">
                  <c:v>2014.90136986</c:v>
                </c:pt>
                <c:pt idx="730">
                  <c:v>2014.90410959</c:v>
                </c:pt>
                <c:pt idx="731">
                  <c:v>2014.90958904</c:v>
                </c:pt>
                <c:pt idx="732">
                  <c:v>2014.91780822</c:v>
                </c:pt>
                <c:pt idx="733">
                  <c:v>2014.92054795</c:v>
                </c:pt>
                <c:pt idx="734">
                  <c:v>2014.92328767</c:v>
                </c:pt>
                <c:pt idx="735">
                  <c:v>2014.9260274</c:v>
                </c:pt>
                <c:pt idx="736">
                  <c:v>2014.92876712</c:v>
                </c:pt>
                <c:pt idx="737">
                  <c:v>2014.9369863</c:v>
                </c:pt>
                <c:pt idx="738">
                  <c:v>2014.93972603</c:v>
                </c:pt>
                <c:pt idx="739">
                  <c:v>2014.94246575</c:v>
                </c:pt>
                <c:pt idx="740">
                  <c:v>2014.94520548</c:v>
                </c:pt>
                <c:pt idx="741">
                  <c:v>2014.94794521</c:v>
                </c:pt>
                <c:pt idx="742">
                  <c:v>2014.95616438</c:v>
                </c:pt>
                <c:pt idx="743">
                  <c:v>2014.95890411</c:v>
                </c:pt>
                <c:pt idx="744">
                  <c:v>2014.96164384</c:v>
                </c:pt>
                <c:pt idx="745">
                  <c:v>2014.96438356</c:v>
                </c:pt>
                <c:pt idx="746">
                  <c:v>2014.96712329</c:v>
                </c:pt>
                <c:pt idx="747">
                  <c:v>2014.97534247</c:v>
                </c:pt>
                <c:pt idx="748">
                  <c:v>2014.97808219</c:v>
                </c:pt>
                <c:pt idx="749">
                  <c:v>2014.98082192</c:v>
                </c:pt>
                <c:pt idx="750">
                  <c:v>2014.98630137</c:v>
                </c:pt>
                <c:pt idx="751">
                  <c:v>2014.99452055</c:v>
                </c:pt>
                <c:pt idx="752">
                  <c:v>2014.99726027</c:v>
                </c:pt>
                <c:pt idx="753">
                  <c:v>2015</c:v>
                </c:pt>
                <c:pt idx="754">
                  <c:v>2015.00547945</c:v>
                </c:pt>
                <c:pt idx="755">
                  <c:v>2015.01369863</c:v>
                </c:pt>
                <c:pt idx="756">
                  <c:v>2015.01643836</c:v>
                </c:pt>
                <c:pt idx="757">
                  <c:v>2015.01917808</c:v>
                </c:pt>
                <c:pt idx="758">
                  <c:v>2015.02191781</c:v>
                </c:pt>
                <c:pt idx="759">
                  <c:v>2015.02465753</c:v>
                </c:pt>
                <c:pt idx="760">
                  <c:v>2015.03287671</c:v>
                </c:pt>
                <c:pt idx="761">
                  <c:v>2015.03561644</c:v>
                </c:pt>
                <c:pt idx="762">
                  <c:v>2015.03835616</c:v>
                </c:pt>
                <c:pt idx="763">
                  <c:v>2015.04109589</c:v>
                </c:pt>
                <c:pt idx="764">
                  <c:v>2015.04383562</c:v>
                </c:pt>
                <c:pt idx="765">
                  <c:v>2015.05479452</c:v>
                </c:pt>
                <c:pt idx="766">
                  <c:v>2015.05753425</c:v>
                </c:pt>
                <c:pt idx="767">
                  <c:v>2015.06027397</c:v>
                </c:pt>
                <c:pt idx="768">
                  <c:v>2015.0630137</c:v>
                </c:pt>
                <c:pt idx="769">
                  <c:v>2015.07123288</c:v>
                </c:pt>
                <c:pt idx="770">
                  <c:v>2015.0739726</c:v>
                </c:pt>
                <c:pt idx="771">
                  <c:v>2015.07671233</c:v>
                </c:pt>
                <c:pt idx="772">
                  <c:v>2015.07945205</c:v>
                </c:pt>
                <c:pt idx="773">
                  <c:v>2015.08219178</c:v>
                </c:pt>
                <c:pt idx="774">
                  <c:v>2015.09041096</c:v>
                </c:pt>
                <c:pt idx="775">
                  <c:v>2015.09315068</c:v>
                </c:pt>
                <c:pt idx="776">
                  <c:v>2015.09589041</c:v>
                </c:pt>
                <c:pt idx="777">
                  <c:v>2015.09863014</c:v>
                </c:pt>
                <c:pt idx="778">
                  <c:v>2015.10136986</c:v>
                </c:pt>
                <c:pt idx="779">
                  <c:v>2015.10958904</c:v>
                </c:pt>
                <c:pt idx="780">
                  <c:v>2015.11232877</c:v>
                </c:pt>
                <c:pt idx="781">
                  <c:v>2015.11506849</c:v>
                </c:pt>
                <c:pt idx="782">
                  <c:v>2015.11780822</c:v>
                </c:pt>
                <c:pt idx="783">
                  <c:v>2015.12054795</c:v>
                </c:pt>
                <c:pt idx="784">
                  <c:v>2015.13150685</c:v>
                </c:pt>
                <c:pt idx="785">
                  <c:v>2015.13424658</c:v>
                </c:pt>
                <c:pt idx="786">
                  <c:v>2015.1369863</c:v>
                </c:pt>
                <c:pt idx="787">
                  <c:v>2015.13972603</c:v>
                </c:pt>
                <c:pt idx="788">
                  <c:v>2015.14794521</c:v>
                </c:pt>
                <c:pt idx="789">
                  <c:v>2015.15068493</c:v>
                </c:pt>
                <c:pt idx="790">
                  <c:v>2015.15342466</c:v>
                </c:pt>
                <c:pt idx="791">
                  <c:v>2015.15616438</c:v>
                </c:pt>
                <c:pt idx="792">
                  <c:v>2015.15890411</c:v>
                </c:pt>
                <c:pt idx="793">
                  <c:v>2015.16712329</c:v>
                </c:pt>
                <c:pt idx="794">
                  <c:v>2015.16986301</c:v>
                </c:pt>
                <c:pt idx="795">
                  <c:v>2015.17260274</c:v>
                </c:pt>
                <c:pt idx="796">
                  <c:v>2015.17534247</c:v>
                </c:pt>
                <c:pt idx="797">
                  <c:v>2015.17808219</c:v>
                </c:pt>
                <c:pt idx="798">
                  <c:v>2015.18630137</c:v>
                </c:pt>
                <c:pt idx="799">
                  <c:v>2015.1890411</c:v>
                </c:pt>
                <c:pt idx="800">
                  <c:v>2015.19178082</c:v>
                </c:pt>
                <c:pt idx="801">
                  <c:v>2015.19452055</c:v>
                </c:pt>
                <c:pt idx="802">
                  <c:v>2015.19726027</c:v>
                </c:pt>
                <c:pt idx="803">
                  <c:v>2015.20547945</c:v>
                </c:pt>
                <c:pt idx="804">
                  <c:v>2015.20821918</c:v>
                </c:pt>
                <c:pt idx="805">
                  <c:v>2015.2109589</c:v>
                </c:pt>
                <c:pt idx="806">
                  <c:v>2015.21369863</c:v>
                </c:pt>
                <c:pt idx="807">
                  <c:v>2015.21643836</c:v>
                </c:pt>
                <c:pt idx="808">
                  <c:v>2015.22465753</c:v>
                </c:pt>
                <c:pt idx="809">
                  <c:v>2015.22739726</c:v>
                </c:pt>
                <c:pt idx="810">
                  <c:v>2015.23013699</c:v>
                </c:pt>
                <c:pt idx="811">
                  <c:v>2015.23287671</c:v>
                </c:pt>
                <c:pt idx="812">
                  <c:v>2015.23561644</c:v>
                </c:pt>
                <c:pt idx="813">
                  <c:v>2015.24383562</c:v>
                </c:pt>
                <c:pt idx="814">
                  <c:v>2015.24657534</c:v>
                </c:pt>
                <c:pt idx="815">
                  <c:v>2015.24931507</c:v>
                </c:pt>
                <c:pt idx="816">
                  <c:v>2015.25205479</c:v>
                </c:pt>
                <c:pt idx="817">
                  <c:v>2015.2630137</c:v>
                </c:pt>
                <c:pt idx="818">
                  <c:v>2015.26575342</c:v>
                </c:pt>
                <c:pt idx="819">
                  <c:v>2015.26849315</c:v>
                </c:pt>
                <c:pt idx="820">
                  <c:v>2015.27123288</c:v>
                </c:pt>
                <c:pt idx="821">
                  <c:v>2015.2739726</c:v>
                </c:pt>
                <c:pt idx="822">
                  <c:v>2015.28219178</c:v>
                </c:pt>
                <c:pt idx="823">
                  <c:v>2015.28493151</c:v>
                </c:pt>
                <c:pt idx="824">
                  <c:v>2015.28767123</c:v>
                </c:pt>
                <c:pt idx="825">
                  <c:v>2015.29041096</c:v>
                </c:pt>
                <c:pt idx="826">
                  <c:v>2015.29315068</c:v>
                </c:pt>
                <c:pt idx="827">
                  <c:v>2015.30136986</c:v>
                </c:pt>
                <c:pt idx="828">
                  <c:v>2015.30410959</c:v>
                </c:pt>
                <c:pt idx="829">
                  <c:v>2015.30684932</c:v>
                </c:pt>
                <c:pt idx="830">
                  <c:v>2015.30958904</c:v>
                </c:pt>
                <c:pt idx="831">
                  <c:v>2015.31232877</c:v>
                </c:pt>
                <c:pt idx="832">
                  <c:v>2015.32054795</c:v>
                </c:pt>
                <c:pt idx="833">
                  <c:v>2015.32328767</c:v>
                </c:pt>
                <c:pt idx="834">
                  <c:v>2015.3260274</c:v>
                </c:pt>
                <c:pt idx="835">
                  <c:v>2015.32876712</c:v>
                </c:pt>
                <c:pt idx="836">
                  <c:v>2015.33150685</c:v>
                </c:pt>
                <c:pt idx="837">
                  <c:v>2015.33972603</c:v>
                </c:pt>
                <c:pt idx="838">
                  <c:v>2015.34246575</c:v>
                </c:pt>
                <c:pt idx="839">
                  <c:v>2015.34520548</c:v>
                </c:pt>
                <c:pt idx="840">
                  <c:v>2015.34794521</c:v>
                </c:pt>
                <c:pt idx="841">
                  <c:v>2015.35068493</c:v>
                </c:pt>
                <c:pt idx="842">
                  <c:v>2015.35890411</c:v>
                </c:pt>
                <c:pt idx="843">
                  <c:v>2015.36164384</c:v>
                </c:pt>
                <c:pt idx="844">
                  <c:v>2015.36438356</c:v>
                </c:pt>
                <c:pt idx="845">
                  <c:v>2015.36712329</c:v>
                </c:pt>
                <c:pt idx="846">
                  <c:v>2015.36986301</c:v>
                </c:pt>
                <c:pt idx="847">
                  <c:v>2015.37808219</c:v>
                </c:pt>
                <c:pt idx="848">
                  <c:v>2015.38082192</c:v>
                </c:pt>
                <c:pt idx="849">
                  <c:v>2015.38356164</c:v>
                </c:pt>
                <c:pt idx="850">
                  <c:v>2015.38630137</c:v>
                </c:pt>
                <c:pt idx="851">
                  <c:v>2015.3890411</c:v>
                </c:pt>
                <c:pt idx="852">
                  <c:v>2015.4</c:v>
                </c:pt>
                <c:pt idx="853">
                  <c:v>2015.40273973</c:v>
                </c:pt>
                <c:pt idx="854">
                  <c:v>2015.40547945</c:v>
                </c:pt>
                <c:pt idx="855">
                  <c:v>2015.40821918</c:v>
                </c:pt>
                <c:pt idx="856">
                  <c:v>2015.41643836</c:v>
                </c:pt>
                <c:pt idx="857">
                  <c:v>2015.41917808</c:v>
                </c:pt>
                <c:pt idx="858">
                  <c:v>2015.42191781</c:v>
                </c:pt>
                <c:pt idx="859">
                  <c:v>2015.42465753</c:v>
                </c:pt>
                <c:pt idx="860">
                  <c:v>2015.42739726</c:v>
                </c:pt>
                <c:pt idx="861">
                  <c:v>2015.43561644</c:v>
                </c:pt>
                <c:pt idx="862">
                  <c:v>2015.43835616</c:v>
                </c:pt>
                <c:pt idx="863">
                  <c:v>2015.44109589</c:v>
                </c:pt>
                <c:pt idx="864">
                  <c:v>2015.44383562</c:v>
                </c:pt>
                <c:pt idx="865">
                  <c:v>2015.44657534</c:v>
                </c:pt>
                <c:pt idx="866">
                  <c:v>2015.45479452</c:v>
                </c:pt>
                <c:pt idx="867">
                  <c:v>2015.45753425</c:v>
                </c:pt>
                <c:pt idx="868">
                  <c:v>2015.46027397</c:v>
                </c:pt>
                <c:pt idx="869">
                  <c:v>2015.4630137</c:v>
                </c:pt>
                <c:pt idx="870">
                  <c:v>2015.46575342</c:v>
                </c:pt>
                <c:pt idx="871">
                  <c:v>2015.4739726</c:v>
                </c:pt>
                <c:pt idx="872">
                  <c:v>2015.47671233</c:v>
                </c:pt>
                <c:pt idx="873">
                  <c:v>2015.47945205</c:v>
                </c:pt>
                <c:pt idx="874">
                  <c:v>2015.48219178</c:v>
                </c:pt>
                <c:pt idx="875">
                  <c:v>2015.48493151</c:v>
                </c:pt>
                <c:pt idx="876">
                  <c:v>2015.49315068</c:v>
                </c:pt>
                <c:pt idx="877">
                  <c:v>2015.49589041</c:v>
                </c:pt>
                <c:pt idx="878">
                  <c:v>2015.49863014</c:v>
                </c:pt>
                <c:pt idx="879">
                  <c:v>2015.50136986</c:v>
                </c:pt>
                <c:pt idx="880">
                  <c:v>2015.51232877</c:v>
                </c:pt>
                <c:pt idx="881">
                  <c:v>2015.51506849</c:v>
                </c:pt>
                <c:pt idx="882">
                  <c:v>2015.51780822</c:v>
                </c:pt>
                <c:pt idx="883">
                  <c:v>2015.52054795</c:v>
                </c:pt>
                <c:pt idx="884">
                  <c:v>2015.52328767</c:v>
                </c:pt>
                <c:pt idx="885">
                  <c:v>2015.53150685</c:v>
                </c:pt>
                <c:pt idx="886">
                  <c:v>2015.53424658</c:v>
                </c:pt>
                <c:pt idx="887">
                  <c:v>2015.5369863</c:v>
                </c:pt>
                <c:pt idx="888">
                  <c:v>2015.53972603</c:v>
                </c:pt>
                <c:pt idx="889">
                  <c:v>2015.54246575</c:v>
                </c:pt>
                <c:pt idx="890">
                  <c:v>2015.55068493</c:v>
                </c:pt>
                <c:pt idx="891">
                  <c:v>2015.55342466</c:v>
                </c:pt>
                <c:pt idx="892">
                  <c:v>2015.55616438</c:v>
                </c:pt>
                <c:pt idx="893">
                  <c:v>2015.55890411</c:v>
                </c:pt>
                <c:pt idx="894">
                  <c:v>2015.56164384</c:v>
                </c:pt>
                <c:pt idx="895">
                  <c:v>2015.56986301</c:v>
                </c:pt>
                <c:pt idx="896">
                  <c:v>2015.57260274</c:v>
                </c:pt>
                <c:pt idx="897">
                  <c:v>2015.57534247</c:v>
                </c:pt>
                <c:pt idx="898">
                  <c:v>2015.57808219</c:v>
                </c:pt>
                <c:pt idx="899">
                  <c:v>2015.58082192</c:v>
                </c:pt>
                <c:pt idx="900">
                  <c:v>2015.5890411</c:v>
                </c:pt>
                <c:pt idx="901">
                  <c:v>2015.59178082</c:v>
                </c:pt>
                <c:pt idx="902">
                  <c:v>2015.59452055</c:v>
                </c:pt>
                <c:pt idx="903">
                  <c:v>2015.59726027</c:v>
                </c:pt>
                <c:pt idx="904">
                  <c:v>2015.6</c:v>
                </c:pt>
                <c:pt idx="905">
                  <c:v>2015.60821918</c:v>
                </c:pt>
                <c:pt idx="906">
                  <c:v>2015.6109589</c:v>
                </c:pt>
                <c:pt idx="907">
                  <c:v>2015.61369863</c:v>
                </c:pt>
                <c:pt idx="908">
                  <c:v>2015.61643836</c:v>
                </c:pt>
                <c:pt idx="909">
                  <c:v>2015.61917808</c:v>
                </c:pt>
                <c:pt idx="910">
                  <c:v>2015.62739726</c:v>
                </c:pt>
                <c:pt idx="911">
                  <c:v>2015.63013699</c:v>
                </c:pt>
                <c:pt idx="912">
                  <c:v>2015.63287671</c:v>
                </c:pt>
                <c:pt idx="913">
                  <c:v>2015.63561644</c:v>
                </c:pt>
                <c:pt idx="914">
                  <c:v>2015.63835616</c:v>
                </c:pt>
                <c:pt idx="915">
                  <c:v>2015.64657534</c:v>
                </c:pt>
                <c:pt idx="916">
                  <c:v>2015.64931507</c:v>
                </c:pt>
                <c:pt idx="917">
                  <c:v>2015.65205479</c:v>
                </c:pt>
                <c:pt idx="918">
                  <c:v>2015.65479452</c:v>
                </c:pt>
                <c:pt idx="919">
                  <c:v>2015.65753425</c:v>
                </c:pt>
                <c:pt idx="920">
                  <c:v>2015.66575342</c:v>
                </c:pt>
                <c:pt idx="921">
                  <c:v>2015.66849315</c:v>
                </c:pt>
                <c:pt idx="922">
                  <c:v>2015.67123288</c:v>
                </c:pt>
                <c:pt idx="923">
                  <c:v>2015.6739726</c:v>
                </c:pt>
                <c:pt idx="924">
                  <c:v>2015.67671233</c:v>
                </c:pt>
                <c:pt idx="925">
                  <c:v>2015.68767123</c:v>
                </c:pt>
                <c:pt idx="926">
                  <c:v>2015.69041096</c:v>
                </c:pt>
                <c:pt idx="927">
                  <c:v>2015.69315068</c:v>
                </c:pt>
                <c:pt idx="928">
                  <c:v>2015.69589041</c:v>
                </c:pt>
                <c:pt idx="929">
                  <c:v>2015.70410959</c:v>
                </c:pt>
                <c:pt idx="930">
                  <c:v>2015.70684932</c:v>
                </c:pt>
                <c:pt idx="931">
                  <c:v>2015.70958904</c:v>
                </c:pt>
                <c:pt idx="932">
                  <c:v>2015.71232877</c:v>
                </c:pt>
                <c:pt idx="933">
                  <c:v>2015.71506849</c:v>
                </c:pt>
                <c:pt idx="934">
                  <c:v>2015.72328767</c:v>
                </c:pt>
                <c:pt idx="935">
                  <c:v>2015.7260274</c:v>
                </c:pt>
                <c:pt idx="936">
                  <c:v>2015.72876712</c:v>
                </c:pt>
                <c:pt idx="937">
                  <c:v>2015.73150685</c:v>
                </c:pt>
                <c:pt idx="938">
                  <c:v>2015.73424658</c:v>
                </c:pt>
                <c:pt idx="939">
                  <c:v>2015.74246575</c:v>
                </c:pt>
                <c:pt idx="940">
                  <c:v>2015.74520548</c:v>
                </c:pt>
                <c:pt idx="941">
                  <c:v>2015.74794521</c:v>
                </c:pt>
                <c:pt idx="942">
                  <c:v>2015.75068493</c:v>
                </c:pt>
                <c:pt idx="943">
                  <c:v>2015.75342466</c:v>
                </c:pt>
                <c:pt idx="944">
                  <c:v>2015.76164384</c:v>
                </c:pt>
                <c:pt idx="945">
                  <c:v>2015.76438356</c:v>
                </c:pt>
                <c:pt idx="946">
                  <c:v>2015.76712329</c:v>
                </c:pt>
                <c:pt idx="947">
                  <c:v>2015.76986301</c:v>
                </c:pt>
                <c:pt idx="948">
                  <c:v>2015.77260274</c:v>
                </c:pt>
                <c:pt idx="949">
                  <c:v>2015.78082192</c:v>
                </c:pt>
                <c:pt idx="950">
                  <c:v>2015.78356164</c:v>
                </c:pt>
                <c:pt idx="951">
                  <c:v>2015.78630137</c:v>
                </c:pt>
                <c:pt idx="952">
                  <c:v>2015.7890411</c:v>
                </c:pt>
                <c:pt idx="953">
                  <c:v>2015.79178082</c:v>
                </c:pt>
                <c:pt idx="954">
                  <c:v>2015.8</c:v>
                </c:pt>
                <c:pt idx="955">
                  <c:v>2015.80273973</c:v>
                </c:pt>
                <c:pt idx="956">
                  <c:v>2015.80547945</c:v>
                </c:pt>
                <c:pt idx="957">
                  <c:v>2015.80821918</c:v>
                </c:pt>
                <c:pt idx="958">
                  <c:v>2015.8109589</c:v>
                </c:pt>
                <c:pt idx="959">
                  <c:v>2015.81917808</c:v>
                </c:pt>
                <c:pt idx="960">
                  <c:v>2015.82191781</c:v>
                </c:pt>
                <c:pt idx="961">
                  <c:v>2015.82465753</c:v>
                </c:pt>
                <c:pt idx="962">
                  <c:v>2015.82739726</c:v>
                </c:pt>
                <c:pt idx="963">
                  <c:v>2015.83013699</c:v>
                </c:pt>
                <c:pt idx="964">
                  <c:v>2015.83835616</c:v>
                </c:pt>
                <c:pt idx="965">
                  <c:v>2015.84109589</c:v>
                </c:pt>
                <c:pt idx="966">
                  <c:v>2015.84383562</c:v>
                </c:pt>
                <c:pt idx="967">
                  <c:v>2015.84657534</c:v>
                </c:pt>
                <c:pt idx="968">
                  <c:v>2015.84931507</c:v>
                </c:pt>
                <c:pt idx="969">
                  <c:v>2015.85753425</c:v>
                </c:pt>
                <c:pt idx="970">
                  <c:v>2015.86027397</c:v>
                </c:pt>
                <c:pt idx="971">
                  <c:v>2015.8630137</c:v>
                </c:pt>
                <c:pt idx="972">
                  <c:v>2015.86575342</c:v>
                </c:pt>
                <c:pt idx="973">
                  <c:v>2015.86849315</c:v>
                </c:pt>
                <c:pt idx="974">
                  <c:v>2015.87671233</c:v>
                </c:pt>
                <c:pt idx="975">
                  <c:v>2015.87945205</c:v>
                </c:pt>
                <c:pt idx="976">
                  <c:v>2015.88219178</c:v>
                </c:pt>
                <c:pt idx="977">
                  <c:v>2015.88493151</c:v>
                </c:pt>
                <c:pt idx="978">
                  <c:v>2015.88767123</c:v>
                </c:pt>
                <c:pt idx="979">
                  <c:v>2015.89589041</c:v>
                </c:pt>
                <c:pt idx="980">
                  <c:v>2015.89863014</c:v>
                </c:pt>
                <c:pt idx="981">
                  <c:v>2015.90136986</c:v>
                </c:pt>
                <c:pt idx="982">
                  <c:v>2015.90684932</c:v>
                </c:pt>
                <c:pt idx="983">
                  <c:v>2015.91506849</c:v>
                </c:pt>
                <c:pt idx="984">
                  <c:v>2015.91780822</c:v>
                </c:pt>
                <c:pt idx="985">
                  <c:v>2015.92054795</c:v>
                </c:pt>
                <c:pt idx="986">
                  <c:v>2015.92328767</c:v>
                </c:pt>
                <c:pt idx="987">
                  <c:v>2015.9260274</c:v>
                </c:pt>
                <c:pt idx="988">
                  <c:v>2015.93424658</c:v>
                </c:pt>
                <c:pt idx="989">
                  <c:v>2015.9369863</c:v>
                </c:pt>
                <c:pt idx="990">
                  <c:v>2015.93972603</c:v>
                </c:pt>
                <c:pt idx="991">
                  <c:v>2015.94246575</c:v>
                </c:pt>
                <c:pt idx="992">
                  <c:v>2015.94520548</c:v>
                </c:pt>
                <c:pt idx="993">
                  <c:v>2015.95342466</c:v>
                </c:pt>
                <c:pt idx="994">
                  <c:v>2015.95616438</c:v>
                </c:pt>
                <c:pt idx="995">
                  <c:v>2015.95890411</c:v>
                </c:pt>
                <c:pt idx="996">
                  <c:v>2015.96164384</c:v>
                </c:pt>
                <c:pt idx="997">
                  <c:v>2015.96438356</c:v>
                </c:pt>
                <c:pt idx="998">
                  <c:v>2015.97260274</c:v>
                </c:pt>
                <c:pt idx="999">
                  <c:v>2015.97534247</c:v>
                </c:pt>
                <c:pt idx="1000">
                  <c:v>2015.97808219</c:v>
                </c:pt>
                <c:pt idx="1001">
                  <c:v>2015.98082192</c:v>
                </c:pt>
                <c:pt idx="1002">
                  <c:v>2015.99178082</c:v>
                </c:pt>
                <c:pt idx="1003">
                  <c:v>2015.99452055</c:v>
                </c:pt>
                <c:pt idx="1004">
                  <c:v>2015.99726027</c:v>
                </c:pt>
                <c:pt idx="1005">
                  <c:v>2016</c:v>
                </c:pt>
                <c:pt idx="1006">
                  <c:v>2016.01092896</c:v>
                </c:pt>
                <c:pt idx="1007">
                  <c:v>2016.0136612</c:v>
                </c:pt>
                <c:pt idx="1008">
                  <c:v>2016.01639344</c:v>
                </c:pt>
                <c:pt idx="1009">
                  <c:v>2016.01912568</c:v>
                </c:pt>
                <c:pt idx="1010">
                  <c:v>2016.02185792</c:v>
                </c:pt>
                <c:pt idx="1011">
                  <c:v>2016.03005464</c:v>
                </c:pt>
                <c:pt idx="1012">
                  <c:v>2016.03278689</c:v>
                </c:pt>
                <c:pt idx="1013">
                  <c:v>2016.03551913</c:v>
                </c:pt>
                <c:pt idx="1014">
                  <c:v>2016.03825137</c:v>
                </c:pt>
                <c:pt idx="1015">
                  <c:v>2016.04098361</c:v>
                </c:pt>
                <c:pt idx="1016">
                  <c:v>2016.05191257</c:v>
                </c:pt>
                <c:pt idx="1017">
                  <c:v>2016.05464481</c:v>
                </c:pt>
                <c:pt idx="1018">
                  <c:v>2016.05737705</c:v>
                </c:pt>
                <c:pt idx="1019">
                  <c:v>2016.06010929</c:v>
                </c:pt>
                <c:pt idx="1020">
                  <c:v>2016.06830601</c:v>
                </c:pt>
                <c:pt idx="1021">
                  <c:v>2016.07103825</c:v>
                </c:pt>
                <c:pt idx="1022">
                  <c:v>2016.07377049</c:v>
                </c:pt>
                <c:pt idx="1023">
                  <c:v>2016.07650273</c:v>
                </c:pt>
                <c:pt idx="1024">
                  <c:v>2016.07923497</c:v>
                </c:pt>
                <c:pt idx="1025">
                  <c:v>2016.08743169</c:v>
                </c:pt>
                <c:pt idx="1026">
                  <c:v>2016.09016393</c:v>
                </c:pt>
                <c:pt idx="1027">
                  <c:v>2016.09289617</c:v>
                </c:pt>
                <c:pt idx="1028">
                  <c:v>2016.09562842</c:v>
                </c:pt>
                <c:pt idx="1029">
                  <c:v>2016.09836066</c:v>
                </c:pt>
                <c:pt idx="1030">
                  <c:v>2016.10655738</c:v>
                </c:pt>
                <c:pt idx="1031">
                  <c:v>2016.10928962</c:v>
                </c:pt>
                <c:pt idx="1032">
                  <c:v>2016.11202186</c:v>
                </c:pt>
                <c:pt idx="1033">
                  <c:v>2016.1147541</c:v>
                </c:pt>
                <c:pt idx="1034">
                  <c:v>2016.11748634</c:v>
                </c:pt>
                <c:pt idx="1035">
                  <c:v>2016.1284153</c:v>
                </c:pt>
                <c:pt idx="1036">
                  <c:v>2016.13114754</c:v>
                </c:pt>
                <c:pt idx="1037">
                  <c:v>2016.13387978</c:v>
                </c:pt>
                <c:pt idx="1038">
                  <c:v>2016.13661202</c:v>
                </c:pt>
                <c:pt idx="1039">
                  <c:v>2016.14480874</c:v>
                </c:pt>
                <c:pt idx="1040">
                  <c:v>2016.14754098</c:v>
                </c:pt>
                <c:pt idx="1041">
                  <c:v>2016.15027322</c:v>
                </c:pt>
                <c:pt idx="1042">
                  <c:v>2016.15300546</c:v>
                </c:pt>
                <c:pt idx="1043">
                  <c:v>2016.1557377</c:v>
                </c:pt>
                <c:pt idx="1044">
                  <c:v>2016.16393443</c:v>
                </c:pt>
                <c:pt idx="1045">
                  <c:v>2016.16666667</c:v>
                </c:pt>
                <c:pt idx="1046">
                  <c:v>2016.16939891</c:v>
                </c:pt>
                <c:pt idx="1047">
                  <c:v>2016.17213115</c:v>
                </c:pt>
                <c:pt idx="1048">
                  <c:v>2016.17486339</c:v>
                </c:pt>
                <c:pt idx="1049">
                  <c:v>2016.18306011</c:v>
                </c:pt>
                <c:pt idx="1050">
                  <c:v>2016.18579235</c:v>
                </c:pt>
                <c:pt idx="1051">
                  <c:v>2016.18852459</c:v>
                </c:pt>
                <c:pt idx="1052">
                  <c:v>2016.19125683</c:v>
                </c:pt>
                <c:pt idx="1053">
                  <c:v>2016.19398907</c:v>
                </c:pt>
                <c:pt idx="1054">
                  <c:v>2016.20218579</c:v>
                </c:pt>
                <c:pt idx="1055">
                  <c:v>2016.20491803</c:v>
                </c:pt>
                <c:pt idx="1056">
                  <c:v>2016.20765027</c:v>
                </c:pt>
                <c:pt idx="1057">
                  <c:v>2016.21038251</c:v>
                </c:pt>
                <c:pt idx="1058">
                  <c:v>2016.21311475</c:v>
                </c:pt>
                <c:pt idx="1059">
                  <c:v>2016.22131148</c:v>
                </c:pt>
                <c:pt idx="1060">
                  <c:v>2016.22404372</c:v>
                </c:pt>
                <c:pt idx="1061">
                  <c:v>2016.22677596</c:v>
                </c:pt>
                <c:pt idx="1062">
                  <c:v>2016.2295082</c:v>
                </c:pt>
                <c:pt idx="1063">
                  <c:v>2016.24043716</c:v>
                </c:pt>
                <c:pt idx="1064">
                  <c:v>2016.2431694</c:v>
                </c:pt>
                <c:pt idx="1065">
                  <c:v>2016.24590164</c:v>
                </c:pt>
                <c:pt idx="1066">
                  <c:v>2016.24863388</c:v>
                </c:pt>
                <c:pt idx="1067">
                  <c:v>2016.25136612</c:v>
                </c:pt>
                <c:pt idx="1068">
                  <c:v>2016.25956284</c:v>
                </c:pt>
                <c:pt idx="1069">
                  <c:v>2016.26229508</c:v>
                </c:pt>
                <c:pt idx="1070">
                  <c:v>2016.26502732</c:v>
                </c:pt>
                <c:pt idx="1071">
                  <c:v>2016.26775956</c:v>
                </c:pt>
                <c:pt idx="1072">
                  <c:v>2016.2704918</c:v>
                </c:pt>
                <c:pt idx="1073">
                  <c:v>2016.27868852</c:v>
                </c:pt>
                <c:pt idx="1074">
                  <c:v>2016.28142077</c:v>
                </c:pt>
                <c:pt idx="1075">
                  <c:v>2016.28415301</c:v>
                </c:pt>
                <c:pt idx="1076">
                  <c:v>2016.28688525</c:v>
                </c:pt>
                <c:pt idx="1077">
                  <c:v>2016.28961749</c:v>
                </c:pt>
                <c:pt idx="1078">
                  <c:v>2016.29781421</c:v>
                </c:pt>
                <c:pt idx="1079">
                  <c:v>2016.30054645</c:v>
                </c:pt>
                <c:pt idx="1080">
                  <c:v>2016.30327869</c:v>
                </c:pt>
                <c:pt idx="1081">
                  <c:v>2016.30601093</c:v>
                </c:pt>
                <c:pt idx="1082">
                  <c:v>2016.30874317</c:v>
                </c:pt>
                <c:pt idx="1083">
                  <c:v>2016.31693989</c:v>
                </c:pt>
                <c:pt idx="1084">
                  <c:v>2016.31967213</c:v>
                </c:pt>
                <c:pt idx="1085">
                  <c:v>2016.32240437</c:v>
                </c:pt>
                <c:pt idx="1086">
                  <c:v>2016.32513661</c:v>
                </c:pt>
                <c:pt idx="1087">
                  <c:v>2016.32786885</c:v>
                </c:pt>
                <c:pt idx="1088">
                  <c:v>2016.33606557</c:v>
                </c:pt>
                <c:pt idx="1089">
                  <c:v>2016.33879781</c:v>
                </c:pt>
                <c:pt idx="1090">
                  <c:v>2016.34153005</c:v>
                </c:pt>
                <c:pt idx="1091">
                  <c:v>2016.3442623</c:v>
                </c:pt>
                <c:pt idx="1092">
                  <c:v>2016.34699454</c:v>
                </c:pt>
                <c:pt idx="1093">
                  <c:v>2016.35519126</c:v>
                </c:pt>
                <c:pt idx="1094">
                  <c:v>2016.3579235</c:v>
                </c:pt>
                <c:pt idx="1095">
                  <c:v>2016.36065574</c:v>
                </c:pt>
                <c:pt idx="1096">
                  <c:v>2016.36338798</c:v>
                </c:pt>
                <c:pt idx="1097">
                  <c:v>2016.36612022</c:v>
                </c:pt>
                <c:pt idx="1098">
                  <c:v>2016.37431694</c:v>
                </c:pt>
                <c:pt idx="1099">
                  <c:v>2016.37704918</c:v>
                </c:pt>
                <c:pt idx="1100">
                  <c:v>2016.37978142</c:v>
                </c:pt>
                <c:pt idx="1101">
                  <c:v>2016.38251366</c:v>
                </c:pt>
                <c:pt idx="1102">
                  <c:v>2016.3852459</c:v>
                </c:pt>
                <c:pt idx="1103">
                  <c:v>2016.39344262</c:v>
                </c:pt>
                <c:pt idx="1104">
                  <c:v>2016.39617486</c:v>
                </c:pt>
                <c:pt idx="1105">
                  <c:v>2016.3989071</c:v>
                </c:pt>
                <c:pt idx="1106">
                  <c:v>2016.40163934</c:v>
                </c:pt>
                <c:pt idx="1107">
                  <c:v>2016.40437158</c:v>
                </c:pt>
                <c:pt idx="1108">
                  <c:v>2016.41530055</c:v>
                </c:pt>
                <c:pt idx="1109">
                  <c:v>2016.41803279</c:v>
                </c:pt>
                <c:pt idx="1110">
                  <c:v>2016.42076503</c:v>
                </c:pt>
                <c:pt idx="1111">
                  <c:v>2016.42349727</c:v>
                </c:pt>
                <c:pt idx="1112">
                  <c:v>2016.43169399</c:v>
                </c:pt>
                <c:pt idx="1113">
                  <c:v>2016.43442623</c:v>
                </c:pt>
                <c:pt idx="1114">
                  <c:v>2016.43715847</c:v>
                </c:pt>
                <c:pt idx="1115">
                  <c:v>2016.43989071</c:v>
                </c:pt>
                <c:pt idx="1116">
                  <c:v>2016.44262295</c:v>
                </c:pt>
                <c:pt idx="1117">
                  <c:v>2016.45081967</c:v>
                </c:pt>
                <c:pt idx="1118">
                  <c:v>2016.45355191</c:v>
                </c:pt>
                <c:pt idx="1119">
                  <c:v>2016.45628415</c:v>
                </c:pt>
                <c:pt idx="1120">
                  <c:v>2016.45901639</c:v>
                </c:pt>
                <c:pt idx="1121">
                  <c:v>2016.46174863</c:v>
                </c:pt>
                <c:pt idx="1122">
                  <c:v>2016.46994536</c:v>
                </c:pt>
                <c:pt idx="1123">
                  <c:v>2016.4726776</c:v>
                </c:pt>
                <c:pt idx="1124">
                  <c:v>2016.47540984</c:v>
                </c:pt>
                <c:pt idx="1125">
                  <c:v>2016.47814208</c:v>
                </c:pt>
                <c:pt idx="1126">
                  <c:v>2016.48087432</c:v>
                </c:pt>
                <c:pt idx="1127">
                  <c:v>2016.48907104</c:v>
                </c:pt>
                <c:pt idx="1128">
                  <c:v>2016.49180328</c:v>
                </c:pt>
                <c:pt idx="1129">
                  <c:v>2016.49453552</c:v>
                </c:pt>
                <c:pt idx="1130">
                  <c:v>2016.49726776</c:v>
                </c:pt>
                <c:pt idx="1131">
                  <c:v>2016.5</c:v>
                </c:pt>
                <c:pt idx="1132">
                  <c:v>2016.51092896</c:v>
                </c:pt>
                <c:pt idx="1133">
                  <c:v>2016.5136612</c:v>
                </c:pt>
                <c:pt idx="1134">
                  <c:v>2016.51639344</c:v>
                </c:pt>
                <c:pt idx="1135">
                  <c:v>2016.51912568</c:v>
                </c:pt>
                <c:pt idx="1136">
                  <c:v>2016.5273224</c:v>
                </c:pt>
                <c:pt idx="1137">
                  <c:v>2016.53005464</c:v>
                </c:pt>
                <c:pt idx="1138">
                  <c:v>2016.53278689</c:v>
                </c:pt>
                <c:pt idx="1139">
                  <c:v>2016.53551913</c:v>
                </c:pt>
                <c:pt idx="1140">
                  <c:v>2016.53825137</c:v>
                </c:pt>
                <c:pt idx="1141">
                  <c:v>2016.54644809</c:v>
                </c:pt>
                <c:pt idx="1142">
                  <c:v>2016.54918033</c:v>
                </c:pt>
                <c:pt idx="1143">
                  <c:v>2016.55191257</c:v>
                </c:pt>
                <c:pt idx="1144">
                  <c:v>2016.55464481</c:v>
                </c:pt>
                <c:pt idx="1145">
                  <c:v>2016.55737705</c:v>
                </c:pt>
                <c:pt idx="1146">
                  <c:v>2016.56557377</c:v>
                </c:pt>
                <c:pt idx="1147">
                  <c:v>2016.56830601</c:v>
                </c:pt>
                <c:pt idx="1148">
                  <c:v>2016.57103825</c:v>
                </c:pt>
                <c:pt idx="1149">
                  <c:v>2016.57377049</c:v>
                </c:pt>
                <c:pt idx="1150">
                  <c:v>2016.57650273</c:v>
                </c:pt>
                <c:pt idx="1151">
                  <c:v>2016.58469945</c:v>
                </c:pt>
                <c:pt idx="1152">
                  <c:v>2016.58743169</c:v>
                </c:pt>
                <c:pt idx="1153">
                  <c:v>2016.59016393</c:v>
                </c:pt>
                <c:pt idx="1154">
                  <c:v>2016.59289617</c:v>
                </c:pt>
                <c:pt idx="1155">
                  <c:v>2016.59562842</c:v>
                </c:pt>
                <c:pt idx="1156">
                  <c:v>2016.60382514</c:v>
                </c:pt>
                <c:pt idx="1157">
                  <c:v>2016.60655738</c:v>
                </c:pt>
                <c:pt idx="1158">
                  <c:v>2016.60928962</c:v>
                </c:pt>
                <c:pt idx="1159">
                  <c:v>2016.61202186</c:v>
                </c:pt>
                <c:pt idx="1160">
                  <c:v>2016.6147541</c:v>
                </c:pt>
                <c:pt idx="1161">
                  <c:v>2016.62295082</c:v>
                </c:pt>
                <c:pt idx="1162">
                  <c:v>2016.62568306</c:v>
                </c:pt>
                <c:pt idx="1163">
                  <c:v>2016.6284153</c:v>
                </c:pt>
                <c:pt idx="1164">
                  <c:v>2016.63114754</c:v>
                </c:pt>
                <c:pt idx="1165">
                  <c:v>2016.63387978</c:v>
                </c:pt>
                <c:pt idx="1166">
                  <c:v>2016.6420765</c:v>
                </c:pt>
                <c:pt idx="1167">
                  <c:v>2016.64480874</c:v>
                </c:pt>
                <c:pt idx="1168">
                  <c:v>2016.64754098</c:v>
                </c:pt>
                <c:pt idx="1169">
                  <c:v>2016.65027322</c:v>
                </c:pt>
                <c:pt idx="1170">
                  <c:v>2016.65300546</c:v>
                </c:pt>
                <c:pt idx="1171">
                  <c:v>2016.66120219</c:v>
                </c:pt>
                <c:pt idx="1172">
                  <c:v>2016.66393443</c:v>
                </c:pt>
                <c:pt idx="1173">
                  <c:v>2016.66666667</c:v>
                </c:pt>
                <c:pt idx="1174">
                  <c:v>2016.66939891</c:v>
                </c:pt>
                <c:pt idx="1175">
                  <c:v>2016.67213115</c:v>
                </c:pt>
                <c:pt idx="1176">
                  <c:v>2016.68306011</c:v>
                </c:pt>
                <c:pt idx="1177">
                  <c:v>2016.68579235</c:v>
                </c:pt>
                <c:pt idx="1178">
                  <c:v>2016.68852459</c:v>
                </c:pt>
                <c:pt idx="1179">
                  <c:v>2016.69125683</c:v>
                </c:pt>
                <c:pt idx="1180">
                  <c:v>2016.69945355</c:v>
                </c:pt>
                <c:pt idx="1181">
                  <c:v>2016.70218579</c:v>
                </c:pt>
                <c:pt idx="1182">
                  <c:v>2016.70491803</c:v>
                </c:pt>
                <c:pt idx="1183">
                  <c:v>2016.70765027</c:v>
                </c:pt>
                <c:pt idx="1184">
                  <c:v>2016.71038251</c:v>
                </c:pt>
                <c:pt idx="1185">
                  <c:v>2016.71857923</c:v>
                </c:pt>
                <c:pt idx="1186">
                  <c:v>2016.72131148</c:v>
                </c:pt>
                <c:pt idx="1187">
                  <c:v>2016.72404372</c:v>
                </c:pt>
                <c:pt idx="1188">
                  <c:v>2016.72677596</c:v>
                </c:pt>
                <c:pt idx="1189">
                  <c:v>2016.7295082</c:v>
                </c:pt>
                <c:pt idx="1190">
                  <c:v>2016.73770492</c:v>
                </c:pt>
                <c:pt idx="1191">
                  <c:v>2016.74043716</c:v>
                </c:pt>
                <c:pt idx="1192">
                  <c:v>2016.7431694</c:v>
                </c:pt>
                <c:pt idx="1193">
                  <c:v>2016.74590164</c:v>
                </c:pt>
                <c:pt idx="1194">
                  <c:v>2016.74863388</c:v>
                </c:pt>
                <c:pt idx="1195">
                  <c:v>2016.7568306</c:v>
                </c:pt>
                <c:pt idx="1196">
                  <c:v>2016.75956284</c:v>
                </c:pt>
                <c:pt idx="1197">
                  <c:v>2016.76229508</c:v>
                </c:pt>
                <c:pt idx="1198">
                  <c:v>2016.76502732</c:v>
                </c:pt>
                <c:pt idx="1199">
                  <c:v>2016.76775956</c:v>
                </c:pt>
                <c:pt idx="1200">
                  <c:v>2016.77595628</c:v>
                </c:pt>
                <c:pt idx="1201">
                  <c:v>2016.77868852</c:v>
                </c:pt>
                <c:pt idx="1202">
                  <c:v>2016.78142077</c:v>
                </c:pt>
                <c:pt idx="1203">
                  <c:v>2016.78415301</c:v>
                </c:pt>
                <c:pt idx="1204">
                  <c:v>2016.78688525</c:v>
                </c:pt>
                <c:pt idx="1205">
                  <c:v>2016.79508197</c:v>
                </c:pt>
                <c:pt idx="1206">
                  <c:v>2016.79781421</c:v>
                </c:pt>
                <c:pt idx="1207">
                  <c:v>2016.80054645</c:v>
                </c:pt>
                <c:pt idx="1208">
                  <c:v>2016.80327869</c:v>
                </c:pt>
                <c:pt idx="1209">
                  <c:v>2016.80601093</c:v>
                </c:pt>
                <c:pt idx="1210">
                  <c:v>2016.81420765</c:v>
                </c:pt>
                <c:pt idx="1211">
                  <c:v>2016.81693989</c:v>
                </c:pt>
                <c:pt idx="1212">
                  <c:v>2016.81967213</c:v>
                </c:pt>
                <c:pt idx="1213">
                  <c:v>2016.82240437</c:v>
                </c:pt>
                <c:pt idx="1214">
                  <c:v>2016.82513661</c:v>
                </c:pt>
                <c:pt idx="1215">
                  <c:v>2016.83333333</c:v>
                </c:pt>
                <c:pt idx="1216">
                  <c:v>2016.83606557</c:v>
                </c:pt>
                <c:pt idx="1217">
                  <c:v>2016.83879781</c:v>
                </c:pt>
                <c:pt idx="1218">
                  <c:v>2016.84153005</c:v>
                </c:pt>
                <c:pt idx="1219">
                  <c:v>2016.8442623</c:v>
                </c:pt>
                <c:pt idx="1220">
                  <c:v>2016.85245902</c:v>
                </c:pt>
                <c:pt idx="1221">
                  <c:v>2016.85519126</c:v>
                </c:pt>
                <c:pt idx="1222">
                  <c:v>2016.8579235</c:v>
                </c:pt>
                <c:pt idx="1223">
                  <c:v>2016.86065574</c:v>
                </c:pt>
                <c:pt idx="1224">
                  <c:v>2016.86338798</c:v>
                </c:pt>
                <c:pt idx="1225">
                  <c:v>2016.8715847</c:v>
                </c:pt>
                <c:pt idx="1226">
                  <c:v>2016.87431694</c:v>
                </c:pt>
                <c:pt idx="1227">
                  <c:v>2016.87704918</c:v>
                </c:pt>
                <c:pt idx="1228">
                  <c:v>2016.87978142</c:v>
                </c:pt>
                <c:pt idx="1229">
                  <c:v>2016.88251366</c:v>
                </c:pt>
                <c:pt idx="1230">
                  <c:v>2016.89071038</c:v>
                </c:pt>
                <c:pt idx="1231">
                  <c:v>2016.89344262</c:v>
                </c:pt>
                <c:pt idx="1232">
                  <c:v>2016.89617486</c:v>
                </c:pt>
                <c:pt idx="1233">
                  <c:v>2016.90163934</c:v>
                </c:pt>
                <c:pt idx="1234">
                  <c:v>2016.90983607</c:v>
                </c:pt>
                <c:pt idx="1235">
                  <c:v>2016.91256831</c:v>
                </c:pt>
                <c:pt idx="1236">
                  <c:v>2016.91530055</c:v>
                </c:pt>
                <c:pt idx="1237">
                  <c:v>2016.91803279</c:v>
                </c:pt>
                <c:pt idx="1238">
                  <c:v>2016.92076503</c:v>
                </c:pt>
                <c:pt idx="1239">
                  <c:v>2016.92896175</c:v>
                </c:pt>
                <c:pt idx="1240">
                  <c:v>2016.93169399</c:v>
                </c:pt>
                <c:pt idx="1241">
                  <c:v>2016.93442623</c:v>
                </c:pt>
                <c:pt idx="1242">
                  <c:v>2016.93715847</c:v>
                </c:pt>
                <c:pt idx="1243">
                  <c:v>2016.93989071</c:v>
                </c:pt>
                <c:pt idx="1244">
                  <c:v>2016.94808743</c:v>
                </c:pt>
                <c:pt idx="1245">
                  <c:v>2016.95081967</c:v>
                </c:pt>
                <c:pt idx="1246">
                  <c:v>2016.95355191</c:v>
                </c:pt>
                <c:pt idx="1247">
                  <c:v>2016.95628415</c:v>
                </c:pt>
                <c:pt idx="1248">
                  <c:v>2016.95901639</c:v>
                </c:pt>
                <c:pt idx="1249">
                  <c:v>2016.96721311</c:v>
                </c:pt>
                <c:pt idx="1250">
                  <c:v>2016.96994536</c:v>
                </c:pt>
                <c:pt idx="1251">
                  <c:v>2016.9726776</c:v>
                </c:pt>
                <c:pt idx="1252">
                  <c:v>2016.97540984</c:v>
                </c:pt>
                <c:pt idx="1253">
                  <c:v>2016.97814208</c:v>
                </c:pt>
                <c:pt idx="1254">
                  <c:v>2016.98907104</c:v>
                </c:pt>
                <c:pt idx="1255">
                  <c:v>2016.99180328</c:v>
                </c:pt>
                <c:pt idx="1256">
                  <c:v>2016.99453552</c:v>
                </c:pt>
                <c:pt idx="1257">
                  <c:v>2016.99726776</c:v>
                </c:pt>
                <c:pt idx="1258">
                  <c:v>2017.00821918</c:v>
                </c:pt>
                <c:pt idx="1259">
                  <c:v>2017.0109589</c:v>
                </c:pt>
                <c:pt idx="1260">
                  <c:v>2017.01369863</c:v>
                </c:pt>
                <c:pt idx="1261">
                  <c:v>2017.01643836</c:v>
                </c:pt>
                <c:pt idx="1262">
                  <c:v>2017.02465753</c:v>
                </c:pt>
                <c:pt idx="1263">
                  <c:v>2017.02739726</c:v>
                </c:pt>
                <c:pt idx="1264">
                  <c:v>2017.03013699</c:v>
                </c:pt>
                <c:pt idx="1265">
                  <c:v>2017.03287671</c:v>
                </c:pt>
                <c:pt idx="1266">
                  <c:v>2017.03561644</c:v>
                </c:pt>
                <c:pt idx="1267">
                  <c:v>2017.04657534</c:v>
                </c:pt>
                <c:pt idx="1268">
                  <c:v>2017.04931507</c:v>
                </c:pt>
                <c:pt idx="1269">
                  <c:v>2017.05205479</c:v>
                </c:pt>
                <c:pt idx="1270">
                  <c:v>2017.05479452</c:v>
                </c:pt>
                <c:pt idx="1271">
                  <c:v>2017.0630137</c:v>
                </c:pt>
                <c:pt idx="1272">
                  <c:v>2017.06575342</c:v>
                </c:pt>
                <c:pt idx="1273">
                  <c:v>2017.06849315</c:v>
                </c:pt>
                <c:pt idx="1274">
                  <c:v>2017.07123288</c:v>
                </c:pt>
                <c:pt idx="1275">
                  <c:v>2017.0739726</c:v>
                </c:pt>
                <c:pt idx="1276">
                  <c:v>2017.08219178</c:v>
                </c:pt>
                <c:pt idx="1277">
                  <c:v>2017.08493151</c:v>
                </c:pt>
                <c:pt idx="1278">
                  <c:v>2017.08767123</c:v>
                </c:pt>
                <c:pt idx="1279">
                  <c:v>2017.09041096</c:v>
                </c:pt>
                <c:pt idx="1280">
                  <c:v>2017.09315068</c:v>
                </c:pt>
                <c:pt idx="1281">
                  <c:v>2017.10136986</c:v>
                </c:pt>
                <c:pt idx="1282">
                  <c:v>2017.10410959</c:v>
                </c:pt>
                <c:pt idx="1283">
                  <c:v>2017.10684932</c:v>
                </c:pt>
                <c:pt idx="1284">
                  <c:v>2017.10958904</c:v>
                </c:pt>
                <c:pt idx="1285">
                  <c:v>2017.11232877</c:v>
                </c:pt>
                <c:pt idx="1286">
                  <c:v>2017.12054795</c:v>
                </c:pt>
                <c:pt idx="1287">
                  <c:v>2017.12328767</c:v>
                </c:pt>
                <c:pt idx="1288">
                  <c:v>2017.1260274</c:v>
                </c:pt>
                <c:pt idx="1289">
                  <c:v>2017.12876712</c:v>
                </c:pt>
                <c:pt idx="1290">
                  <c:v>2017.13150685</c:v>
                </c:pt>
                <c:pt idx="1291">
                  <c:v>2017.14246575</c:v>
                </c:pt>
                <c:pt idx="1292">
                  <c:v>2017.14520548</c:v>
                </c:pt>
                <c:pt idx="1293">
                  <c:v>2017.14794521</c:v>
                </c:pt>
                <c:pt idx="1294">
                  <c:v>2017.15068493</c:v>
                </c:pt>
                <c:pt idx="1295">
                  <c:v>2017.15890411</c:v>
                </c:pt>
                <c:pt idx="1296">
                  <c:v>2017.16164384</c:v>
                </c:pt>
                <c:pt idx="1297">
                  <c:v>2017.16438356</c:v>
                </c:pt>
                <c:pt idx="1298">
                  <c:v>2017.16712329</c:v>
                </c:pt>
                <c:pt idx="1299">
                  <c:v>2017.16986301</c:v>
                </c:pt>
                <c:pt idx="1300">
                  <c:v>2017.17808219</c:v>
                </c:pt>
                <c:pt idx="1301">
                  <c:v>2017.18082192</c:v>
                </c:pt>
                <c:pt idx="1302">
                  <c:v>2017.18356164</c:v>
                </c:pt>
                <c:pt idx="1303">
                  <c:v>2017.18630137</c:v>
                </c:pt>
                <c:pt idx="1304">
                  <c:v>2017.1890411</c:v>
                </c:pt>
                <c:pt idx="1305">
                  <c:v>2017.19726027</c:v>
                </c:pt>
                <c:pt idx="1306">
                  <c:v>2017.2</c:v>
                </c:pt>
                <c:pt idx="1307">
                  <c:v>2017.20273973</c:v>
                </c:pt>
                <c:pt idx="1308">
                  <c:v>2017.20547945</c:v>
                </c:pt>
                <c:pt idx="1309">
                  <c:v>2017.20821918</c:v>
                </c:pt>
                <c:pt idx="1310">
                  <c:v>2017.21643836</c:v>
                </c:pt>
                <c:pt idx="1311">
                  <c:v>2017.21917808</c:v>
                </c:pt>
                <c:pt idx="1312">
                  <c:v>2017.22191781</c:v>
                </c:pt>
                <c:pt idx="1313">
                  <c:v>2017.22465753</c:v>
                </c:pt>
                <c:pt idx="1314">
                  <c:v>2017.22739726</c:v>
                </c:pt>
                <c:pt idx="1315">
                  <c:v>2017.23561644</c:v>
                </c:pt>
                <c:pt idx="1316">
                  <c:v>2017.23835616</c:v>
                </c:pt>
                <c:pt idx="1317">
                  <c:v>2017.24109589</c:v>
                </c:pt>
                <c:pt idx="1318">
                  <c:v>2017.24383562</c:v>
                </c:pt>
                <c:pt idx="1319">
                  <c:v>2017.24657534</c:v>
                </c:pt>
                <c:pt idx="1320">
                  <c:v>2017.25479452</c:v>
                </c:pt>
                <c:pt idx="1321">
                  <c:v>2017.25753425</c:v>
                </c:pt>
                <c:pt idx="1322">
                  <c:v>2017.26027397</c:v>
                </c:pt>
                <c:pt idx="1323">
                  <c:v>2017.2630137</c:v>
                </c:pt>
                <c:pt idx="1324">
                  <c:v>2017.26575342</c:v>
                </c:pt>
                <c:pt idx="1325">
                  <c:v>2017.2739726</c:v>
                </c:pt>
                <c:pt idx="1326">
                  <c:v>2017.27671233</c:v>
                </c:pt>
                <c:pt idx="1327">
                  <c:v>2017.27945205</c:v>
                </c:pt>
                <c:pt idx="1328">
                  <c:v>2017.28219178</c:v>
                </c:pt>
                <c:pt idx="1329">
                  <c:v>2017.29315068</c:v>
                </c:pt>
                <c:pt idx="1330">
                  <c:v>2017.29589041</c:v>
                </c:pt>
                <c:pt idx="1331">
                  <c:v>2017.29863014</c:v>
                </c:pt>
                <c:pt idx="1332">
                  <c:v>2017.30136986</c:v>
                </c:pt>
                <c:pt idx="1333">
                  <c:v>2017.30410959</c:v>
                </c:pt>
                <c:pt idx="1334">
                  <c:v>2017.31232877</c:v>
                </c:pt>
                <c:pt idx="1335">
                  <c:v>2017.31506849</c:v>
                </c:pt>
                <c:pt idx="1336">
                  <c:v>2017.31780822</c:v>
                </c:pt>
                <c:pt idx="1337">
                  <c:v>2017.32054795</c:v>
                </c:pt>
                <c:pt idx="1338">
                  <c:v>2017.32328767</c:v>
                </c:pt>
                <c:pt idx="1339">
                  <c:v>2017.33150685</c:v>
                </c:pt>
                <c:pt idx="1340">
                  <c:v>2017.33424658</c:v>
                </c:pt>
                <c:pt idx="1341">
                  <c:v>2017.3369863</c:v>
                </c:pt>
                <c:pt idx="1342">
                  <c:v>2017.33972603</c:v>
                </c:pt>
                <c:pt idx="1343">
                  <c:v>2017.34246575</c:v>
                </c:pt>
                <c:pt idx="1344">
                  <c:v>2017.35068493</c:v>
                </c:pt>
                <c:pt idx="1345">
                  <c:v>2017.35342466</c:v>
                </c:pt>
                <c:pt idx="1346">
                  <c:v>2017.35616438</c:v>
                </c:pt>
                <c:pt idx="1347">
                  <c:v>2017.35890411</c:v>
                </c:pt>
                <c:pt idx="1348">
                  <c:v>2017.36164384</c:v>
                </c:pt>
                <c:pt idx="1349">
                  <c:v>2017.36986301</c:v>
                </c:pt>
                <c:pt idx="1350">
                  <c:v>2017.37260274</c:v>
                </c:pt>
                <c:pt idx="1351">
                  <c:v>2017.37534247</c:v>
                </c:pt>
                <c:pt idx="1352">
                  <c:v>2017.37808219</c:v>
                </c:pt>
                <c:pt idx="1353">
                  <c:v>2017.38082192</c:v>
                </c:pt>
                <c:pt idx="1354">
                  <c:v>2017.3890411</c:v>
                </c:pt>
                <c:pt idx="1355">
                  <c:v>2017.39178082</c:v>
                </c:pt>
                <c:pt idx="1356">
                  <c:v>2017.39452055</c:v>
                </c:pt>
                <c:pt idx="1357">
                  <c:v>2017.39726027</c:v>
                </c:pt>
                <c:pt idx="1358">
                  <c:v>2017.4</c:v>
                </c:pt>
                <c:pt idx="1359">
                  <c:v>2017.4109589</c:v>
                </c:pt>
                <c:pt idx="1360">
                  <c:v>2017.41369863</c:v>
                </c:pt>
                <c:pt idx="1361">
                  <c:v>2017.41643836</c:v>
                </c:pt>
                <c:pt idx="1362">
                  <c:v>2017.41917808</c:v>
                </c:pt>
                <c:pt idx="1363">
                  <c:v>2017.42739726</c:v>
                </c:pt>
                <c:pt idx="1364">
                  <c:v>2017.43013699</c:v>
                </c:pt>
                <c:pt idx="1365">
                  <c:v>2017.43287671</c:v>
                </c:pt>
                <c:pt idx="1366">
                  <c:v>2017.43561644</c:v>
                </c:pt>
                <c:pt idx="1367">
                  <c:v>2017.43835616</c:v>
                </c:pt>
                <c:pt idx="1368">
                  <c:v>2017.44657534</c:v>
                </c:pt>
                <c:pt idx="1369">
                  <c:v>2017.44931507</c:v>
                </c:pt>
                <c:pt idx="1370">
                  <c:v>2017.45205479</c:v>
                </c:pt>
                <c:pt idx="1371">
                  <c:v>2017.45479452</c:v>
                </c:pt>
                <c:pt idx="1372">
                  <c:v>2017.45753425</c:v>
                </c:pt>
                <c:pt idx="1373">
                  <c:v>2017.46575342</c:v>
                </c:pt>
                <c:pt idx="1374">
                  <c:v>2017.46849315</c:v>
                </c:pt>
                <c:pt idx="1375">
                  <c:v>2017.47123288</c:v>
                </c:pt>
                <c:pt idx="1376">
                  <c:v>2017.4739726</c:v>
                </c:pt>
                <c:pt idx="1377">
                  <c:v>2017.47671233</c:v>
                </c:pt>
                <c:pt idx="1378">
                  <c:v>2017.48493151</c:v>
                </c:pt>
                <c:pt idx="1379">
                  <c:v>2017.48767123</c:v>
                </c:pt>
                <c:pt idx="1380">
                  <c:v>2017.49041096</c:v>
                </c:pt>
                <c:pt idx="1381">
                  <c:v>2017.49315068</c:v>
                </c:pt>
                <c:pt idx="1382">
                  <c:v>2017.49589041</c:v>
                </c:pt>
                <c:pt idx="1383">
                  <c:v>2017.50410959</c:v>
                </c:pt>
                <c:pt idx="1384">
                  <c:v>2017.50958904</c:v>
                </c:pt>
                <c:pt idx="1385">
                  <c:v>2017.51232877</c:v>
                </c:pt>
                <c:pt idx="1386">
                  <c:v>2017.51506849</c:v>
                </c:pt>
                <c:pt idx="1387">
                  <c:v>2017.52328767</c:v>
                </c:pt>
                <c:pt idx="1388">
                  <c:v>2017.5260274</c:v>
                </c:pt>
                <c:pt idx="1389">
                  <c:v>2017.52876712</c:v>
                </c:pt>
                <c:pt idx="1390">
                  <c:v>2017.53150685</c:v>
                </c:pt>
                <c:pt idx="1391">
                  <c:v>2017.53424658</c:v>
                </c:pt>
                <c:pt idx="1392">
                  <c:v>2017.54246575</c:v>
                </c:pt>
                <c:pt idx="1393">
                  <c:v>2017.54520548</c:v>
                </c:pt>
                <c:pt idx="1394">
                  <c:v>2017.54794521</c:v>
                </c:pt>
                <c:pt idx="1395">
                  <c:v>2017.55068493</c:v>
                </c:pt>
                <c:pt idx="1396">
                  <c:v>2017.55342466</c:v>
                </c:pt>
                <c:pt idx="1397">
                  <c:v>2017.56164384</c:v>
                </c:pt>
                <c:pt idx="1398">
                  <c:v>2017.56438356</c:v>
                </c:pt>
                <c:pt idx="1399">
                  <c:v>2017.56712329</c:v>
                </c:pt>
                <c:pt idx="1400">
                  <c:v>2017.56986301</c:v>
                </c:pt>
                <c:pt idx="1401">
                  <c:v>2017.57260274</c:v>
                </c:pt>
                <c:pt idx="1402">
                  <c:v>2017.58082192</c:v>
                </c:pt>
                <c:pt idx="1403">
                  <c:v>2017.58356164</c:v>
                </c:pt>
                <c:pt idx="1404">
                  <c:v>2017.58630137</c:v>
                </c:pt>
                <c:pt idx="1405">
                  <c:v>2017.5890411</c:v>
                </c:pt>
                <c:pt idx="1406">
                  <c:v>2017.59178082</c:v>
                </c:pt>
                <c:pt idx="1407">
                  <c:v>2017.6</c:v>
                </c:pt>
                <c:pt idx="1408">
                  <c:v>2017.60273973</c:v>
                </c:pt>
                <c:pt idx="1409">
                  <c:v>2017.60547945</c:v>
                </c:pt>
                <c:pt idx="1410">
                  <c:v>2017.60821918</c:v>
                </c:pt>
                <c:pt idx="1411">
                  <c:v>2017.6109589</c:v>
                </c:pt>
                <c:pt idx="1412">
                  <c:v>2017.61917808</c:v>
                </c:pt>
                <c:pt idx="1413">
                  <c:v>2017.62191781</c:v>
                </c:pt>
                <c:pt idx="1414">
                  <c:v>2017.62465753</c:v>
                </c:pt>
                <c:pt idx="1415">
                  <c:v>2017.62739726</c:v>
                </c:pt>
                <c:pt idx="1416">
                  <c:v>2017.63013699</c:v>
                </c:pt>
                <c:pt idx="1417">
                  <c:v>2017.63835616</c:v>
                </c:pt>
                <c:pt idx="1418">
                  <c:v>2017.64109589</c:v>
                </c:pt>
                <c:pt idx="1419">
                  <c:v>2017.64383562</c:v>
                </c:pt>
                <c:pt idx="1420">
                  <c:v>2017.64657534</c:v>
                </c:pt>
                <c:pt idx="1421">
                  <c:v>2017.64931507</c:v>
                </c:pt>
                <c:pt idx="1422">
                  <c:v>2017.65753425</c:v>
                </c:pt>
                <c:pt idx="1423">
                  <c:v>2017.66027397</c:v>
                </c:pt>
                <c:pt idx="1424">
                  <c:v>2017.6630137</c:v>
                </c:pt>
                <c:pt idx="1425">
                  <c:v>2017.66575342</c:v>
                </c:pt>
                <c:pt idx="1426">
                  <c:v>2017.66849315</c:v>
                </c:pt>
                <c:pt idx="1427">
                  <c:v>2017.67945205</c:v>
                </c:pt>
                <c:pt idx="1428">
                  <c:v>2017.68219178</c:v>
                </c:pt>
                <c:pt idx="1429">
                  <c:v>2017.68493151</c:v>
                </c:pt>
                <c:pt idx="1430">
                  <c:v>2017.68767123</c:v>
                </c:pt>
                <c:pt idx="1431">
                  <c:v>2017.69589041</c:v>
                </c:pt>
                <c:pt idx="1432">
                  <c:v>2017.69863014</c:v>
                </c:pt>
                <c:pt idx="1433">
                  <c:v>2017.70136986</c:v>
                </c:pt>
                <c:pt idx="1434">
                  <c:v>2017.70410959</c:v>
                </c:pt>
                <c:pt idx="1435">
                  <c:v>2017.70684932</c:v>
                </c:pt>
                <c:pt idx="1436">
                  <c:v>2017.71506849</c:v>
                </c:pt>
                <c:pt idx="1437">
                  <c:v>2017.71780822</c:v>
                </c:pt>
                <c:pt idx="1438">
                  <c:v>2017.72054795</c:v>
                </c:pt>
                <c:pt idx="1439">
                  <c:v>2017.72328767</c:v>
                </c:pt>
                <c:pt idx="1440">
                  <c:v>2017.7260274</c:v>
                </c:pt>
                <c:pt idx="1441">
                  <c:v>2017.73424658</c:v>
                </c:pt>
                <c:pt idx="1442">
                  <c:v>2017.7369863</c:v>
                </c:pt>
                <c:pt idx="1443">
                  <c:v>2017.73972603</c:v>
                </c:pt>
                <c:pt idx="1444">
                  <c:v>2017.74246575</c:v>
                </c:pt>
                <c:pt idx="1445">
                  <c:v>2017.74520548</c:v>
                </c:pt>
                <c:pt idx="1446">
                  <c:v>2017.75342466</c:v>
                </c:pt>
                <c:pt idx="1447">
                  <c:v>2017.75616438</c:v>
                </c:pt>
                <c:pt idx="1448">
                  <c:v>2017.75890411</c:v>
                </c:pt>
                <c:pt idx="1449">
                  <c:v>2017.76164384</c:v>
                </c:pt>
                <c:pt idx="1450">
                  <c:v>2017.76438356</c:v>
                </c:pt>
                <c:pt idx="1451">
                  <c:v>2017.77260274</c:v>
                </c:pt>
                <c:pt idx="1452">
                  <c:v>2017.77534247</c:v>
                </c:pt>
                <c:pt idx="1453">
                  <c:v>2017.77808219</c:v>
                </c:pt>
                <c:pt idx="1454">
                  <c:v>2017.78082192</c:v>
                </c:pt>
                <c:pt idx="1455">
                  <c:v>2017.78356164</c:v>
                </c:pt>
                <c:pt idx="1456">
                  <c:v>2017.79178082</c:v>
                </c:pt>
                <c:pt idx="1457">
                  <c:v>2017.79452055</c:v>
                </c:pt>
                <c:pt idx="1458">
                  <c:v>2017.79726027</c:v>
                </c:pt>
                <c:pt idx="1459">
                  <c:v>2017.8</c:v>
                </c:pt>
                <c:pt idx="1460">
                  <c:v>2017.80273973</c:v>
                </c:pt>
                <c:pt idx="1461">
                  <c:v>2017.8109589</c:v>
                </c:pt>
                <c:pt idx="1462">
                  <c:v>2017.81369863</c:v>
                </c:pt>
                <c:pt idx="1463">
                  <c:v>2017.81643836</c:v>
                </c:pt>
                <c:pt idx="1464">
                  <c:v>2017.81917808</c:v>
                </c:pt>
                <c:pt idx="1465">
                  <c:v>2017.82191781</c:v>
                </c:pt>
                <c:pt idx="1466">
                  <c:v>2017.83013699</c:v>
                </c:pt>
                <c:pt idx="1467">
                  <c:v>2017.83287671</c:v>
                </c:pt>
                <c:pt idx="1468">
                  <c:v>2017.83561644</c:v>
                </c:pt>
                <c:pt idx="1469">
                  <c:v>2017.83835616</c:v>
                </c:pt>
                <c:pt idx="1470">
                  <c:v>2017.84109589</c:v>
                </c:pt>
                <c:pt idx="1471">
                  <c:v>2017.84931507</c:v>
                </c:pt>
                <c:pt idx="1472">
                  <c:v>2017.85205479</c:v>
                </c:pt>
                <c:pt idx="1473">
                  <c:v>2017.85479452</c:v>
                </c:pt>
                <c:pt idx="1474">
                  <c:v>2017.85753425</c:v>
                </c:pt>
                <c:pt idx="1475">
                  <c:v>2017.86027397</c:v>
                </c:pt>
                <c:pt idx="1476">
                  <c:v>2017.86849315</c:v>
                </c:pt>
                <c:pt idx="1477">
                  <c:v>2017.87123288</c:v>
                </c:pt>
                <c:pt idx="1478">
                  <c:v>2017.8739726</c:v>
                </c:pt>
                <c:pt idx="1479">
                  <c:v>2017.87671233</c:v>
                </c:pt>
                <c:pt idx="1480">
                  <c:v>2017.87945205</c:v>
                </c:pt>
                <c:pt idx="1481">
                  <c:v>2017.88767123</c:v>
                </c:pt>
                <c:pt idx="1482">
                  <c:v>2017.89041096</c:v>
                </c:pt>
                <c:pt idx="1483">
                  <c:v>2017.89315068</c:v>
                </c:pt>
                <c:pt idx="1484">
                  <c:v>2017.89863014</c:v>
                </c:pt>
                <c:pt idx="1485">
                  <c:v>2017.90684932</c:v>
                </c:pt>
                <c:pt idx="1486">
                  <c:v>2017.90958904</c:v>
                </c:pt>
                <c:pt idx="1487">
                  <c:v>2017.91232877</c:v>
                </c:pt>
                <c:pt idx="1488">
                  <c:v>2017.91506849</c:v>
                </c:pt>
                <c:pt idx="1489">
                  <c:v>2017.91780822</c:v>
                </c:pt>
                <c:pt idx="1490">
                  <c:v>2017.9260274</c:v>
                </c:pt>
                <c:pt idx="1491">
                  <c:v>2017.92876712</c:v>
                </c:pt>
                <c:pt idx="1492">
                  <c:v>2017.93150685</c:v>
                </c:pt>
                <c:pt idx="1493">
                  <c:v>2017.93424658</c:v>
                </c:pt>
                <c:pt idx="1494">
                  <c:v>2017.9369863</c:v>
                </c:pt>
                <c:pt idx="1495">
                  <c:v>2017.94520548</c:v>
                </c:pt>
                <c:pt idx="1496">
                  <c:v>2017.94794521</c:v>
                </c:pt>
                <c:pt idx="1497">
                  <c:v>2017.95068493</c:v>
                </c:pt>
                <c:pt idx="1498">
                  <c:v>2017.95342466</c:v>
                </c:pt>
                <c:pt idx="1499">
                  <c:v>2017.95616438</c:v>
                </c:pt>
                <c:pt idx="1500">
                  <c:v>2017.96438356</c:v>
                </c:pt>
                <c:pt idx="1501">
                  <c:v>2017.96712329</c:v>
                </c:pt>
                <c:pt idx="1502">
                  <c:v>2017.96986301</c:v>
                </c:pt>
                <c:pt idx="1503">
                  <c:v>2017.97260274</c:v>
                </c:pt>
                <c:pt idx="1504">
                  <c:v>2017.97534247</c:v>
                </c:pt>
                <c:pt idx="1505">
                  <c:v>2017.98630137</c:v>
                </c:pt>
                <c:pt idx="1506">
                  <c:v>2017.9890411</c:v>
                </c:pt>
                <c:pt idx="1507">
                  <c:v>2017.99178082</c:v>
                </c:pt>
                <c:pt idx="1508">
                  <c:v>2017.99452055</c:v>
                </c:pt>
                <c:pt idx="1509">
                  <c:v>2018.00547945</c:v>
                </c:pt>
                <c:pt idx="1510">
                  <c:v>2018.00821918</c:v>
                </c:pt>
                <c:pt idx="1511">
                  <c:v>2018.0109589</c:v>
                </c:pt>
                <c:pt idx="1512">
                  <c:v>2018.01369863</c:v>
                </c:pt>
                <c:pt idx="1513">
                  <c:v>2018.02191781</c:v>
                </c:pt>
                <c:pt idx="1514">
                  <c:v>2018.02465753</c:v>
                </c:pt>
                <c:pt idx="1515">
                  <c:v>2018.02739726</c:v>
                </c:pt>
                <c:pt idx="1516">
                  <c:v>2018.03013699</c:v>
                </c:pt>
                <c:pt idx="1517">
                  <c:v>2018.03287671</c:v>
                </c:pt>
                <c:pt idx="1518">
                  <c:v>2018.04383562</c:v>
                </c:pt>
                <c:pt idx="1519">
                  <c:v>2018.04657534</c:v>
                </c:pt>
                <c:pt idx="1520">
                  <c:v>2018.04931507</c:v>
                </c:pt>
                <c:pt idx="1521">
                  <c:v>2018.05205479</c:v>
                </c:pt>
                <c:pt idx="1522">
                  <c:v>2018.06027397</c:v>
                </c:pt>
                <c:pt idx="1523">
                  <c:v>2018.0630137</c:v>
                </c:pt>
                <c:pt idx="1524">
                  <c:v>2018.06575342</c:v>
                </c:pt>
                <c:pt idx="1525">
                  <c:v>2018.06849315</c:v>
                </c:pt>
                <c:pt idx="1526">
                  <c:v>2018.07123288</c:v>
                </c:pt>
                <c:pt idx="1527">
                  <c:v>2018.07945205</c:v>
                </c:pt>
                <c:pt idx="1528">
                  <c:v>2018.08219178</c:v>
                </c:pt>
                <c:pt idx="1529">
                  <c:v>2018.08493151</c:v>
                </c:pt>
                <c:pt idx="1530">
                  <c:v>2018.08767123</c:v>
                </c:pt>
                <c:pt idx="1531">
                  <c:v>2018.09041096</c:v>
                </c:pt>
                <c:pt idx="1532">
                  <c:v>2018.09863014</c:v>
                </c:pt>
                <c:pt idx="1533">
                  <c:v>2018.10136986</c:v>
                </c:pt>
                <c:pt idx="1534">
                  <c:v>2018.10410959</c:v>
                </c:pt>
                <c:pt idx="1535">
                  <c:v>2018.10684932</c:v>
                </c:pt>
                <c:pt idx="1536">
                  <c:v>2018.10958904</c:v>
                </c:pt>
                <c:pt idx="1537">
                  <c:v>2018.11780822</c:v>
                </c:pt>
                <c:pt idx="1538">
                  <c:v>2018.12054795</c:v>
                </c:pt>
                <c:pt idx="1539">
                  <c:v>2018.12328767</c:v>
                </c:pt>
                <c:pt idx="1540">
                  <c:v>2018.1260274</c:v>
                </c:pt>
                <c:pt idx="1541">
                  <c:v>2018.12876712</c:v>
                </c:pt>
                <c:pt idx="1542">
                  <c:v>2018.13972603</c:v>
                </c:pt>
                <c:pt idx="1543">
                  <c:v>2018.14246575</c:v>
                </c:pt>
                <c:pt idx="1544">
                  <c:v>2018.14520548</c:v>
                </c:pt>
                <c:pt idx="1545">
                  <c:v>2018.14794521</c:v>
                </c:pt>
                <c:pt idx="1546">
                  <c:v>2018.15616438</c:v>
                </c:pt>
                <c:pt idx="1547">
                  <c:v>2018.15890411</c:v>
                </c:pt>
                <c:pt idx="1548">
                  <c:v>2018.16164384</c:v>
                </c:pt>
                <c:pt idx="1549">
                  <c:v>2018.16438356</c:v>
                </c:pt>
                <c:pt idx="1550">
                  <c:v>2018.16712329</c:v>
                </c:pt>
                <c:pt idx="1551">
                  <c:v>2018.17534247</c:v>
                </c:pt>
                <c:pt idx="1552">
                  <c:v>2018.17808219</c:v>
                </c:pt>
                <c:pt idx="1553">
                  <c:v>2018.18082192</c:v>
                </c:pt>
                <c:pt idx="1554">
                  <c:v>2018.18356164</c:v>
                </c:pt>
                <c:pt idx="1555">
                  <c:v>2018.18630137</c:v>
                </c:pt>
                <c:pt idx="1556">
                  <c:v>2018.19452055</c:v>
                </c:pt>
                <c:pt idx="1557">
                  <c:v>2018.19726027</c:v>
                </c:pt>
                <c:pt idx="1558">
                  <c:v>2018.2</c:v>
                </c:pt>
                <c:pt idx="1559">
                  <c:v>2018.20273973</c:v>
                </c:pt>
                <c:pt idx="1560">
                  <c:v>2018.20547945</c:v>
                </c:pt>
                <c:pt idx="1561">
                  <c:v>2018.21369863</c:v>
                </c:pt>
                <c:pt idx="1562">
                  <c:v>2018.21643836</c:v>
                </c:pt>
                <c:pt idx="1563">
                  <c:v>2018.21917808</c:v>
                </c:pt>
                <c:pt idx="1564">
                  <c:v>2018.22191781</c:v>
                </c:pt>
                <c:pt idx="1565">
                  <c:v>2018.22465753</c:v>
                </c:pt>
                <c:pt idx="1566">
                  <c:v>2018.23287671</c:v>
                </c:pt>
                <c:pt idx="1567">
                  <c:v>2018.23561644</c:v>
                </c:pt>
                <c:pt idx="1568">
                  <c:v>2018.23835616</c:v>
                </c:pt>
                <c:pt idx="1569">
                  <c:v>2018.24109589</c:v>
                </c:pt>
                <c:pt idx="1570">
                  <c:v>2018.25205479</c:v>
                </c:pt>
                <c:pt idx="1571">
                  <c:v>2018.25479452</c:v>
                </c:pt>
                <c:pt idx="1572">
                  <c:v>2018.25753425</c:v>
                </c:pt>
                <c:pt idx="1573">
                  <c:v>2018.26027397</c:v>
                </c:pt>
                <c:pt idx="1574">
                  <c:v>2018.2630137</c:v>
                </c:pt>
                <c:pt idx="1575">
                  <c:v>2018.27123288</c:v>
                </c:pt>
                <c:pt idx="1576">
                  <c:v>2018.2739726</c:v>
                </c:pt>
                <c:pt idx="1577">
                  <c:v>2018.27671233</c:v>
                </c:pt>
                <c:pt idx="1578">
                  <c:v>2018.27945205</c:v>
                </c:pt>
                <c:pt idx="1579">
                  <c:v>2018.28219178</c:v>
                </c:pt>
                <c:pt idx="1580">
                  <c:v>2018.29041096</c:v>
                </c:pt>
                <c:pt idx="1581">
                  <c:v>2018.29315068</c:v>
                </c:pt>
                <c:pt idx="1582">
                  <c:v>2018.29589041</c:v>
                </c:pt>
                <c:pt idx="1583">
                  <c:v>2018.29863014</c:v>
                </c:pt>
                <c:pt idx="1584">
                  <c:v>2018.30136986</c:v>
                </c:pt>
                <c:pt idx="1585">
                  <c:v>2018.30958904</c:v>
                </c:pt>
                <c:pt idx="1586">
                  <c:v>2018.31232877</c:v>
                </c:pt>
                <c:pt idx="1587">
                  <c:v>2018.31506849</c:v>
                </c:pt>
                <c:pt idx="1588">
                  <c:v>2018.31780822</c:v>
                </c:pt>
                <c:pt idx="1589">
                  <c:v>2018.32054795</c:v>
                </c:pt>
                <c:pt idx="1590">
                  <c:v>2018.32876712</c:v>
                </c:pt>
                <c:pt idx="1591">
                  <c:v>2018.33150685</c:v>
                </c:pt>
                <c:pt idx="1592">
                  <c:v>2018.33424658</c:v>
                </c:pt>
                <c:pt idx="1593">
                  <c:v>2018.3369863</c:v>
                </c:pt>
                <c:pt idx="1594">
                  <c:v>2018.33972603</c:v>
                </c:pt>
                <c:pt idx="1595">
                  <c:v>2018.34794521</c:v>
                </c:pt>
                <c:pt idx="1596">
                  <c:v>2018.35068493</c:v>
                </c:pt>
                <c:pt idx="1597">
                  <c:v>2018.35342466</c:v>
                </c:pt>
                <c:pt idx="1598">
                  <c:v>2018.35616438</c:v>
                </c:pt>
                <c:pt idx="1599">
                  <c:v>2018.35890411</c:v>
                </c:pt>
                <c:pt idx="1600">
                  <c:v>2018.36712329</c:v>
                </c:pt>
                <c:pt idx="1601">
                  <c:v>2018.36986301</c:v>
                </c:pt>
                <c:pt idx="1602">
                  <c:v>2018.37260274</c:v>
                </c:pt>
                <c:pt idx="1603">
                  <c:v>2018.37534247</c:v>
                </c:pt>
                <c:pt idx="1604">
                  <c:v>2018.37808219</c:v>
                </c:pt>
                <c:pt idx="1605">
                  <c:v>2018.38630137</c:v>
                </c:pt>
                <c:pt idx="1606">
                  <c:v>2018.3890411</c:v>
                </c:pt>
                <c:pt idx="1607">
                  <c:v>2018.39178082</c:v>
                </c:pt>
                <c:pt idx="1608">
                  <c:v>2018.39452055</c:v>
                </c:pt>
                <c:pt idx="1609">
                  <c:v>2018.39726027</c:v>
                </c:pt>
                <c:pt idx="1610">
                  <c:v>2018.40821918</c:v>
                </c:pt>
                <c:pt idx="1611">
                  <c:v>2018.4109589</c:v>
                </c:pt>
                <c:pt idx="1612">
                  <c:v>2018.41369863</c:v>
                </c:pt>
                <c:pt idx="1613">
                  <c:v>2018.41643836</c:v>
                </c:pt>
                <c:pt idx="1614">
                  <c:v>2018.42465753</c:v>
                </c:pt>
                <c:pt idx="1615">
                  <c:v>2018.42739726</c:v>
                </c:pt>
                <c:pt idx="1616">
                  <c:v>2018.43013699</c:v>
                </c:pt>
                <c:pt idx="1617">
                  <c:v>2018.43287671</c:v>
                </c:pt>
                <c:pt idx="1618">
                  <c:v>2018.43561644</c:v>
                </c:pt>
                <c:pt idx="1619">
                  <c:v>2018.44383562</c:v>
                </c:pt>
                <c:pt idx="1620">
                  <c:v>2018.44657534</c:v>
                </c:pt>
                <c:pt idx="1621">
                  <c:v>2018.44931507</c:v>
                </c:pt>
                <c:pt idx="1622">
                  <c:v>2018.45205479</c:v>
                </c:pt>
                <c:pt idx="1623">
                  <c:v>2018.45479452</c:v>
                </c:pt>
                <c:pt idx="1624">
                  <c:v>2018.4630137</c:v>
                </c:pt>
                <c:pt idx="1625">
                  <c:v>2018.46575342</c:v>
                </c:pt>
                <c:pt idx="1626">
                  <c:v>2018.46849315</c:v>
                </c:pt>
                <c:pt idx="1627">
                  <c:v>2018.47123288</c:v>
                </c:pt>
                <c:pt idx="1628">
                  <c:v>2018.4739726</c:v>
                </c:pt>
                <c:pt idx="1629">
                  <c:v>2018.48219178</c:v>
                </c:pt>
                <c:pt idx="1630">
                  <c:v>2018.48493151</c:v>
                </c:pt>
                <c:pt idx="1631">
                  <c:v>2018.48767123</c:v>
                </c:pt>
                <c:pt idx="1632">
                  <c:v>2018.49041096</c:v>
                </c:pt>
                <c:pt idx="1633">
                  <c:v>2018.49315068</c:v>
                </c:pt>
                <c:pt idx="1634">
                  <c:v>2018.50136986</c:v>
                </c:pt>
                <c:pt idx="1635">
                  <c:v>2018.50410959</c:v>
                </c:pt>
                <c:pt idx="1636">
                  <c:v>2018.50958904</c:v>
                </c:pt>
                <c:pt idx="1637">
                  <c:v>2018.51232877</c:v>
                </c:pt>
                <c:pt idx="1638">
                  <c:v>2018.52054795</c:v>
                </c:pt>
                <c:pt idx="1639">
                  <c:v>2018.52328767</c:v>
                </c:pt>
                <c:pt idx="1640">
                  <c:v>2018.5260274</c:v>
                </c:pt>
                <c:pt idx="1641">
                  <c:v>2018.52876712</c:v>
                </c:pt>
                <c:pt idx="1642">
                  <c:v>2018.53150685</c:v>
                </c:pt>
                <c:pt idx="1643">
                  <c:v>2018.53972603</c:v>
                </c:pt>
                <c:pt idx="1644">
                  <c:v>2018.54246575</c:v>
                </c:pt>
                <c:pt idx="1645">
                  <c:v>2018.54520548</c:v>
                </c:pt>
                <c:pt idx="1646">
                  <c:v>2018.54794521</c:v>
                </c:pt>
                <c:pt idx="1647">
                  <c:v>2018.55068493</c:v>
                </c:pt>
                <c:pt idx="1648">
                  <c:v>2018.55890411</c:v>
                </c:pt>
                <c:pt idx="1649">
                  <c:v>2018.56164384</c:v>
                </c:pt>
                <c:pt idx="1650">
                  <c:v>2018.56438356</c:v>
                </c:pt>
                <c:pt idx="1651">
                  <c:v>2018.56712329</c:v>
                </c:pt>
                <c:pt idx="1652">
                  <c:v>2018.56986301</c:v>
                </c:pt>
                <c:pt idx="1653">
                  <c:v>2018.57808219</c:v>
                </c:pt>
                <c:pt idx="1654">
                  <c:v>2018.58082192</c:v>
                </c:pt>
                <c:pt idx="1655">
                  <c:v>2018.58356164</c:v>
                </c:pt>
                <c:pt idx="1656">
                  <c:v>2018.58630137</c:v>
                </c:pt>
                <c:pt idx="1657">
                  <c:v>2018.5890411</c:v>
                </c:pt>
                <c:pt idx="1658">
                  <c:v>2018.59726027</c:v>
                </c:pt>
                <c:pt idx="1659">
                  <c:v>2018.6</c:v>
                </c:pt>
                <c:pt idx="1660">
                  <c:v>2018.60273973</c:v>
                </c:pt>
                <c:pt idx="1661">
                  <c:v>2018.60547945</c:v>
                </c:pt>
                <c:pt idx="1662">
                  <c:v>2018.60821918</c:v>
                </c:pt>
                <c:pt idx="1663">
                  <c:v>2018.61643836</c:v>
                </c:pt>
                <c:pt idx="1664">
                  <c:v>2018.61917808</c:v>
                </c:pt>
                <c:pt idx="1665">
                  <c:v>2018.62191781</c:v>
                </c:pt>
                <c:pt idx="1666">
                  <c:v>2018.62465753</c:v>
                </c:pt>
                <c:pt idx="1667">
                  <c:v>2018.62739726</c:v>
                </c:pt>
                <c:pt idx="1668">
                  <c:v>2018.63561644</c:v>
                </c:pt>
                <c:pt idx="1669">
                  <c:v>2018.63835616</c:v>
                </c:pt>
                <c:pt idx="1670">
                  <c:v>2018.64109589</c:v>
                </c:pt>
                <c:pt idx="1671">
                  <c:v>2018.64383562</c:v>
                </c:pt>
                <c:pt idx="1672">
                  <c:v>2018.64657534</c:v>
                </c:pt>
                <c:pt idx="1673">
                  <c:v>2018.65479452</c:v>
                </c:pt>
                <c:pt idx="1674">
                  <c:v>2018.65753425</c:v>
                </c:pt>
                <c:pt idx="1675">
                  <c:v>2018.66027397</c:v>
                </c:pt>
                <c:pt idx="1676">
                  <c:v>2018.6630137</c:v>
                </c:pt>
                <c:pt idx="1677">
                  <c:v>2018.66575342</c:v>
                </c:pt>
                <c:pt idx="1678">
                  <c:v>2018.67671233</c:v>
                </c:pt>
                <c:pt idx="1679">
                  <c:v>2018.67945205</c:v>
                </c:pt>
                <c:pt idx="1680">
                  <c:v>2018.68219178</c:v>
                </c:pt>
                <c:pt idx="1681">
                  <c:v>2018.68493151</c:v>
                </c:pt>
                <c:pt idx="1682">
                  <c:v>2018.69315068</c:v>
                </c:pt>
                <c:pt idx="1683">
                  <c:v>2018.69589041</c:v>
                </c:pt>
                <c:pt idx="1684">
                  <c:v>2018.69863014</c:v>
                </c:pt>
                <c:pt idx="1685">
                  <c:v>2018.70136986</c:v>
                </c:pt>
                <c:pt idx="1686">
                  <c:v>2018.70410959</c:v>
                </c:pt>
                <c:pt idx="1687">
                  <c:v>2018.71232877</c:v>
                </c:pt>
                <c:pt idx="1688">
                  <c:v>2018.71506849</c:v>
                </c:pt>
                <c:pt idx="1689">
                  <c:v>2018.71780822</c:v>
                </c:pt>
                <c:pt idx="1690">
                  <c:v>2018.72054795</c:v>
                </c:pt>
                <c:pt idx="1691">
                  <c:v>2018.72328767</c:v>
                </c:pt>
                <c:pt idx="1692">
                  <c:v>2018.73150685</c:v>
                </c:pt>
                <c:pt idx="1693">
                  <c:v>2018.73424658</c:v>
                </c:pt>
                <c:pt idx="1694">
                  <c:v>2018.7369863</c:v>
                </c:pt>
                <c:pt idx="1695">
                  <c:v>2018.73972603</c:v>
                </c:pt>
                <c:pt idx="1696">
                  <c:v>2018.74246575</c:v>
                </c:pt>
                <c:pt idx="1697">
                  <c:v>2018.75068493</c:v>
                </c:pt>
                <c:pt idx="1698">
                  <c:v>2018.75342466</c:v>
                </c:pt>
                <c:pt idx="1699">
                  <c:v>2018.75616438</c:v>
                </c:pt>
                <c:pt idx="1700">
                  <c:v>2018.75890411</c:v>
                </c:pt>
                <c:pt idx="1701">
                  <c:v>2018.76164384</c:v>
                </c:pt>
                <c:pt idx="1702">
                  <c:v>2018.76986301</c:v>
                </c:pt>
                <c:pt idx="1703">
                  <c:v>2018.77260274</c:v>
                </c:pt>
                <c:pt idx="1704">
                  <c:v>2018.77534247</c:v>
                </c:pt>
                <c:pt idx="1705">
                  <c:v>2018.77808219</c:v>
                </c:pt>
                <c:pt idx="1706">
                  <c:v>2018.78082192</c:v>
                </c:pt>
                <c:pt idx="1707">
                  <c:v>2018.7890411</c:v>
                </c:pt>
                <c:pt idx="1708">
                  <c:v>2018.79178082</c:v>
                </c:pt>
                <c:pt idx="1709">
                  <c:v>2018.79452055</c:v>
                </c:pt>
                <c:pt idx="1710">
                  <c:v>2018.79726027</c:v>
                </c:pt>
                <c:pt idx="1711">
                  <c:v>2018.8</c:v>
                </c:pt>
                <c:pt idx="1712">
                  <c:v>2018.80821918</c:v>
                </c:pt>
                <c:pt idx="1713">
                  <c:v>2018.8109589</c:v>
                </c:pt>
                <c:pt idx="1714">
                  <c:v>2018.81369863</c:v>
                </c:pt>
                <c:pt idx="1715">
                  <c:v>2018.81643836</c:v>
                </c:pt>
                <c:pt idx="1716">
                  <c:v>2018.81917808</c:v>
                </c:pt>
                <c:pt idx="1717">
                  <c:v>2018.82739726</c:v>
                </c:pt>
                <c:pt idx="1718">
                  <c:v>2018.83013699</c:v>
                </c:pt>
                <c:pt idx="1719">
                  <c:v>2018.83287671</c:v>
                </c:pt>
                <c:pt idx="1720">
                  <c:v>2018.83561644</c:v>
                </c:pt>
                <c:pt idx="1721">
                  <c:v>2018.83835616</c:v>
                </c:pt>
                <c:pt idx="1722">
                  <c:v>2018.84657534</c:v>
                </c:pt>
                <c:pt idx="1723">
                  <c:v>2018.84931507</c:v>
                </c:pt>
                <c:pt idx="1724">
                  <c:v>2018.85205479</c:v>
                </c:pt>
                <c:pt idx="1725">
                  <c:v>2018.85479452</c:v>
                </c:pt>
                <c:pt idx="1726">
                  <c:v>2018.85753425</c:v>
                </c:pt>
                <c:pt idx="1727">
                  <c:v>2018.86575342</c:v>
                </c:pt>
                <c:pt idx="1728">
                  <c:v>2018.86849315</c:v>
                </c:pt>
                <c:pt idx="1729">
                  <c:v>2018.87123288</c:v>
                </c:pt>
                <c:pt idx="1730">
                  <c:v>2018.8739726</c:v>
                </c:pt>
                <c:pt idx="1731">
                  <c:v>2018.87671233</c:v>
                </c:pt>
                <c:pt idx="1732">
                  <c:v>2018.88493151</c:v>
                </c:pt>
                <c:pt idx="1733">
                  <c:v>2018.88767123</c:v>
                </c:pt>
                <c:pt idx="1734">
                  <c:v>2018.89041096</c:v>
                </c:pt>
                <c:pt idx="1735">
                  <c:v>2018.89589041</c:v>
                </c:pt>
                <c:pt idx="1736">
                  <c:v>2018.90410959</c:v>
                </c:pt>
                <c:pt idx="1737">
                  <c:v>2018.90684932</c:v>
                </c:pt>
                <c:pt idx="1738">
                  <c:v>2018.90958904</c:v>
                </c:pt>
                <c:pt idx="1739">
                  <c:v>2018.91232877</c:v>
                </c:pt>
                <c:pt idx="1740">
                  <c:v>2018.91506849</c:v>
                </c:pt>
                <c:pt idx="1741">
                  <c:v>2018.92328767</c:v>
                </c:pt>
                <c:pt idx="1742">
                  <c:v>2018.9260274</c:v>
                </c:pt>
                <c:pt idx="1743">
                  <c:v>2018.93150685</c:v>
                </c:pt>
                <c:pt idx="1744">
                  <c:v>2018.93424658</c:v>
                </c:pt>
                <c:pt idx="1745">
                  <c:v>2018.94246575</c:v>
                </c:pt>
                <c:pt idx="1746">
                  <c:v>2018.94520548</c:v>
                </c:pt>
                <c:pt idx="1747">
                  <c:v>2018.94794521</c:v>
                </c:pt>
                <c:pt idx="1748">
                  <c:v>2018.95068493</c:v>
                </c:pt>
                <c:pt idx="1749">
                  <c:v>2018.95342466</c:v>
                </c:pt>
                <c:pt idx="1750">
                  <c:v>2018.96164384</c:v>
                </c:pt>
                <c:pt idx="1751">
                  <c:v>2018.96438356</c:v>
                </c:pt>
                <c:pt idx="1752">
                  <c:v>2018.96712329</c:v>
                </c:pt>
                <c:pt idx="1753">
                  <c:v>2018.96986301</c:v>
                </c:pt>
                <c:pt idx="1754">
                  <c:v>2018.97260274</c:v>
                </c:pt>
                <c:pt idx="1755">
                  <c:v>2018.98082192</c:v>
                </c:pt>
                <c:pt idx="1756">
                  <c:v>2018.98630137</c:v>
                </c:pt>
                <c:pt idx="1757">
                  <c:v>2018.9890411</c:v>
                </c:pt>
                <c:pt idx="1758">
                  <c:v>2018.99178082</c:v>
                </c:pt>
                <c:pt idx="1759">
                  <c:v>2019</c:v>
                </c:pt>
                <c:pt idx="1760">
                  <c:v>2019.00547945</c:v>
                </c:pt>
                <c:pt idx="1761">
                  <c:v>2019.00821918</c:v>
                </c:pt>
                <c:pt idx="1762">
                  <c:v>2019.0109589</c:v>
                </c:pt>
                <c:pt idx="1763">
                  <c:v>2019.01917808</c:v>
                </c:pt>
                <c:pt idx="1764">
                  <c:v>2019.02191781</c:v>
                </c:pt>
                <c:pt idx="1765">
                  <c:v>2019.02465753</c:v>
                </c:pt>
                <c:pt idx="1766">
                  <c:v>2019.02739726</c:v>
                </c:pt>
                <c:pt idx="1767">
                  <c:v>2019.03013699</c:v>
                </c:pt>
                <c:pt idx="1768">
                  <c:v>2019.03835616</c:v>
                </c:pt>
                <c:pt idx="1769">
                  <c:v>2019.04109589</c:v>
                </c:pt>
                <c:pt idx="1770">
                  <c:v>2019.04383562</c:v>
                </c:pt>
                <c:pt idx="1771">
                  <c:v>2019.04657534</c:v>
                </c:pt>
                <c:pt idx="1772">
                  <c:v>2019.04931507</c:v>
                </c:pt>
                <c:pt idx="1773">
                  <c:v>2019.06027397</c:v>
                </c:pt>
                <c:pt idx="1774">
                  <c:v>2019.0630137</c:v>
                </c:pt>
                <c:pt idx="1775">
                  <c:v>2019.06575342</c:v>
                </c:pt>
                <c:pt idx="1776">
                  <c:v>2019.06849315</c:v>
                </c:pt>
                <c:pt idx="1777">
                  <c:v>2019.07671233</c:v>
                </c:pt>
                <c:pt idx="1778">
                  <c:v>2019.07945205</c:v>
                </c:pt>
                <c:pt idx="1779">
                  <c:v>2019.08219178</c:v>
                </c:pt>
                <c:pt idx="1780">
                  <c:v>2019.08493151</c:v>
                </c:pt>
                <c:pt idx="1781">
                  <c:v>2019.08767123</c:v>
                </c:pt>
                <c:pt idx="1782">
                  <c:v>2019.09589041</c:v>
                </c:pt>
                <c:pt idx="1783">
                  <c:v>2019.09863014</c:v>
                </c:pt>
                <c:pt idx="1784">
                  <c:v>2019.10136986</c:v>
                </c:pt>
                <c:pt idx="1785">
                  <c:v>2019.10410959</c:v>
                </c:pt>
                <c:pt idx="1786">
                  <c:v>2019.10684932</c:v>
                </c:pt>
                <c:pt idx="1787">
                  <c:v>2019.11506849</c:v>
                </c:pt>
                <c:pt idx="1788">
                  <c:v>2019.11780822</c:v>
                </c:pt>
                <c:pt idx="1789">
                  <c:v>2019.12054795</c:v>
                </c:pt>
                <c:pt idx="1790">
                  <c:v>2019.12328767</c:v>
                </c:pt>
                <c:pt idx="1791">
                  <c:v>2019.1260274</c:v>
                </c:pt>
                <c:pt idx="1792">
                  <c:v>2019.1369863</c:v>
                </c:pt>
                <c:pt idx="1793">
                  <c:v>2019.13972603</c:v>
                </c:pt>
                <c:pt idx="1794">
                  <c:v>2019.14246575</c:v>
                </c:pt>
                <c:pt idx="1795">
                  <c:v>2019.14520548</c:v>
                </c:pt>
                <c:pt idx="1796">
                  <c:v>2019.15342466</c:v>
                </c:pt>
                <c:pt idx="1797">
                  <c:v>2019.15616438</c:v>
                </c:pt>
                <c:pt idx="1798">
                  <c:v>2019.15890411</c:v>
                </c:pt>
                <c:pt idx="1799">
                  <c:v>2019.16164384</c:v>
                </c:pt>
                <c:pt idx="1800">
                  <c:v>2019.16438356</c:v>
                </c:pt>
                <c:pt idx="1801">
                  <c:v>2019.17260274</c:v>
                </c:pt>
                <c:pt idx="1802">
                  <c:v>2019.17534247</c:v>
                </c:pt>
                <c:pt idx="1803">
                  <c:v>2019.17808219</c:v>
                </c:pt>
                <c:pt idx="1804">
                  <c:v>2019.18082192</c:v>
                </c:pt>
                <c:pt idx="1805">
                  <c:v>2019.18356164</c:v>
                </c:pt>
                <c:pt idx="1806">
                  <c:v>2019.19178082</c:v>
                </c:pt>
                <c:pt idx="1807">
                  <c:v>2019.19452055</c:v>
                </c:pt>
                <c:pt idx="1808">
                  <c:v>2019.19726027</c:v>
                </c:pt>
                <c:pt idx="1809">
                  <c:v>2019.2</c:v>
                </c:pt>
                <c:pt idx="1810">
                  <c:v>2019.20273973</c:v>
                </c:pt>
                <c:pt idx="1811">
                  <c:v>2019.2109589</c:v>
                </c:pt>
                <c:pt idx="1812">
                  <c:v>2019.21369863</c:v>
                </c:pt>
                <c:pt idx="1813">
                  <c:v>2019.21643836</c:v>
                </c:pt>
                <c:pt idx="1814">
                  <c:v>2019.21917808</c:v>
                </c:pt>
                <c:pt idx="1815">
                  <c:v>2019.22191781</c:v>
                </c:pt>
                <c:pt idx="1816">
                  <c:v>2019.23013699</c:v>
                </c:pt>
                <c:pt idx="1817">
                  <c:v>2019.23287671</c:v>
                </c:pt>
                <c:pt idx="1818">
                  <c:v>2019.23561644</c:v>
                </c:pt>
                <c:pt idx="1819">
                  <c:v>2019.23835616</c:v>
                </c:pt>
                <c:pt idx="1820">
                  <c:v>2019.24109589</c:v>
                </c:pt>
                <c:pt idx="1821">
                  <c:v>2019.24931507</c:v>
                </c:pt>
                <c:pt idx="1822">
                  <c:v>2019.25205479</c:v>
                </c:pt>
                <c:pt idx="1823">
                  <c:v>2019.25479452</c:v>
                </c:pt>
                <c:pt idx="1824">
                  <c:v>2019.25753425</c:v>
                </c:pt>
                <c:pt idx="1825">
                  <c:v>2019.26027397</c:v>
                </c:pt>
                <c:pt idx="1826">
                  <c:v>2019.26849315</c:v>
                </c:pt>
                <c:pt idx="1827">
                  <c:v>2019.27123288</c:v>
                </c:pt>
                <c:pt idx="1828">
                  <c:v>2019.2739726</c:v>
                </c:pt>
                <c:pt idx="1829">
                  <c:v>2019.27671233</c:v>
                </c:pt>
                <c:pt idx="1830">
                  <c:v>2019.27945205</c:v>
                </c:pt>
                <c:pt idx="1831">
                  <c:v>2019.28767123</c:v>
                </c:pt>
                <c:pt idx="1832">
                  <c:v>2019.29041096</c:v>
                </c:pt>
                <c:pt idx="1833">
                  <c:v>2019.29315068</c:v>
                </c:pt>
                <c:pt idx="1834">
                  <c:v>2019.29589041</c:v>
                </c:pt>
                <c:pt idx="1835">
                  <c:v>2019.30684932</c:v>
                </c:pt>
                <c:pt idx="1836">
                  <c:v>2019.30958904</c:v>
                </c:pt>
                <c:pt idx="1837">
                  <c:v>2019.31232877</c:v>
                </c:pt>
                <c:pt idx="1838">
                  <c:v>2019.31506849</c:v>
                </c:pt>
                <c:pt idx="1839">
                  <c:v>2019.31780822</c:v>
                </c:pt>
                <c:pt idx="1840">
                  <c:v>2019.3260274</c:v>
                </c:pt>
                <c:pt idx="1841">
                  <c:v>2019.32876712</c:v>
                </c:pt>
                <c:pt idx="1842">
                  <c:v>2019.33150685</c:v>
                </c:pt>
                <c:pt idx="1843">
                  <c:v>2019.33424658</c:v>
                </c:pt>
                <c:pt idx="1844">
                  <c:v>2019.3369863</c:v>
                </c:pt>
                <c:pt idx="1845">
                  <c:v>2019.34520548</c:v>
                </c:pt>
                <c:pt idx="1846">
                  <c:v>2019.34794521</c:v>
                </c:pt>
                <c:pt idx="1847">
                  <c:v>2019.35068493</c:v>
                </c:pt>
                <c:pt idx="1848">
                  <c:v>2019.35342466</c:v>
                </c:pt>
                <c:pt idx="1849">
                  <c:v>2019.35616438</c:v>
                </c:pt>
                <c:pt idx="1850">
                  <c:v>2019.36438356</c:v>
                </c:pt>
                <c:pt idx="1851">
                  <c:v>2019.36712329</c:v>
                </c:pt>
                <c:pt idx="1852">
                  <c:v>2019.36986301</c:v>
                </c:pt>
                <c:pt idx="1853">
                  <c:v>2019.37260274</c:v>
                </c:pt>
                <c:pt idx="1854">
                  <c:v>2019.37534247</c:v>
                </c:pt>
                <c:pt idx="1855">
                  <c:v>2019.38356164</c:v>
                </c:pt>
                <c:pt idx="1856">
                  <c:v>2019.38630137</c:v>
                </c:pt>
                <c:pt idx="1857">
                  <c:v>2019.3890411</c:v>
                </c:pt>
                <c:pt idx="1858">
                  <c:v>2019.39178082</c:v>
                </c:pt>
                <c:pt idx="1859">
                  <c:v>2019.39452055</c:v>
                </c:pt>
                <c:pt idx="1860">
                  <c:v>2019.40547945</c:v>
                </c:pt>
                <c:pt idx="1861">
                  <c:v>2019.40821918</c:v>
                </c:pt>
                <c:pt idx="1862">
                  <c:v>2019.4109589</c:v>
                </c:pt>
                <c:pt idx="1863">
                  <c:v>2019.41369863</c:v>
                </c:pt>
                <c:pt idx="1864">
                  <c:v>2019.42191781</c:v>
                </c:pt>
                <c:pt idx="1865">
                  <c:v>2019.42465753</c:v>
                </c:pt>
                <c:pt idx="1866">
                  <c:v>2019.42739726</c:v>
                </c:pt>
                <c:pt idx="1867">
                  <c:v>2019.43013699</c:v>
                </c:pt>
                <c:pt idx="1868">
                  <c:v>2019.43287671</c:v>
                </c:pt>
                <c:pt idx="1869">
                  <c:v>2019.44109589</c:v>
                </c:pt>
                <c:pt idx="1870">
                  <c:v>2019.44383562</c:v>
                </c:pt>
                <c:pt idx="1871">
                  <c:v>2019.44657534</c:v>
                </c:pt>
                <c:pt idx="1872">
                  <c:v>2019.44931507</c:v>
                </c:pt>
                <c:pt idx="1873">
                  <c:v>2019.45205479</c:v>
                </c:pt>
                <c:pt idx="1874">
                  <c:v>2019.46027397</c:v>
                </c:pt>
                <c:pt idx="1875">
                  <c:v>2019.4630137</c:v>
                </c:pt>
                <c:pt idx="1876">
                  <c:v>2019.46575342</c:v>
                </c:pt>
                <c:pt idx="1877">
                  <c:v>2019.46849315</c:v>
                </c:pt>
                <c:pt idx="1878">
                  <c:v>2019.47123288</c:v>
                </c:pt>
                <c:pt idx="1879">
                  <c:v>2019.47945205</c:v>
                </c:pt>
                <c:pt idx="1880">
                  <c:v>2019.48219178</c:v>
                </c:pt>
                <c:pt idx="1881">
                  <c:v>2019.48493151</c:v>
                </c:pt>
                <c:pt idx="1882">
                  <c:v>2019.48767123</c:v>
                </c:pt>
                <c:pt idx="1883">
                  <c:v>2019.49041096</c:v>
                </c:pt>
                <c:pt idx="1884">
                  <c:v>2019.49863014</c:v>
                </c:pt>
                <c:pt idx="1885">
                  <c:v>2019.50136986</c:v>
                </c:pt>
                <c:pt idx="1886">
                  <c:v>2019.50410959</c:v>
                </c:pt>
                <c:pt idx="1887">
                  <c:v>2019.50958904</c:v>
                </c:pt>
                <c:pt idx="1888">
                  <c:v>2019.51780822</c:v>
                </c:pt>
                <c:pt idx="1889">
                  <c:v>2019.52054795</c:v>
                </c:pt>
                <c:pt idx="1890">
                  <c:v>2019.52328767</c:v>
                </c:pt>
                <c:pt idx="1891">
                  <c:v>2019.5260274</c:v>
                </c:pt>
                <c:pt idx="1892">
                  <c:v>2019.52876712</c:v>
                </c:pt>
                <c:pt idx="1893">
                  <c:v>2019.5369863</c:v>
                </c:pt>
                <c:pt idx="1894">
                  <c:v>2019.53972603</c:v>
                </c:pt>
                <c:pt idx="1895">
                  <c:v>2019.54246575</c:v>
                </c:pt>
                <c:pt idx="1896">
                  <c:v>2019.54520548</c:v>
                </c:pt>
                <c:pt idx="1897">
                  <c:v>2019.54794521</c:v>
                </c:pt>
                <c:pt idx="1898">
                  <c:v>2019.55616438</c:v>
                </c:pt>
                <c:pt idx="1899">
                  <c:v>2019.55890411</c:v>
                </c:pt>
                <c:pt idx="1900">
                  <c:v>2019.56164384</c:v>
                </c:pt>
                <c:pt idx="1901">
                  <c:v>2019.56438356</c:v>
                </c:pt>
                <c:pt idx="1902">
                  <c:v>2019.56712329</c:v>
                </c:pt>
                <c:pt idx="1903">
                  <c:v>2019.57534247</c:v>
                </c:pt>
                <c:pt idx="1904">
                  <c:v>2019.57808219</c:v>
                </c:pt>
                <c:pt idx="1905">
                  <c:v>2019.58082192</c:v>
                </c:pt>
                <c:pt idx="1906">
                  <c:v>2019.58356164</c:v>
                </c:pt>
                <c:pt idx="1907">
                  <c:v>2019.58630137</c:v>
                </c:pt>
                <c:pt idx="1908">
                  <c:v>2019.59452055</c:v>
                </c:pt>
                <c:pt idx="1909">
                  <c:v>2019.59726027</c:v>
                </c:pt>
                <c:pt idx="1910">
                  <c:v>2019.6</c:v>
                </c:pt>
                <c:pt idx="1911">
                  <c:v>2019.60273973</c:v>
                </c:pt>
                <c:pt idx="1912">
                  <c:v>2019.60547945</c:v>
                </c:pt>
                <c:pt idx="1913">
                  <c:v>2019.61369863</c:v>
                </c:pt>
                <c:pt idx="1914">
                  <c:v>2019.61643836</c:v>
                </c:pt>
                <c:pt idx="1915">
                  <c:v>2019.61917808</c:v>
                </c:pt>
                <c:pt idx="1916">
                  <c:v>2019.62191781</c:v>
                </c:pt>
                <c:pt idx="1917">
                  <c:v>2019.62465753</c:v>
                </c:pt>
                <c:pt idx="1918">
                  <c:v>2019.63287671</c:v>
                </c:pt>
                <c:pt idx="1919">
                  <c:v>2019.63561644</c:v>
                </c:pt>
                <c:pt idx="1920">
                  <c:v>2019.63835616</c:v>
                </c:pt>
                <c:pt idx="1921">
                  <c:v>2019.64109589</c:v>
                </c:pt>
                <c:pt idx="1922">
                  <c:v>2019.64383562</c:v>
                </c:pt>
                <c:pt idx="1923">
                  <c:v>2019.65205479</c:v>
                </c:pt>
                <c:pt idx="1924">
                  <c:v>2019.65479452</c:v>
                </c:pt>
                <c:pt idx="1925">
                  <c:v>2019.65753425</c:v>
                </c:pt>
                <c:pt idx="1926">
                  <c:v>2019.66027397</c:v>
                </c:pt>
                <c:pt idx="1927">
                  <c:v>2019.6630137</c:v>
                </c:pt>
                <c:pt idx="1928">
                  <c:v>2019.6739726</c:v>
                </c:pt>
                <c:pt idx="1929">
                  <c:v>2019.67671233</c:v>
                </c:pt>
                <c:pt idx="1930">
                  <c:v>2019.67945205</c:v>
                </c:pt>
                <c:pt idx="1931">
                  <c:v>2019.68219178</c:v>
                </c:pt>
                <c:pt idx="1932">
                  <c:v>2019.69041096</c:v>
                </c:pt>
                <c:pt idx="1933">
                  <c:v>2019.69315068</c:v>
                </c:pt>
                <c:pt idx="1934">
                  <c:v>2019.69589041</c:v>
                </c:pt>
                <c:pt idx="1935">
                  <c:v>2019.69863014</c:v>
                </c:pt>
                <c:pt idx="1936">
                  <c:v>2019.70136986</c:v>
                </c:pt>
                <c:pt idx="1937">
                  <c:v>2019.70958904</c:v>
                </c:pt>
                <c:pt idx="1938">
                  <c:v>2019.71232877</c:v>
                </c:pt>
                <c:pt idx="1939">
                  <c:v>2019.71506849</c:v>
                </c:pt>
                <c:pt idx="1940">
                  <c:v>2019.71780822</c:v>
                </c:pt>
                <c:pt idx="1941">
                  <c:v>2019.72054795</c:v>
                </c:pt>
                <c:pt idx="1942">
                  <c:v>2019.72876712</c:v>
                </c:pt>
                <c:pt idx="1943">
                  <c:v>2019.73150685</c:v>
                </c:pt>
                <c:pt idx="1944">
                  <c:v>2019.73424658</c:v>
                </c:pt>
                <c:pt idx="1945">
                  <c:v>2019.7369863</c:v>
                </c:pt>
                <c:pt idx="1946">
                  <c:v>2019.73972603</c:v>
                </c:pt>
                <c:pt idx="1947">
                  <c:v>2019.74794521</c:v>
                </c:pt>
                <c:pt idx="1948">
                  <c:v>2019.75068493</c:v>
                </c:pt>
                <c:pt idx="1949">
                  <c:v>2019.75342466</c:v>
                </c:pt>
                <c:pt idx="1950">
                  <c:v>2019.75616438</c:v>
                </c:pt>
                <c:pt idx="1951">
                  <c:v>2019.75890411</c:v>
                </c:pt>
                <c:pt idx="1952">
                  <c:v>2019.76712329</c:v>
                </c:pt>
                <c:pt idx="1953">
                  <c:v>2019.76986301</c:v>
                </c:pt>
                <c:pt idx="1954">
                  <c:v>2019.77260274</c:v>
                </c:pt>
                <c:pt idx="1955">
                  <c:v>2019.77534247</c:v>
                </c:pt>
                <c:pt idx="1956">
                  <c:v>2019.77808219</c:v>
                </c:pt>
                <c:pt idx="1957">
                  <c:v>2019.78630137</c:v>
                </c:pt>
                <c:pt idx="1958">
                  <c:v>2019.7890411</c:v>
                </c:pt>
                <c:pt idx="1959">
                  <c:v>2019.79178082</c:v>
                </c:pt>
                <c:pt idx="1960">
                  <c:v>2019.79452055</c:v>
                </c:pt>
                <c:pt idx="1961">
                  <c:v>2019.79726027</c:v>
                </c:pt>
                <c:pt idx="1962">
                  <c:v>2019.80547945</c:v>
                </c:pt>
                <c:pt idx="1963">
                  <c:v>2019.80821918</c:v>
                </c:pt>
                <c:pt idx="1964">
                  <c:v>2019.8109589</c:v>
                </c:pt>
                <c:pt idx="1965">
                  <c:v>2019.81369863</c:v>
                </c:pt>
                <c:pt idx="1966">
                  <c:v>2019.81643836</c:v>
                </c:pt>
                <c:pt idx="1967">
                  <c:v>2019.82465753</c:v>
                </c:pt>
                <c:pt idx="1968">
                  <c:v>2019.82739726</c:v>
                </c:pt>
                <c:pt idx="1969">
                  <c:v>2019.83013699</c:v>
                </c:pt>
                <c:pt idx="1970">
                  <c:v>2019.83287671</c:v>
                </c:pt>
                <c:pt idx="1971">
                  <c:v>2019.83561644</c:v>
                </c:pt>
                <c:pt idx="1972">
                  <c:v>2019.84383562</c:v>
                </c:pt>
                <c:pt idx="1973">
                  <c:v>2019.84657534</c:v>
                </c:pt>
                <c:pt idx="1974">
                  <c:v>2019.84931507</c:v>
                </c:pt>
                <c:pt idx="1975">
                  <c:v>2019.85205479</c:v>
                </c:pt>
                <c:pt idx="1976">
                  <c:v>2019.85479452</c:v>
                </c:pt>
                <c:pt idx="1977">
                  <c:v>2019.8630137</c:v>
                </c:pt>
                <c:pt idx="1978">
                  <c:v>2019.86575342</c:v>
                </c:pt>
                <c:pt idx="1979">
                  <c:v>2019.86849315</c:v>
                </c:pt>
                <c:pt idx="1980">
                  <c:v>2019.87123288</c:v>
                </c:pt>
                <c:pt idx="1981">
                  <c:v>2019.8739726</c:v>
                </c:pt>
                <c:pt idx="1982">
                  <c:v>2019.88219178</c:v>
                </c:pt>
                <c:pt idx="1983">
                  <c:v>2019.88493151</c:v>
                </c:pt>
                <c:pt idx="1984">
                  <c:v>2019.88767123</c:v>
                </c:pt>
                <c:pt idx="1985">
                  <c:v>2019.89041096</c:v>
                </c:pt>
                <c:pt idx="1986">
                  <c:v>2019.89315068</c:v>
                </c:pt>
                <c:pt idx="1987">
                  <c:v>2019.90136986</c:v>
                </c:pt>
                <c:pt idx="1988">
                  <c:v>2019.90410959</c:v>
                </c:pt>
                <c:pt idx="1989">
                  <c:v>2019.90684932</c:v>
                </c:pt>
                <c:pt idx="1990">
                  <c:v>2019.91232877</c:v>
                </c:pt>
                <c:pt idx="1991">
                  <c:v>2019.92054795</c:v>
                </c:pt>
                <c:pt idx="1992">
                  <c:v>2019.92328767</c:v>
                </c:pt>
                <c:pt idx="1993">
                  <c:v>2019.9260274</c:v>
                </c:pt>
                <c:pt idx="1994">
                  <c:v>2019.92876712</c:v>
                </c:pt>
                <c:pt idx="1995">
                  <c:v>2019.93150685</c:v>
                </c:pt>
                <c:pt idx="1996">
                  <c:v>2019.93972603</c:v>
                </c:pt>
                <c:pt idx="1997">
                  <c:v>2019.94246575</c:v>
                </c:pt>
                <c:pt idx="1998">
                  <c:v>2019.94520548</c:v>
                </c:pt>
                <c:pt idx="1999">
                  <c:v>2019.94794521</c:v>
                </c:pt>
                <c:pt idx="2000">
                  <c:v>2019.95068493</c:v>
                </c:pt>
                <c:pt idx="2001">
                  <c:v>2019.95890411</c:v>
                </c:pt>
                <c:pt idx="2002">
                  <c:v>2019.96164384</c:v>
                </c:pt>
                <c:pt idx="2003">
                  <c:v>2019.96438356</c:v>
                </c:pt>
                <c:pt idx="2004">
                  <c:v>2019.96712329</c:v>
                </c:pt>
                <c:pt idx="2005">
                  <c:v>2019.96986301</c:v>
                </c:pt>
                <c:pt idx="2006">
                  <c:v>2019.97808219</c:v>
                </c:pt>
                <c:pt idx="2007">
                  <c:v>2019.98082192</c:v>
                </c:pt>
                <c:pt idx="2008">
                  <c:v>2019.98630137</c:v>
                </c:pt>
                <c:pt idx="2009">
                  <c:v>2019.9890411</c:v>
                </c:pt>
                <c:pt idx="2010">
                  <c:v>2019.99726027</c:v>
                </c:pt>
                <c:pt idx="2011">
                  <c:v>2020</c:v>
                </c:pt>
                <c:pt idx="2012">
                  <c:v>2020.00546448</c:v>
                </c:pt>
                <c:pt idx="2013">
                  <c:v>2020.00819672</c:v>
                </c:pt>
                <c:pt idx="2014">
                  <c:v>2020.01639344</c:v>
                </c:pt>
                <c:pt idx="2015">
                  <c:v>2020.01912568</c:v>
                </c:pt>
                <c:pt idx="2016">
                  <c:v>2020.02185792</c:v>
                </c:pt>
                <c:pt idx="2017">
                  <c:v>2020.02459016</c:v>
                </c:pt>
                <c:pt idx="2018">
                  <c:v>2020.0273224</c:v>
                </c:pt>
                <c:pt idx="2019">
                  <c:v>2020.03551913</c:v>
                </c:pt>
                <c:pt idx="2020">
                  <c:v>2020.03825137</c:v>
                </c:pt>
                <c:pt idx="2021">
                  <c:v>2020.04098361</c:v>
                </c:pt>
                <c:pt idx="2022">
                  <c:v>2020.04371585</c:v>
                </c:pt>
                <c:pt idx="2023">
                  <c:v>2020.04644809</c:v>
                </c:pt>
                <c:pt idx="2024">
                  <c:v>2020.05737705</c:v>
                </c:pt>
                <c:pt idx="2025">
                  <c:v>2020.06010929</c:v>
                </c:pt>
                <c:pt idx="2026">
                  <c:v>2020.06284153</c:v>
                </c:pt>
                <c:pt idx="2027">
                  <c:v>2020.06557377</c:v>
                </c:pt>
                <c:pt idx="2028">
                  <c:v>2020.07377049</c:v>
                </c:pt>
                <c:pt idx="2029">
                  <c:v>2020.07650273</c:v>
                </c:pt>
                <c:pt idx="2030">
                  <c:v>2020.07923497</c:v>
                </c:pt>
                <c:pt idx="2031">
                  <c:v>2020.08196721</c:v>
                </c:pt>
                <c:pt idx="2032">
                  <c:v>2020.08469945</c:v>
                </c:pt>
                <c:pt idx="2033">
                  <c:v>2020.09289617</c:v>
                </c:pt>
                <c:pt idx="2034">
                  <c:v>2020.09562842</c:v>
                </c:pt>
                <c:pt idx="2035">
                  <c:v>2020.09836066</c:v>
                </c:pt>
                <c:pt idx="2036">
                  <c:v>2020.1010929</c:v>
                </c:pt>
                <c:pt idx="2037">
                  <c:v>2020.10382514</c:v>
                </c:pt>
                <c:pt idx="2038">
                  <c:v>2020.11202186</c:v>
                </c:pt>
                <c:pt idx="2039">
                  <c:v>2020.1147541</c:v>
                </c:pt>
                <c:pt idx="2040">
                  <c:v>2020.11748634</c:v>
                </c:pt>
                <c:pt idx="2041">
                  <c:v>2020.12021858</c:v>
                </c:pt>
                <c:pt idx="2042">
                  <c:v>2020.12295082</c:v>
                </c:pt>
                <c:pt idx="2043">
                  <c:v>2020.13387978</c:v>
                </c:pt>
                <c:pt idx="2044">
                  <c:v>2020.13661202</c:v>
                </c:pt>
                <c:pt idx="2045">
                  <c:v>2020.13934426</c:v>
                </c:pt>
                <c:pt idx="2046">
                  <c:v>2020.1420765</c:v>
                </c:pt>
                <c:pt idx="2047">
                  <c:v>2020.15027322</c:v>
                </c:pt>
                <c:pt idx="2048">
                  <c:v>2020.15300546</c:v>
                </c:pt>
                <c:pt idx="2049">
                  <c:v>2020.1557377</c:v>
                </c:pt>
                <c:pt idx="2050">
                  <c:v>2020.15846995</c:v>
                </c:pt>
                <c:pt idx="2051">
                  <c:v>2020.16120219</c:v>
                </c:pt>
                <c:pt idx="2052">
                  <c:v>2020.16939891</c:v>
                </c:pt>
                <c:pt idx="2053">
                  <c:v>2020.17213115</c:v>
                </c:pt>
                <c:pt idx="2054">
                  <c:v>2020.17486339</c:v>
                </c:pt>
                <c:pt idx="2055">
                  <c:v>2020.17759563</c:v>
                </c:pt>
                <c:pt idx="2056">
                  <c:v>2020.18032787</c:v>
                </c:pt>
                <c:pt idx="2057">
                  <c:v>2020.18852459</c:v>
                </c:pt>
                <c:pt idx="2058">
                  <c:v>2020.19125683</c:v>
                </c:pt>
                <c:pt idx="2059">
                  <c:v>2020.19398907</c:v>
                </c:pt>
                <c:pt idx="2060">
                  <c:v>2020.19672131</c:v>
                </c:pt>
                <c:pt idx="2061">
                  <c:v>2020.19945355</c:v>
                </c:pt>
                <c:pt idx="2062">
                  <c:v>2020.20765027</c:v>
                </c:pt>
                <c:pt idx="2063">
                  <c:v>2020.21038251</c:v>
                </c:pt>
                <c:pt idx="2064">
                  <c:v>2020.21311475</c:v>
                </c:pt>
                <c:pt idx="2065">
                  <c:v>2020.21584699</c:v>
                </c:pt>
                <c:pt idx="2066">
                  <c:v>2020.21857923</c:v>
                </c:pt>
                <c:pt idx="2067">
                  <c:v>2020.22677596</c:v>
                </c:pt>
                <c:pt idx="2068">
                  <c:v>2020.2295082</c:v>
                </c:pt>
                <c:pt idx="2069">
                  <c:v>2020.23224044</c:v>
                </c:pt>
                <c:pt idx="2070">
                  <c:v>2020.23497268</c:v>
                </c:pt>
                <c:pt idx="2071">
                  <c:v>2020.23770492</c:v>
                </c:pt>
                <c:pt idx="2072">
                  <c:v>2020.24590164</c:v>
                </c:pt>
                <c:pt idx="2073">
                  <c:v>2020.24863388</c:v>
                </c:pt>
                <c:pt idx="2074">
                  <c:v>2020.25136612</c:v>
                </c:pt>
                <c:pt idx="2075">
                  <c:v>2020.25409836</c:v>
                </c:pt>
                <c:pt idx="2076">
                  <c:v>2020.2568306</c:v>
                </c:pt>
                <c:pt idx="2077">
                  <c:v>2020.26502732</c:v>
                </c:pt>
                <c:pt idx="2078">
                  <c:v>2020.26775956</c:v>
                </c:pt>
                <c:pt idx="2079">
                  <c:v>2020.2704918</c:v>
                </c:pt>
                <c:pt idx="2080">
                  <c:v>2020.27322404</c:v>
                </c:pt>
                <c:pt idx="2081">
                  <c:v>2020.28415301</c:v>
                </c:pt>
                <c:pt idx="2082">
                  <c:v>2020.28688525</c:v>
                </c:pt>
                <c:pt idx="2083">
                  <c:v>2020.28961749</c:v>
                </c:pt>
                <c:pt idx="2084">
                  <c:v>2020.29234973</c:v>
                </c:pt>
                <c:pt idx="2085">
                  <c:v>2020.29508197</c:v>
                </c:pt>
                <c:pt idx="2086">
                  <c:v>2020.30327869</c:v>
                </c:pt>
                <c:pt idx="2087">
                  <c:v>2020.30601093</c:v>
                </c:pt>
                <c:pt idx="2088">
                  <c:v>2020.30874317</c:v>
                </c:pt>
                <c:pt idx="2089">
                  <c:v>2020.31147541</c:v>
                </c:pt>
                <c:pt idx="2090">
                  <c:v>2020.31420765</c:v>
                </c:pt>
                <c:pt idx="2091">
                  <c:v>2020.32240437</c:v>
                </c:pt>
                <c:pt idx="2092">
                  <c:v>2020.32513661</c:v>
                </c:pt>
                <c:pt idx="2093">
                  <c:v>2020.32786885</c:v>
                </c:pt>
                <c:pt idx="2094">
                  <c:v>2020.33060109</c:v>
                </c:pt>
                <c:pt idx="2095">
                  <c:v>2020.33333333</c:v>
                </c:pt>
                <c:pt idx="2096">
                  <c:v>2020.34153005</c:v>
                </c:pt>
                <c:pt idx="2097">
                  <c:v>2020.3442623</c:v>
                </c:pt>
                <c:pt idx="2098">
                  <c:v>2020.34699454</c:v>
                </c:pt>
                <c:pt idx="2099">
                  <c:v>2020.34972678</c:v>
                </c:pt>
                <c:pt idx="2100">
                  <c:v>2020.35245902</c:v>
                </c:pt>
                <c:pt idx="2101">
                  <c:v>2020.36065574</c:v>
                </c:pt>
                <c:pt idx="2102">
                  <c:v>2020.36338798</c:v>
                </c:pt>
                <c:pt idx="2103">
                  <c:v>2020.36612022</c:v>
                </c:pt>
                <c:pt idx="2104">
                  <c:v>2020.36885246</c:v>
                </c:pt>
                <c:pt idx="2105">
                  <c:v>2020.3715847</c:v>
                </c:pt>
                <c:pt idx="2106">
                  <c:v>2020.37978142</c:v>
                </c:pt>
                <c:pt idx="2107">
                  <c:v>2020.38251366</c:v>
                </c:pt>
                <c:pt idx="2108">
                  <c:v>2020.3852459</c:v>
                </c:pt>
                <c:pt idx="2109">
                  <c:v>2020.38797814</c:v>
                </c:pt>
                <c:pt idx="2110">
                  <c:v>2020.39071038</c:v>
                </c:pt>
                <c:pt idx="2111">
                  <c:v>2020.40163934</c:v>
                </c:pt>
                <c:pt idx="2112">
                  <c:v>2020.40437158</c:v>
                </c:pt>
                <c:pt idx="2113">
                  <c:v>2020.40710383</c:v>
                </c:pt>
                <c:pt idx="2114">
                  <c:v>2020.40983607</c:v>
                </c:pt>
                <c:pt idx="2115">
                  <c:v>2020.41803279</c:v>
                </c:pt>
                <c:pt idx="2116">
                  <c:v>2020.42076503</c:v>
                </c:pt>
                <c:pt idx="2117">
                  <c:v>2020.42349727</c:v>
                </c:pt>
                <c:pt idx="2118">
                  <c:v>2020.42622951</c:v>
                </c:pt>
                <c:pt idx="2119">
                  <c:v>2020.42896175</c:v>
                </c:pt>
                <c:pt idx="2120">
                  <c:v>2020.43715847</c:v>
                </c:pt>
                <c:pt idx="2121">
                  <c:v>2020.43989071</c:v>
                </c:pt>
                <c:pt idx="2122">
                  <c:v>2020.44262295</c:v>
                </c:pt>
                <c:pt idx="2123">
                  <c:v>2020.44535519</c:v>
                </c:pt>
                <c:pt idx="2124">
                  <c:v>2020.44808743</c:v>
                </c:pt>
                <c:pt idx="2125">
                  <c:v>2020.45628415</c:v>
                </c:pt>
                <c:pt idx="2126">
                  <c:v>2020.45901639</c:v>
                </c:pt>
                <c:pt idx="2127">
                  <c:v>2020.46174863</c:v>
                </c:pt>
                <c:pt idx="2128">
                  <c:v>2020.46448087</c:v>
                </c:pt>
                <c:pt idx="2129">
                  <c:v>2020.46721311</c:v>
                </c:pt>
                <c:pt idx="2130">
                  <c:v>2020.47540984</c:v>
                </c:pt>
                <c:pt idx="2131">
                  <c:v>2020.47814208</c:v>
                </c:pt>
                <c:pt idx="2132">
                  <c:v>2020.48087432</c:v>
                </c:pt>
                <c:pt idx="2133">
                  <c:v>2020.48360656</c:v>
                </c:pt>
                <c:pt idx="2134">
                  <c:v>2020.4863388</c:v>
                </c:pt>
                <c:pt idx="2135">
                  <c:v>2020.49453552</c:v>
                </c:pt>
                <c:pt idx="2136">
                  <c:v>2020.49726776</c:v>
                </c:pt>
                <c:pt idx="2137">
                  <c:v>2020.5</c:v>
                </c:pt>
                <c:pt idx="2138">
                  <c:v>2020.50273224</c:v>
                </c:pt>
                <c:pt idx="2139">
                  <c:v>2020.5136612</c:v>
                </c:pt>
                <c:pt idx="2140">
                  <c:v>2020.51639344</c:v>
                </c:pt>
                <c:pt idx="2141">
                  <c:v>2020.51912568</c:v>
                </c:pt>
                <c:pt idx="2142">
                  <c:v>2020.52185792</c:v>
                </c:pt>
                <c:pt idx="2143">
                  <c:v>2020.52459016</c:v>
                </c:pt>
                <c:pt idx="2144">
                  <c:v>2020.53278689</c:v>
                </c:pt>
                <c:pt idx="2145">
                  <c:v>2020.53551913</c:v>
                </c:pt>
                <c:pt idx="2146">
                  <c:v>2020.53825137</c:v>
                </c:pt>
                <c:pt idx="2147">
                  <c:v>2020.54098361</c:v>
                </c:pt>
                <c:pt idx="2148">
                  <c:v>2020.54371585</c:v>
                </c:pt>
                <c:pt idx="2149">
                  <c:v>2020.55191257</c:v>
                </c:pt>
                <c:pt idx="2150">
                  <c:v>2020.55464481</c:v>
                </c:pt>
                <c:pt idx="2151">
                  <c:v>2020.55737705</c:v>
                </c:pt>
                <c:pt idx="2152">
                  <c:v>2020.56010929</c:v>
                </c:pt>
                <c:pt idx="2153">
                  <c:v>2020.56284153</c:v>
                </c:pt>
                <c:pt idx="2154">
                  <c:v>2020.57103825</c:v>
                </c:pt>
                <c:pt idx="2155">
                  <c:v>2020.57377049</c:v>
                </c:pt>
                <c:pt idx="2156">
                  <c:v>2020.57650273</c:v>
                </c:pt>
                <c:pt idx="2157">
                  <c:v>2020.57923497</c:v>
                </c:pt>
                <c:pt idx="2158">
                  <c:v>2020.58196721</c:v>
                </c:pt>
                <c:pt idx="2159">
                  <c:v>2020.59016393</c:v>
                </c:pt>
                <c:pt idx="2160">
                  <c:v>2020.59289617</c:v>
                </c:pt>
                <c:pt idx="2161">
                  <c:v>2020.59562842</c:v>
                </c:pt>
                <c:pt idx="2162">
                  <c:v>2020.59836066</c:v>
                </c:pt>
                <c:pt idx="2163">
                  <c:v>2020.6010929</c:v>
                </c:pt>
                <c:pt idx="2164">
                  <c:v>2020.60928962</c:v>
                </c:pt>
                <c:pt idx="2165">
                  <c:v>2020.61202186</c:v>
                </c:pt>
                <c:pt idx="2166">
                  <c:v>2020.6147541</c:v>
                </c:pt>
                <c:pt idx="2167">
                  <c:v>2020.61748634</c:v>
                </c:pt>
                <c:pt idx="2168">
                  <c:v>2020.62021858</c:v>
                </c:pt>
                <c:pt idx="2169">
                  <c:v>2020.6284153</c:v>
                </c:pt>
                <c:pt idx="2170">
                  <c:v>2020.63114754</c:v>
                </c:pt>
                <c:pt idx="2171">
                  <c:v>2020.63387978</c:v>
                </c:pt>
                <c:pt idx="2172">
                  <c:v>2020.63661202</c:v>
                </c:pt>
                <c:pt idx="2173">
                  <c:v>2020.63934426</c:v>
                </c:pt>
                <c:pt idx="2174">
                  <c:v>2020.64754098</c:v>
                </c:pt>
                <c:pt idx="2175">
                  <c:v>2020.65027322</c:v>
                </c:pt>
                <c:pt idx="2176">
                  <c:v>2020.65300546</c:v>
                </c:pt>
                <c:pt idx="2177">
                  <c:v>2020.6557377</c:v>
                </c:pt>
                <c:pt idx="2178">
                  <c:v>2020.65846995</c:v>
                </c:pt>
                <c:pt idx="2179">
                  <c:v>2020.66666667</c:v>
                </c:pt>
                <c:pt idx="2180">
                  <c:v>2020.66939891</c:v>
                </c:pt>
                <c:pt idx="2181">
                  <c:v>2020.67213115</c:v>
                </c:pt>
                <c:pt idx="2182">
                  <c:v>2020.67486339</c:v>
                </c:pt>
                <c:pt idx="2183">
                  <c:v>2020.67759563</c:v>
                </c:pt>
                <c:pt idx="2184">
                  <c:v>2020.68852459</c:v>
                </c:pt>
                <c:pt idx="2185">
                  <c:v>2020.69125683</c:v>
                </c:pt>
                <c:pt idx="2186">
                  <c:v>2020.69398907</c:v>
                </c:pt>
                <c:pt idx="2187">
                  <c:v>2020.69672131</c:v>
                </c:pt>
                <c:pt idx="2188">
                  <c:v>2020.70491803</c:v>
                </c:pt>
                <c:pt idx="2189">
                  <c:v>2020.70765027</c:v>
                </c:pt>
                <c:pt idx="2190">
                  <c:v>2020.71038251</c:v>
                </c:pt>
                <c:pt idx="2191">
                  <c:v>2020.71311475</c:v>
                </c:pt>
                <c:pt idx="2192">
                  <c:v>2020.71584699</c:v>
                </c:pt>
                <c:pt idx="2193">
                  <c:v>2020.72404372</c:v>
                </c:pt>
                <c:pt idx="2194">
                  <c:v>2020.72677596</c:v>
                </c:pt>
                <c:pt idx="2195">
                  <c:v>2020.7295082</c:v>
                </c:pt>
                <c:pt idx="2196">
                  <c:v>2020.73224044</c:v>
                </c:pt>
                <c:pt idx="2197">
                  <c:v>2020.73497268</c:v>
                </c:pt>
                <c:pt idx="2198">
                  <c:v>2020.7431694</c:v>
                </c:pt>
                <c:pt idx="2199">
                  <c:v>2020.74590164</c:v>
                </c:pt>
                <c:pt idx="2200">
                  <c:v>2020.74863388</c:v>
                </c:pt>
                <c:pt idx="2201">
                  <c:v>2020.75136612</c:v>
                </c:pt>
                <c:pt idx="2202">
                  <c:v>2020.75409836</c:v>
                </c:pt>
                <c:pt idx="2203">
                  <c:v>2020.76229508</c:v>
                </c:pt>
                <c:pt idx="2204">
                  <c:v>2020.76502732</c:v>
                </c:pt>
                <c:pt idx="2205">
                  <c:v>2020.76775956</c:v>
                </c:pt>
                <c:pt idx="2206">
                  <c:v>2020.7704918</c:v>
                </c:pt>
                <c:pt idx="2207">
                  <c:v>2020.77322404</c:v>
                </c:pt>
                <c:pt idx="2208">
                  <c:v>2020.78142077</c:v>
                </c:pt>
                <c:pt idx="2209">
                  <c:v>2020.78415301</c:v>
                </c:pt>
                <c:pt idx="2210">
                  <c:v>2020.78688525</c:v>
                </c:pt>
                <c:pt idx="2211">
                  <c:v>2020.78961749</c:v>
                </c:pt>
                <c:pt idx="2212">
                  <c:v>2020.79234973</c:v>
                </c:pt>
                <c:pt idx="2213">
                  <c:v>2020.80054645</c:v>
                </c:pt>
                <c:pt idx="2214">
                  <c:v>2020.80327869</c:v>
                </c:pt>
                <c:pt idx="2215">
                  <c:v>2020.80601093</c:v>
                </c:pt>
                <c:pt idx="2216">
                  <c:v>2020.80874317</c:v>
                </c:pt>
                <c:pt idx="2217">
                  <c:v>2020.81147541</c:v>
                </c:pt>
                <c:pt idx="2218">
                  <c:v>2020.81967213</c:v>
                </c:pt>
                <c:pt idx="2219">
                  <c:v>2020.82240437</c:v>
                </c:pt>
                <c:pt idx="2220">
                  <c:v>2020.82513661</c:v>
                </c:pt>
                <c:pt idx="2221">
                  <c:v>2020.82786885</c:v>
                </c:pt>
                <c:pt idx="2222">
                  <c:v>2020.83060109</c:v>
                </c:pt>
                <c:pt idx="2223">
                  <c:v>2020.83879781</c:v>
                </c:pt>
                <c:pt idx="2224">
                  <c:v>2020.84153005</c:v>
                </c:pt>
                <c:pt idx="2225">
                  <c:v>2020.8442623</c:v>
                </c:pt>
                <c:pt idx="2226">
                  <c:v>2020.84699454</c:v>
                </c:pt>
                <c:pt idx="2227">
                  <c:v>2020.84972678</c:v>
                </c:pt>
                <c:pt idx="2228">
                  <c:v>2020.8579235</c:v>
                </c:pt>
                <c:pt idx="2229">
                  <c:v>2020.86065574</c:v>
                </c:pt>
                <c:pt idx="2230">
                  <c:v>2020.86338798</c:v>
                </c:pt>
                <c:pt idx="2231">
                  <c:v>2020.86612022</c:v>
                </c:pt>
                <c:pt idx="2232">
                  <c:v>2020.86885246</c:v>
                </c:pt>
                <c:pt idx="2233">
                  <c:v>2020.87704918</c:v>
                </c:pt>
                <c:pt idx="2234">
                  <c:v>2020.87978142</c:v>
                </c:pt>
                <c:pt idx="2235">
                  <c:v>2020.88251366</c:v>
                </c:pt>
                <c:pt idx="2236">
                  <c:v>2020.8852459</c:v>
                </c:pt>
                <c:pt idx="2237">
                  <c:v>2020.88797814</c:v>
                </c:pt>
                <c:pt idx="2238">
                  <c:v>2020.89617486</c:v>
                </c:pt>
                <c:pt idx="2239">
                  <c:v>2020.8989071</c:v>
                </c:pt>
                <c:pt idx="2240">
                  <c:v>2020.90163934</c:v>
                </c:pt>
                <c:pt idx="2241">
                  <c:v>2020.90710383</c:v>
                </c:pt>
                <c:pt idx="2242">
                  <c:v>2020.91530055</c:v>
                </c:pt>
                <c:pt idx="2243">
                  <c:v>2020.91803279</c:v>
                </c:pt>
                <c:pt idx="2244">
                  <c:v>2020.92076503</c:v>
                </c:pt>
                <c:pt idx="2245">
                  <c:v>2020.92349727</c:v>
                </c:pt>
                <c:pt idx="2246">
                  <c:v>2020.92622951</c:v>
                </c:pt>
                <c:pt idx="2247">
                  <c:v>2020.93442623</c:v>
                </c:pt>
                <c:pt idx="2248">
                  <c:v>2020.93715847</c:v>
                </c:pt>
                <c:pt idx="2249">
                  <c:v>2020.93989071</c:v>
                </c:pt>
                <c:pt idx="2250">
                  <c:v>2020.94262295</c:v>
                </c:pt>
                <c:pt idx="2251">
                  <c:v>2020.94535519</c:v>
                </c:pt>
                <c:pt idx="2252">
                  <c:v>2020.95355191</c:v>
                </c:pt>
                <c:pt idx="2253">
                  <c:v>2020.95628415</c:v>
                </c:pt>
                <c:pt idx="2254">
                  <c:v>2020.95901639</c:v>
                </c:pt>
                <c:pt idx="2255">
                  <c:v>2020.96174863</c:v>
                </c:pt>
                <c:pt idx="2256">
                  <c:v>2020.96448087</c:v>
                </c:pt>
                <c:pt idx="2257">
                  <c:v>2020.9726776</c:v>
                </c:pt>
                <c:pt idx="2258">
                  <c:v>2020.97540984</c:v>
                </c:pt>
                <c:pt idx="2259">
                  <c:v>2020.97814208</c:v>
                </c:pt>
                <c:pt idx="2260">
                  <c:v>2020.98087432</c:v>
                </c:pt>
                <c:pt idx="2261">
                  <c:v>2020.99180328</c:v>
                </c:pt>
                <c:pt idx="2262">
                  <c:v>2020.99453552</c:v>
                </c:pt>
                <c:pt idx="2263">
                  <c:v>2020.99726776</c:v>
                </c:pt>
                <c:pt idx="2264">
                  <c:v>2021</c:v>
                </c:pt>
                <c:pt idx="2265">
                  <c:v>2021.0109589</c:v>
                </c:pt>
                <c:pt idx="2266">
                  <c:v>2021.01369863</c:v>
                </c:pt>
                <c:pt idx="2267">
                  <c:v>2021.01643836</c:v>
                </c:pt>
                <c:pt idx="2268">
                  <c:v>2021.01917808</c:v>
                </c:pt>
                <c:pt idx="2269">
                  <c:v>2021.02191781</c:v>
                </c:pt>
                <c:pt idx="2270">
                  <c:v>2021.03013699</c:v>
                </c:pt>
                <c:pt idx="2271">
                  <c:v>2021.03287671</c:v>
                </c:pt>
                <c:pt idx="2272">
                  <c:v>2021.03561644</c:v>
                </c:pt>
                <c:pt idx="2273">
                  <c:v>2021.03835616</c:v>
                </c:pt>
                <c:pt idx="2274">
                  <c:v>2021.04109589</c:v>
                </c:pt>
                <c:pt idx="2275">
                  <c:v>2021.05205479</c:v>
                </c:pt>
                <c:pt idx="2276">
                  <c:v>2021.05479452</c:v>
                </c:pt>
                <c:pt idx="2277">
                  <c:v>2021.05753425</c:v>
                </c:pt>
                <c:pt idx="2278">
                  <c:v>2021.06027397</c:v>
                </c:pt>
                <c:pt idx="2279">
                  <c:v>2021.06849315</c:v>
                </c:pt>
                <c:pt idx="2280">
                  <c:v>2021.07123288</c:v>
                </c:pt>
                <c:pt idx="2281">
                  <c:v>2021.0739726</c:v>
                </c:pt>
                <c:pt idx="2282">
                  <c:v>2021.07671233</c:v>
                </c:pt>
                <c:pt idx="2283">
                  <c:v>2021.07945205</c:v>
                </c:pt>
                <c:pt idx="2284">
                  <c:v>2021.08767123</c:v>
                </c:pt>
                <c:pt idx="2285">
                  <c:v>2021.09041096</c:v>
                </c:pt>
                <c:pt idx="2286">
                  <c:v>2021.09315068</c:v>
                </c:pt>
                <c:pt idx="2287">
                  <c:v>2021.09589041</c:v>
                </c:pt>
                <c:pt idx="2288">
                  <c:v>2021.09863014</c:v>
                </c:pt>
                <c:pt idx="2289">
                  <c:v>2021.10684932</c:v>
                </c:pt>
                <c:pt idx="2290">
                  <c:v>2021.10958904</c:v>
                </c:pt>
                <c:pt idx="2291">
                  <c:v>2021.11232877</c:v>
                </c:pt>
                <c:pt idx="2292">
                  <c:v>2021.11506849</c:v>
                </c:pt>
                <c:pt idx="2293">
                  <c:v>2021.11780822</c:v>
                </c:pt>
                <c:pt idx="2294">
                  <c:v>2021.12876712</c:v>
                </c:pt>
                <c:pt idx="2295">
                  <c:v>2021.13150685</c:v>
                </c:pt>
                <c:pt idx="2296">
                  <c:v>2021.13424658</c:v>
                </c:pt>
                <c:pt idx="2297">
                  <c:v>2021.1369863</c:v>
                </c:pt>
                <c:pt idx="2298">
                  <c:v>2021.14520548</c:v>
                </c:pt>
                <c:pt idx="2299">
                  <c:v>2021.14794521</c:v>
                </c:pt>
                <c:pt idx="2300">
                  <c:v>2021.15068493</c:v>
                </c:pt>
                <c:pt idx="2301">
                  <c:v>2021.15342466</c:v>
                </c:pt>
                <c:pt idx="2302">
                  <c:v>2021.15616438</c:v>
                </c:pt>
                <c:pt idx="2303">
                  <c:v>2021.16438356</c:v>
                </c:pt>
                <c:pt idx="2304">
                  <c:v>2021.16712329</c:v>
                </c:pt>
                <c:pt idx="2305">
                  <c:v>2021.16986301</c:v>
                </c:pt>
                <c:pt idx="2306">
                  <c:v>2021.17260274</c:v>
                </c:pt>
                <c:pt idx="2307">
                  <c:v>2021.17534247</c:v>
                </c:pt>
                <c:pt idx="2308">
                  <c:v>2021.18356164</c:v>
                </c:pt>
                <c:pt idx="2309">
                  <c:v>2021.18630137</c:v>
                </c:pt>
                <c:pt idx="2310">
                  <c:v>2021.1890411</c:v>
                </c:pt>
                <c:pt idx="2311">
                  <c:v>2021.19178082</c:v>
                </c:pt>
                <c:pt idx="2312">
                  <c:v>2021.19452055</c:v>
                </c:pt>
                <c:pt idx="2313">
                  <c:v>2021.20273973</c:v>
                </c:pt>
                <c:pt idx="2314">
                  <c:v>2021.20547945</c:v>
                </c:pt>
                <c:pt idx="2315">
                  <c:v>2021.20821918</c:v>
                </c:pt>
                <c:pt idx="2316">
                  <c:v>2021.2109589</c:v>
                </c:pt>
                <c:pt idx="2317">
                  <c:v>2021.21369863</c:v>
                </c:pt>
                <c:pt idx="2318">
                  <c:v>2021.22191781</c:v>
                </c:pt>
                <c:pt idx="2319">
                  <c:v>2021.22465753</c:v>
                </c:pt>
                <c:pt idx="2320">
                  <c:v>2021.22739726</c:v>
                </c:pt>
                <c:pt idx="2321">
                  <c:v>2021.23013699</c:v>
                </c:pt>
                <c:pt idx="2322">
                  <c:v>2021.23287671</c:v>
                </c:pt>
                <c:pt idx="2323">
                  <c:v>2021.24109589</c:v>
                </c:pt>
                <c:pt idx="2324">
                  <c:v>2021.24383562</c:v>
                </c:pt>
                <c:pt idx="2325">
                  <c:v>2021.24657534</c:v>
                </c:pt>
                <c:pt idx="2326">
                  <c:v>2021.24931507</c:v>
                </c:pt>
                <c:pt idx="2327">
                  <c:v>2021.26027397</c:v>
                </c:pt>
                <c:pt idx="2328">
                  <c:v>2021.2630137</c:v>
                </c:pt>
                <c:pt idx="2329">
                  <c:v>2021.26575342</c:v>
                </c:pt>
                <c:pt idx="2330">
                  <c:v>2021.26849315</c:v>
                </c:pt>
                <c:pt idx="2331">
                  <c:v>2021.27123288</c:v>
                </c:pt>
                <c:pt idx="2332">
                  <c:v>2021.27945205</c:v>
                </c:pt>
                <c:pt idx="2333">
                  <c:v>2021.28219178</c:v>
                </c:pt>
                <c:pt idx="2334">
                  <c:v>2021.28493151</c:v>
                </c:pt>
                <c:pt idx="2335">
                  <c:v>2021.28767123</c:v>
                </c:pt>
                <c:pt idx="2336">
                  <c:v>2021.29041096</c:v>
                </c:pt>
                <c:pt idx="2337">
                  <c:v>2021.29863014</c:v>
                </c:pt>
                <c:pt idx="2338">
                  <c:v>2021.30136986</c:v>
                </c:pt>
                <c:pt idx="2339">
                  <c:v>2021.30410959</c:v>
                </c:pt>
                <c:pt idx="2340">
                  <c:v>2021.30684932</c:v>
                </c:pt>
                <c:pt idx="2341">
                  <c:v>2021.30958904</c:v>
                </c:pt>
                <c:pt idx="2342">
                  <c:v>2021.31780822</c:v>
                </c:pt>
                <c:pt idx="2343">
                  <c:v>2021.32054795</c:v>
                </c:pt>
                <c:pt idx="2344">
                  <c:v>2021.32328767</c:v>
                </c:pt>
                <c:pt idx="2345">
                  <c:v>2021.3260274</c:v>
                </c:pt>
                <c:pt idx="2346">
                  <c:v>2021.32876712</c:v>
                </c:pt>
                <c:pt idx="2347">
                  <c:v>2021.3369863</c:v>
                </c:pt>
                <c:pt idx="2348">
                  <c:v>2021.33972603</c:v>
                </c:pt>
                <c:pt idx="2349">
                  <c:v>2021.34246575</c:v>
                </c:pt>
                <c:pt idx="2350">
                  <c:v>2021.34520548</c:v>
                </c:pt>
                <c:pt idx="2351">
                  <c:v>2021.34794521</c:v>
                </c:pt>
                <c:pt idx="2352">
                  <c:v>2021.35616438</c:v>
                </c:pt>
                <c:pt idx="2353">
                  <c:v>2021.35890411</c:v>
                </c:pt>
                <c:pt idx="2354">
                  <c:v>2021.36164384</c:v>
                </c:pt>
                <c:pt idx="2355">
                  <c:v>2021.36438356</c:v>
                </c:pt>
                <c:pt idx="2356">
                  <c:v>2021.36712329</c:v>
                </c:pt>
                <c:pt idx="2357">
                  <c:v>2021.37534247</c:v>
                </c:pt>
                <c:pt idx="2358">
                  <c:v>2021.37808219</c:v>
                </c:pt>
                <c:pt idx="2359">
                  <c:v>2021.38082192</c:v>
                </c:pt>
                <c:pt idx="2360">
                  <c:v>2021.38356164</c:v>
                </c:pt>
                <c:pt idx="2361">
                  <c:v>2021.38630137</c:v>
                </c:pt>
                <c:pt idx="2362">
                  <c:v>2021.39452055</c:v>
                </c:pt>
                <c:pt idx="2363">
                  <c:v>2021.39726027</c:v>
                </c:pt>
                <c:pt idx="2364">
                  <c:v>2021.4</c:v>
                </c:pt>
                <c:pt idx="2365">
                  <c:v>2021.40273973</c:v>
                </c:pt>
                <c:pt idx="2366">
                  <c:v>2021.40547945</c:v>
                </c:pt>
                <c:pt idx="2367">
                  <c:v>2021.41643836</c:v>
                </c:pt>
                <c:pt idx="2368">
                  <c:v>2021.41917808</c:v>
                </c:pt>
                <c:pt idx="2369">
                  <c:v>2021.42191781</c:v>
                </c:pt>
                <c:pt idx="2370">
                  <c:v>2021.42465753</c:v>
                </c:pt>
                <c:pt idx="2371">
                  <c:v>2021.43287671</c:v>
                </c:pt>
                <c:pt idx="2372">
                  <c:v>2021.43561644</c:v>
                </c:pt>
                <c:pt idx="2373">
                  <c:v>2021.43835616</c:v>
                </c:pt>
                <c:pt idx="2374">
                  <c:v>2021.44109589</c:v>
                </c:pt>
                <c:pt idx="2375">
                  <c:v>2021.44383562</c:v>
                </c:pt>
                <c:pt idx="2376">
                  <c:v>2021.45205479</c:v>
                </c:pt>
                <c:pt idx="2377">
                  <c:v>2021.45479452</c:v>
                </c:pt>
                <c:pt idx="2378">
                  <c:v>2021.45753425</c:v>
                </c:pt>
                <c:pt idx="2379">
                  <c:v>2021.46027397</c:v>
                </c:pt>
                <c:pt idx="2380">
                  <c:v>2021.4630137</c:v>
                </c:pt>
                <c:pt idx="2381">
                  <c:v>2021.47123288</c:v>
                </c:pt>
                <c:pt idx="2382">
                  <c:v>2021.4739726</c:v>
                </c:pt>
                <c:pt idx="2383">
                  <c:v>2021.47671233</c:v>
                </c:pt>
                <c:pt idx="2384">
                  <c:v>2021.47945205</c:v>
                </c:pt>
                <c:pt idx="2385">
                  <c:v>2021.48219178</c:v>
                </c:pt>
                <c:pt idx="2386">
                  <c:v>2021.49041096</c:v>
                </c:pt>
                <c:pt idx="2387">
                  <c:v>2021.49315068</c:v>
                </c:pt>
                <c:pt idx="2388">
                  <c:v>2021.49589041</c:v>
                </c:pt>
                <c:pt idx="2389">
                  <c:v>2021.49863014</c:v>
                </c:pt>
                <c:pt idx="2390">
                  <c:v>2021.50136986</c:v>
                </c:pt>
                <c:pt idx="2391">
                  <c:v>2021.51232877</c:v>
                </c:pt>
                <c:pt idx="2392">
                  <c:v>2021.51506849</c:v>
                </c:pt>
                <c:pt idx="2393">
                  <c:v>2021.51780822</c:v>
                </c:pt>
                <c:pt idx="2394">
                  <c:v>2021.52054795</c:v>
                </c:pt>
                <c:pt idx="2395">
                  <c:v>2021.52876712</c:v>
                </c:pt>
                <c:pt idx="2396">
                  <c:v>2021.53150685</c:v>
                </c:pt>
                <c:pt idx="2397">
                  <c:v>2021.53424658</c:v>
                </c:pt>
                <c:pt idx="2398">
                  <c:v>2021.5369863</c:v>
                </c:pt>
                <c:pt idx="2399">
                  <c:v>2021.53972603</c:v>
                </c:pt>
                <c:pt idx="2400">
                  <c:v>2021.54794521</c:v>
                </c:pt>
                <c:pt idx="2401">
                  <c:v>2021.55068493</c:v>
                </c:pt>
                <c:pt idx="2402">
                  <c:v>2021.55342466</c:v>
                </c:pt>
                <c:pt idx="2403">
                  <c:v>2021.55616438</c:v>
                </c:pt>
                <c:pt idx="2404">
                  <c:v>2021.55890411</c:v>
                </c:pt>
                <c:pt idx="2405">
                  <c:v>2021.56712329</c:v>
                </c:pt>
                <c:pt idx="2406">
                  <c:v>2021.56986301</c:v>
                </c:pt>
                <c:pt idx="2407">
                  <c:v>2021.57260274</c:v>
                </c:pt>
                <c:pt idx="2408">
                  <c:v>2021.57534247</c:v>
                </c:pt>
                <c:pt idx="2409">
                  <c:v>2021.57808219</c:v>
                </c:pt>
                <c:pt idx="2410">
                  <c:v>2021.58630137</c:v>
                </c:pt>
                <c:pt idx="2411">
                  <c:v>2021.5890411</c:v>
                </c:pt>
                <c:pt idx="2412">
                  <c:v>2021.59178082</c:v>
                </c:pt>
                <c:pt idx="2413">
                  <c:v>2021.59452055</c:v>
                </c:pt>
                <c:pt idx="2414">
                  <c:v>2021.59726027</c:v>
                </c:pt>
                <c:pt idx="2415">
                  <c:v>2021.60547945</c:v>
                </c:pt>
                <c:pt idx="2416">
                  <c:v>2021.60821918</c:v>
                </c:pt>
                <c:pt idx="2417">
                  <c:v>2021.6109589</c:v>
                </c:pt>
                <c:pt idx="2418">
                  <c:v>2021.61369863</c:v>
                </c:pt>
                <c:pt idx="2419">
                  <c:v>2021.61643836</c:v>
                </c:pt>
                <c:pt idx="2420">
                  <c:v>2021.62465753</c:v>
                </c:pt>
                <c:pt idx="2421">
                  <c:v>2021.62739726</c:v>
                </c:pt>
                <c:pt idx="2422">
                  <c:v>2021.63013699</c:v>
                </c:pt>
                <c:pt idx="2423">
                  <c:v>2021.63287671</c:v>
                </c:pt>
                <c:pt idx="2424">
                  <c:v>2021.63561644</c:v>
                </c:pt>
                <c:pt idx="2425">
                  <c:v>2021.64383562</c:v>
                </c:pt>
                <c:pt idx="2426">
                  <c:v>2021.64657534</c:v>
                </c:pt>
                <c:pt idx="2427">
                  <c:v>2021.64931507</c:v>
                </c:pt>
                <c:pt idx="2428">
                  <c:v>2021.65205479</c:v>
                </c:pt>
                <c:pt idx="2429">
                  <c:v>2021.65479452</c:v>
                </c:pt>
                <c:pt idx="2430">
                  <c:v>2021.6630137</c:v>
                </c:pt>
                <c:pt idx="2431">
                  <c:v>2021.66575342</c:v>
                </c:pt>
                <c:pt idx="2432">
                  <c:v>2021.66849315</c:v>
                </c:pt>
                <c:pt idx="2433">
                  <c:v>2021.67123288</c:v>
                </c:pt>
                <c:pt idx="2434">
                  <c:v>2021.6739726</c:v>
                </c:pt>
                <c:pt idx="2435">
                  <c:v>2021.68493151</c:v>
                </c:pt>
                <c:pt idx="2436">
                  <c:v>2021.68767123</c:v>
                </c:pt>
                <c:pt idx="2437">
                  <c:v>2021.69041096</c:v>
                </c:pt>
                <c:pt idx="2438">
                  <c:v>2021.69315068</c:v>
                </c:pt>
                <c:pt idx="2439">
                  <c:v>2021.70136986</c:v>
                </c:pt>
                <c:pt idx="2440">
                  <c:v>2021.70410959</c:v>
                </c:pt>
                <c:pt idx="2441">
                  <c:v>2021.70684932</c:v>
                </c:pt>
                <c:pt idx="2442">
                  <c:v>2021.70958904</c:v>
                </c:pt>
                <c:pt idx="2443">
                  <c:v>2021.71232877</c:v>
                </c:pt>
                <c:pt idx="2444">
                  <c:v>2021.72054795</c:v>
                </c:pt>
                <c:pt idx="2445">
                  <c:v>2021.72328767</c:v>
                </c:pt>
                <c:pt idx="2446">
                  <c:v>2021.7260274</c:v>
                </c:pt>
                <c:pt idx="2447">
                  <c:v>2021.72876712</c:v>
                </c:pt>
                <c:pt idx="2448">
                  <c:v>2021.73150685</c:v>
                </c:pt>
                <c:pt idx="2449">
                  <c:v>2021.73972603</c:v>
                </c:pt>
                <c:pt idx="2450">
                  <c:v>2021.74246575</c:v>
                </c:pt>
                <c:pt idx="2451">
                  <c:v>2021.74520548</c:v>
                </c:pt>
                <c:pt idx="2452">
                  <c:v>2021.74794521</c:v>
                </c:pt>
                <c:pt idx="2453">
                  <c:v>2021.75068493</c:v>
                </c:pt>
                <c:pt idx="2454">
                  <c:v>2021.75890411</c:v>
                </c:pt>
                <c:pt idx="2455">
                  <c:v>2021.76164384</c:v>
                </c:pt>
                <c:pt idx="2456">
                  <c:v>2021.76438356</c:v>
                </c:pt>
                <c:pt idx="2457">
                  <c:v>2021.76712329</c:v>
                </c:pt>
                <c:pt idx="2458">
                  <c:v>2021.76986301</c:v>
                </c:pt>
                <c:pt idx="2459">
                  <c:v>2021.77808219</c:v>
                </c:pt>
                <c:pt idx="2460">
                  <c:v>2021.78082192</c:v>
                </c:pt>
                <c:pt idx="2461">
                  <c:v>2021.78356164</c:v>
                </c:pt>
                <c:pt idx="2462">
                  <c:v>2021.78630137</c:v>
                </c:pt>
                <c:pt idx="2463">
                  <c:v>2021.7890411</c:v>
                </c:pt>
                <c:pt idx="2464">
                  <c:v>2021.79726027</c:v>
                </c:pt>
                <c:pt idx="2465">
                  <c:v>2021.8</c:v>
                </c:pt>
                <c:pt idx="2466">
                  <c:v>2021.80273973</c:v>
                </c:pt>
                <c:pt idx="2467">
                  <c:v>2021.80547945</c:v>
                </c:pt>
                <c:pt idx="2468">
                  <c:v>2021.80821918</c:v>
                </c:pt>
                <c:pt idx="2469">
                  <c:v>2021.81643836</c:v>
                </c:pt>
                <c:pt idx="2470">
                  <c:v>2021.81917808</c:v>
                </c:pt>
                <c:pt idx="2471">
                  <c:v>2021.82191781</c:v>
                </c:pt>
                <c:pt idx="2472">
                  <c:v>2021.82465753</c:v>
                </c:pt>
                <c:pt idx="2473">
                  <c:v>2021.82739726</c:v>
                </c:pt>
                <c:pt idx="2474">
                  <c:v>2021.83561644</c:v>
                </c:pt>
                <c:pt idx="2475">
                  <c:v>2021.83835616</c:v>
                </c:pt>
                <c:pt idx="2476">
                  <c:v>2021.84109589</c:v>
                </c:pt>
                <c:pt idx="2477">
                  <c:v>2021.84383562</c:v>
                </c:pt>
                <c:pt idx="2478">
                  <c:v>2021.84657534</c:v>
                </c:pt>
                <c:pt idx="2479">
                  <c:v>2021.85479452</c:v>
                </c:pt>
                <c:pt idx="2480">
                  <c:v>2021.85753425</c:v>
                </c:pt>
                <c:pt idx="2481">
                  <c:v>2021.86027397</c:v>
                </c:pt>
                <c:pt idx="2482">
                  <c:v>2021.8630137</c:v>
                </c:pt>
                <c:pt idx="2483">
                  <c:v>2021.86575342</c:v>
                </c:pt>
                <c:pt idx="2484">
                  <c:v>2021.8739726</c:v>
                </c:pt>
                <c:pt idx="2485">
                  <c:v>2021.87671233</c:v>
                </c:pt>
                <c:pt idx="2486">
                  <c:v>2021.87945205</c:v>
                </c:pt>
                <c:pt idx="2487">
                  <c:v>2021.88219178</c:v>
                </c:pt>
                <c:pt idx="2488">
                  <c:v>2021.88493151</c:v>
                </c:pt>
                <c:pt idx="2489">
                  <c:v>2021.89315068</c:v>
                </c:pt>
                <c:pt idx="2490">
                  <c:v>2021.89589041</c:v>
                </c:pt>
                <c:pt idx="2491">
                  <c:v>2021.89863014</c:v>
                </c:pt>
                <c:pt idx="2492">
                  <c:v>2021.90410959</c:v>
                </c:pt>
                <c:pt idx="2493">
                  <c:v>2021.91232877</c:v>
                </c:pt>
                <c:pt idx="2494">
                  <c:v>2021.91506849</c:v>
                </c:pt>
                <c:pt idx="2495">
                  <c:v>2021.91780822</c:v>
                </c:pt>
                <c:pt idx="2496">
                  <c:v>2021.92054795</c:v>
                </c:pt>
                <c:pt idx="2497">
                  <c:v>2021.92328767</c:v>
                </c:pt>
                <c:pt idx="2498">
                  <c:v>2021.93150685</c:v>
                </c:pt>
                <c:pt idx="2499">
                  <c:v>2021.93424658</c:v>
                </c:pt>
                <c:pt idx="2500">
                  <c:v>2021.9369863</c:v>
                </c:pt>
                <c:pt idx="2501">
                  <c:v>2021.93972603</c:v>
                </c:pt>
                <c:pt idx="2502">
                  <c:v>2021.94246575</c:v>
                </c:pt>
                <c:pt idx="2503">
                  <c:v>2021.95068493</c:v>
                </c:pt>
                <c:pt idx="2504">
                  <c:v>2021.95342466</c:v>
                </c:pt>
                <c:pt idx="2505">
                  <c:v>2021.95616438</c:v>
                </c:pt>
                <c:pt idx="2506">
                  <c:v>2021.95890411</c:v>
                </c:pt>
                <c:pt idx="2507">
                  <c:v>2021.96164384</c:v>
                </c:pt>
                <c:pt idx="2508">
                  <c:v>2021.96986301</c:v>
                </c:pt>
                <c:pt idx="2509">
                  <c:v>2021.97260274</c:v>
                </c:pt>
                <c:pt idx="2510">
                  <c:v>2021.97534247</c:v>
                </c:pt>
                <c:pt idx="2511">
                  <c:v>2021.97808219</c:v>
                </c:pt>
                <c:pt idx="2512">
                  <c:v>2021.9890411</c:v>
                </c:pt>
                <c:pt idx="2513">
                  <c:v>2021.99178082</c:v>
                </c:pt>
                <c:pt idx="2514">
                  <c:v>2021.99452055</c:v>
                </c:pt>
                <c:pt idx="2515">
                  <c:v>2021.99726027</c:v>
                </c:pt>
                <c:pt idx="2516">
                  <c:v>2022</c:v>
                </c:pt>
                <c:pt idx="2517">
                  <c:v>2022.00821918</c:v>
                </c:pt>
                <c:pt idx="2518">
                  <c:v>2022.0109589</c:v>
                </c:pt>
                <c:pt idx="2519">
                  <c:v>2022.01369863</c:v>
                </c:pt>
                <c:pt idx="2520">
                  <c:v>2022.01643836</c:v>
                </c:pt>
                <c:pt idx="2521">
                  <c:v>2022.01917808</c:v>
                </c:pt>
                <c:pt idx="2522">
                  <c:v>2022.02739726</c:v>
                </c:pt>
                <c:pt idx="2523">
                  <c:v>2022.03013699</c:v>
                </c:pt>
                <c:pt idx="2524">
                  <c:v>2022.03287671</c:v>
                </c:pt>
                <c:pt idx="2525">
                  <c:v>2022.03561644</c:v>
                </c:pt>
                <c:pt idx="2526">
                  <c:v>2022.03835616</c:v>
                </c:pt>
                <c:pt idx="2527">
                  <c:v>2022.04931507</c:v>
                </c:pt>
                <c:pt idx="2528">
                  <c:v>2022.05205479</c:v>
                </c:pt>
                <c:pt idx="2529">
                  <c:v>2022.05479452</c:v>
                </c:pt>
                <c:pt idx="2530">
                  <c:v>2022.05753425</c:v>
                </c:pt>
                <c:pt idx="2531">
                  <c:v>2022.06575342</c:v>
                </c:pt>
                <c:pt idx="2532">
                  <c:v>2022.06849315</c:v>
                </c:pt>
                <c:pt idx="2533">
                  <c:v>2022.07123288</c:v>
                </c:pt>
                <c:pt idx="2534">
                  <c:v>2022.0739726</c:v>
                </c:pt>
                <c:pt idx="2535">
                  <c:v>2022.07671233</c:v>
                </c:pt>
                <c:pt idx="2536">
                  <c:v>2022.08493151</c:v>
                </c:pt>
                <c:pt idx="2537">
                  <c:v>2022.08767123</c:v>
                </c:pt>
                <c:pt idx="2538">
                  <c:v>2022.09041096</c:v>
                </c:pt>
                <c:pt idx="2539">
                  <c:v>2022.09315068</c:v>
                </c:pt>
                <c:pt idx="2540">
                  <c:v>2022.09589041</c:v>
                </c:pt>
                <c:pt idx="2541">
                  <c:v>2022.10410959</c:v>
                </c:pt>
                <c:pt idx="2542">
                  <c:v>2022.10684932</c:v>
                </c:pt>
                <c:pt idx="2543">
                  <c:v>2022.10958904</c:v>
                </c:pt>
                <c:pt idx="2544">
                  <c:v>2022.11232877</c:v>
                </c:pt>
                <c:pt idx="2545">
                  <c:v>2022.11506849</c:v>
                </c:pt>
                <c:pt idx="2546">
                  <c:v>2022.12328767</c:v>
                </c:pt>
                <c:pt idx="2547">
                  <c:v>2022.1260274</c:v>
                </c:pt>
                <c:pt idx="2548">
                  <c:v>2022.12876712</c:v>
                </c:pt>
                <c:pt idx="2549">
                  <c:v>2022.13150685</c:v>
                </c:pt>
                <c:pt idx="2550">
                  <c:v>2022.13424658</c:v>
                </c:pt>
                <c:pt idx="2551">
                  <c:v>2022.14520548</c:v>
                </c:pt>
                <c:pt idx="2552">
                  <c:v>2022.14794521</c:v>
                </c:pt>
                <c:pt idx="2553">
                  <c:v>2022.15068493</c:v>
                </c:pt>
                <c:pt idx="2554">
                  <c:v>2022.15342466</c:v>
                </c:pt>
                <c:pt idx="2555">
                  <c:v>2022.16164384</c:v>
                </c:pt>
                <c:pt idx="2556">
                  <c:v>2022.16438356</c:v>
                </c:pt>
                <c:pt idx="2557">
                  <c:v>2022.16712329</c:v>
                </c:pt>
                <c:pt idx="2558">
                  <c:v>2022.16986301</c:v>
                </c:pt>
                <c:pt idx="2559">
                  <c:v>2022.17260274</c:v>
                </c:pt>
                <c:pt idx="2560">
                  <c:v>2022.18082192</c:v>
                </c:pt>
                <c:pt idx="2561">
                  <c:v>2022.18356164</c:v>
                </c:pt>
                <c:pt idx="2562">
                  <c:v>2022.18630137</c:v>
                </c:pt>
                <c:pt idx="2563">
                  <c:v>2022.1890411</c:v>
                </c:pt>
                <c:pt idx="2564">
                  <c:v>2022.19178082</c:v>
                </c:pt>
                <c:pt idx="2565">
                  <c:v>2022.2</c:v>
                </c:pt>
                <c:pt idx="2566">
                  <c:v>2022.20273973</c:v>
                </c:pt>
                <c:pt idx="2567">
                  <c:v>2022.20547945</c:v>
                </c:pt>
                <c:pt idx="2568">
                  <c:v>2022.20821918</c:v>
                </c:pt>
                <c:pt idx="2569">
                  <c:v>2022.2109589</c:v>
                </c:pt>
                <c:pt idx="2570">
                  <c:v>2022.21917808</c:v>
                </c:pt>
                <c:pt idx="2571">
                  <c:v>2022.22191781</c:v>
                </c:pt>
                <c:pt idx="2572">
                  <c:v>2022.22465753</c:v>
                </c:pt>
                <c:pt idx="2573">
                  <c:v>2022.22739726</c:v>
                </c:pt>
                <c:pt idx="2574">
                  <c:v>2022.23013699</c:v>
                </c:pt>
                <c:pt idx="2575">
                  <c:v>2022.23835616</c:v>
                </c:pt>
                <c:pt idx="2576">
                  <c:v>2022.24109589</c:v>
                </c:pt>
                <c:pt idx="2577">
                  <c:v>2022.24383562</c:v>
                </c:pt>
                <c:pt idx="2578">
                  <c:v>2022.24657534</c:v>
                </c:pt>
                <c:pt idx="2579">
                  <c:v>2022.24931507</c:v>
                </c:pt>
                <c:pt idx="2580">
                  <c:v>2022.25753425</c:v>
                </c:pt>
                <c:pt idx="2581">
                  <c:v>2022.26027397</c:v>
                </c:pt>
                <c:pt idx="2582">
                  <c:v>2022.2630137</c:v>
                </c:pt>
                <c:pt idx="2583">
                  <c:v>2022.26575342</c:v>
                </c:pt>
                <c:pt idx="2584">
                  <c:v>2022.26849315</c:v>
                </c:pt>
                <c:pt idx="2585">
                  <c:v>2022.27671233</c:v>
                </c:pt>
                <c:pt idx="2586">
                  <c:v>2022.27945205</c:v>
                </c:pt>
                <c:pt idx="2587">
                  <c:v>2022.28219178</c:v>
                </c:pt>
                <c:pt idx="2588">
                  <c:v>2022.28493151</c:v>
                </c:pt>
                <c:pt idx="2589">
                  <c:v>2022.29589041</c:v>
                </c:pt>
                <c:pt idx="2590">
                  <c:v>2022.29863014</c:v>
                </c:pt>
                <c:pt idx="2591">
                  <c:v>2022.30136986</c:v>
                </c:pt>
                <c:pt idx="2592">
                  <c:v>2022.30410959</c:v>
                </c:pt>
                <c:pt idx="2593">
                  <c:v>2022.30684932</c:v>
                </c:pt>
                <c:pt idx="2594">
                  <c:v>2022.31506849</c:v>
                </c:pt>
                <c:pt idx="2595">
                  <c:v>2022.31780822</c:v>
                </c:pt>
                <c:pt idx="2596">
                  <c:v>2022.32054795</c:v>
                </c:pt>
                <c:pt idx="2597">
                  <c:v>2022.32328767</c:v>
                </c:pt>
                <c:pt idx="2598">
                  <c:v>2022.3260274</c:v>
                </c:pt>
                <c:pt idx="2599">
                  <c:v>2022.33424658</c:v>
                </c:pt>
                <c:pt idx="2600">
                  <c:v>2022.3369863</c:v>
                </c:pt>
                <c:pt idx="2601">
                  <c:v>2022.33972603</c:v>
                </c:pt>
                <c:pt idx="2602">
                  <c:v>2022.34246575</c:v>
                </c:pt>
                <c:pt idx="2603">
                  <c:v>2022.34520548</c:v>
                </c:pt>
                <c:pt idx="2604">
                  <c:v>2022.35342466</c:v>
                </c:pt>
                <c:pt idx="2605">
                  <c:v>2022.35616438</c:v>
                </c:pt>
                <c:pt idx="2606">
                  <c:v>2022.35890411</c:v>
                </c:pt>
                <c:pt idx="2607">
                  <c:v>2022.36164384</c:v>
                </c:pt>
                <c:pt idx="2608">
                  <c:v>2022.36438356</c:v>
                </c:pt>
                <c:pt idx="2609">
                  <c:v>2022.37260274</c:v>
                </c:pt>
                <c:pt idx="2610">
                  <c:v>2022.37534247</c:v>
                </c:pt>
                <c:pt idx="2611">
                  <c:v>2022.37808219</c:v>
                </c:pt>
                <c:pt idx="2612">
                  <c:v>2022.38082192</c:v>
                </c:pt>
                <c:pt idx="2613">
                  <c:v>2022.38356164</c:v>
                </c:pt>
                <c:pt idx="2614">
                  <c:v>2022.39178082</c:v>
                </c:pt>
                <c:pt idx="2615">
                  <c:v>2022.39452055</c:v>
                </c:pt>
                <c:pt idx="2616">
                  <c:v>2022.39726027</c:v>
                </c:pt>
                <c:pt idx="2617">
                  <c:v>2022.4</c:v>
                </c:pt>
                <c:pt idx="2618">
                  <c:v>2022.40273973</c:v>
                </c:pt>
                <c:pt idx="2619">
                  <c:v>2022.41369863</c:v>
                </c:pt>
                <c:pt idx="2620">
                  <c:v>2022.41643836</c:v>
                </c:pt>
                <c:pt idx="2621">
                  <c:v>2022.41917808</c:v>
                </c:pt>
                <c:pt idx="2622">
                  <c:v>2022.42191781</c:v>
                </c:pt>
                <c:pt idx="2623">
                  <c:v>2022.43013699</c:v>
                </c:pt>
                <c:pt idx="2624">
                  <c:v>2022.43287671</c:v>
                </c:pt>
                <c:pt idx="2625">
                  <c:v>2022.43561644</c:v>
                </c:pt>
                <c:pt idx="2626">
                  <c:v>2022.43835616</c:v>
                </c:pt>
                <c:pt idx="2627">
                  <c:v>2022.44109589</c:v>
                </c:pt>
                <c:pt idx="2628">
                  <c:v>2022.44931507</c:v>
                </c:pt>
                <c:pt idx="2629">
                  <c:v>2022.45205479</c:v>
                </c:pt>
                <c:pt idx="2630">
                  <c:v>2022.45479452</c:v>
                </c:pt>
                <c:pt idx="2631">
                  <c:v>2022.45753425</c:v>
                </c:pt>
                <c:pt idx="2632">
                  <c:v>2022.46027397</c:v>
                </c:pt>
                <c:pt idx="2633">
                  <c:v>2022.47123288</c:v>
                </c:pt>
                <c:pt idx="2634">
                  <c:v>2022.4739726</c:v>
                </c:pt>
                <c:pt idx="2635">
                  <c:v>2022.47671233</c:v>
                </c:pt>
                <c:pt idx="2636">
                  <c:v>2022.47945205</c:v>
                </c:pt>
                <c:pt idx="2637">
                  <c:v>2022.48767123</c:v>
                </c:pt>
                <c:pt idx="2638">
                  <c:v>2022.49041096</c:v>
                </c:pt>
                <c:pt idx="2639">
                  <c:v>2022.49315068</c:v>
                </c:pt>
                <c:pt idx="2640">
                  <c:v>2022.49589041</c:v>
                </c:pt>
                <c:pt idx="2641">
                  <c:v>2022.49863014</c:v>
                </c:pt>
                <c:pt idx="2642">
                  <c:v>2022.50958904</c:v>
                </c:pt>
                <c:pt idx="2643">
                  <c:v>2022.51232877</c:v>
                </c:pt>
                <c:pt idx="2644">
                  <c:v>2022.51506849</c:v>
                </c:pt>
                <c:pt idx="2645">
                  <c:v>2022.51780822</c:v>
                </c:pt>
                <c:pt idx="2646">
                  <c:v>2022.5260274</c:v>
                </c:pt>
                <c:pt idx="2647">
                  <c:v>2022.52876712</c:v>
                </c:pt>
                <c:pt idx="2648">
                  <c:v>2022.53150685</c:v>
                </c:pt>
                <c:pt idx="2649">
                  <c:v>2022.53424658</c:v>
                </c:pt>
                <c:pt idx="2650">
                  <c:v>2022.5369863</c:v>
                </c:pt>
                <c:pt idx="2651">
                  <c:v>2022.54520548</c:v>
                </c:pt>
                <c:pt idx="2652">
                  <c:v>2022.54794521</c:v>
                </c:pt>
                <c:pt idx="2653">
                  <c:v>2022.55068493</c:v>
                </c:pt>
                <c:pt idx="2654">
                  <c:v>2022.55342466</c:v>
                </c:pt>
                <c:pt idx="2655">
                  <c:v>2022.55616438</c:v>
                </c:pt>
                <c:pt idx="2656">
                  <c:v>2022.56438356</c:v>
                </c:pt>
                <c:pt idx="2657">
                  <c:v>2022.56712329</c:v>
                </c:pt>
                <c:pt idx="2658">
                  <c:v>2022.56986301</c:v>
                </c:pt>
                <c:pt idx="2659">
                  <c:v>2022.57260274</c:v>
                </c:pt>
                <c:pt idx="2660">
                  <c:v>2022.57534247</c:v>
                </c:pt>
                <c:pt idx="2661">
                  <c:v>2022.58356164</c:v>
                </c:pt>
                <c:pt idx="2662">
                  <c:v>2022.58630137</c:v>
                </c:pt>
                <c:pt idx="2663">
                  <c:v>2022.5890411</c:v>
                </c:pt>
                <c:pt idx="2664">
                  <c:v>2022.59178082</c:v>
                </c:pt>
                <c:pt idx="2665">
                  <c:v>2022.59452055</c:v>
                </c:pt>
                <c:pt idx="2666">
                  <c:v>2022.60273973</c:v>
                </c:pt>
                <c:pt idx="2667">
                  <c:v>2022.60547945</c:v>
                </c:pt>
                <c:pt idx="2668">
                  <c:v>2022.60821918</c:v>
                </c:pt>
                <c:pt idx="2669">
                  <c:v>2022.6109589</c:v>
                </c:pt>
                <c:pt idx="2670">
                  <c:v>2022.61369863</c:v>
                </c:pt>
                <c:pt idx="2671">
                  <c:v>2022.62191781</c:v>
                </c:pt>
                <c:pt idx="2672">
                  <c:v>2022.62465753</c:v>
                </c:pt>
                <c:pt idx="2673">
                  <c:v>2022.62739726</c:v>
                </c:pt>
                <c:pt idx="2674">
                  <c:v>2022.63013699</c:v>
                </c:pt>
                <c:pt idx="2675">
                  <c:v>2022.63287671</c:v>
                </c:pt>
                <c:pt idx="2676">
                  <c:v>2022.64109589</c:v>
                </c:pt>
                <c:pt idx="2677">
                  <c:v>2022.64383562</c:v>
                </c:pt>
                <c:pt idx="2678">
                  <c:v>2022.64657534</c:v>
                </c:pt>
                <c:pt idx="2679">
                  <c:v>2022.64931507</c:v>
                </c:pt>
                <c:pt idx="2680">
                  <c:v>2022.65205479</c:v>
                </c:pt>
                <c:pt idx="2681">
                  <c:v>2022.66027397</c:v>
                </c:pt>
                <c:pt idx="2682">
                  <c:v>2022.6630137</c:v>
                </c:pt>
                <c:pt idx="2683">
                  <c:v>2022.66575342</c:v>
                </c:pt>
                <c:pt idx="2684">
                  <c:v>2022.66849315</c:v>
                </c:pt>
                <c:pt idx="2685">
                  <c:v>2022.67123288</c:v>
                </c:pt>
                <c:pt idx="2686">
                  <c:v>2022.68219178</c:v>
                </c:pt>
                <c:pt idx="2687">
                  <c:v>2022.68493151</c:v>
                </c:pt>
                <c:pt idx="2688">
                  <c:v>2022.68767123</c:v>
                </c:pt>
                <c:pt idx="2689">
                  <c:v>2022.69041096</c:v>
                </c:pt>
                <c:pt idx="2690">
                  <c:v>2022.69863014</c:v>
                </c:pt>
                <c:pt idx="2691">
                  <c:v>2022.70136986</c:v>
                </c:pt>
                <c:pt idx="2692">
                  <c:v>2022.70410959</c:v>
                </c:pt>
                <c:pt idx="2693">
                  <c:v>2022.70684932</c:v>
                </c:pt>
                <c:pt idx="2694">
                  <c:v>2022.70958904</c:v>
                </c:pt>
                <c:pt idx="2695">
                  <c:v>2022.71780822</c:v>
                </c:pt>
                <c:pt idx="2696">
                  <c:v>2022.72054795</c:v>
                </c:pt>
                <c:pt idx="2697">
                  <c:v>2022.72328767</c:v>
                </c:pt>
                <c:pt idx="2698">
                  <c:v>2022.7260274</c:v>
                </c:pt>
                <c:pt idx="2699">
                  <c:v>2022.72876712</c:v>
                </c:pt>
                <c:pt idx="2700">
                  <c:v>2022.7369863</c:v>
                </c:pt>
                <c:pt idx="2701">
                  <c:v>2022.73972603</c:v>
                </c:pt>
                <c:pt idx="2702">
                  <c:v>2022.74246575</c:v>
                </c:pt>
                <c:pt idx="2703">
                  <c:v>2022.74520548</c:v>
                </c:pt>
                <c:pt idx="2704">
                  <c:v>2022.74794521</c:v>
                </c:pt>
                <c:pt idx="2705">
                  <c:v>2022.75616438</c:v>
                </c:pt>
                <c:pt idx="2706">
                  <c:v>2022.75890411</c:v>
                </c:pt>
                <c:pt idx="2707">
                  <c:v>2022.76164384</c:v>
                </c:pt>
                <c:pt idx="2708">
                  <c:v>2022.76438356</c:v>
                </c:pt>
                <c:pt idx="2709">
                  <c:v>2022.76712329</c:v>
                </c:pt>
                <c:pt idx="2710">
                  <c:v>2022.77534247</c:v>
                </c:pt>
                <c:pt idx="2711">
                  <c:v>2022.77808219</c:v>
                </c:pt>
                <c:pt idx="2712">
                  <c:v>2022.78082192</c:v>
                </c:pt>
                <c:pt idx="2713">
                  <c:v>2022.78356164</c:v>
                </c:pt>
                <c:pt idx="2714">
                  <c:v>2022.78630137</c:v>
                </c:pt>
                <c:pt idx="2715">
                  <c:v>2022.79452055</c:v>
                </c:pt>
                <c:pt idx="2716">
                  <c:v>2022.79726027</c:v>
                </c:pt>
                <c:pt idx="2717">
                  <c:v>2022.8</c:v>
                </c:pt>
                <c:pt idx="2718">
                  <c:v>2022.80273973</c:v>
                </c:pt>
                <c:pt idx="2719">
                  <c:v>2022.80547945</c:v>
                </c:pt>
                <c:pt idx="2720">
                  <c:v>2022.81369863</c:v>
                </c:pt>
                <c:pt idx="2721">
                  <c:v>2022.81643836</c:v>
                </c:pt>
                <c:pt idx="2722">
                  <c:v>2022.81917808</c:v>
                </c:pt>
                <c:pt idx="2723">
                  <c:v>2022.82191781</c:v>
                </c:pt>
                <c:pt idx="2724">
                  <c:v>2022.82465753</c:v>
                </c:pt>
                <c:pt idx="2725">
                  <c:v>2022.83287671</c:v>
                </c:pt>
                <c:pt idx="2726">
                  <c:v>2022.83561644</c:v>
                </c:pt>
                <c:pt idx="2727">
                  <c:v>2022.83835616</c:v>
                </c:pt>
                <c:pt idx="2728">
                  <c:v>2022.84109589</c:v>
                </c:pt>
                <c:pt idx="2729">
                  <c:v>2022.84383562</c:v>
                </c:pt>
                <c:pt idx="2730">
                  <c:v>2022.85205479</c:v>
                </c:pt>
                <c:pt idx="2731">
                  <c:v>2022.85479452</c:v>
                </c:pt>
                <c:pt idx="2732">
                  <c:v>2022.85753425</c:v>
                </c:pt>
                <c:pt idx="2733">
                  <c:v>2022.86027397</c:v>
                </c:pt>
                <c:pt idx="2734">
                  <c:v>2022.8630137</c:v>
                </c:pt>
                <c:pt idx="2735">
                  <c:v>2022.87123288</c:v>
                </c:pt>
                <c:pt idx="2736">
                  <c:v>2022.8739726</c:v>
                </c:pt>
                <c:pt idx="2737">
                  <c:v>2022.87671233</c:v>
                </c:pt>
                <c:pt idx="2738">
                  <c:v>2022.87945205</c:v>
                </c:pt>
                <c:pt idx="2739">
                  <c:v>2022.88219178</c:v>
                </c:pt>
                <c:pt idx="2740">
                  <c:v>2022.89041096</c:v>
                </c:pt>
                <c:pt idx="2741">
                  <c:v>2022.89315068</c:v>
                </c:pt>
                <c:pt idx="2742">
                  <c:v>2022.89589041</c:v>
                </c:pt>
                <c:pt idx="2743">
                  <c:v>2022.90136986</c:v>
                </c:pt>
                <c:pt idx="2744">
                  <c:v>2022.90958904</c:v>
                </c:pt>
                <c:pt idx="2745">
                  <c:v>2022.91232877</c:v>
                </c:pt>
                <c:pt idx="2746">
                  <c:v>2022.91506849</c:v>
                </c:pt>
                <c:pt idx="2747">
                  <c:v>2022.91780822</c:v>
                </c:pt>
                <c:pt idx="2748">
                  <c:v>2022.92054795</c:v>
                </c:pt>
                <c:pt idx="2749">
                  <c:v>2022.92876712</c:v>
                </c:pt>
                <c:pt idx="2750">
                  <c:v>2022.93150685</c:v>
                </c:pt>
                <c:pt idx="2751">
                  <c:v>2022.93424658</c:v>
                </c:pt>
                <c:pt idx="2752">
                  <c:v>2022.9369863</c:v>
                </c:pt>
                <c:pt idx="2753">
                  <c:v>2022.93972603</c:v>
                </c:pt>
                <c:pt idx="2754">
                  <c:v>2022.94794521</c:v>
                </c:pt>
                <c:pt idx="2755">
                  <c:v>2022.95068493</c:v>
                </c:pt>
                <c:pt idx="2756">
                  <c:v>2022.95342466</c:v>
                </c:pt>
                <c:pt idx="2757">
                  <c:v>2022.95616438</c:v>
                </c:pt>
                <c:pt idx="2758">
                  <c:v>2022.95890411</c:v>
                </c:pt>
                <c:pt idx="2759">
                  <c:v>2022.96712329</c:v>
                </c:pt>
                <c:pt idx="2760">
                  <c:v>2022.96986301</c:v>
                </c:pt>
                <c:pt idx="2761">
                  <c:v>2022.97260274</c:v>
                </c:pt>
                <c:pt idx="2762">
                  <c:v>2022.97534247</c:v>
                </c:pt>
                <c:pt idx="2763">
                  <c:v>2022.97808219</c:v>
                </c:pt>
                <c:pt idx="2764">
                  <c:v>2022.9890411</c:v>
                </c:pt>
                <c:pt idx="2765">
                  <c:v>2022.99178082</c:v>
                </c:pt>
                <c:pt idx="2766">
                  <c:v>2022.99452055</c:v>
                </c:pt>
                <c:pt idx="2767">
                  <c:v>2022.99726027</c:v>
                </c:pt>
                <c:pt idx="2768">
                  <c:v>2023.00821918</c:v>
                </c:pt>
                <c:pt idx="2769">
                  <c:v>2023.0109589</c:v>
                </c:pt>
                <c:pt idx="2770">
                  <c:v>2023.01369863</c:v>
                </c:pt>
                <c:pt idx="2771">
                  <c:v>2023.01643836</c:v>
                </c:pt>
                <c:pt idx="2772">
                  <c:v>2023.02465753</c:v>
                </c:pt>
                <c:pt idx="2773">
                  <c:v>2023.02739726</c:v>
                </c:pt>
                <c:pt idx="2774">
                  <c:v>2023.03013699</c:v>
                </c:pt>
                <c:pt idx="2775">
                  <c:v>2023.03287671</c:v>
                </c:pt>
                <c:pt idx="2776">
                  <c:v>2023.03561644</c:v>
                </c:pt>
                <c:pt idx="2777">
                  <c:v>2023.04657534</c:v>
                </c:pt>
                <c:pt idx="2778">
                  <c:v>2023.04931507</c:v>
                </c:pt>
                <c:pt idx="2779">
                  <c:v>2023.05205479</c:v>
                </c:pt>
                <c:pt idx="2780">
                  <c:v>2023.05479452</c:v>
                </c:pt>
                <c:pt idx="2781">
                  <c:v>2023.0630137</c:v>
                </c:pt>
                <c:pt idx="2782">
                  <c:v>2023.06575342</c:v>
                </c:pt>
                <c:pt idx="2783">
                  <c:v>2023.06849315</c:v>
                </c:pt>
                <c:pt idx="2784">
                  <c:v>2023.07123288</c:v>
                </c:pt>
                <c:pt idx="2785">
                  <c:v>2023.0739726</c:v>
                </c:pt>
                <c:pt idx="2786">
                  <c:v>2023.08219178</c:v>
                </c:pt>
                <c:pt idx="2787">
                  <c:v>2023.08493151</c:v>
                </c:pt>
                <c:pt idx="2788">
                  <c:v>2023.08767123</c:v>
                </c:pt>
                <c:pt idx="2789">
                  <c:v>2023.09041096</c:v>
                </c:pt>
                <c:pt idx="2790">
                  <c:v>2023.09315068</c:v>
                </c:pt>
                <c:pt idx="2791">
                  <c:v>2023.10136986</c:v>
                </c:pt>
                <c:pt idx="2792">
                  <c:v>2023.10410959</c:v>
                </c:pt>
                <c:pt idx="2793">
                  <c:v>2023.10684932</c:v>
                </c:pt>
                <c:pt idx="2794">
                  <c:v>2023.10958904</c:v>
                </c:pt>
                <c:pt idx="2795">
                  <c:v>2023.11232877</c:v>
                </c:pt>
                <c:pt idx="2796">
                  <c:v>2023.12054795</c:v>
                </c:pt>
                <c:pt idx="2797">
                  <c:v>2023.12328767</c:v>
                </c:pt>
                <c:pt idx="2798">
                  <c:v>2023.1260274</c:v>
                </c:pt>
                <c:pt idx="2799">
                  <c:v>2023.12876712</c:v>
                </c:pt>
                <c:pt idx="2800">
                  <c:v>2023.13150685</c:v>
                </c:pt>
                <c:pt idx="2801">
                  <c:v>2023.14246575</c:v>
                </c:pt>
                <c:pt idx="2802">
                  <c:v>2023.14520548</c:v>
                </c:pt>
                <c:pt idx="2803">
                  <c:v>2023.14794521</c:v>
                </c:pt>
                <c:pt idx="2804">
                  <c:v>2023.15068493</c:v>
                </c:pt>
                <c:pt idx="2805">
                  <c:v>2023.15890411</c:v>
                </c:pt>
                <c:pt idx="2806">
                  <c:v>2023.16164384</c:v>
                </c:pt>
                <c:pt idx="2807">
                  <c:v>2023.16438356</c:v>
                </c:pt>
                <c:pt idx="2808">
                  <c:v>2023.16712329</c:v>
                </c:pt>
                <c:pt idx="2809">
                  <c:v>2023.16986301</c:v>
                </c:pt>
                <c:pt idx="2810">
                  <c:v>2023.17808219</c:v>
                </c:pt>
                <c:pt idx="2811">
                  <c:v>2023.18082192</c:v>
                </c:pt>
                <c:pt idx="2812">
                  <c:v>2023.18356164</c:v>
                </c:pt>
                <c:pt idx="2813">
                  <c:v>2023.18630137</c:v>
                </c:pt>
                <c:pt idx="2814">
                  <c:v>2023.1890411</c:v>
                </c:pt>
                <c:pt idx="2815">
                  <c:v>2023.19726027</c:v>
                </c:pt>
                <c:pt idx="2816">
                  <c:v>2023.2</c:v>
                </c:pt>
                <c:pt idx="2817">
                  <c:v>2023.20273973</c:v>
                </c:pt>
                <c:pt idx="2818">
                  <c:v>2023.20547945</c:v>
                </c:pt>
                <c:pt idx="2819">
                  <c:v>2023.20821918</c:v>
                </c:pt>
                <c:pt idx="2820">
                  <c:v>2023.21643836</c:v>
                </c:pt>
                <c:pt idx="2821">
                  <c:v>2023.21917808</c:v>
                </c:pt>
                <c:pt idx="2822">
                  <c:v>2023.22191781</c:v>
                </c:pt>
                <c:pt idx="2823">
                  <c:v>2023.22465753</c:v>
                </c:pt>
                <c:pt idx="2824">
                  <c:v>2023.22739726</c:v>
                </c:pt>
                <c:pt idx="2825">
                  <c:v>2023.23561644</c:v>
                </c:pt>
                <c:pt idx="2826">
                  <c:v>2023.23835616</c:v>
                </c:pt>
                <c:pt idx="2827">
                  <c:v>2023.24109589</c:v>
                </c:pt>
                <c:pt idx="2828">
                  <c:v>2023.24383562</c:v>
                </c:pt>
                <c:pt idx="2829">
                  <c:v>2023.24657534</c:v>
                </c:pt>
                <c:pt idx="2830">
                  <c:v>2023.25479452</c:v>
                </c:pt>
                <c:pt idx="2831">
                  <c:v>2023.25753425</c:v>
                </c:pt>
                <c:pt idx="2832">
                  <c:v>2023.26027397</c:v>
                </c:pt>
                <c:pt idx="2833">
                  <c:v>2023.2630137</c:v>
                </c:pt>
                <c:pt idx="2834">
                  <c:v>2023.2739726</c:v>
                </c:pt>
                <c:pt idx="2835">
                  <c:v>2023.27671233</c:v>
                </c:pt>
                <c:pt idx="2836">
                  <c:v>2023.27945205</c:v>
                </c:pt>
                <c:pt idx="2837">
                  <c:v>2023.28219178</c:v>
                </c:pt>
                <c:pt idx="2838">
                  <c:v>2023.28493151</c:v>
                </c:pt>
                <c:pt idx="2839">
                  <c:v>2023.29315068</c:v>
                </c:pt>
                <c:pt idx="2840">
                  <c:v>2023.29589041</c:v>
                </c:pt>
                <c:pt idx="2841">
                  <c:v>2023.29863014</c:v>
                </c:pt>
                <c:pt idx="2842">
                  <c:v>2023.30136986</c:v>
                </c:pt>
                <c:pt idx="2843">
                  <c:v>2023.30410959</c:v>
                </c:pt>
                <c:pt idx="2844">
                  <c:v>2023.31232877</c:v>
                </c:pt>
                <c:pt idx="2845">
                  <c:v>2023.31506849</c:v>
                </c:pt>
                <c:pt idx="2846">
                  <c:v>2023.31780822</c:v>
                </c:pt>
                <c:pt idx="2847">
                  <c:v>2023.32054795</c:v>
                </c:pt>
                <c:pt idx="2848">
                  <c:v>2023.32328767</c:v>
                </c:pt>
                <c:pt idx="2849">
                  <c:v>2023.33150685</c:v>
                </c:pt>
                <c:pt idx="2850">
                  <c:v>2023.33424658</c:v>
                </c:pt>
                <c:pt idx="2851">
                  <c:v>2023.3369863</c:v>
                </c:pt>
                <c:pt idx="2852">
                  <c:v>2023.33972603</c:v>
                </c:pt>
                <c:pt idx="2853">
                  <c:v>2023.34246575</c:v>
                </c:pt>
                <c:pt idx="2854">
                  <c:v>2023.35068493</c:v>
                </c:pt>
                <c:pt idx="2855">
                  <c:v>2023.35342466</c:v>
                </c:pt>
                <c:pt idx="2856">
                  <c:v>2023.35616438</c:v>
                </c:pt>
                <c:pt idx="2857">
                  <c:v>2023.35890411</c:v>
                </c:pt>
                <c:pt idx="2858">
                  <c:v>2023.36164384</c:v>
                </c:pt>
                <c:pt idx="2859">
                  <c:v>2023.36986301</c:v>
                </c:pt>
                <c:pt idx="2860">
                  <c:v>2023.37260274</c:v>
                </c:pt>
                <c:pt idx="2861">
                  <c:v>2023.37534247</c:v>
                </c:pt>
                <c:pt idx="2862">
                  <c:v>2023.37808219</c:v>
                </c:pt>
                <c:pt idx="2863">
                  <c:v>2023.38082192</c:v>
                </c:pt>
                <c:pt idx="2864">
                  <c:v>2023.3890411</c:v>
                </c:pt>
                <c:pt idx="2865">
                  <c:v>2023.39178082</c:v>
                </c:pt>
                <c:pt idx="2866">
                  <c:v>2023.39452055</c:v>
                </c:pt>
                <c:pt idx="2867">
                  <c:v>2023.39726027</c:v>
                </c:pt>
                <c:pt idx="2868">
                  <c:v>2023.4</c:v>
                </c:pt>
                <c:pt idx="2869">
                  <c:v>2023.4109589</c:v>
                </c:pt>
                <c:pt idx="2870">
                  <c:v>2023.41369863</c:v>
                </c:pt>
                <c:pt idx="2871">
                  <c:v>2023.41643836</c:v>
                </c:pt>
                <c:pt idx="2872">
                  <c:v>2023.41917808</c:v>
                </c:pt>
                <c:pt idx="2873">
                  <c:v>2023.42739726</c:v>
                </c:pt>
                <c:pt idx="2874">
                  <c:v>2023.43013699</c:v>
                </c:pt>
                <c:pt idx="2875">
                  <c:v>2023.43287671</c:v>
                </c:pt>
                <c:pt idx="2876">
                  <c:v>2023.43561644</c:v>
                </c:pt>
                <c:pt idx="2877">
                  <c:v>2023.43835616</c:v>
                </c:pt>
                <c:pt idx="2878">
                  <c:v>2023.44657534</c:v>
                </c:pt>
                <c:pt idx="2879">
                  <c:v>2023.44931507</c:v>
                </c:pt>
                <c:pt idx="2880">
                  <c:v>2023.45205479</c:v>
                </c:pt>
                <c:pt idx="2881">
                  <c:v>2023.45479452</c:v>
                </c:pt>
                <c:pt idx="2882">
                  <c:v>2023.45753425</c:v>
                </c:pt>
                <c:pt idx="2883">
                  <c:v>2023.46849315</c:v>
                </c:pt>
                <c:pt idx="2884">
                  <c:v>2023.47123288</c:v>
                </c:pt>
                <c:pt idx="2885">
                  <c:v>2023.4739726</c:v>
                </c:pt>
                <c:pt idx="2886">
                  <c:v>2023.47671233</c:v>
                </c:pt>
                <c:pt idx="2887">
                  <c:v>2023.48493151</c:v>
                </c:pt>
                <c:pt idx="2888">
                  <c:v>2023.48767123</c:v>
                </c:pt>
                <c:pt idx="2889">
                  <c:v>2023.49041096</c:v>
                </c:pt>
                <c:pt idx="2890">
                  <c:v>2023.49315068</c:v>
                </c:pt>
                <c:pt idx="2891">
                  <c:v>2023.49589041</c:v>
                </c:pt>
                <c:pt idx="2892">
                  <c:v>2023.50410959</c:v>
                </c:pt>
                <c:pt idx="2893">
                  <c:v>2023.50958904</c:v>
                </c:pt>
                <c:pt idx="2894">
                  <c:v>2023.51232877</c:v>
                </c:pt>
                <c:pt idx="2895">
                  <c:v>2023.51506849</c:v>
                </c:pt>
                <c:pt idx="2896">
                  <c:v>2023.52328767</c:v>
                </c:pt>
                <c:pt idx="2897">
                  <c:v>2023.5260274</c:v>
                </c:pt>
                <c:pt idx="2898">
                  <c:v>2023.52876712</c:v>
                </c:pt>
                <c:pt idx="2899">
                  <c:v>2023.53150685</c:v>
                </c:pt>
                <c:pt idx="2900">
                  <c:v>2023.53424658</c:v>
                </c:pt>
                <c:pt idx="2901">
                  <c:v>2023.54246575</c:v>
                </c:pt>
                <c:pt idx="2902">
                  <c:v>2023.54520548</c:v>
                </c:pt>
                <c:pt idx="2903">
                  <c:v>2023.54794521</c:v>
                </c:pt>
                <c:pt idx="2904">
                  <c:v>2023.55068493</c:v>
                </c:pt>
                <c:pt idx="2905">
                  <c:v>2023.55342466</c:v>
                </c:pt>
                <c:pt idx="2906">
                  <c:v>2023.56164384</c:v>
                </c:pt>
                <c:pt idx="2907">
                  <c:v>2023.56438356</c:v>
                </c:pt>
                <c:pt idx="2908">
                  <c:v>2023.56712329</c:v>
                </c:pt>
                <c:pt idx="2909">
                  <c:v>2023.56986301</c:v>
                </c:pt>
                <c:pt idx="2910">
                  <c:v>2023.57260274</c:v>
                </c:pt>
                <c:pt idx="2911">
                  <c:v>2023.58082192</c:v>
                </c:pt>
                <c:pt idx="2912">
                  <c:v>2023.58356164</c:v>
                </c:pt>
                <c:pt idx="2913">
                  <c:v>2023.58630137</c:v>
                </c:pt>
                <c:pt idx="2914">
                  <c:v>2023.5890411</c:v>
                </c:pt>
                <c:pt idx="2915">
                  <c:v>2023.59178082</c:v>
                </c:pt>
                <c:pt idx="2916">
                  <c:v>2023.6</c:v>
                </c:pt>
                <c:pt idx="2917">
                  <c:v>2023.60273973</c:v>
                </c:pt>
                <c:pt idx="2918">
                  <c:v>2023.60547945</c:v>
                </c:pt>
                <c:pt idx="2919">
                  <c:v>2023.60821918</c:v>
                </c:pt>
                <c:pt idx="2920">
                  <c:v>2023.6109589</c:v>
                </c:pt>
                <c:pt idx="2921">
                  <c:v>2023.61917808</c:v>
                </c:pt>
                <c:pt idx="2922">
                  <c:v>2023.62191781</c:v>
                </c:pt>
                <c:pt idx="2923">
                  <c:v>2023.62465753</c:v>
                </c:pt>
                <c:pt idx="2924">
                  <c:v>2023.62739726</c:v>
                </c:pt>
                <c:pt idx="2925">
                  <c:v>2023.63013699</c:v>
                </c:pt>
                <c:pt idx="2926">
                  <c:v>2023.63835616</c:v>
                </c:pt>
                <c:pt idx="2927">
                  <c:v>2023.64109589</c:v>
                </c:pt>
                <c:pt idx="2928">
                  <c:v>2023.64383562</c:v>
                </c:pt>
                <c:pt idx="2929">
                  <c:v>2023.64657534</c:v>
                </c:pt>
                <c:pt idx="2930">
                  <c:v>2023.64931507</c:v>
                </c:pt>
                <c:pt idx="2931">
                  <c:v>2023.65753425</c:v>
                </c:pt>
                <c:pt idx="2932">
                  <c:v>2023.66027397</c:v>
                </c:pt>
                <c:pt idx="2933">
                  <c:v>2023.6630137</c:v>
                </c:pt>
                <c:pt idx="2934">
                  <c:v>2023.66575342</c:v>
                </c:pt>
                <c:pt idx="2935">
                  <c:v>2023.66849315</c:v>
                </c:pt>
                <c:pt idx="2936">
                  <c:v>2023.67945205</c:v>
                </c:pt>
                <c:pt idx="2937">
                  <c:v>2023.68219178</c:v>
                </c:pt>
                <c:pt idx="2938">
                  <c:v>2023.68493151</c:v>
                </c:pt>
                <c:pt idx="2939">
                  <c:v>2023.68767123</c:v>
                </c:pt>
                <c:pt idx="2940">
                  <c:v>2023.69589041</c:v>
                </c:pt>
                <c:pt idx="2941">
                  <c:v>2023.69863014</c:v>
                </c:pt>
                <c:pt idx="2942">
                  <c:v>2023.70136986</c:v>
                </c:pt>
                <c:pt idx="2943">
                  <c:v>2023.70410959</c:v>
                </c:pt>
                <c:pt idx="2944">
                  <c:v>2023.70684932</c:v>
                </c:pt>
                <c:pt idx="2945">
                  <c:v>2023.71506849</c:v>
                </c:pt>
                <c:pt idx="2946">
                  <c:v>2023.71780822</c:v>
                </c:pt>
                <c:pt idx="2947">
                  <c:v>2023.72054795</c:v>
                </c:pt>
                <c:pt idx="2948">
                  <c:v>2023.72328767</c:v>
                </c:pt>
                <c:pt idx="2949">
                  <c:v>2023.7260274</c:v>
                </c:pt>
                <c:pt idx="2950">
                  <c:v>2023.73424658</c:v>
                </c:pt>
                <c:pt idx="2951">
                  <c:v>2023.7369863</c:v>
                </c:pt>
                <c:pt idx="2952">
                  <c:v>2023.73972603</c:v>
                </c:pt>
                <c:pt idx="2953">
                  <c:v>2023.74246575</c:v>
                </c:pt>
                <c:pt idx="2954">
                  <c:v>2023.74520548</c:v>
                </c:pt>
                <c:pt idx="2955">
                  <c:v>2023.75342466</c:v>
                </c:pt>
                <c:pt idx="2956">
                  <c:v>2023.75616438</c:v>
                </c:pt>
                <c:pt idx="2957">
                  <c:v>2023.75890411</c:v>
                </c:pt>
                <c:pt idx="2958">
                  <c:v>2023.76164384</c:v>
                </c:pt>
                <c:pt idx="2959">
                  <c:v>2023.76438356</c:v>
                </c:pt>
                <c:pt idx="2960">
                  <c:v>2023.77260274</c:v>
                </c:pt>
                <c:pt idx="2961">
                  <c:v>2023.77534247</c:v>
                </c:pt>
                <c:pt idx="2962">
                  <c:v>2023.77808219</c:v>
                </c:pt>
                <c:pt idx="2963">
                  <c:v>2023.78082192</c:v>
                </c:pt>
                <c:pt idx="2964">
                  <c:v>2023.78356164</c:v>
                </c:pt>
                <c:pt idx="2965">
                  <c:v>2023.79178082</c:v>
                </c:pt>
                <c:pt idx="2966">
                  <c:v>2023.79452055</c:v>
                </c:pt>
                <c:pt idx="2967">
                  <c:v>2023.79726027</c:v>
                </c:pt>
                <c:pt idx="2968">
                  <c:v>2023.8</c:v>
                </c:pt>
                <c:pt idx="2969">
                  <c:v>2023.80273973</c:v>
                </c:pt>
                <c:pt idx="2970">
                  <c:v>2023.8109589</c:v>
                </c:pt>
                <c:pt idx="2971">
                  <c:v>2023.81369863</c:v>
                </c:pt>
                <c:pt idx="2972">
                  <c:v>2023.81643836</c:v>
                </c:pt>
                <c:pt idx="2973">
                  <c:v>2023.81917808</c:v>
                </c:pt>
                <c:pt idx="2974">
                  <c:v>2023.82191781</c:v>
                </c:pt>
                <c:pt idx="2975">
                  <c:v>2023.83013699</c:v>
                </c:pt>
                <c:pt idx="2976">
                  <c:v>2023.83287671</c:v>
                </c:pt>
                <c:pt idx="2977">
                  <c:v>2023.83561644</c:v>
                </c:pt>
                <c:pt idx="2978">
                  <c:v>2023.83835616</c:v>
                </c:pt>
                <c:pt idx="2979">
                  <c:v>2023.84109589</c:v>
                </c:pt>
                <c:pt idx="2980">
                  <c:v>2023.84931507</c:v>
                </c:pt>
                <c:pt idx="2981">
                  <c:v>2023.85205479</c:v>
                </c:pt>
                <c:pt idx="2982">
                  <c:v>2023.85479452</c:v>
                </c:pt>
                <c:pt idx="2983">
                  <c:v>2023.85753425</c:v>
                </c:pt>
                <c:pt idx="2984">
                  <c:v>2023.86027397</c:v>
                </c:pt>
                <c:pt idx="2985">
                  <c:v>2023.86849315</c:v>
                </c:pt>
                <c:pt idx="2986">
                  <c:v>2023.87123288</c:v>
                </c:pt>
                <c:pt idx="2987">
                  <c:v>2023.8739726</c:v>
                </c:pt>
                <c:pt idx="2988">
                  <c:v>2023.87671233</c:v>
                </c:pt>
                <c:pt idx="2989">
                  <c:v>2023.87945205</c:v>
                </c:pt>
                <c:pt idx="2990">
                  <c:v>2023.88767123</c:v>
                </c:pt>
                <c:pt idx="2991">
                  <c:v>2023.89041096</c:v>
                </c:pt>
                <c:pt idx="2992">
                  <c:v>2023.89315068</c:v>
                </c:pt>
                <c:pt idx="2993">
                  <c:v>2023.89863014</c:v>
                </c:pt>
                <c:pt idx="2994">
                  <c:v>2023.90684932</c:v>
                </c:pt>
                <c:pt idx="2995">
                  <c:v>2023.90958904</c:v>
                </c:pt>
                <c:pt idx="2996">
                  <c:v>2023.91232877</c:v>
                </c:pt>
                <c:pt idx="2997">
                  <c:v>2023.91506849</c:v>
                </c:pt>
                <c:pt idx="2998">
                  <c:v>2023.91780822</c:v>
                </c:pt>
                <c:pt idx="2999">
                  <c:v>2023.9260274</c:v>
                </c:pt>
                <c:pt idx="3000">
                  <c:v>2023.92876712</c:v>
                </c:pt>
                <c:pt idx="3001">
                  <c:v>2023.93150685</c:v>
                </c:pt>
                <c:pt idx="3002">
                  <c:v>2023.93424658</c:v>
                </c:pt>
                <c:pt idx="3003">
                  <c:v>2023.9369863</c:v>
                </c:pt>
                <c:pt idx="3004">
                  <c:v>2023.94520548</c:v>
                </c:pt>
                <c:pt idx="3005">
                  <c:v>2023.94794521</c:v>
                </c:pt>
                <c:pt idx="3006">
                  <c:v>2023.95068493</c:v>
                </c:pt>
                <c:pt idx="3007">
                  <c:v>2023.95342466</c:v>
                </c:pt>
                <c:pt idx="3008">
                  <c:v>2023.95616438</c:v>
                </c:pt>
                <c:pt idx="3009">
                  <c:v>2023.96438356</c:v>
                </c:pt>
                <c:pt idx="3010">
                  <c:v>2023.96712329</c:v>
                </c:pt>
                <c:pt idx="3011">
                  <c:v>2023.96986301</c:v>
                </c:pt>
                <c:pt idx="3012">
                  <c:v>2023.97260274</c:v>
                </c:pt>
                <c:pt idx="3013">
                  <c:v>2023.97534247</c:v>
                </c:pt>
                <c:pt idx="3014">
                  <c:v>2023.98630137</c:v>
                </c:pt>
                <c:pt idx="3015">
                  <c:v>2023.9890411</c:v>
                </c:pt>
                <c:pt idx="3016">
                  <c:v>2023.99178082</c:v>
                </c:pt>
                <c:pt idx="3017">
                  <c:v>2023.99452055</c:v>
                </c:pt>
                <c:pt idx="3018">
                  <c:v>2024.00546448</c:v>
                </c:pt>
                <c:pt idx="3019">
                  <c:v>2024.00819672</c:v>
                </c:pt>
                <c:pt idx="3020">
                  <c:v>2024.01092896</c:v>
                </c:pt>
                <c:pt idx="3021">
                  <c:v>2024.0136612</c:v>
                </c:pt>
                <c:pt idx="3022">
                  <c:v>2024.02185792</c:v>
                </c:pt>
                <c:pt idx="3023">
                  <c:v>2024.02459016</c:v>
                </c:pt>
                <c:pt idx="3024">
                  <c:v>2024.0273224</c:v>
                </c:pt>
                <c:pt idx="3025">
                  <c:v>2024.03005464</c:v>
                </c:pt>
                <c:pt idx="3026">
                  <c:v>2024.03278689</c:v>
                </c:pt>
                <c:pt idx="3027">
                  <c:v>2024.04371585</c:v>
                </c:pt>
                <c:pt idx="3028">
                  <c:v>2024.04644809</c:v>
                </c:pt>
                <c:pt idx="3029">
                  <c:v>2024.04918033</c:v>
                </c:pt>
                <c:pt idx="3030">
                  <c:v>2024.05191257</c:v>
                </c:pt>
                <c:pt idx="3031">
                  <c:v>2024.06010929</c:v>
                </c:pt>
                <c:pt idx="3032">
                  <c:v>2024.06284153</c:v>
                </c:pt>
                <c:pt idx="3033">
                  <c:v>2024.06557377</c:v>
                </c:pt>
                <c:pt idx="3034">
                  <c:v>2024.06830601</c:v>
                </c:pt>
                <c:pt idx="3035">
                  <c:v>2024.07103825</c:v>
                </c:pt>
                <c:pt idx="3036">
                  <c:v>2024.07923497</c:v>
                </c:pt>
                <c:pt idx="3037">
                  <c:v>2024.08196721</c:v>
                </c:pt>
                <c:pt idx="3038">
                  <c:v>2024.08469945</c:v>
                </c:pt>
                <c:pt idx="3039">
                  <c:v>2024.08743169</c:v>
                </c:pt>
                <c:pt idx="3040">
                  <c:v>2024.09016393</c:v>
                </c:pt>
                <c:pt idx="3041">
                  <c:v>2024.09836066</c:v>
                </c:pt>
                <c:pt idx="3042">
                  <c:v>2024.1010929</c:v>
                </c:pt>
                <c:pt idx="3043">
                  <c:v>2024.10382514</c:v>
                </c:pt>
                <c:pt idx="3044">
                  <c:v>2024.10655738</c:v>
                </c:pt>
                <c:pt idx="3045">
                  <c:v>2024.10928962</c:v>
                </c:pt>
                <c:pt idx="3046">
                  <c:v>2024.11748634</c:v>
                </c:pt>
                <c:pt idx="3047">
                  <c:v>2024.12021858</c:v>
                </c:pt>
                <c:pt idx="3048">
                  <c:v>2024.12295082</c:v>
                </c:pt>
                <c:pt idx="3049">
                  <c:v>2024.12568306</c:v>
                </c:pt>
                <c:pt idx="3050">
                  <c:v>2024.1284153</c:v>
                </c:pt>
                <c:pt idx="3051">
                  <c:v>2024.13934426</c:v>
                </c:pt>
                <c:pt idx="3052">
                  <c:v>2024.1420765</c:v>
                </c:pt>
                <c:pt idx="3053">
                  <c:v>2024.14480874</c:v>
                </c:pt>
                <c:pt idx="3054">
                  <c:v>2024.14754098</c:v>
                </c:pt>
                <c:pt idx="3055">
                  <c:v>2024.1557377</c:v>
                </c:pt>
                <c:pt idx="3056">
                  <c:v>2024.15846995</c:v>
                </c:pt>
                <c:pt idx="3057">
                  <c:v>2024.16120219</c:v>
                </c:pt>
                <c:pt idx="3058">
                  <c:v>2024.16393443</c:v>
                </c:pt>
                <c:pt idx="3059">
                  <c:v>2024.16666667</c:v>
                </c:pt>
                <c:pt idx="3060">
                  <c:v>2024.17486339</c:v>
                </c:pt>
                <c:pt idx="3061">
                  <c:v>2024.17759563</c:v>
                </c:pt>
                <c:pt idx="3062">
                  <c:v>2024.18032787</c:v>
                </c:pt>
                <c:pt idx="3063">
                  <c:v>2024.18306011</c:v>
                </c:pt>
                <c:pt idx="3064">
                  <c:v>2024.18579235</c:v>
                </c:pt>
                <c:pt idx="3065">
                  <c:v>2024.19398907</c:v>
                </c:pt>
                <c:pt idx="3066">
                  <c:v>2024.19672131</c:v>
                </c:pt>
                <c:pt idx="3067">
                  <c:v>2024.19945355</c:v>
                </c:pt>
                <c:pt idx="3068">
                  <c:v>2024.20218579</c:v>
                </c:pt>
                <c:pt idx="3069">
                  <c:v>2024.20491803</c:v>
                </c:pt>
                <c:pt idx="3070">
                  <c:v>2024.21311475</c:v>
                </c:pt>
                <c:pt idx="3071">
                  <c:v>2024.21584699</c:v>
                </c:pt>
                <c:pt idx="3072">
                  <c:v>2024.21857923</c:v>
                </c:pt>
                <c:pt idx="3073">
                  <c:v>2024.22131148</c:v>
                </c:pt>
                <c:pt idx="3074">
                  <c:v>2024.22404372</c:v>
                </c:pt>
                <c:pt idx="3075">
                  <c:v>2024.23224044</c:v>
                </c:pt>
                <c:pt idx="3076">
                  <c:v>2024.23497268</c:v>
                </c:pt>
                <c:pt idx="3077">
                  <c:v>2024.23770492</c:v>
                </c:pt>
                <c:pt idx="3078">
                  <c:v>2024.24043716</c:v>
                </c:pt>
                <c:pt idx="3079">
                  <c:v>2024.25136612</c:v>
                </c:pt>
                <c:pt idx="3080">
                  <c:v>2024.25409836</c:v>
                </c:pt>
                <c:pt idx="3081">
                  <c:v>2024.2568306</c:v>
                </c:pt>
                <c:pt idx="3082">
                  <c:v>2024.25956284</c:v>
                </c:pt>
                <c:pt idx="3083">
                  <c:v>2024.26229508</c:v>
                </c:pt>
                <c:pt idx="3084">
                  <c:v>2024.2704918</c:v>
                </c:pt>
                <c:pt idx="3085">
                  <c:v>2024.27322404</c:v>
                </c:pt>
                <c:pt idx="3086">
                  <c:v>2024.27595628</c:v>
                </c:pt>
                <c:pt idx="3087">
                  <c:v>2024.27868852</c:v>
                </c:pt>
                <c:pt idx="3088">
                  <c:v>2024.28142077</c:v>
                </c:pt>
                <c:pt idx="3089">
                  <c:v>2024.28961749</c:v>
                </c:pt>
                <c:pt idx="3090">
                  <c:v>2024.29234973</c:v>
                </c:pt>
                <c:pt idx="3091">
                  <c:v>2024.29508197</c:v>
                </c:pt>
                <c:pt idx="3092">
                  <c:v>2024.29781421</c:v>
                </c:pt>
                <c:pt idx="3093">
                  <c:v>2024.30054645</c:v>
                </c:pt>
                <c:pt idx="3094">
                  <c:v>2024.30874317</c:v>
                </c:pt>
                <c:pt idx="3095">
                  <c:v>2024.31147541</c:v>
                </c:pt>
                <c:pt idx="3096">
                  <c:v>2024.31420765</c:v>
                </c:pt>
                <c:pt idx="3097">
                  <c:v>2024.31693989</c:v>
                </c:pt>
                <c:pt idx="3098">
                  <c:v>2024.31967213</c:v>
                </c:pt>
                <c:pt idx="3099">
                  <c:v>2024.32786885</c:v>
                </c:pt>
                <c:pt idx="3100">
                  <c:v>2024.33060109</c:v>
                </c:pt>
                <c:pt idx="3101">
                  <c:v>2024.33333333</c:v>
                </c:pt>
                <c:pt idx="3102">
                  <c:v>2024.33606557</c:v>
                </c:pt>
                <c:pt idx="3103">
                  <c:v>2024.33879781</c:v>
                </c:pt>
                <c:pt idx="3104">
                  <c:v>2024.34699454</c:v>
                </c:pt>
                <c:pt idx="3105">
                  <c:v>2024.34972678</c:v>
                </c:pt>
                <c:pt idx="3106">
                  <c:v>2024.35245902</c:v>
                </c:pt>
                <c:pt idx="3107">
                  <c:v>2024.35519126</c:v>
                </c:pt>
                <c:pt idx="3108">
                  <c:v>2024.3579235</c:v>
                </c:pt>
                <c:pt idx="3109">
                  <c:v>2024.36612022</c:v>
                </c:pt>
                <c:pt idx="3110">
                  <c:v>2024.36885246</c:v>
                </c:pt>
                <c:pt idx="3111">
                  <c:v>2024.3715847</c:v>
                </c:pt>
                <c:pt idx="3112">
                  <c:v>2024.37431694</c:v>
                </c:pt>
                <c:pt idx="3113">
                  <c:v>2024.37704918</c:v>
                </c:pt>
                <c:pt idx="3114">
                  <c:v>2024.3852459</c:v>
                </c:pt>
                <c:pt idx="3115">
                  <c:v>2024.38797814</c:v>
                </c:pt>
                <c:pt idx="3116">
                  <c:v>2024.39071038</c:v>
                </c:pt>
                <c:pt idx="3117">
                  <c:v>2024.39344262</c:v>
                </c:pt>
                <c:pt idx="3118">
                  <c:v>2024.39617486</c:v>
                </c:pt>
                <c:pt idx="3119">
                  <c:v>2024.40710383</c:v>
                </c:pt>
                <c:pt idx="3120">
                  <c:v>2024.40983607</c:v>
                </c:pt>
                <c:pt idx="3121">
                  <c:v>2024.41256831</c:v>
                </c:pt>
                <c:pt idx="3122">
                  <c:v>2024.41530055</c:v>
                </c:pt>
                <c:pt idx="3123">
                  <c:v>2024.42349727</c:v>
                </c:pt>
                <c:pt idx="3124">
                  <c:v>2024.42622951</c:v>
                </c:pt>
                <c:pt idx="3125">
                  <c:v>2024.42896175</c:v>
                </c:pt>
                <c:pt idx="3126">
                  <c:v>2024.43169399</c:v>
                </c:pt>
                <c:pt idx="3127">
                  <c:v>2024.43442623</c:v>
                </c:pt>
                <c:pt idx="3128">
                  <c:v>2024.44262295</c:v>
                </c:pt>
                <c:pt idx="3129">
                  <c:v>2024.44535519</c:v>
                </c:pt>
                <c:pt idx="3130">
                  <c:v>2024.44808743</c:v>
                </c:pt>
                <c:pt idx="3131">
                  <c:v>2024.45081967</c:v>
                </c:pt>
                <c:pt idx="3132">
                  <c:v>2024.45355191</c:v>
                </c:pt>
                <c:pt idx="3133">
                  <c:v>2024.46174863</c:v>
                </c:pt>
                <c:pt idx="3134">
                  <c:v>2024.46448087</c:v>
                </c:pt>
                <c:pt idx="3135">
                  <c:v>2024.46994536</c:v>
                </c:pt>
                <c:pt idx="3136">
                  <c:v>2024.4726776</c:v>
                </c:pt>
                <c:pt idx="3137">
                  <c:v>2024.48087432</c:v>
                </c:pt>
                <c:pt idx="3138">
                  <c:v>2024.48360656</c:v>
                </c:pt>
                <c:pt idx="3139">
                  <c:v>2024.4863388</c:v>
                </c:pt>
                <c:pt idx="3140">
                  <c:v>2024.48907104</c:v>
                </c:pt>
                <c:pt idx="3141">
                  <c:v>2024.49180328</c:v>
                </c:pt>
                <c:pt idx="3142">
                  <c:v>2024.5</c:v>
                </c:pt>
                <c:pt idx="3143">
                  <c:v>2024.50273224</c:v>
                </c:pt>
                <c:pt idx="3144">
                  <c:v>2024.50546448</c:v>
                </c:pt>
                <c:pt idx="3145">
                  <c:v>2024.51092896</c:v>
                </c:pt>
                <c:pt idx="3146">
                  <c:v>2024.51912568</c:v>
                </c:pt>
                <c:pt idx="3147">
                  <c:v>2024.52185792</c:v>
                </c:pt>
                <c:pt idx="3148">
                  <c:v>2024.52459016</c:v>
                </c:pt>
                <c:pt idx="3149">
                  <c:v>2024.5273224</c:v>
                </c:pt>
                <c:pt idx="3150">
                  <c:v>2024.53005464</c:v>
                </c:pt>
                <c:pt idx="3151">
                  <c:v>2024.53825137</c:v>
                </c:pt>
                <c:pt idx="3152">
                  <c:v>2024.54098361</c:v>
                </c:pt>
                <c:pt idx="3153">
                  <c:v>2024.54371585</c:v>
                </c:pt>
                <c:pt idx="3154">
                  <c:v>2024.54644809</c:v>
                </c:pt>
                <c:pt idx="3155">
                  <c:v>2024.54918033</c:v>
                </c:pt>
                <c:pt idx="3156">
                  <c:v>2024.55737705</c:v>
                </c:pt>
                <c:pt idx="3157">
                  <c:v>2024.56010929</c:v>
                </c:pt>
                <c:pt idx="3158">
                  <c:v>2024.56284153</c:v>
                </c:pt>
                <c:pt idx="3159">
                  <c:v>2024.56557377</c:v>
                </c:pt>
                <c:pt idx="3160">
                  <c:v>2024.56830601</c:v>
                </c:pt>
                <c:pt idx="3161">
                  <c:v>2024.57650273</c:v>
                </c:pt>
                <c:pt idx="3162">
                  <c:v>2024.57923497</c:v>
                </c:pt>
                <c:pt idx="3163">
                  <c:v>2024.58196721</c:v>
                </c:pt>
                <c:pt idx="3164">
                  <c:v>2024.58469945</c:v>
                </c:pt>
                <c:pt idx="3165">
                  <c:v>2024.58743169</c:v>
                </c:pt>
                <c:pt idx="3166">
                  <c:v>2024.59562842</c:v>
                </c:pt>
                <c:pt idx="3167">
                  <c:v>2024.59836066</c:v>
                </c:pt>
                <c:pt idx="3168">
                  <c:v>2024.6010929</c:v>
                </c:pt>
                <c:pt idx="3169">
                  <c:v>2024.60382514</c:v>
                </c:pt>
                <c:pt idx="3170">
                  <c:v>2024.60655738</c:v>
                </c:pt>
                <c:pt idx="3171">
                  <c:v>2024.6147541</c:v>
                </c:pt>
                <c:pt idx="3172">
                  <c:v>2024.61748634</c:v>
                </c:pt>
                <c:pt idx="3173">
                  <c:v>2024.62021858</c:v>
                </c:pt>
                <c:pt idx="3174">
                  <c:v>2024.62295082</c:v>
                </c:pt>
                <c:pt idx="3175">
                  <c:v>2024.62568306</c:v>
                </c:pt>
                <c:pt idx="3176">
                  <c:v>2024.63387978</c:v>
                </c:pt>
                <c:pt idx="3177">
                  <c:v>2024.63661202</c:v>
                </c:pt>
                <c:pt idx="3178">
                  <c:v>2024.63934426</c:v>
                </c:pt>
                <c:pt idx="3179">
                  <c:v>2024.6420765</c:v>
                </c:pt>
                <c:pt idx="3180">
                  <c:v>2024.64480874</c:v>
                </c:pt>
                <c:pt idx="3181">
                  <c:v>2024.65300546</c:v>
                </c:pt>
                <c:pt idx="3182">
                  <c:v>2024.6557377</c:v>
                </c:pt>
                <c:pt idx="3183">
                  <c:v>2024.65846995</c:v>
                </c:pt>
                <c:pt idx="3184">
                  <c:v>2024.66120219</c:v>
                </c:pt>
                <c:pt idx="3185">
                  <c:v>2024.66393443</c:v>
                </c:pt>
                <c:pt idx="3186">
                  <c:v>2024.67486339</c:v>
                </c:pt>
                <c:pt idx="3187">
                  <c:v>2024.67759563</c:v>
                </c:pt>
                <c:pt idx="3188">
                  <c:v>2024.68032787</c:v>
                </c:pt>
                <c:pt idx="3189">
                  <c:v>2024.68306011</c:v>
                </c:pt>
                <c:pt idx="3190">
                  <c:v>2024.69125683</c:v>
                </c:pt>
                <c:pt idx="3191">
                  <c:v>2024.69398907</c:v>
                </c:pt>
                <c:pt idx="3192">
                  <c:v>2024.69672131</c:v>
                </c:pt>
                <c:pt idx="3193">
                  <c:v>2024.69945355</c:v>
                </c:pt>
                <c:pt idx="3194">
                  <c:v>2024.70218579</c:v>
                </c:pt>
                <c:pt idx="3195">
                  <c:v>2024.71038251</c:v>
                </c:pt>
                <c:pt idx="3196">
                  <c:v>2024.71311475</c:v>
                </c:pt>
                <c:pt idx="3197">
                  <c:v>2024.71584699</c:v>
                </c:pt>
                <c:pt idx="3198">
                  <c:v>2024.71857923</c:v>
                </c:pt>
                <c:pt idx="3199">
                  <c:v>2024.72131148</c:v>
                </c:pt>
                <c:pt idx="3200">
                  <c:v>2024.7295082</c:v>
                </c:pt>
                <c:pt idx="3201">
                  <c:v>2024.73224044</c:v>
                </c:pt>
                <c:pt idx="3202">
                  <c:v>2024.73497268</c:v>
                </c:pt>
                <c:pt idx="3203">
                  <c:v>2024.73770492</c:v>
                </c:pt>
                <c:pt idx="3204">
                  <c:v>2024.74043716</c:v>
                </c:pt>
                <c:pt idx="3205">
                  <c:v>2024.74863388</c:v>
                </c:pt>
                <c:pt idx="3206">
                  <c:v>2024.75136612</c:v>
                </c:pt>
                <c:pt idx="3207">
                  <c:v>2024.75409836</c:v>
                </c:pt>
                <c:pt idx="3208">
                  <c:v>2024.7568306</c:v>
                </c:pt>
                <c:pt idx="3209">
                  <c:v>2024.75956284</c:v>
                </c:pt>
                <c:pt idx="3210">
                  <c:v>2024.76775956</c:v>
                </c:pt>
                <c:pt idx="3211">
                  <c:v>2024.7704918</c:v>
                </c:pt>
                <c:pt idx="3212">
                  <c:v>2024.77322404</c:v>
                </c:pt>
                <c:pt idx="3213">
                  <c:v>2024.77595628</c:v>
                </c:pt>
                <c:pt idx="3214">
                  <c:v>2024.77868852</c:v>
                </c:pt>
                <c:pt idx="3215">
                  <c:v>2024.78688525</c:v>
                </c:pt>
                <c:pt idx="3216">
                  <c:v>2024.78961749</c:v>
                </c:pt>
                <c:pt idx="3217">
                  <c:v>2024.79234973</c:v>
                </c:pt>
                <c:pt idx="3218">
                  <c:v>2024.79508197</c:v>
                </c:pt>
                <c:pt idx="3219">
                  <c:v>2024.79781421</c:v>
                </c:pt>
                <c:pt idx="3220">
                  <c:v>2024.80601093</c:v>
                </c:pt>
                <c:pt idx="3221">
                  <c:v>2024.80874317</c:v>
                </c:pt>
                <c:pt idx="3222">
                  <c:v>2024.81147541</c:v>
                </c:pt>
                <c:pt idx="3223">
                  <c:v>2024.81420765</c:v>
                </c:pt>
                <c:pt idx="3224">
                  <c:v>2024.81693989</c:v>
                </c:pt>
                <c:pt idx="3225">
                  <c:v>2024.82513661</c:v>
                </c:pt>
                <c:pt idx="3226">
                  <c:v>2024.82786885</c:v>
                </c:pt>
                <c:pt idx="3227">
                  <c:v>2024.83060109</c:v>
                </c:pt>
                <c:pt idx="3228">
                  <c:v>2024.83333333</c:v>
                </c:pt>
                <c:pt idx="3229">
                  <c:v>2024.83606557</c:v>
                </c:pt>
                <c:pt idx="3230">
                  <c:v>2024.8442623</c:v>
                </c:pt>
                <c:pt idx="3231">
                  <c:v>2024.84699454</c:v>
                </c:pt>
                <c:pt idx="3232">
                  <c:v>2024.84972678</c:v>
                </c:pt>
                <c:pt idx="3233">
                  <c:v>2024.85245902</c:v>
                </c:pt>
                <c:pt idx="3234">
                  <c:v>2024.85519126</c:v>
                </c:pt>
                <c:pt idx="3235">
                  <c:v>2024.86338798</c:v>
                </c:pt>
                <c:pt idx="3236">
                  <c:v>2024.86612022</c:v>
                </c:pt>
                <c:pt idx="3237">
                  <c:v>2024.86885246</c:v>
                </c:pt>
                <c:pt idx="3238">
                  <c:v>2024.8715847</c:v>
                </c:pt>
                <c:pt idx="3239">
                  <c:v>2024.87431694</c:v>
                </c:pt>
                <c:pt idx="3240">
                  <c:v>2024.88251366</c:v>
                </c:pt>
                <c:pt idx="3241">
                  <c:v>2024.8852459</c:v>
                </c:pt>
                <c:pt idx="3242">
                  <c:v>2024.88797814</c:v>
                </c:pt>
                <c:pt idx="3243">
                  <c:v>2024.89071038</c:v>
                </c:pt>
                <c:pt idx="3244">
                  <c:v>2024.89344262</c:v>
                </c:pt>
                <c:pt idx="3245">
                  <c:v>2024.90163934</c:v>
                </c:pt>
                <c:pt idx="3246">
                  <c:v>2024.90437158</c:v>
                </c:pt>
                <c:pt idx="3247">
                  <c:v>2024.90710383</c:v>
                </c:pt>
                <c:pt idx="3248">
                  <c:v>2024.91256831</c:v>
                </c:pt>
                <c:pt idx="3249">
                  <c:v>2024.92076503</c:v>
                </c:pt>
                <c:pt idx="3250">
                  <c:v>2024.92349727</c:v>
                </c:pt>
                <c:pt idx="3251">
                  <c:v>2024.92622951</c:v>
                </c:pt>
                <c:pt idx="3252">
                  <c:v>2024.92896175</c:v>
                </c:pt>
                <c:pt idx="3253">
                  <c:v>2024.93169399</c:v>
                </c:pt>
                <c:pt idx="3254">
                  <c:v>2024.93989071</c:v>
                </c:pt>
                <c:pt idx="3255">
                  <c:v>2024.94262295</c:v>
                </c:pt>
                <c:pt idx="3256">
                  <c:v>2024.94535519</c:v>
                </c:pt>
                <c:pt idx="3257">
                  <c:v>2024.94808743</c:v>
                </c:pt>
                <c:pt idx="3258">
                  <c:v>2024.95081967</c:v>
                </c:pt>
                <c:pt idx="3259">
                  <c:v>2024.95901639</c:v>
                </c:pt>
                <c:pt idx="3260">
                  <c:v>2024.96174863</c:v>
                </c:pt>
                <c:pt idx="3261">
                  <c:v>2024.96448087</c:v>
                </c:pt>
                <c:pt idx="3262">
                  <c:v>2024.96721311</c:v>
                </c:pt>
                <c:pt idx="3263">
                  <c:v>2024.96994536</c:v>
                </c:pt>
                <c:pt idx="3264">
                  <c:v>2024.97814208</c:v>
                </c:pt>
                <c:pt idx="3265">
                  <c:v>2024.98087432</c:v>
                </c:pt>
                <c:pt idx="3266">
                  <c:v>2024.9863388</c:v>
                </c:pt>
                <c:pt idx="3267">
                  <c:v>2024.98907104</c:v>
                </c:pt>
                <c:pt idx="3268">
                  <c:v>2024.99726776</c:v>
                </c:pt>
                <c:pt idx="3269">
                  <c:v>2025</c:v>
                </c:pt>
                <c:pt idx="3270">
                  <c:v>2025.00547945</c:v>
                </c:pt>
                <c:pt idx="3271">
                  <c:v>2025.00821918</c:v>
                </c:pt>
                <c:pt idx="3272">
                  <c:v>2025.01643836</c:v>
                </c:pt>
                <c:pt idx="3273">
                  <c:v>2025.01917808</c:v>
                </c:pt>
                <c:pt idx="3274">
                  <c:v>2025.02191781</c:v>
                </c:pt>
                <c:pt idx="3275">
                  <c:v>2025.02739726</c:v>
                </c:pt>
                <c:pt idx="3276">
                  <c:v>2025.03561644</c:v>
                </c:pt>
                <c:pt idx="3277">
                  <c:v>2025.03835616</c:v>
                </c:pt>
                <c:pt idx="3278">
                  <c:v>2025.04109589</c:v>
                </c:pt>
                <c:pt idx="3279">
                  <c:v>2025.04383562</c:v>
                </c:pt>
                <c:pt idx="3280">
                  <c:v>2025.04657534</c:v>
                </c:pt>
                <c:pt idx="3281">
                  <c:v>2025.05753425</c:v>
                </c:pt>
                <c:pt idx="3282">
                  <c:v>2025.06027397</c:v>
                </c:pt>
                <c:pt idx="3283">
                  <c:v>2025.0630137</c:v>
                </c:pt>
                <c:pt idx="3284">
                  <c:v>2025.06575342</c:v>
                </c:pt>
                <c:pt idx="3285">
                  <c:v>2025.0739726</c:v>
                </c:pt>
                <c:pt idx="3286">
                  <c:v>2025.07671233</c:v>
                </c:pt>
                <c:pt idx="3287">
                  <c:v>2025.07945205</c:v>
                </c:pt>
                <c:pt idx="3288">
                  <c:v>2025.08219178</c:v>
                </c:pt>
                <c:pt idx="3289">
                  <c:v>2025.08493151</c:v>
                </c:pt>
                <c:pt idx="3290">
                  <c:v>2025.09315068</c:v>
                </c:pt>
                <c:pt idx="3291">
                  <c:v>2025.09589041</c:v>
                </c:pt>
                <c:pt idx="3292">
                  <c:v>2025.09863014</c:v>
                </c:pt>
                <c:pt idx="3293">
                  <c:v>2025.10136986</c:v>
                </c:pt>
                <c:pt idx="3294">
                  <c:v>2025.10410959</c:v>
                </c:pt>
                <c:pt idx="3295">
                  <c:v>2025.11232877</c:v>
                </c:pt>
                <c:pt idx="3296">
                  <c:v>2025.11506849</c:v>
                </c:pt>
                <c:pt idx="3297">
                  <c:v>2025.11780822</c:v>
                </c:pt>
                <c:pt idx="3298">
                  <c:v>2025.12054795</c:v>
                </c:pt>
                <c:pt idx="3299">
                  <c:v>2025.12328767</c:v>
                </c:pt>
                <c:pt idx="3300">
                  <c:v>2025.13424658</c:v>
                </c:pt>
                <c:pt idx="3301">
                  <c:v>2025.1369863</c:v>
                </c:pt>
                <c:pt idx="3302">
                  <c:v>2025.13972603</c:v>
                </c:pt>
                <c:pt idx="3303">
                  <c:v>2025.14246575</c:v>
                </c:pt>
                <c:pt idx="3304">
                  <c:v>2025.15068493</c:v>
                </c:pt>
                <c:pt idx="3305">
                  <c:v>2025.15342466</c:v>
                </c:pt>
                <c:pt idx="3306">
                  <c:v>2025.15616438</c:v>
                </c:pt>
                <c:pt idx="3307">
                  <c:v>2025.15890411</c:v>
                </c:pt>
                <c:pt idx="3308">
                  <c:v>2025.16164384</c:v>
                </c:pt>
                <c:pt idx="3309">
                  <c:v>2025.16986301</c:v>
                </c:pt>
                <c:pt idx="3310">
                  <c:v>2025.17260274</c:v>
                </c:pt>
                <c:pt idx="3311">
                  <c:v>2025.17534247</c:v>
                </c:pt>
                <c:pt idx="3312">
                  <c:v>2025.17808219</c:v>
                </c:pt>
                <c:pt idx="3313">
                  <c:v>2025.18082192</c:v>
                </c:pt>
                <c:pt idx="3314">
                  <c:v>2025.1890411</c:v>
                </c:pt>
                <c:pt idx="3315">
                  <c:v>2025.19178082</c:v>
                </c:pt>
                <c:pt idx="3316">
                  <c:v>2025.19452055</c:v>
                </c:pt>
                <c:pt idx="3317">
                  <c:v>2025.19726027</c:v>
                </c:pt>
                <c:pt idx="3318">
                  <c:v>2025.2</c:v>
                </c:pt>
                <c:pt idx="3319">
                  <c:v>2025.20821918</c:v>
                </c:pt>
                <c:pt idx="3320">
                  <c:v>2025.2109589</c:v>
                </c:pt>
                <c:pt idx="3321">
                  <c:v>2025.21369863</c:v>
                </c:pt>
                <c:pt idx="3322">
                  <c:v>2025.21643836</c:v>
                </c:pt>
                <c:pt idx="3323">
                  <c:v>2025.21917808</c:v>
                </c:pt>
                <c:pt idx="3324">
                  <c:v>2025.22739726</c:v>
                </c:pt>
                <c:pt idx="3325">
                  <c:v>2025.23013699</c:v>
                </c:pt>
                <c:pt idx="3326">
                  <c:v>2025.23287671</c:v>
                </c:pt>
                <c:pt idx="3327">
                  <c:v>2025.23561644</c:v>
                </c:pt>
                <c:pt idx="3328">
                  <c:v>2025.23835616</c:v>
                </c:pt>
                <c:pt idx="3329">
                  <c:v>2025.24657534</c:v>
                </c:pt>
                <c:pt idx="3330">
                  <c:v>2025.24931507</c:v>
                </c:pt>
                <c:pt idx="3331">
                  <c:v>2025.25205479</c:v>
                </c:pt>
                <c:pt idx="3332">
                  <c:v>2025.25479452</c:v>
                </c:pt>
                <c:pt idx="3333">
                  <c:v>2025.25753425</c:v>
                </c:pt>
                <c:pt idx="3334">
                  <c:v>2025.26575342</c:v>
                </c:pt>
                <c:pt idx="3335">
                  <c:v>2025.26849315</c:v>
                </c:pt>
                <c:pt idx="3336">
                  <c:v>2025.27123288</c:v>
                </c:pt>
                <c:pt idx="3337">
                  <c:v>2025.2739726</c:v>
                </c:pt>
                <c:pt idx="3338">
                  <c:v>2025.27671233</c:v>
                </c:pt>
                <c:pt idx="3339">
                  <c:v>2025.28493151</c:v>
                </c:pt>
                <c:pt idx="3340">
                  <c:v>2025.28767123</c:v>
                </c:pt>
                <c:pt idx="3341">
                  <c:v>2025.29041096</c:v>
                </c:pt>
                <c:pt idx="3342">
                  <c:v>2025.29315068</c:v>
                </c:pt>
                <c:pt idx="3343">
                  <c:v>2025.30410959</c:v>
                </c:pt>
                <c:pt idx="3344">
                  <c:v>2025.30684932</c:v>
                </c:pt>
                <c:pt idx="3345">
                  <c:v>2025.30958904</c:v>
                </c:pt>
                <c:pt idx="3346">
                  <c:v>2025.31232877</c:v>
                </c:pt>
                <c:pt idx="3347">
                  <c:v>2025.31506849</c:v>
                </c:pt>
                <c:pt idx="3348">
                  <c:v>2025.32328767</c:v>
                </c:pt>
                <c:pt idx="3349">
                  <c:v>2025.3260274</c:v>
                </c:pt>
                <c:pt idx="3350">
                  <c:v>2025.32876712</c:v>
                </c:pt>
                <c:pt idx="3351">
                  <c:v>2025.33150685</c:v>
                </c:pt>
                <c:pt idx="3352">
                  <c:v>2025.33424658</c:v>
                </c:pt>
                <c:pt idx="3353">
                  <c:v>2025.34246575</c:v>
                </c:pt>
                <c:pt idx="3354">
                  <c:v>2025.34520548</c:v>
                </c:pt>
                <c:pt idx="3355">
                  <c:v>2025.34794521</c:v>
                </c:pt>
                <c:pt idx="3356">
                  <c:v>2025.35068493</c:v>
                </c:pt>
                <c:pt idx="3357">
                  <c:v>2025.35342466</c:v>
                </c:pt>
                <c:pt idx="3358">
                  <c:v>2025.36164384</c:v>
                </c:pt>
                <c:pt idx="3359">
                  <c:v>2025.36438356</c:v>
                </c:pt>
                <c:pt idx="3360">
                  <c:v>2025.36712329</c:v>
                </c:pt>
                <c:pt idx="3361">
                  <c:v>2025.36986301</c:v>
                </c:pt>
                <c:pt idx="3362">
                  <c:v>2025.37260274</c:v>
                </c:pt>
                <c:pt idx="3363">
                  <c:v>2025.38082192</c:v>
                </c:pt>
                <c:pt idx="3364">
                  <c:v>2025.38356164</c:v>
                </c:pt>
                <c:pt idx="3365">
                  <c:v>2025.38630137</c:v>
                </c:pt>
                <c:pt idx="3366">
                  <c:v>2025.3890411</c:v>
                </c:pt>
                <c:pt idx="3367">
                  <c:v>2025.39178082</c:v>
                </c:pt>
                <c:pt idx="3368">
                  <c:v>2025.40273973</c:v>
                </c:pt>
                <c:pt idx="3369">
                  <c:v>2025.40547945</c:v>
                </c:pt>
                <c:pt idx="3370">
                  <c:v>2025.40821918</c:v>
                </c:pt>
                <c:pt idx="3371">
                  <c:v>2025.4109589</c:v>
                </c:pt>
                <c:pt idx="3372">
                  <c:v>2025.41917808</c:v>
                </c:pt>
                <c:pt idx="3373">
                  <c:v>2025.42191781</c:v>
                </c:pt>
                <c:pt idx="3374">
                  <c:v>2025.42465753</c:v>
                </c:pt>
                <c:pt idx="3375">
                  <c:v>2025.42739726</c:v>
                </c:pt>
                <c:pt idx="3376">
                  <c:v>2025.43013699</c:v>
                </c:pt>
                <c:pt idx="3377">
                  <c:v>2025.43835616</c:v>
                </c:pt>
                <c:pt idx="3378">
                  <c:v>2025.44109589</c:v>
                </c:pt>
                <c:pt idx="3379">
                  <c:v>2025.44383562</c:v>
                </c:pt>
                <c:pt idx="3380">
                  <c:v>2025.44657534</c:v>
                </c:pt>
                <c:pt idx="3381">
                  <c:v>2025.44931507</c:v>
                </c:pt>
                <c:pt idx="3382">
                  <c:v>2025.45753425</c:v>
                </c:pt>
                <c:pt idx="3383">
                  <c:v>2025.46027397</c:v>
                </c:pt>
                <c:pt idx="3384">
                  <c:v>2025.4630137</c:v>
                </c:pt>
                <c:pt idx="3385">
                  <c:v>2025.46849315</c:v>
                </c:pt>
                <c:pt idx="3386">
                  <c:v>2025.47671233</c:v>
                </c:pt>
                <c:pt idx="3387">
                  <c:v>2025.47945205</c:v>
                </c:pt>
                <c:pt idx="3388">
                  <c:v>2025.48219178</c:v>
                </c:pt>
                <c:pt idx="3389">
                  <c:v>2025.48493151</c:v>
                </c:pt>
                <c:pt idx="3390">
                  <c:v>2025.48767123</c:v>
                </c:pt>
                <c:pt idx="3391">
                  <c:v>2025.49589041</c:v>
                </c:pt>
                <c:pt idx="3392">
                  <c:v>2025.49863014</c:v>
                </c:pt>
                <c:pt idx="3393">
                  <c:v>2025.50136986</c:v>
                </c:pt>
                <c:pt idx="3394">
                  <c:v>2025.50410959</c:v>
                </c:pt>
                <c:pt idx="3395">
                  <c:v>2025.51506849</c:v>
                </c:pt>
                <c:pt idx="3396">
                  <c:v>2025.51780822</c:v>
                </c:pt>
                <c:pt idx="3397">
                  <c:v>2025.52054795</c:v>
                </c:pt>
                <c:pt idx="3398">
                  <c:v>2025.52328767</c:v>
                </c:pt>
                <c:pt idx="3399">
                  <c:v>2025.5260274</c:v>
                </c:pt>
                <c:pt idx="3400">
                  <c:v>2025.53424658</c:v>
                </c:pt>
                <c:pt idx="3401">
                  <c:v>2025.5369863</c:v>
                </c:pt>
                <c:pt idx="3402">
                  <c:v>2025.53972603</c:v>
                </c:pt>
                <c:pt idx="3403">
                  <c:v>2025.54246575</c:v>
                </c:pt>
                <c:pt idx="3404">
                  <c:v>2025.54520548</c:v>
                </c:pt>
                <c:pt idx="3405">
                  <c:v>2025.55342466</c:v>
                </c:pt>
                <c:pt idx="3406">
                  <c:v>2025.55616438</c:v>
                </c:pt>
                <c:pt idx="3407">
                  <c:v>2025.55890411</c:v>
                </c:pt>
                <c:pt idx="3408">
                  <c:v>2025.56164384</c:v>
                </c:pt>
                <c:pt idx="3409">
                  <c:v>2025.56438356</c:v>
                </c:pt>
                <c:pt idx="3410">
                  <c:v>2025.57260274</c:v>
                </c:pt>
                <c:pt idx="3411">
                  <c:v>2025.57534247</c:v>
                </c:pt>
                <c:pt idx="3412">
                  <c:v>2025.57808219</c:v>
                </c:pt>
                <c:pt idx="3413">
                  <c:v>2025.58082192</c:v>
                </c:pt>
                <c:pt idx="3414">
                  <c:v>2025.58356164</c:v>
                </c:pt>
                <c:pt idx="3415">
                  <c:v>2025.59178082</c:v>
                </c:pt>
                <c:pt idx="3416">
                  <c:v>2025.59452055</c:v>
                </c:pt>
                <c:pt idx="3417">
                  <c:v>2025.59726027</c:v>
                </c:pt>
                <c:pt idx="3418">
                  <c:v>2025.6</c:v>
                </c:pt>
                <c:pt idx="3419">
                  <c:v>2025.60273973</c:v>
                </c:pt>
                <c:pt idx="3420">
                  <c:v>2025.6109589</c:v>
                </c:pt>
                <c:pt idx="3421">
                  <c:v>2025.61369863</c:v>
                </c:pt>
                <c:pt idx="3422">
                  <c:v>2025.61643836</c:v>
                </c:pt>
                <c:pt idx="3423">
                  <c:v>2025.61917808</c:v>
                </c:pt>
                <c:pt idx="3424">
                  <c:v>2025.62191781</c:v>
                </c:pt>
                <c:pt idx="3425">
                  <c:v>2025.63013699</c:v>
                </c:pt>
                <c:pt idx="3426">
                  <c:v>2025.63287671</c:v>
                </c:pt>
                <c:pt idx="3427">
                  <c:v>2025.63561644</c:v>
                </c:pt>
                <c:pt idx="3428">
                  <c:v>2025.63835616</c:v>
                </c:pt>
                <c:pt idx="3429">
                  <c:v>2025.64109589</c:v>
                </c:pt>
                <c:pt idx="3430">
                  <c:v>2025.64931507</c:v>
                </c:pt>
                <c:pt idx="3431">
                  <c:v>2025.65205479</c:v>
                </c:pt>
                <c:pt idx="3432">
                  <c:v>2025.65479452</c:v>
                </c:pt>
                <c:pt idx="3433">
                  <c:v>2025.65753425</c:v>
                </c:pt>
                <c:pt idx="3434">
                  <c:v>2025.66027397</c:v>
                </c:pt>
                <c:pt idx="3435">
                  <c:v>2025.67123288</c:v>
                </c:pt>
                <c:pt idx="3436">
                  <c:v>2025.6739726</c:v>
                </c:pt>
                <c:pt idx="3437">
                  <c:v>2025.67671233</c:v>
                </c:pt>
                <c:pt idx="3438">
                  <c:v>2025.67945205</c:v>
                </c:pt>
                <c:pt idx="3439">
                  <c:v>2025.68767123</c:v>
                </c:pt>
                <c:pt idx="3440">
                  <c:v>2025.69041096</c:v>
                </c:pt>
                <c:pt idx="3441">
                  <c:v>2025.69315068</c:v>
                </c:pt>
                <c:pt idx="3442">
                  <c:v>2025.69589041</c:v>
                </c:pt>
                <c:pt idx="3443">
                  <c:v>2025.69863014</c:v>
                </c:pt>
                <c:pt idx="3444">
                  <c:v>2025.70684932</c:v>
                </c:pt>
                <c:pt idx="3445">
                  <c:v>2025.70958904</c:v>
                </c:pt>
                <c:pt idx="3446">
                  <c:v>2025.71232877</c:v>
                </c:pt>
                <c:pt idx="3447">
                  <c:v>2025.71506849</c:v>
                </c:pt>
                <c:pt idx="3448">
                  <c:v>2025.71780822</c:v>
                </c:pt>
                <c:pt idx="3449">
                  <c:v>2025.7260274</c:v>
                </c:pt>
                <c:pt idx="3450">
                  <c:v>2025.72876712</c:v>
                </c:pt>
                <c:pt idx="3451">
                  <c:v>2025.73150685</c:v>
                </c:pt>
                <c:pt idx="3452">
                  <c:v>2025.73424658</c:v>
                </c:pt>
                <c:pt idx="3453">
                  <c:v>2025.7369863</c:v>
                </c:pt>
                <c:pt idx="3454">
                  <c:v>2025.74520548</c:v>
                </c:pt>
                <c:pt idx="3455">
                  <c:v>2025.74794521</c:v>
                </c:pt>
                <c:pt idx="3456">
                  <c:v>2025.75068493</c:v>
                </c:pt>
                <c:pt idx="3457">
                  <c:v>2025.75342466</c:v>
                </c:pt>
                <c:pt idx="3458">
                  <c:v>2025.75616438</c:v>
                </c:pt>
                <c:pt idx="3459">
                  <c:v>2025.76438356</c:v>
                </c:pt>
                <c:pt idx="3460">
                  <c:v>2025.76712329</c:v>
                </c:pt>
                <c:pt idx="3461">
                  <c:v>2025.76986301</c:v>
                </c:pt>
                <c:pt idx="3462">
                  <c:v>2025.77260274</c:v>
                </c:pt>
                <c:pt idx="3463">
                  <c:v>2025.77534247</c:v>
                </c:pt>
                <c:pt idx="3464">
                  <c:v>2025.78356164</c:v>
                </c:pt>
                <c:pt idx="3465">
                  <c:v>2025.78630137</c:v>
                </c:pt>
                <c:pt idx="3466">
                  <c:v>2025.7890411</c:v>
                </c:pt>
                <c:pt idx="3467">
                  <c:v>2025.79178082</c:v>
                </c:pt>
                <c:pt idx="3468">
                  <c:v>2025.79452055</c:v>
                </c:pt>
                <c:pt idx="3469">
                  <c:v>2025.80273973</c:v>
                </c:pt>
                <c:pt idx="3470">
                  <c:v>2025.80547945</c:v>
                </c:pt>
                <c:pt idx="3471">
                  <c:v>2025.80821918</c:v>
                </c:pt>
                <c:pt idx="3472">
                  <c:v>2025.8109589</c:v>
                </c:pt>
                <c:pt idx="3473">
                  <c:v>2025.81369863</c:v>
                </c:pt>
                <c:pt idx="3474">
                  <c:v>2025.82191781</c:v>
                </c:pt>
                <c:pt idx="3475">
                  <c:v>2025.82465753</c:v>
                </c:pt>
                <c:pt idx="3476">
                  <c:v>2025.82739726</c:v>
                </c:pt>
                <c:pt idx="3477">
                  <c:v>2025.83013699</c:v>
                </c:pt>
                <c:pt idx="3478">
                  <c:v>2025.83287671</c:v>
                </c:pt>
                <c:pt idx="3479">
                  <c:v>2025.84109589</c:v>
                </c:pt>
                <c:pt idx="3480">
                  <c:v>2025.84383562</c:v>
                </c:pt>
                <c:pt idx="3481">
                  <c:v>2025.84657534</c:v>
                </c:pt>
                <c:pt idx="3482">
                  <c:v>2025.84931507</c:v>
                </c:pt>
                <c:pt idx="3483">
                  <c:v>2025.85205479</c:v>
                </c:pt>
                <c:pt idx="3484">
                  <c:v>2025.86027397</c:v>
                </c:pt>
                <c:pt idx="3485">
                  <c:v>2025.8630137</c:v>
                </c:pt>
                <c:pt idx="3486">
                  <c:v>2025.86575342</c:v>
                </c:pt>
                <c:pt idx="3487">
                  <c:v>2025.86849315</c:v>
                </c:pt>
                <c:pt idx="3488">
                  <c:v>2025.87123288</c:v>
                </c:pt>
                <c:pt idx="3489">
                  <c:v>2025.87945205</c:v>
                </c:pt>
                <c:pt idx="3490">
                  <c:v>2025.88219178</c:v>
                </c:pt>
                <c:pt idx="3491">
                  <c:v>2025.88493151</c:v>
                </c:pt>
                <c:pt idx="3492">
                  <c:v>2025.88767123</c:v>
                </c:pt>
                <c:pt idx="3493">
                  <c:v>2025.89041096</c:v>
                </c:pt>
                <c:pt idx="3494">
                  <c:v>2025.89863014</c:v>
                </c:pt>
                <c:pt idx="3495">
                  <c:v>2025.90136986</c:v>
                </c:pt>
                <c:pt idx="3496">
                  <c:v>2025.90410959</c:v>
                </c:pt>
                <c:pt idx="3497">
                  <c:v>2025.90958904</c:v>
                </c:pt>
                <c:pt idx="3498">
                  <c:v>2025.91780822</c:v>
                </c:pt>
                <c:pt idx="3499">
                  <c:v>2025.92054795</c:v>
                </c:pt>
                <c:pt idx="3500">
                  <c:v>2025.92328767</c:v>
                </c:pt>
                <c:pt idx="3501">
                  <c:v>2025.9260274</c:v>
                </c:pt>
                <c:pt idx="3502">
                  <c:v>2025.92876712</c:v>
                </c:pt>
                <c:pt idx="3503">
                  <c:v>2025.9369863</c:v>
                </c:pt>
                <c:pt idx="3504">
                  <c:v>2025.93972603</c:v>
                </c:pt>
                <c:pt idx="3505">
                  <c:v>2025.94246575</c:v>
                </c:pt>
                <c:pt idx="3506">
                  <c:v>2025.94520548</c:v>
                </c:pt>
                <c:pt idx="3507">
                  <c:v>2025.94794521</c:v>
                </c:pt>
                <c:pt idx="3508">
                  <c:v>2025.95616438</c:v>
                </c:pt>
                <c:pt idx="3509">
                  <c:v>2025.95890411</c:v>
                </c:pt>
                <c:pt idx="3510">
                  <c:v>2025.96164384</c:v>
                </c:pt>
                <c:pt idx="3511">
                  <c:v>2025.96438356</c:v>
                </c:pt>
                <c:pt idx="3512">
                  <c:v>2025.96712329</c:v>
                </c:pt>
                <c:pt idx="3513">
                  <c:v>2025.97534247</c:v>
                </c:pt>
                <c:pt idx="3514">
                  <c:v>2025.97808219</c:v>
                </c:pt>
                <c:pt idx="3515">
                  <c:v>2025.98082192</c:v>
                </c:pt>
                <c:pt idx="3516">
                  <c:v>2025.98630137</c:v>
                </c:pt>
                <c:pt idx="3517">
                  <c:v>2025.99452055</c:v>
                </c:pt>
                <c:pt idx="3518">
                  <c:v>2025.99726027</c:v>
                </c:pt>
                <c:pt idx="3519">
                  <c:v>2026</c:v>
                </c:pt>
                <c:pt idx="3520">
                  <c:v>2026.00547945</c:v>
                </c:pt>
                <c:pt idx="3521">
                  <c:v>2026.01369863</c:v>
                </c:pt>
                <c:pt idx="3522">
                  <c:v>2026.01643836</c:v>
                </c:pt>
                <c:pt idx="3523">
                  <c:v>2026.01917808</c:v>
                </c:pt>
                <c:pt idx="3524">
                  <c:v>2026.02191781</c:v>
                </c:pt>
                <c:pt idx="3525">
                  <c:v>2026.02465753</c:v>
                </c:pt>
                <c:pt idx="3526">
                  <c:v>2026.03287671</c:v>
                </c:pt>
                <c:pt idx="3527">
                  <c:v>2026.03561644</c:v>
                </c:pt>
                <c:pt idx="3528">
                  <c:v>2026.03835616</c:v>
                </c:pt>
                <c:pt idx="3529">
                  <c:v>2026.04109589</c:v>
                </c:pt>
                <c:pt idx="3530">
                  <c:v>2026.04383562</c:v>
                </c:pt>
                <c:pt idx="3531">
                  <c:v>2026.05479452</c:v>
                </c:pt>
                <c:pt idx="3532">
                  <c:v>2026.05753425</c:v>
                </c:pt>
                <c:pt idx="3533">
                  <c:v>2026.06027397</c:v>
                </c:pt>
                <c:pt idx="3534">
                  <c:v>2026.0630137</c:v>
                </c:pt>
                <c:pt idx="3535">
                  <c:v>2026.07123288</c:v>
                </c:pt>
                <c:pt idx="3536">
                  <c:v>2026.0739726</c:v>
                </c:pt>
                <c:pt idx="3537">
                  <c:v>2026.07671233</c:v>
                </c:pt>
                <c:pt idx="3538">
                  <c:v>2026.07945205</c:v>
                </c:pt>
                <c:pt idx="3539">
                  <c:v>2026.08219178</c:v>
                </c:pt>
                <c:pt idx="3540">
                  <c:v>2026.09041096</c:v>
                </c:pt>
                <c:pt idx="3541">
                  <c:v>2026.09315068</c:v>
                </c:pt>
                <c:pt idx="3542">
                  <c:v>2026.09589041</c:v>
                </c:pt>
                <c:pt idx="3543">
                  <c:v>2026.09863014</c:v>
                </c:pt>
                <c:pt idx="3544">
                  <c:v>2026.10136986</c:v>
                </c:pt>
                <c:pt idx="3545">
                  <c:v>2026.10958904</c:v>
                </c:pt>
                <c:pt idx="3546">
                  <c:v>2026.11232877</c:v>
                </c:pt>
                <c:pt idx="3547">
                  <c:v>2026.11506849</c:v>
                </c:pt>
                <c:pt idx="3548">
                  <c:v>2026.11780822</c:v>
                </c:pt>
                <c:pt idx="3549">
                  <c:v>2026.12054795</c:v>
                </c:pt>
                <c:pt idx="3550">
                  <c:v>2026.13150685</c:v>
                </c:pt>
                <c:pt idx="3551">
                  <c:v>2026.13424658</c:v>
                </c:pt>
                <c:pt idx="3552">
                  <c:v>2026.1369863</c:v>
                </c:pt>
                <c:pt idx="3553">
                  <c:v>2026.13972603</c:v>
                </c:pt>
                <c:pt idx="3554">
                  <c:v>2026.14794521</c:v>
                </c:pt>
                <c:pt idx="3555">
                  <c:v>2026.15068493</c:v>
                </c:pt>
                <c:pt idx="3556">
                  <c:v>2026.15342466</c:v>
                </c:pt>
                <c:pt idx="3557">
                  <c:v>2026.15616438</c:v>
                </c:pt>
                <c:pt idx="3558">
                  <c:v>2026.15890411</c:v>
                </c:pt>
                <c:pt idx="3559">
                  <c:v>2026.16712329</c:v>
                </c:pt>
                <c:pt idx="3560">
                  <c:v>2026.16986301</c:v>
                </c:pt>
                <c:pt idx="3561">
                  <c:v>2026.17260274</c:v>
                </c:pt>
                <c:pt idx="3562">
                  <c:v>2026.17534247</c:v>
                </c:pt>
                <c:pt idx="3563">
                  <c:v>2026.17808219</c:v>
                </c:pt>
                <c:pt idx="3564">
                  <c:v>2026.18630137</c:v>
                </c:pt>
                <c:pt idx="3565">
                  <c:v>2026.1890411</c:v>
                </c:pt>
                <c:pt idx="3566">
                  <c:v>2026.19178082</c:v>
                </c:pt>
                <c:pt idx="3567">
                  <c:v>2026.19452055</c:v>
                </c:pt>
                <c:pt idx="3568">
                  <c:v>2026.19726027</c:v>
                </c:pt>
                <c:pt idx="3569">
                  <c:v>2026.20547945</c:v>
                </c:pt>
                <c:pt idx="3570">
                  <c:v>2026.20821918</c:v>
                </c:pt>
                <c:pt idx="3571">
                  <c:v>2026.2109589</c:v>
                </c:pt>
                <c:pt idx="3572">
                  <c:v>2026.21369863</c:v>
                </c:pt>
                <c:pt idx="3573">
                  <c:v>2026.21643836</c:v>
                </c:pt>
                <c:pt idx="3574">
                  <c:v>2026.22465753</c:v>
                </c:pt>
                <c:pt idx="3575">
                  <c:v>2026.22739726</c:v>
                </c:pt>
                <c:pt idx="3576">
                  <c:v>2026.23013699</c:v>
                </c:pt>
                <c:pt idx="3577">
                  <c:v>2026.23287671</c:v>
                </c:pt>
                <c:pt idx="3578">
                  <c:v>2026.23561644</c:v>
                </c:pt>
                <c:pt idx="3579">
                  <c:v>2026.24383562</c:v>
                </c:pt>
                <c:pt idx="3580">
                  <c:v>2026.24657534</c:v>
                </c:pt>
                <c:pt idx="3581">
                  <c:v>2026.24931507</c:v>
                </c:pt>
                <c:pt idx="3582">
                  <c:v>2026.25205479</c:v>
                </c:pt>
                <c:pt idx="3583">
                  <c:v>2026.2630137</c:v>
                </c:pt>
                <c:pt idx="3584">
                  <c:v>2026.26575342</c:v>
                </c:pt>
                <c:pt idx="3585">
                  <c:v>2026.26849315</c:v>
                </c:pt>
                <c:pt idx="3586">
                  <c:v>2026.27123288</c:v>
                </c:pt>
                <c:pt idx="3587">
                  <c:v>2026.2739726</c:v>
                </c:pt>
                <c:pt idx="3588">
                  <c:v>2026.28219178</c:v>
                </c:pt>
                <c:pt idx="3589">
                  <c:v>2026.28493151</c:v>
                </c:pt>
                <c:pt idx="3590">
                  <c:v>2026.28767123</c:v>
                </c:pt>
                <c:pt idx="3591">
                  <c:v>2026.29041096</c:v>
                </c:pt>
                <c:pt idx="3592">
                  <c:v>2026.29315068</c:v>
                </c:pt>
                <c:pt idx="3593">
                  <c:v>2026.30136986</c:v>
                </c:pt>
                <c:pt idx="3594">
                  <c:v>2026.30410959</c:v>
                </c:pt>
                <c:pt idx="3595">
                  <c:v>2026.30684932</c:v>
                </c:pt>
                <c:pt idx="3596">
                  <c:v>2026.30958904</c:v>
                </c:pt>
                <c:pt idx="3597">
                  <c:v>2026.31232877</c:v>
                </c:pt>
                <c:pt idx="3598">
                  <c:v>2026.32054795</c:v>
                </c:pt>
                <c:pt idx="3599">
                  <c:v>2026.32328767</c:v>
                </c:pt>
                <c:pt idx="3600">
                  <c:v>2026.3260274</c:v>
                </c:pt>
                <c:pt idx="3601">
                  <c:v>2026.32876712</c:v>
                </c:pt>
                <c:pt idx="3602">
                  <c:v>2026.33150685</c:v>
                </c:pt>
                <c:pt idx="3603">
                  <c:v>2026.33972603</c:v>
                </c:pt>
                <c:pt idx="3604">
                  <c:v>2026.34246575</c:v>
                </c:pt>
                <c:pt idx="3605">
                  <c:v>2026.34520548</c:v>
                </c:pt>
                <c:pt idx="3606">
                  <c:v>2026.34794521</c:v>
                </c:pt>
                <c:pt idx="3607">
                  <c:v>2026.35068493</c:v>
                </c:pt>
                <c:pt idx="3608">
                  <c:v>2026.35890411</c:v>
                </c:pt>
                <c:pt idx="3609">
                  <c:v>2026.36164384</c:v>
                </c:pt>
                <c:pt idx="3610">
                  <c:v>2026.36438356</c:v>
                </c:pt>
                <c:pt idx="3611">
                  <c:v>2026.36712329</c:v>
                </c:pt>
                <c:pt idx="3612">
                  <c:v>2026.36986301</c:v>
                </c:pt>
                <c:pt idx="3613">
                  <c:v>2026.37808219</c:v>
                </c:pt>
                <c:pt idx="3614">
                  <c:v>2026.38082192</c:v>
                </c:pt>
                <c:pt idx="3615">
                  <c:v>2026.38356164</c:v>
                </c:pt>
                <c:pt idx="3616">
                  <c:v>2026.38630137</c:v>
                </c:pt>
                <c:pt idx="3617">
                  <c:v>2026.3890411</c:v>
                </c:pt>
                <c:pt idx="3618">
                  <c:v>2026.4</c:v>
                </c:pt>
                <c:pt idx="3619">
                  <c:v>2026.40273973</c:v>
                </c:pt>
                <c:pt idx="3620">
                  <c:v>2026.40547945</c:v>
                </c:pt>
                <c:pt idx="3621">
                  <c:v>2026.40821918</c:v>
                </c:pt>
                <c:pt idx="3622">
                  <c:v>2026.41643836</c:v>
                </c:pt>
                <c:pt idx="3623">
                  <c:v>2026.41917808</c:v>
                </c:pt>
                <c:pt idx="3624">
                  <c:v>2026.42191781</c:v>
                </c:pt>
                <c:pt idx="3625">
                  <c:v>2026.42465753</c:v>
                </c:pt>
                <c:pt idx="3626">
                  <c:v>2026.42739726</c:v>
                </c:pt>
                <c:pt idx="3627">
                  <c:v>2026.43561644</c:v>
                </c:pt>
                <c:pt idx="3628">
                  <c:v>2026.43835616</c:v>
                </c:pt>
                <c:pt idx="3629">
                  <c:v>2026.44109589</c:v>
                </c:pt>
                <c:pt idx="3630">
                  <c:v>2026.44383562</c:v>
                </c:pt>
                <c:pt idx="3631">
                  <c:v>2026.44657534</c:v>
                </c:pt>
                <c:pt idx="3632">
                  <c:v>2026.45479452</c:v>
                </c:pt>
                <c:pt idx="3633">
                  <c:v>2026.45753425</c:v>
                </c:pt>
                <c:pt idx="3634">
                  <c:v>2026.46027397</c:v>
                </c:pt>
                <c:pt idx="3635">
                  <c:v>2026.4630137</c:v>
                </c:pt>
                <c:pt idx="3636">
                  <c:v>2026.4739726</c:v>
                </c:pt>
                <c:pt idx="3637">
                  <c:v>2026.47671233</c:v>
                </c:pt>
                <c:pt idx="3638">
                  <c:v>2026.47945205</c:v>
                </c:pt>
                <c:pt idx="3639">
                  <c:v>2026.48219178</c:v>
                </c:pt>
                <c:pt idx="3640">
                  <c:v>2026.48493151</c:v>
                </c:pt>
                <c:pt idx="3641">
                  <c:v>2026.49315068</c:v>
                </c:pt>
                <c:pt idx="3642">
                  <c:v>2026.49589041</c:v>
                </c:pt>
                <c:pt idx="3643">
                  <c:v>2026.49863014</c:v>
                </c:pt>
                <c:pt idx="3644">
                  <c:v>2026.50136986</c:v>
                </c:pt>
                <c:pt idx="3645">
                  <c:v>2026.51232877</c:v>
                </c:pt>
                <c:pt idx="3646">
                  <c:v>2026.51506849</c:v>
                </c:pt>
                <c:pt idx="3647">
                  <c:v>2026.51780822</c:v>
                </c:pt>
                <c:pt idx="3648">
                  <c:v>2026.52054795</c:v>
                </c:pt>
                <c:pt idx="3649">
                  <c:v>2026.52328767</c:v>
                </c:pt>
                <c:pt idx="3650">
                  <c:v>2026.53150685</c:v>
                </c:pt>
                <c:pt idx="3651">
                  <c:v>2026.53424658</c:v>
                </c:pt>
                <c:pt idx="3652">
                  <c:v>2026.5369863</c:v>
                </c:pt>
                <c:pt idx="3653">
                  <c:v>2026.53972603</c:v>
                </c:pt>
                <c:pt idx="3654">
                  <c:v>2026.54246575</c:v>
                </c:pt>
                <c:pt idx="3655">
                  <c:v>2026.55068493</c:v>
                </c:pt>
                <c:pt idx="3656">
                  <c:v>2026.55342466</c:v>
                </c:pt>
                <c:pt idx="3657">
                  <c:v>2026.55616438</c:v>
                </c:pt>
                <c:pt idx="3658">
                  <c:v>2026.55890411</c:v>
                </c:pt>
                <c:pt idx="3659">
                  <c:v>2026.56164384</c:v>
                </c:pt>
                <c:pt idx="3660">
                  <c:v>2026.56986301</c:v>
                </c:pt>
                <c:pt idx="3661">
                  <c:v>2026.57260274</c:v>
                </c:pt>
                <c:pt idx="3662">
                  <c:v>2026.57534247</c:v>
                </c:pt>
                <c:pt idx="3663">
                  <c:v>2026.57808219</c:v>
                </c:pt>
                <c:pt idx="3664">
                  <c:v>2026.58082192</c:v>
                </c:pt>
                <c:pt idx="3665">
                  <c:v>2026.5890411</c:v>
                </c:pt>
                <c:pt idx="3666">
                  <c:v>2026.59178082</c:v>
                </c:pt>
                <c:pt idx="3667">
                  <c:v>2026.59452055</c:v>
                </c:pt>
                <c:pt idx="3668">
                  <c:v>2026.59726027</c:v>
                </c:pt>
                <c:pt idx="3669">
                  <c:v>2026.6</c:v>
                </c:pt>
                <c:pt idx="3670">
                  <c:v>2026.60821918</c:v>
                </c:pt>
                <c:pt idx="3671">
                  <c:v>2026.6109589</c:v>
                </c:pt>
                <c:pt idx="3672">
                  <c:v>2026.61369863</c:v>
                </c:pt>
                <c:pt idx="3673">
                  <c:v>2026.61643836</c:v>
                </c:pt>
                <c:pt idx="3674">
                  <c:v>2026.61917808</c:v>
                </c:pt>
                <c:pt idx="3675">
                  <c:v>2026.62739726</c:v>
                </c:pt>
                <c:pt idx="3676">
                  <c:v>2026.63013699</c:v>
                </c:pt>
                <c:pt idx="3677">
                  <c:v>2026.63287671</c:v>
                </c:pt>
                <c:pt idx="3678">
                  <c:v>2026.63561644</c:v>
                </c:pt>
                <c:pt idx="3679">
                  <c:v>2026.63835616</c:v>
                </c:pt>
                <c:pt idx="3680">
                  <c:v>2026.64657534</c:v>
                </c:pt>
                <c:pt idx="3681">
                  <c:v>2026.64931507</c:v>
                </c:pt>
                <c:pt idx="3682">
                  <c:v>2026.65205479</c:v>
                </c:pt>
                <c:pt idx="3683">
                  <c:v>2026.65479452</c:v>
                </c:pt>
                <c:pt idx="3684">
                  <c:v>2026.65753425</c:v>
                </c:pt>
                <c:pt idx="3685">
                  <c:v>2026.66575342</c:v>
                </c:pt>
              </c:numCache>
            </c:numRef>
          </c:xVal>
          <c:yVal>
            <c:numRef>
              <c:f>'Chart Data'!$B$2:$B$3687</c:f>
              <c:numCache>
                <c:formatCode>#,##0</c:formatCode>
                <c:ptCount val="3686"/>
                <c:pt idx="0">
                  <c:v>100</c:v>
                </c:pt>
                <c:pt idx="1">
                  <c:v>100.71802937</c:v>
                </c:pt>
                <c:pt idx="2">
                  <c:v>102.182342326</c:v>
                </c:pt>
                <c:pt idx="3">
                  <c:v>102.643507215</c:v>
                </c:pt>
                <c:pt idx="4">
                  <c:v>102.20836364</c:v>
                </c:pt>
                <c:pt idx="5">
                  <c:v>103.758420915</c:v>
                </c:pt>
                <c:pt idx="6">
                  <c:v>104.049466685</c:v>
                </c:pt>
                <c:pt idx="7">
                  <c:v>104.839615921</c:v>
                </c:pt>
                <c:pt idx="8">
                  <c:v>103.884472538</c:v>
                </c:pt>
                <c:pt idx="9">
                  <c:v>105.831696261</c:v>
                </c:pt>
                <c:pt idx="10">
                  <c:v>108.793307193</c:v>
                </c:pt>
                <c:pt idx="11">
                  <c:v>110.329093657</c:v>
                </c:pt>
                <c:pt idx="12">
                  <c:v>110.095873931</c:v>
                </c:pt>
                <c:pt idx="13">
                  <c:v>110.087534473</c:v>
                </c:pt>
                <c:pt idx="14">
                  <c:v>109.657995804</c:v>
                </c:pt>
                <c:pt idx="15">
                  <c:v>112.538816659</c:v>
                </c:pt>
                <c:pt idx="16">
                  <c:v>111.627518457</c:v>
                </c:pt>
                <c:pt idx="17">
                  <c:v>112.147210955</c:v>
                </c:pt>
                <c:pt idx="18">
                  <c:v>112.127850065</c:v>
                </c:pt>
                <c:pt idx="19">
                  <c:v>112.302678749</c:v>
                </c:pt>
                <c:pt idx="20">
                  <c:v>114.249978268</c:v>
                </c:pt>
                <c:pt idx="21">
                  <c:v>114.973081668</c:v>
                </c:pt>
                <c:pt idx="22">
                  <c:v>118.204872466</c:v>
                </c:pt>
                <c:pt idx="23">
                  <c:v>118.10089378</c:v>
                </c:pt>
                <c:pt idx="24">
                  <c:v>118.496454654</c:v>
                </c:pt>
                <c:pt idx="25">
                  <c:v>119.698910949</c:v>
                </c:pt>
                <c:pt idx="26">
                  <c:v>121.31100157</c:v>
                </c:pt>
                <c:pt idx="27">
                  <c:v>119.449120625</c:v>
                </c:pt>
                <c:pt idx="28">
                  <c:v>121.63217477</c:v>
                </c:pt>
                <c:pt idx="29">
                  <c:v>122.291589608</c:v>
                </c:pt>
                <c:pt idx="30">
                  <c:v>120.353665237</c:v>
                </c:pt>
                <c:pt idx="31">
                  <c:v>123.839923912</c:v>
                </c:pt>
                <c:pt idx="32">
                  <c:v>123.470630859</c:v>
                </c:pt>
                <c:pt idx="33">
                  <c:v>123.985778784</c:v>
                </c:pt>
                <c:pt idx="34">
                  <c:v>122.893508637</c:v>
                </c:pt>
                <c:pt idx="35">
                  <c:v>124.531830427</c:v>
                </c:pt>
                <c:pt idx="36">
                  <c:v>125.411610976</c:v>
                </c:pt>
                <c:pt idx="37">
                  <c:v>125.808803084</c:v>
                </c:pt>
                <c:pt idx="38">
                  <c:v>128.328399002</c:v>
                </c:pt>
                <c:pt idx="39">
                  <c:v>127.087243527</c:v>
                </c:pt>
                <c:pt idx="40">
                  <c:v>129.104975797</c:v>
                </c:pt>
                <c:pt idx="41">
                  <c:v>128.758458546</c:v>
                </c:pt>
                <c:pt idx="42">
                  <c:v>126.293348436</c:v>
                </c:pt>
                <c:pt idx="43">
                  <c:v>123.545455607</c:v>
                </c:pt>
                <c:pt idx="44">
                  <c:v>125.458430893</c:v>
                </c:pt>
                <c:pt idx="45">
                  <c:v>128.1358107</c:v>
                </c:pt>
                <c:pt idx="46">
                  <c:v>129.175566443</c:v>
                </c:pt>
                <c:pt idx="47">
                  <c:v>129.525561057</c:v>
                </c:pt>
                <c:pt idx="48">
                  <c:v>134.506920484</c:v>
                </c:pt>
                <c:pt idx="49">
                  <c:v>135.313592445</c:v>
                </c:pt>
                <c:pt idx="50">
                  <c:v>136.099073791</c:v>
                </c:pt>
                <c:pt idx="51">
                  <c:v>135.916643072</c:v>
                </c:pt>
                <c:pt idx="52">
                  <c:v>137.843703546</c:v>
                </c:pt>
                <c:pt idx="53">
                  <c:v>138.140561482</c:v>
                </c:pt>
                <c:pt idx="54">
                  <c:v>138.035764274</c:v>
                </c:pt>
                <c:pt idx="55">
                  <c:v>137.271703308</c:v>
                </c:pt>
                <c:pt idx="56">
                  <c:v>137.26846743</c:v>
                </c:pt>
                <c:pt idx="57">
                  <c:v>142.318556976</c:v>
                </c:pt>
                <c:pt idx="58">
                  <c:v>142.6236439</c:v>
                </c:pt>
                <c:pt idx="59">
                  <c:v>141.326799821</c:v>
                </c:pt>
                <c:pt idx="60">
                  <c:v>140.509082629</c:v>
                </c:pt>
                <c:pt idx="61">
                  <c:v>140.066216538</c:v>
                </c:pt>
                <c:pt idx="62">
                  <c:v>143.025728506</c:v>
                </c:pt>
                <c:pt idx="63">
                  <c:v>142.767853794</c:v>
                </c:pt>
                <c:pt idx="64">
                  <c:v>138.960842051</c:v>
                </c:pt>
                <c:pt idx="65">
                  <c:v>140.382889804</c:v>
                </c:pt>
                <c:pt idx="66">
                  <c:v>137.863734212</c:v>
                </c:pt>
                <c:pt idx="67">
                  <c:v>133.115070544</c:v>
                </c:pt>
                <c:pt idx="68">
                  <c:v>134.589248906</c:v>
                </c:pt>
                <c:pt idx="69">
                  <c:v>137.771100891</c:v>
                </c:pt>
                <c:pt idx="70">
                  <c:v>133.646957983</c:v>
                </c:pt>
                <c:pt idx="71">
                  <c:v>131.434383704</c:v>
                </c:pt>
                <c:pt idx="72">
                  <c:v>136.500663002</c:v>
                </c:pt>
                <c:pt idx="73">
                  <c:v>135.77328341</c:v>
                </c:pt>
                <c:pt idx="74">
                  <c:v>132.939775461</c:v>
                </c:pt>
                <c:pt idx="75">
                  <c:v>132.376349189</c:v>
                </c:pt>
                <c:pt idx="76">
                  <c:v>129.952747896</c:v>
                </c:pt>
                <c:pt idx="77">
                  <c:v>128.78673113</c:v>
                </c:pt>
                <c:pt idx="78">
                  <c:v>135.042100446</c:v>
                </c:pt>
                <c:pt idx="79">
                  <c:v>136.091622147</c:v>
                </c:pt>
                <c:pt idx="80">
                  <c:v>136.838344618</c:v>
                </c:pt>
                <c:pt idx="81">
                  <c:v>135.870338293</c:v>
                </c:pt>
                <c:pt idx="82">
                  <c:v>136.319915583</c:v>
                </c:pt>
                <c:pt idx="83">
                  <c:v>136.422037168</c:v>
                </c:pt>
                <c:pt idx="84">
                  <c:v>135.23663146</c:v>
                </c:pt>
                <c:pt idx="85">
                  <c:v>132.21902526</c:v>
                </c:pt>
                <c:pt idx="86">
                  <c:v>132.233689591</c:v>
                </c:pt>
                <c:pt idx="87">
                  <c:v>131.739312684</c:v>
                </c:pt>
                <c:pt idx="88">
                  <c:v>131.01174984</c:v>
                </c:pt>
                <c:pt idx="89">
                  <c:v>130.961110426</c:v>
                </c:pt>
                <c:pt idx="90">
                  <c:v>130.934014494</c:v>
                </c:pt>
                <c:pt idx="91">
                  <c:v>129.679300596</c:v>
                </c:pt>
                <c:pt idx="92">
                  <c:v>129.211535517</c:v>
                </c:pt>
                <c:pt idx="93">
                  <c:v>128.636108756</c:v>
                </c:pt>
                <c:pt idx="94">
                  <c:v>126.233036991</c:v>
                </c:pt>
                <c:pt idx="95">
                  <c:v>124.735176241</c:v>
                </c:pt>
                <c:pt idx="96">
                  <c:v>127.339247404</c:v>
                </c:pt>
                <c:pt idx="97">
                  <c:v>127.391330332</c:v>
                </c:pt>
                <c:pt idx="98">
                  <c:v>127.313226695</c:v>
                </c:pt>
                <c:pt idx="99">
                  <c:v>127.781884101</c:v>
                </c:pt>
                <c:pt idx="100">
                  <c:v>127.495466539</c:v>
                </c:pt>
                <c:pt idx="101">
                  <c:v>128.094352021</c:v>
                </c:pt>
                <c:pt idx="102">
                  <c:v>127.287170405</c:v>
                </c:pt>
                <c:pt idx="103">
                  <c:v>127.261143766</c:v>
                </c:pt>
                <c:pt idx="104">
                  <c:v>125.902486243</c:v>
                </c:pt>
                <c:pt idx="105">
                  <c:v>125.902486243</c:v>
                </c:pt>
                <c:pt idx="106">
                  <c:v>126.139160396</c:v>
                </c:pt>
                <c:pt idx="107">
                  <c:v>127.52977772</c:v>
                </c:pt>
                <c:pt idx="108">
                  <c:v>127.973610828</c:v>
                </c:pt>
                <c:pt idx="109">
                  <c:v>128.447033259</c:v>
                </c:pt>
                <c:pt idx="110">
                  <c:v>127.884849597</c:v>
                </c:pt>
                <c:pt idx="111">
                  <c:v>128.654124828</c:v>
                </c:pt>
                <c:pt idx="112">
                  <c:v>128.299073166</c:v>
                </c:pt>
                <c:pt idx="113">
                  <c:v>129.127520305</c:v>
                </c:pt>
                <c:pt idx="114">
                  <c:v>129.748896091</c:v>
                </c:pt>
                <c:pt idx="115">
                  <c:v>129.784034218</c:v>
                </c:pt>
                <c:pt idx="116">
                  <c:v>131.901163346</c:v>
                </c:pt>
                <c:pt idx="117">
                  <c:v>131.690322408</c:v>
                </c:pt>
                <c:pt idx="118">
                  <c:v>126.648166871</c:v>
                </c:pt>
                <c:pt idx="119">
                  <c:v>128.498851285</c:v>
                </c:pt>
                <c:pt idx="120">
                  <c:v>124.697601622</c:v>
                </c:pt>
                <c:pt idx="121">
                  <c:v>125.889386202</c:v>
                </c:pt>
                <c:pt idx="122">
                  <c:v>127.379726404</c:v>
                </c:pt>
                <c:pt idx="123">
                  <c:v>125.680952366</c:v>
                </c:pt>
                <c:pt idx="124">
                  <c:v>131.838115669</c:v>
                </c:pt>
                <c:pt idx="125">
                  <c:v>132.163630177</c:v>
                </c:pt>
                <c:pt idx="126">
                  <c:v>134.219770582</c:v>
                </c:pt>
                <c:pt idx="127">
                  <c:v>134.379567185</c:v>
                </c:pt>
                <c:pt idx="128">
                  <c:v>131.026484305</c:v>
                </c:pt>
                <c:pt idx="129">
                  <c:v>130.692958458</c:v>
                </c:pt>
                <c:pt idx="130">
                  <c:v>128.271407978</c:v>
                </c:pt>
                <c:pt idx="131">
                  <c:v>127.238910162</c:v>
                </c:pt>
                <c:pt idx="132">
                  <c:v>125.163293399</c:v>
                </c:pt>
                <c:pt idx="133">
                  <c:v>128.876244955</c:v>
                </c:pt>
                <c:pt idx="134">
                  <c:v>128.242674151</c:v>
                </c:pt>
                <c:pt idx="135">
                  <c:v>129.713053789</c:v>
                </c:pt>
                <c:pt idx="136">
                  <c:v>133.046872243</c:v>
                </c:pt>
                <c:pt idx="137">
                  <c:v>135.665836757</c:v>
                </c:pt>
                <c:pt idx="138">
                  <c:v>132.287747316</c:v>
                </c:pt>
                <c:pt idx="139">
                  <c:v>129.046438371</c:v>
                </c:pt>
                <c:pt idx="140">
                  <c:v>126.927757856</c:v>
                </c:pt>
                <c:pt idx="141">
                  <c:v>125.552671767</c:v>
                </c:pt>
                <c:pt idx="142">
                  <c:v>129.118369621</c:v>
                </c:pt>
                <c:pt idx="143">
                  <c:v>135.232353127</c:v>
                </c:pt>
                <c:pt idx="144">
                  <c:v>134.881629025</c:v>
                </c:pt>
                <c:pt idx="145">
                  <c:v>134.674399155</c:v>
                </c:pt>
                <c:pt idx="146">
                  <c:v>133.811640915</c:v>
                </c:pt>
                <c:pt idx="147">
                  <c:v>132.481154012</c:v>
                </c:pt>
                <c:pt idx="148">
                  <c:v>137.791262527</c:v>
                </c:pt>
                <c:pt idx="149">
                  <c:v>139.602392681</c:v>
                </c:pt>
                <c:pt idx="150">
                  <c:v>141.820892439</c:v>
                </c:pt>
                <c:pt idx="151">
                  <c:v>141.791279031</c:v>
                </c:pt>
                <c:pt idx="152">
                  <c:v>142.460958341</c:v>
                </c:pt>
                <c:pt idx="153">
                  <c:v>143.014183058</c:v>
                </c:pt>
                <c:pt idx="154">
                  <c:v>143.477748724</c:v>
                </c:pt>
                <c:pt idx="155">
                  <c:v>143.736573679</c:v>
                </c:pt>
                <c:pt idx="156">
                  <c:v>144.389570078</c:v>
                </c:pt>
                <c:pt idx="157">
                  <c:v>147.849842489</c:v>
                </c:pt>
                <c:pt idx="158">
                  <c:v>149.133827622</c:v>
                </c:pt>
                <c:pt idx="159">
                  <c:v>149.460790792</c:v>
                </c:pt>
                <c:pt idx="160">
                  <c:v>148.140734751</c:v>
                </c:pt>
                <c:pt idx="161">
                  <c:v>149.004373014</c:v>
                </c:pt>
                <c:pt idx="162">
                  <c:v>146.575389104</c:v>
                </c:pt>
                <c:pt idx="163">
                  <c:v>148.601192252</c:v>
                </c:pt>
                <c:pt idx="164">
                  <c:v>149.042069947</c:v>
                </c:pt>
                <c:pt idx="165">
                  <c:v>149.045110262</c:v>
                </c:pt>
                <c:pt idx="166">
                  <c:v>149.001354011</c:v>
                </c:pt>
                <c:pt idx="167">
                  <c:v>145.836315571</c:v>
                </c:pt>
                <c:pt idx="168">
                  <c:v>148.066160234</c:v>
                </c:pt>
                <c:pt idx="169">
                  <c:v>147.478713124</c:v>
                </c:pt>
                <c:pt idx="170">
                  <c:v>146.991908183</c:v>
                </c:pt>
                <c:pt idx="171">
                  <c:v>153.786780136</c:v>
                </c:pt>
                <c:pt idx="172">
                  <c:v>153.299835743</c:v>
                </c:pt>
                <c:pt idx="173">
                  <c:v>149.567568546</c:v>
                </c:pt>
                <c:pt idx="174">
                  <c:v>149.302518136</c:v>
                </c:pt>
                <c:pt idx="175">
                  <c:v>149.977369458</c:v>
                </c:pt>
                <c:pt idx="176">
                  <c:v>154.349997367</c:v>
                </c:pt>
                <c:pt idx="177">
                  <c:v>156.822025491</c:v>
                </c:pt>
                <c:pt idx="178">
                  <c:v>156.955804671</c:v>
                </c:pt>
                <c:pt idx="179">
                  <c:v>157.156236108</c:v>
                </c:pt>
                <c:pt idx="180">
                  <c:v>157.779038196</c:v>
                </c:pt>
                <c:pt idx="181">
                  <c:v>157.575400337</c:v>
                </c:pt>
                <c:pt idx="182">
                  <c:v>157.575400337</c:v>
                </c:pt>
                <c:pt idx="183">
                  <c:v>155.883365134</c:v>
                </c:pt>
                <c:pt idx="184">
                  <c:v>151.655583163</c:v>
                </c:pt>
                <c:pt idx="185">
                  <c:v>149.037280447</c:v>
                </c:pt>
                <c:pt idx="186">
                  <c:v>153.136949778</c:v>
                </c:pt>
                <c:pt idx="187">
                  <c:v>150.656631598</c:v>
                </c:pt>
                <c:pt idx="188">
                  <c:v>150.456178509</c:v>
                </c:pt>
                <c:pt idx="189">
                  <c:v>150.976776154</c:v>
                </c:pt>
                <c:pt idx="190">
                  <c:v>152.821308962</c:v>
                </c:pt>
                <c:pt idx="191">
                  <c:v>154.210670194</c:v>
                </c:pt>
                <c:pt idx="192">
                  <c:v>152.888010907</c:v>
                </c:pt>
                <c:pt idx="193">
                  <c:v>150.367578103</c:v>
                </c:pt>
                <c:pt idx="194">
                  <c:v>145.303804669</c:v>
                </c:pt>
                <c:pt idx="195">
                  <c:v>143.750589969</c:v>
                </c:pt>
                <c:pt idx="196">
                  <c:v>143.00309016</c:v>
                </c:pt>
                <c:pt idx="197">
                  <c:v>142.946445926</c:v>
                </c:pt>
                <c:pt idx="198">
                  <c:v>145.169174448</c:v>
                </c:pt>
                <c:pt idx="199">
                  <c:v>149.362658469</c:v>
                </c:pt>
                <c:pt idx="200">
                  <c:v>149.260455593</c:v>
                </c:pt>
                <c:pt idx="201">
                  <c:v>146.303034301</c:v>
                </c:pt>
                <c:pt idx="202">
                  <c:v>139.308765723</c:v>
                </c:pt>
                <c:pt idx="203">
                  <c:v>140.406017002</c:v>
                </c:pt>
                <c:pt idx="204">
                  <c:v>138.403811226</c:v>
                </c:pt>
                <c:pt idx="205">
                  <c:v>137.869099904</c:v>
                </c:pt>
                <c:pt idx="206">
                  <c:v>138.101005913</c:v>
                </c:pt>
                <c:pt idx="207">
                  <c:v>138.798407324</c:v>
                </c:pt>
                <c:pt idx="208">
                  <c:v>137.343307822</c:v>
                </c:pt>
                <c:pt idx="209">
                  <c:v>141.069117405</c:v>
                </c:pt>
                <c:pt idx="210">
                  <c:v>137.482579867</c:v>
                </c:pt>
                <c:pt idx="211">
                  <c:v>139.501906256</c:v>
                </c:pt>
                <c:pt idx="212">
                  <c:v>140.442600317</c:v>
                </c:pt>
                <c:pt idx="213">
                  <c:v>133.447944642</c:v>
                </c:pt>
                <c:pt idx="214">
                  <c:v>129.168377929</c:v>
                </c:pt>
                <c:pt idx="215">
                  <c:v>130.036868545</c:v>
                </c:pt>
                <c:pt idx="216">
                  <c:v>130.167581647</c:v>
                </c:pt>
                <c:pt idx="217">
                  <c:v>128.493620004</c:v>
                </c:pt>
                <c:pt idx="218">
                  <c:v>125.190318882</c:v>
                </c:pt>
                <c:pt idx="219">
                  <c:v>124.305982924</c:v>
                </c:pt>
                <c:pt idx="220">
                  <c:v>124.958494747</c:v>
                </c:pt>
                <c:pt idx="221">
                  <c:v>128.249272804</c:v>
                </c:pt>
                <c:pt idx="222">
                  <c:v>128.296629542</c:v>
                </c:pt>
                <c:pt idx="223">
                  <c:v>128.684366276</c:v>
                </c:pt>
                <c:pt idx="224">
                  <c:v>131.13442344</c:v>
                </c:pt>
                <c:pt idx="225">
                  <c:v>131.532211793</c:v>
                </c:pt>
                <c:pt idx="226">
                  <c:v>130.861886952</c:v>
                </c:pt>
                <c:pt idx="227">
                  <c:v>133.314667472</c:v>
                </c:pt>
                <c:pt idx="228">
                  <c:v>134.769474365</c:v>
                </c:pt>
                <c:pt idx="229">
                  <c:v>134.683963543</c:v>
                </c:pt>
                <c:pt idx="230">
                  <c:v>133.888134818</c:v>
                </c:pt>
                <c:pt idx="231">
                  <c:v>133.368121383</c:v>
                </c:pt>
                <c:pt idx="232">
                  <c:v>131.07572499</c:v>
                </c:pt>
                <c:pt idx="233">
                  <c:v>132.724181998</c:v>
                </c:pt>
                <c:pt idx="234">
                  <c:v>131.64234689</c:v>
                </c:pt>
                <c:pt idx="235">
                  <c:v>132.36812252</c:v>
                </c:pt>
                <c:pt idx="236">
                  <c:v>135.644657302</c:v>
                </c:pt>
                <c:pt idx="237">
                  <c:v>134.981006103</c:v>
                </c:pt>
                <c:pt idx="238">
                  <c:v>132.878457072</c:v>
                </c:pt>
                <c:pt idx="239">
                  <c:v>130.589292667</c:v>
                </c:pt>
                <c:pt idx="240">
                  <c:v>133.910653339</c:v>
                </c:pt>
                <c:pt idx="241">
                  <c:v>138.048488701</c:v>
                </c:pt>
                <c:pt idx="242">
                  <c:v>136.497529524</c:v>
                </c:pt>
                <c:pt idx="243">
                  <c:v>136.803671183</c:v>
                </c:pt>
                <c:pt idx="244">
                  <c:v>133.854091751</c:v>
                </c:pt>
                <c:pt idx="245">
                  <c:v>132.968093892</c:v>
                </c:pt>
                <c:pt idx="246">
                  <c:v>130.83619573</c:v>
                </c:pt>
                <c:pt idx="247">
                  <c:v>130.350866922</c:v>
                </c:pt>
                <c:pt idx="248">
                  <c:v>127.505845546</c:v>
                </c:pt>
                <c:pt idx="249">
                  <c:v>133.0763306</c:v>
                </c:pt>
                <c:pt idx="250">
                  <c:v>141.60749487</c:v>
                </c:pt>
                <c:pt idx="251">
                  <c:v>140.337517824</c:v>
                </c:pt>
                <c:pt idx="252">
                  <c:v>139.805353873</c:v>
                </c:pt>
                <c:pt idx="253">
                  <c:v>139.699809736</c:v>
                </c:pt>
                <c:pt idx="254">
                  <c:v>139.023687243</c:v>
                </c:pt>
                <c:pt idx="255">
                  <c:v>140.118761752</c:v>
                </c:pt>
                <c:pt idx="256">
                  <c:v>141.942023828</c:v>
                </c:pt>
                <c:pt idx="257">
                  <c:v>142.296321391</c:v>
                </c:pt>
                <c:pt idx="258">
                  <c:v>141.356997793</c:v>
                </c:pt>
                <c:pt idx="259">
                  <c:v>140.228440562</c:v>
                </c:pt>
                <c:pt idx="260">
                  <c:v>141.080990262</c:v>
                </c:pt>
                <c:pt idx="261">
                  <c:v>142.939302164</c:v>
                </c:pt>
                <c:pt idx="262">
                  <c:v>142.556837052</c:v>
                </c:pt>
                <c:pt idx="263">
                  <c:v>143.01948138</c:v>
                </c:pt>
                <c:pt idx="264">
                  <c:v>144.478788501</c:v>
                </c:pt>
                <c:pt idx="265">
                  <c:v>141.275933675</c:v>
                </c:pt>
                <c:pt idx="266">
                  <c:v>142.761136505</c:v>
                </c:pt>
                <c:pt idx="267">
                  <c:v>143.361642033</c:v>
                </c:pt>
                <c:pt idx="268">
                  <c:v>143.69424194</c:v>
                </c:pt>
                <c:pt idx="269">
                  <c:v>142.994126327</c:v>
                </c:pt>
                <c:pt idx="270">
                  <c:v>142.179779871</c:v>
                </c:pt>
                <c:pt idx="271">
                  <c:v>145.480076546</c:v>
                </c:pt>
                <c:pt idx="272">
                  <c:v>140.478195544</c:v>
                </c:pt>
                <c:pt idx="273">
                  <c:v>144.560867632</c:v>
                </c:pt>
                <c:pt idx="274">
                  <c:v>143.85344566</c:v>
                </c:pt>
                <c:pt idx="275">
                  <c:v>144.04645323</c:v>
                </c:pt>
                <c:pt idx="276">
                  <c:v>146.789683069</c:v>
                </c:pt>
                <c:pt idx="277">
                  <c:v>146.739996802</c:v>
                </c:pt>
                <c:pt idx="278">
                  <c:v>145.805199191</c:v>
                </c:pt>
                <c:pt idx="279">
                  <c:v>146.782652175</c:v>
                </c:pt>
                <c:pt idx="280">
                  <c:v>146.63922483</c:v>
                </c:pt>
                <c:pt idx="281">
                  <c:v>145.938832029</c:v>
                </c:pt>
                <c:pt idx="282">
                  <c:v>148.254204064</c:v>
                </c:pt>
                <c:pt idx="283">
                  <c:v>143.789583167</c:v>
                </c:pt>
                <c:pt idx="284">
                  <c:v>140.879662869</c:v>
                </c:pt>
                <c:pt idx="285">
                  <c:v>143.729787312</c:v>
                </c:pt>
                <c:pt idx="286">
                  <c:v>139.789591519</c:v>
                </c:pt>
                <c:pt idx="287">
                  <c:v>141.180009893</c:v>
                </c:pt>
                <c:pt idx="288">
                  <c:v>144.313959776</c:v>
                </c:pt>
                <c:pt idx="289">
                  <c:v>143.860550494</c:v>
                </c:pt>
                <c:pt idx="290">
                  <c:v>144.938779037</c:v>
                </c:pt>
                <c:pt idx="291">
                  <c:v>146.343315721</c:v>
                </c:pt>
                <c:pt idx="292">
                  <c:v>150.628526654</c:v>
                </c:pt>
                <c:pt idx="293">
                  <c:v>150.101878064</c:v>
                </c:pt>
                <c:pt idx="294">
                  <c:v>150.938119618</c:v>
                </c:pt>
                <c:pt idx="295">
                  <c:v>151.291488852</c:v>
                </c:pt>
                <c:pt idx="296">
                  <c:v>152.413591895</c:v>
                </c:pt>
                <c:pt idx="297">
                  <c:v>151.258596007</c:v>
                </c:pt>
                <c:pt idx="298">
                  <c:v>151.099327258</c:v>
                </c:pt>
                <c:pt idx="299">
                  <c:v>152.20606517</c:v>
                </c:pt>
                <c:pt idx="300">
                  <c:v>151.198458827</c:v>
                </c:pt>
                <c:pt idx="301">
                  <c:v>150.338574986</c:v>
                </c:pt>
                <c:pt idx="302">
                  <c:v>150.103354871</c:v>
                </c:pt>
                <c:pt idx="303">
                  <c:v>152.295169438</c:v>
                </c:pt>
                <c:pt idx="304">
                  <c:v>149.065488466</c:v>
                </c:pt>
                <c:pt idx="305">
                  <c:v>152.03233732</c:v>
                </c:pt>
                <c:pt idx="306">
                  <c:v>150.886437212</c:v>
                </c:pt>
                <c:pt idx="307">
                  <c:v>152.835657475</c:v>
                </c:pt>
                <c:pt idx="308">
                  <c:v>153.326899972</c:v>
                </c:pt>
                <c:pt idx="309">
                  <c:v>154.111786363</c:v>
                </c:pt>
                <c:pt idx="310">
                  <c:v>152.154166147</c:v>
                </c:pt>
                <c:pt idx="311">
                  <c:v>154.46530477</c:v>
                </c:pt>
                <c:pt idx="312">
                  <c:v>151.492464218</c:v>
                </c:pt>
                <c:pt idx="313">
                  <c:v>151.749299471</c:v>
                </c:pt>
                <c:pt idx="314">
                  <c:v>149.289457342</c:v>
                </c:pt>
                <c:pt idx="315">
                  <c:v>150.974764867</c:v>
                </c:pt>
                <c:pt idx="316">
                  <c:v>153.053263182</c:v>
                </c:pt>
                <c:pt idx="317">
                  <c:v>158.985316767</c:v>
                </c:pt>
                <c:pt idx="318">
                  <c:v>158.91325849</c:v>
                </c:pt>
                <c:pt idx="319">
                  <c:v>158.787164821</c:v>
                </c:pt>
                <c:pt idx="320">
                  <c:v>151.722008386</c:v>
                </c:pt>
                <c:pt idx="321">
                  <c:v>156.292038265</c:v>
                </c:pt>
                <c:pt idx="322">
                  <c:v>150.268848539</c:v>
                </c:pt>
                <c:pt idx="323">
                  <c:v>146.270698336</c:v>
                </c:pt>
                <c:pt idx="324">
                  <c:v>150.562044534</c:v>
                </c:pt>
                <c:pt idx="325">
                  <c:v>153.621901388</c:v>
                </c:pt>
                <c:pt idx="326">
                  <c:v>156.842886323</c:v>
                </c:pt>
                <c:pt idx="327">
                  <c:v>156.460404634</c:v>
                </c:pt>
                <c:pt idx="328">
                  <c:v>158.083534315</c:v>
                </c:pt>
                <c:pt idx="329">
                  <c:v>157.235746108</c:v>
                </c:pt>
                <c:pt idx="330">
                  <c:v>160.139263427</c:v>
                </c:pt>
                <c:pt idx="331">
                  <c:v>162.373245706</c:v>
                </c:pt>
                <c:pt idx="332">
                  <c:v>160.652449685</c:v>
                </c:pt>
                <c:pt idx="333">
                  <c:v>164.715372662</c:v>
                </c:pt>
                <c:pt idx="334">
                  <c:v>168.758423373</c:v>
                </c:pt>
                <c:pt idx="335">
                  <c:v>170.032097025</c:v>
                </c:pt>
                <c:pt idx="336">
                  <c:v>170.054199012</c:v>
                </c:pt>
                <c:pt idx="337">
                  <c:v>171.726397363</c:v>
                </c:pt>
                <c:pt idx="338">
                  <c:v>171.272780456</c:v>
                </c:pt>
                <c:pt idx="339">
                  <c:v>173.228170644</c:v>
                </c:pt>
                <c:pt idx="340">
                  <c:v>173.706874791</c:v>
                </c:pt>
                <c:pt idx="341">
                  <c:v>175.986323081</c:v>
                </c:pt>
                <c:pt idx="342">
                  <c:v>177.309045574</c:v>
                </c:pt>
                <c:pt idx="343">
                  <c:v>176.469731339</c:v>
                </c:pt>
                <c:pt idx="344">
                  <c:v>180.163071762</c:v>
                </c:pt>
                <c:pt idx="345">
                  <c:v>179.594486807</c:v>
                </c:pt>
                <c:pt idx="346">
                  <c:v>180.172025984</c:v>
                </c:pt>
                <c:pt idx="347">
                  <c:v>177.060392365</c:v>
                </c:pt>
                <c:pt idx="348">
                  <c:v>175.68434813</c:v>
                </c:pt>
                <c:pt idx="349">
                  <c:v>175.762721099</c:v>
                </c:pt>
                <c:pt idx="350">
                  <c:v>178.384889869</c:v>
                </c:pt>
                <c:pt idx="351">
                  <c:v>175.916742623</c:v>
                </c:pt>
                <c:pt idx="352">
                  <c:v>177.797909699</c:v>
                </c:pt>
                <c:pt idx="353">
                  <c:v>173.713538651</c:v>
                </c:pt>
                <c:pt idx="354">
                  <c:v>174.9636463</c:v>
                </c:pt>
                <c:pt idx="355">
                  <c:v>173.053218649</c:v>
                </c:pt>
                <c:pt idx="356">
                  <c:v>168.213588812</c:v>
                </c:pt>
                <c:pt idx="357">
                  <c:v>169.825140787</c:v>
                </c:pt>
                <c:pt idx="358">
                  <c:v>174.973211671</c:v>
                </c:pt>
                <c:pt idx="359">
                  <c:v>174.995708292</c:v>
                </c:pt>
                <c:pt idx="360">
                  <c:v>171.457509671</c:v>
                </c:pt>
                <c:pt idx="361">
                  <c:v>167.406674059</c:v>
                </c:pt>
                <c:pt idx="362">
                  <c:v>171.708035831</c:v>
                </c:pt>
                <c:pt idx="363">
                  <c:v>169.643226406</c:v>
                </c:pt>
                <c:pt idx="364">
                  <c:v>172.921102004</c:v>
                </c:pt>
                <c:pt idx="365">
                  <c:v>175.83097825</c:v>
                </c:pt>
                <c:pt idx="366">
                  <c:v>171.454332617</c:v>
                </c:pt>
                <c:pt idx="367">
                  <c:v>162.242848987</c:v>
                </c:pt>
                <c:pt idx="368">
                  <c:v>161.35063309</c:v>
                </c:pt>
                <c:pt idx="369">
                  <c:v>157.915566242</c:v>
                </c:pt>
                <c:pt idx="370">
                  <c:v>160.127282829</c:v>
                </c:pt>
                <c:pt idx="371">
                  <c:v>162.226386959</c:v>
                </c:pt>
                <c:pt idx="372">
                  <c:v>163.006547103</c:v>
                </c:pt>
                <c:pt idx="373">
                  <c:v>162.758299491</c:v>
                </c:pt>
                <c:pt idx="374">
                  <c:v>164.162342206</c:v>
                </c:pt>
                <c:pt idx="375">
                  <c:v>164.050482487</c:v>
                </c:pt>
                <c:pt idx="376">
                  <c:v>164.539906756</c:v>
                </c:pt>
                <c:pt idx="377">
                  <c:v>165.987710923</c:v>
                </c:pt>
                <c:pt idx="378">
                  <c:v>166.67259477</c:v>
                </c:pt>
                <c:pt idx="379">
                  <c:v>168.049261224</c:v>
                </c:pt>
                <c:pt idx="380">
                  <c:v>168.744110974</c:v>
                </c:pt>
                <c:pt idx="381">
                  <c:v>172.417558949</c:v>
                </c:pt>
                <c:pt idx="382">
                  <c:v>172.848463181</c:v>
                </c:pt>
                <c:pt idx="383">
                  <c:v>173.454284149</c:v>
                </c:pt>
                <c:pt idx="384">
                  <c:v>172.982502219</c:v>
                </c:pt>
                <c:pt idx="385">
                  <c:v>173.45939794</c:v>
                </c:pt>
                <c:pt idx="386">
                  <c:v>173.355411243</c:v>
                </c:pt>
                <c:pt idx="387">
                  <c:v>172.05837016</c:v>
                </c:pt>
                <c:pt idx="388">
                  <c:v>172.325376415</c:v>
                </c:pt>
                <c:pt idx="389">
                  <c:v>171.543504454</c:v>
                </c:pt>
                <c:pt idx="390">
                  <c:v>171.639953569</c:v>
                </c:pt>
                <c:pt idx="391">
                  <c:v>172.445502884</c:v>
                </c:pt>
                <c:pt idx="392">
                  <c:v>173.203212271</c:v>
                </c:pt>
                <c:pt idx="393">
                  <c:v>172.781594478</c:v>
                </c:pt>
                <c:pt idx="394">
                  <c:v>173.526524182</c:v>
                </c:pt>
                <c:pt idx="395">
                  <c:v>173.84360478</c:v>
                </c:pt>
                <c:pt idx="396">
                  <c:v>175.861765036</c:v>
                </c:pt>
                <c:pt idx="397">
                  <c:v>176.584446558</c:v>
                </c:pt>
                <c:pt idx="398">
                  <c:v>176.509547268</c:v>
                </c:pt>
                <c:pt idx="399">
                  <c:v>175.565579329</c:v>
                </c:pt>
                <c:pt idx="400">
                  <c:v>175.119277297</c:v>
                </c:pt>
                <c:pt idx="401">
                  <c:v>175.949449546</c:v>
                </c:pt>
                <c:pt idx="402">
                  <c:v>175.162584431</c:v>
                </c:pt>
                <c:pt idx="403">
                  <c:v>175.167377784</c:v>
                </c:pt>
                <c:pt idx="404">
                  <c:v>176.025641575</c:v>
                </c:pt>
                <c:pt idx="405">
                  <c:v>174.920978926</c:v>
                </c:pt>
                <c:pt idx="406">
                  <c:v>171.480966337</c:v>
                </c:pt>
                <c:pt idx="407">
                  <c:v>171.073116038</c:v>
                </c:pt>
                <c:pt idx="408">
                  <c:v>170.623511888</c:v>
                </c:pt>
                <c:pt idx="409">
                  <c:v>171.172731271</c:v>
                </c:pt>
                <c:pt idx="410">
                  <c:v>170.136357451</c:v>
                </c:pt>
                <c:pt idx="411">
                  <c:v>171.88018878</c:v>
                </c:pt>
                <c:pt idx="412">
                  <c:v>173.414809467</c:v>
                </c:pt>
                <c:pt idx="413">
                  <c:v>172.906463904</c:v>
                </c:pt>
                <c:pt idx="414">
                  <c:v>169.262250025</c:v>
                </c:pt>
                <c:pt idx="415">
                  <c:v>170.048528158</c:v>
                </c:pt>
                <c:pt idx="416">
                  <c:v>170.866052363</c:v>
                </c:pt>
                <c:pt idx="417">
                  <c:v>169.949275217</c:v>
                </c:pt>
                <c:pt idx="418">
                  <c:v>170.54139177</c:v>
                </c:pt>
                <c:pt idx="419">
                  <c:v>172.53100372</c:v>
                </c:pt>
                <c:pt idx="420">
                  <c:v>172.651982699</c:v>
                </c:pt>
                <c:pt idx="421">
                  <c:v>172.798783699</c:v>
                </c:pt>
                <c:pt idx="422">
                  <c:v>175.05531923</c:v>
                </c:pt>
                <c:pt idx="423">
                  <c:v>176.408797076</c:v>
                </c:pt>
                <c:pt idx="424">
                  <c:v>176.634876083</c:v>
                </c:pt>
                <c:pt idx="425">
                  <c:v>176.250923546</c:v>
                </c:pt>
                <c:pt idx="426">
                  <c:v>176.967269642</c:v>
                </c:pt>
                <c:pt idx="427">
                  <c:v>177.327394514</c:v>
                </c:pt>
                <c:pt idx="428">
                  <c:v>178.50011989</c:v>
                </c:pt>
                <c:pt idx="429">
                  <c:v>181.179320354</c:v>
                </c:pt>
                <c:pt idx="430">
                  <c:v>181.508558436</c:v>
                </c:pt>
                <c:pt idx="431">
                  <c:v>180.163929621</c:v>
                </c:pt>
                <c:pt idx="432">
                  <c:v>179.556104095</c:v>
                </c:pt>
                <c:pt idx="433">
                  <c:v>179.343672863</c:v>
                </c:pt>
                <c:pt idx="434">
                  <c:v>178.427826953</c:v>
                </c:pt>
                <c:pt idx="435">
                  <c:v>179.676008753</c:v>
                </c:pt>
                <c:pt idx="436">
                  <c:v>178.937880091</c:v>
                </c:pt>
                <c:pt idx="437">
                  <c:v>178.10348472</c:v>
                </c:pt>
                <c:pt idx="438">
                  <c:v>179.854806675</c:v>
                </c:pt>
                <c:pt idx="439">
                  <c:v>179.456835212</c:v>
                </c:pt>
                <c:pt idx="440">
                  <c:v>177.146251305</c:v>
                </c:pt>
                <c:pt idx="441">
                  <c:v>178.601012474</c:v>
                </c:pt>
                <c:pt idx="442">
                  <c:v>177.014159466</c:v>
                </c:pt>
                <c:pt idx="443">
                  <c:v>174.011836288</c:v>
                </c:pt>
                <c:pt idx="444">
                  <c:v>173.646837036</c:v>
                </c:pt>
                <c:pt idx="445">
                  <c:v>178.09890522</c:v>
                </c:pt>
                <c:pt idx="446">
                  <c:v>179.650268283</c:v>
                </c:pt>
                <c:pt idx="447">
                  <c:v>180.8847388</c:v>
                </c:pt>
                <c:pt idx="448">
                  <c:v>179.705609969</c:v>
                </c:pt>
                <c:pt idx="449">
                  <c:v>182.266676625</c:v>
                </c:pt>
                <c:pt idx="450">
                  <c:v>183.808184653</c:v>
                </c:pt>
                <c:pt idx="451">
                  <c:v>186.00367545</c:v>
                </c:pt>
                <c:pt idx="452">
                  <c:v>186.121990626</c:v>
                </c:pt>
                <c:pt idx="453">
                  <c:v>187.009822318</c:v>
                </c:pt>
                <c:pt idx="454">
                  <c:v>186.146822137</c:v>
                </c:pt>
                <c:pt idx="455">
                  <c:v>187.065408895</c:v>
                </c:pt>
                <c:pt idx="456">
                  <c:v>188.659605613</c:v>
                </c:pt>
                <c:pt idx="457">
                  <c:v>189.279736905</c:v>
                </c:pt>
                <c:pt idx="458">
                  <c:v>190.264944047</c:v>
                </c:pt>
                <c:pt idx="459">
                  <c:v>189.415314406</c:v>
                </c:pt>
                <c:pt idx="460">
                  <c:v>189.081265656</c:v>
                </c:pt>
                <c:pt idx="461">
                  <c:v>189.253090154</c:v>
                </c:pt>
                <c:pt idx="462">
                  <c:v>189.832403605</c:v>
                </c:pt>
                <c:pt idx="463">
                  <c:v>189.9361623</c:v>
                </c:pt>
                <c:pt idx="464">
                  <c:v>190.875175185</c:v>
                </c:pt>
                <c:pt idx="465">
                  <c:v>187.108827742</c:v>
                </c:pt>
                <c:pt idx="466">
                  <c:v>189.774169275</c:v>
                </c:pt>
                <c:pt idx="467">
                  <c:v>189.55856317</c:v>
                </c:pt>
                <c:pt idx="468">
                  <c:v>189.62880551</c:v>
                </c:pt>
                <c:pt idx="469">
                  <c:v>191.867914485</c:v>
                </c:pt>
                <c:pt idx="470">
                  <c:v>192.917480524</c:v>
                </c:pt>
                <c:pt idx="471">
                  <c:v>193.542491422</c:v>
                </c:pt>
                <c:pt idx="472">
                  <c:v>192.026202788</c:v>
                </c:pt>
                <c:pt idx="473">
                  <c:v>191.423351191</c:v>
                </c:pt>
                <c:pt idx="474">
                  <c:v>190.747155439</c:v>
                </c:pt>
                <c:pt idx="475">
                  <c:v>192.757488864</c:v>
                </c:pt>
                <c:pt idx="476">
                  <c:v>193.941456998</c:v>
                </c:pt>
                <c:pt idx="477">
                  <c:v>194.074123329</c:v>
                </c:pt>
                <c:pt idx="478">
                  <c:v>194.651986739</c:v>
                </c:pt>
                <c:pt idx="479">
                  <c:v>195.739663335</c:v>
                </c:pt>
                <c:pt idx="480">
                  <c:v>196.459316654</c:v>
                </c:pt>
                <c:pt idx="481">
                  <c:v>195.626962653</c:v>
                </c:pt>
                <c:pt idx="482">
                  <c:v>195.333745092</c:v>
                </c:pt>
                <c:pt idx="483">
                  <c:v>195.116328921</c:v>
                </c:pt>
                <c:pt idx="484">
                  <c:v>194.506025229</c:v>
                </c:pt>
                <c:pt idx="485">
                  <c:v>197.061033815</c:v>
                </c:pt>
                <c:pt idx="486">
                  <c:v>197.765582142</c:v>
                </c:pt>
                <c:pt idx="487">
                  <c:v>197.028941669</c:v>
                </c:pt>
                <c:pt idx="488">
                  <c:v>194.302490074</c:v>
                </c:pt>
                <c:pt idx="489">
                  <c:v>193.116909052</c:v>
                </c:pt>
                <c:pt idx="490">
                  <c:v>192.831954519</c:v>
                </c:pt>
                <c:pt idx="491">
                  <c:v>194.187456535</c:v>
                </c:pt>
                <c:pt idx="492">
                  <c:v>193.610771501</c:v>
                </c:pt>
                <c:pt idx="493">
                  <c:v>197.056919298</c:v>
                </c:pt>
                <c:pt idx="494">
                  <c:v>196.49560421</c:v>
                </c:pt>
                <c:pt idx="495">
                  <c:v>198.59625097</c:v>
                </c:pt>
                <c:pt idx="496">
                  <c:v>200.325829331</c:v>
                </c:pt>
                <c:pt idx="497">
                  <c:v>200.770347343</c:v>
                </c:pt>
                <c:pt idx="498">
                  <c:v>202.079303467</c:v>
                </c:pt>
                <c:pt idx="499">
                  <c:v>201.73140951</c:v>
                </c:pt>
                <c:pt idx="500">
                  <c:v>201.493053426</c:v>
                </c:pt>
                <c:pt idx="501">
                  <c:v>202.810140294</c:v>
                </c:pt>
                <c:pt idx="502">
                  <c:v>200.461398677</c:v>
                </c:pt>
                <c:pt idx="503">
                  <c:v>199.542768631</c:v>
                </c:pt>
                <c:pt idx="504">
                  <c:v>198.615034612</c:v>
                </c:pt>
                <c:pt idx="505">
                  <c:v>200.491868146</c:v>
                </c:pt>
                <c:pt idx="506">
                  <c:v>200.445881491</c:v>
                </c:pt>
                <c:pt idx="507">
                  <c:v>200.126486658</c:v>
                </c:pt>
                <c:pt idx="508">
                  <c:v>200.966102469</c:v>
                </c:pt>
                <c:pt idx="509">
                  <c:v>197.366801865</c:v>
                </c:pt>
                <c:pt idx="510">
                  <c:v>201.05880851</c:v>
                </c:pt>
                <c:pt idx="511">
                  <c:v>202.480577762</c:v>
                </c:pt>
                <c:pt idx="512">
                  <c:v>202.618481252</c:v>
                </c:pt>
                <c:pt idx="513">
                  <c:v>201.135938223</c:v>
                </c:pt>
                <c:pt idx="514">
                  <c:v>202.357921159</c:v>
                </c:pt>
                <c:pt idx="515">
                  <c:v>203.026232505</c:v>
                </c:pt>
                <c:pt idx="516">
                  <c:v>201.225169879</c:v>
                </c:pt>
                <c:pt idx="517">
                  <c:v>196.212550074</c:v>
                </c:pt>
                <c:pt idx="518">
                  <c:v>194.490458666</c:v>
                </c:pt>
                <c:pt idx="519">
                  <c:v>195.141936863</c:v>
                </c:pt>
                <c:pt idx="520">
                  <c:v>192.487698279</c:v>
                </c:pt>
                <c:pt idx="521">
                  <c:v>195.324898656</c:v>
                </c:pt>
                <c:pt idx="522">
                  <c:v>194.385995941</c:v>
                </c:pt>
                <c:pt idx="523">
                  <c:v>188.626852554</c:v>
                </c:pt>
                <c:pt idx="524">
                  <c:v>189.71943602</c:v>
                </c:pt>
                <c:pt idx="525">
                  <c:v>189.253260624</c:v>
                </c:pt>
                <c:pt idx="526">
                  <c:v>192.147008639</c:v>
                </c:pt>
                <c:pt idx="527">
                  <c:v>196.045634542</c:v>
                </c:pt>
                <c:pt idx="528">
                  <c:v>197.23537841</c:v>
                </c:pt>
                <c:pt idx="529">
                  <c:v>200.246793011</c:v>
                </c:pt>
                <c:pt idx="530">
                  <c:v>200.565535505</c:v>
                </c:pt>
                <c:pt idx="531">
                  <c:v>202.364746745</c:v>
                </c:pt>
                <c:pt idx="532">
                  <c:v>203.346845488</c:v>
                </c:pt>
                <c:pt idx="533">
                  <c:v>203.900689152</c:v>
                </c:pt>
                <c:pt idx="534">
                  <c:v>202.097089414</c:v>
                </c:pt>
                <c:pt idx="535">
                  <c:v>203.749933195</c:v>
                </c:pt>
                <c:pt idx="536">
                  <c:v>203.176254706</c:v>
                </c:pt>
                <c:pt idx="537">
                  <c:v>204.755656276</c:v>
                </c:pt>
                <c:pt idx="538">
                  <c:v>204.677313137</c:v>
                </c:pt>
                <c:pt idx="539">
                  <c:v>204.489777987</c:v>
                </c:pt>
                <c:pt idx="540">
                  <c:v>206.165501667</c:v>
                </c:pt>
                <c:pt idx="541">
                  <c:v>206.411988219</c:v>
                </c:pt>
                <c:pt idx="542">
                  <c:v>204.321335012</c:v>
                </c:pt>
                <c:pt idx="543">
                  <c:v>208.038032591</c:v>
                </c:pt>
                <c:pt idx="544">
                  <c:v>208.111596761</c:v>
                </c:pt>
                <c:pt idx="545">
                  <c:v>207.94159436</c:v>
                </c:pt>
                <c:pt idx="546">
                  <c:v>207.506830707</c:v>
                </c:pt>
                <c:pt idx="547">
                  <c:v>207.550072483</c:v>
                </c:pt>
                <c:pt idx="548">
                  <c:v>206.529847021</c:v>
                </c:pt>
                <c:pt idx="549">
                  <c:v>207.314260164</c:v>
                </c:pt>
                <c:pt idx="550">
                  <c:v>203.781772433</c:v>
                </c:pt>
                <c:pt idx="551">
                  <c:v>202.643483296</c:v>
                </c:pt>
                <c:pt idx="552">
                  <c:v>205.022601056</c:v>
                </c:pt>
                <c:pt idx="553">
                  <c:v>207.446132287</c:v>
                </c:pt>
                <c:pt idx="554">
                  <c:v>205.818028873</c:v>
                </c:pt>
                <c:pt idx="555">
                  <c:v>206.786747651</c:v>
                </c:pt>
                <c:pt idx="556">
                  <c:v>204.707316621</c:v>
                </c:pt>
                <c:pt idx="557">
                  <c:v>203.335072214</c:v>
                </c:pt>
                <c:pt idx="558">
                  <c:v>204.587774102</c:v>
                </c:pt>
                <c:pt idx="559">
                  <c:v>202.238635574</c:v>
                </c:pt>
                <c:pt idx="560">
                  <c:v>201.528178802</c:v>
                </c:pt>
                <c:pt idx="561">
                  <c:v>202.532416672</c:v>
                </c:pt>
                <c:pt idx="562">
                  <c:v>204.302700594</c:v>
                </c:pt>
                <c:pt idx="563">
                  <c:v>207.067954381</c:v>
                </c:pt>
                <c:pt idx="564">
                  <c:v>208.314844223</c:v>
                </c:pt>
                <c:pt idx="565">
                  <c:v>205.452156671</c:v>
                </c:pt>
                <c:pt idx="566">
                  <c:v>195.100854589</c:v>
                </c:pt>
                <c:pt idx="567">
                  <c:v>191.255761745</c:v>
                </c:pt>
                <c:pt idx="568">
                  <c:v>194.59560255</c:v>
                </c:pt>
                <c:pt idx="569">
                  <c:v>200.93022507</c:v>
                </c:pt>
                <c:pt idx="570">
                  <c:v>188.874391266</c:v>
                </c:pt>
                <c:pt idx="571">
                  <c:v>184.620064297</c:v>
                </c:pt>
                <c:pt idx="572">
                  <c:v>187.37653535</c:v>
                </c:pt>
                <c:pt idx="573">
                  <c:v>188.509331306</c:v>
                </c:pt>
                <c:pt idx="574">
                  <c:v>191.297594684</c:v>
                </c:pt>
                <c:pt idx="575">
                  <c:v>191.774921833</c:v>
                </c:pt>
                <c:pt idx="576">
                  <c:v>193.232529555</c:v>
                </c:pt>
                <c:pt idx="577">
                  <c:v>194.600058265</c:v>
                </c:pt>
                <c:pt idx="578">
                  <c:v>192.759841405</c:v>
                </c:pt>
                <c:pt idx="579">
                  <c:v>195.825058148</c:v>
                </c:pt>
                <c:pt idx="580">
                  <c:v>190.085088522</c:v>
                </c:pt>
                <c:pt idx="581">
                  <c:v>192.06312758</c:v>
                </c:pt>
                <c:pt idx="582">
                  <c:v>194.47448485</c:v>
                </c:pt>
                <c:pt idx="583">
                  <c:v>195.6354324</c:v>
                </c:pt>
                <c:pt idx="584">
                  <c:v>196.327941165</c:v>
                </c:pt>
                <c:pt idx="585">
                  <c:v>195.769179819</c:v>
                </c:pt>
                <c:pt idx="586">
                  <c:v>197.410258104</c:v>
                </c:pt>
                <c:pt idx="587">
                  <c:v>192.343941938</c:v>
                </c:pt>
                <c:pt idx="588">
                  <c:v>191.952930735</c:v>
                </c:pt>
                <c:pt idx="589">
                  <c:v>191.608509294</c:v>
                </c:pt>
                <c:pt idx="590">
                  <c:v>193.09178861</c:v>
                </c:pt>
                <c:pt idx="591">
                  <c:v>199.018839645</c:v>
                </c:pt>
                <c:pt idx="592">
                  <c:v>199.396810254</c:v>
                </c:pt>
                <c:pt idx="593">
                  <c:v>197.365271539</c:v>
                </c:pt>
                <c:pt idx="594">
                  <c:v>193.880080183</c:v>
                </c:pt>
                <c:pt idx="595">
                  <c:v>196.29990236</c:v>
                </c:pt>
                <c:pt idx="596">
                  <c:v>198.791424747</c:v>
                </c:pt>
                <c:pt idx="597">
                  <c:v>197.054974959</c:v>
                </c:pt>
                <c:pt idx="598">
                  <c:v>200.989767191</c:v>
                </c:pt>
                <c:pt idx="599">
                  <c:v>202.539566174</c:v>
                </c:pt>
                <c:pt idx="600">
                  <c:v>205.472342371</c:v>
                </c:pt>
                <c:pt idx="601">
                  <c:v>210.397710143</c:v>
                </c:pt>
                <c:pt idx="602">
                  <c:v>209.139542011</c:v>
                </c:pt>
                <c:pt idx="603">
                  <c:v>212.105982722</c:v>
                </c:pt>
                <c:pt idx="604">
                  <c:v>212.327786146</c:v>
                </c:pt>
                <c:pt idx="605">
                  <c:v>211.966315873</c:v>
                </c:pt>
                <c:pt idx="606">
                  <c:v>211.623564453</c:v>
                </c:pt>
                <c:pt idx="607">
                  <c:v>212.922492358</c:v>
                </c:pt>
                <c:pt idx="608">
                  <c:v>216.797893511</c:v>
                </c:pt>
                <c:pt idx="609">
                  <c:v>219.170521583</c:v>
                </c:pt>
                <c:pt idx="610">
                  <c:v>219.061794435</c:v>
                </c:pt>
                <c:pt idx="611">
                  <c:v>219.871440864</c:v>
                </c:pt>
                <c:pt idx="612">
                  <c:v>219.309273586</c:v>
                </c:pt>
                <c:pt idx="613">
                  <c:v>215.310451447</c:v>
                </c:pt>
                <c:pt idx="614">
                  <c:v>216.652263176</c:v>
                </c:pt>
                <c:pt idx="615">
                  <c:v>217.538956549</c:v>
                </c:pt>
                <c:pt idx="616">
                  <c:v>217.770105701</c:v>
                </c:pt>
                <c:pt idx="617">
                  <c:v>220.734832549</c:v>
                </c:pt>
                <c:pt idx="618">
                  <c:v>220.457779049</c:v>
                </c:pt>
                <c:pt idx="619">
                  <c:v>221.188314375</c:v>
                </c:pt>
                <c:pt idx="620">
                  <c:v>221.245443452</c:v>
                </c:pt>
                <c:pt idx="621">
                  <c:v>220.355716676</c:v>
                </c:pt>
                <c:pt idx="622">
                  <c:v>223.047549762</c:v>
                </c:pt>
                <c:pt idx="623">
                  <c:v>223.241151598</c:v>
                </c:pt>
                <c:pt idx="624">
                  <c:v>224.738280835</c:v>
                </c:pt>
                <c:pt idx="625">
                  <c:v>225.517789186</c:v>
                </c:pt>
                <c:pt idx="626">
                  <c:v>230.590650595</c:v>
                </c:pt>
                <c:pt idx="627">
                  <c:v>231.271638336</c:v>
                </c:pt>
                <c:pt idx="628">
                  <c:v>234.394799296</c:v>
                </c:pt>
                <c:pt idx="629">
                  <c:v>232.890389191</c:v>
                </c:pt>
                <c:pt idx="630">
                  <c:v>227.667360742</c:v>
                </c:pt>
                <c:pt idx="631">
                  <c:v>230.992415048</c:v>
                </c:pt>
                <c:pt idx="632">
                  <c:v>229.541625941</c:v>
                </c:pt>
                <c:pt idx="633">
                  <c:v>231.946643444</c:v>
                </c:pt>
                <c:pt idx="634">
                  <c:v>235.021705315</c:v>
                </c:pt>
                <c:pt idx="635">
                  <c:v>233.415948384</c:v>
                </c:pt>
                <c:pt idx="636">
                  <c:v>235.776732781</c:v>
                </c:pt>
                <c:pt idx="637">
                  <c:v>229.142464976</c:v>
                </c:pt>
                <c:pt idx="638">
                  <c:v>236.252610008</c:v>
                </c:pt>
                <c:pt idx="639">
                  <c:v>235.613518063</c:v>
                </c:pt>
                <c:pt idx="640">
                  <c:v>238.609911929</c:v>
                </c:pt>
                <c:pt idx="641">
                  <c:v>241.331034532</c:v>
                </c:pt>
                <c:pt idx="642">
                  <c:v>240.763920417</c:v>
                </c:pt>
                <c:pt idx="643">
                  <c:v>238.595974795</c:v>
                </c:pt>
                <c:pt idx="644">
                  <c:v>238.631145832</c:v>
                </c:pt>
                <c:pt idx="645">
                  <c:v>237.489376797</c:v>
                </c:pt>
                <c:pt idx="646">
                  <c:v>238.842067213</c:v>
                </c:pt>
                <c:pt idx="647">
                  <c:v>228.164186851</c:v>
                </c:pt>
                <c:pt idx="648">
                  <c:v>226.347594494</c:v>
                </c:pt>
                <c:pt idx="649">
                  <c:v>229.587509514</c:v>
                </c:pt>
                <c:pt idx="650">
                  <c:v>225.497880768</c:v>
                </c:pt>
                <c:pt idx="651">
                  <c:v>225.435053267</c:v>
                </c:pt>
                <c:pt idx="652">
                  <c:v>223.723287403</c:v>
                </c:pt>
                <c:pt idx="653">
                  <c:v>227.541271002</c:v>
                </c:pt>
                <c:pt idx="654">
                  <c:v>230.212645254</c:v>
                </c:pt>
                <c:pt idx="655">
                  <c:v>229.843428731</c:v>
                </c:pt>
                <c:pt idx="656">
                  <c:v>234.90943122</c:v>
                </c:pt>
                <c:pt idx="657">
                  <c:v>237.385731162</c:v>
                </c:pt>
                <c:pt idx="658">
                  <c:v>239.413049762</c:v>
                </c:pt>
                <c:pt idx="659">
                  <c:v>243.606486124</c:v>
                </c:pt>
                <c:pt idx="660">
                  <c:v>246.619744241</c:v>
                </c:pt>
                <c:pt idx="661">
                  <c:v>246.933476482</c:v>
                </c:pt>
                <c:pt idx="662">
                  <c:v>248.096741066</c:v>
                </c:pt>
                <c:pt idx="663">
                  <c:v>248.413374457</c:v>
                </c:pt>
                <c:pt idx="664">
                  <c:v>250.456516576</c:v>
                </c:pt>
                <c:pt idx="665">
                  <c:v>251.039675339</c:v>
                </c:pt>
                <c:pt idx="666">
                  <c:v>251.129967119</c:v>
                </c:pt>
                <c:pt idx="667">
                  <c:v>250.463998681</c:v>
                </c:pt>
                <c:pt idx="668">
                  <c:v>252.517559353</c:v>
                </c:pt>
                <c:pt idx="669">
                  <c:v>253.525788389</c:v>
                </c:pt>
                <c:pt idx="670">
                  <c:v>251.07143184</c:v>
                </c:pt>
                <c:pt idx="671">
                  <c:v>250.675134875</c:v>
                </c:pt>
                <c:pt idx="672">
                  <c:v>253.451755636</c:v>
                </c:pt>
                <c:pt idx="673">
                  <c:v>253.900998529</c:v>
                </c:pt>
                <c:pt idx="674">
                  <c:v>249.734048383</c:v>
                </c:pt>
                <c:pt idx="675">
                  <c:v>253.385200482</c:v>
                </c:pt>
                <c:pt idx="676">
                  <c:v>253.344998629</c:v>
                </c:pt>
                <c:pt idx="677">
                  <c:v>250.326651008</c:v>
                </c:pt>
                <c:pt idx="678">
                  <c:v>246.173311975</c:v>
                </c:pt>
                <c:pt idx="679">
                  <c:v>250.82227039</c:v>
                </c:pt>
                <c:pt idx="680">
                  <c:v>251.682029287</c:v>
                </c:pt>
                <c:pt idx="681">
                  <c:v>255.426515825</c:v>
                </c:pt>
                <c:pt idx="682">
                  <c:v>255.427388591</c:v>
                </c:pt>
                <c:pt idx="683">
                  <c:v>250.721658594</c:v>
                </c:pt>
                <c:pt idx="684">
                  <c:v>248.722508777</c:v>
                </c:pt>
                <c:pt idx="685">
                  <c:v>254.302939726</c:v>
                </c:pt>
                <c:pt idx="686">
                  <c:v>243.356096591</c:v>
                </c:pt>
                <c:pt idx="687">
                  <c:v>248.505625717</c:v>
                </c:pt>
                <c:pt idx="688">
                  <c:v>247.961258585</c:v>
                </c:pt>
                <c:pt idx="689">
                  <c:v>248.161779837</c:v>
                </c:pt>
                <c:pt idx="690">
                  <c:v>239.838639144</c:v>
                </c:pt>
                <c:pt idx="691">
                  <c:v>239.592297202</c:v>
                </c:pt>
                <c:pt idx="692">
                  <c:v>244.806828779</c:v>
                </c:pt>
                <c:pt idx="693">
                  <c:v>243.8692206</c:v>
                </c:pt>
                <c:pt idx="694">
                  <c:v>236.364687582</c:v>
                </c:pt>
                <c:pt idx="695">
                  <c:v>245.992428546</c:v>
                </c:pt>
                <c:pt idx="696">
                  <c:v>236.828961088</c:v>
                </c:pt>
                <c:pt idx="697">
                  <c:v>225.393194909</c:v>
                </c:pt>
                <c:pt idx="698">
                  <c:v>217.85720022</c:v>
                </c:pt>
                <c:pt idx="699">
                  <c:v>218.046414227</c:v>
                </c:pt>
                <c:pt idx="700">
                  <c:v>216.155574793</c:v>
                </c:pt>
                <c:pt idx="701">
                  <c:v>214.901014423</c:v>
                </c:pt>
                <c:pt idx="702">
                  <c:v>218.393492694</c:v>
                </c:pt>
                <c:pt idx="703">
                  <c:v>221.898929755</c:v>
                </c:pt>
                <c:pt idx="704">
                  <c:v>228.319284811</c:v>
                </c:pt>
                <c:pt idx="705">
                  <c:v>226.629893186</c:v>
                </c:pt>
                <c:pt idx="706">
                  <c:v>233.302593303</c:v>
                </c:pt>
                <c:pt idx="707">
                  <c:v>237.350807015</c:v>
                </c:pt>
                <c:pt idx="708">
                  <c:v>237.93169676</c:v>
                </c:pt>
                <c:pt idx="709">
                  <c:v>245.079172829</c:v>
                </c:pt>
                <c:pt idx="710">
                  <c:v>243.456632564</c:v>
                </c:pt>
                <c:pt idx="711">
                  <c:v>244.670814913</c:v>
                </c:pt>
                <c:pt idx="712">
                  <c:v>251.930995732</c:v>
                </c:pt>
                <c:pt idx="713">
                  <c:v>253.372733846</c:v>
                </c:pt>
                <c:pt idx="714">
                  <c:v>252.019979127</c:v>
                </c:pt>
                <c:pt idx="715">
                  <c:v>252.48177826</c:v>
                </c:pt>
                <c:pt idx="716">
                  <c:v>254.172718853</c:v>
                </c:pt>
                <c:pt idx="717">
                  <c:v>253.959649815</c:v>
                </c:pt>
                <c:pt idx="718">
                  <c:v>255.700024381</c:v>
                </c:pt>
                <c:pt idx="719">
                  <c:v>257.095636793</c:v>
                </c:pt>
                <c:pt idx="720">
                  <c:v>258.006843259</c:v>
                </c:pt>
                <c:pt idx="721">
                  <c:v>260.105965735</c:v>
                </c:pt>
                <c:pt idx="722">
                  <c:v>261.501485489</c:v>
                </c:pt>
                <c:pt idx="723">
                  <c:v>260.215489997</c:v>
                </c:pt>
                <c:pt idx="724">
                  <c:v>263.927363626</c:v>
                </c:pt>
                <c:pt idx="725">
                  <c:v>262.118962655</c:v>
                </c:pt>
                <c:pt idx="726">
                  <c:v>264.38176255</c:v>
                </c:pt>
                <c:pt idx="727">
                  <c:v>265.949757894</c:v>
                </c:pt>
                <c:pt idx="728">
                  <c:v>269.110944026</c:v>
                </c:pt>
                <c:pt idx="729">
                  <c:v>269.533808518</c:v>
                </c:pt>
                <c:pt idx="730">
                  <c:v>273.150727996</c:v>
                </c:pt>
                <c:pt idx="731">
                  <c:v>275.560379965</c:v>
                </c:pt>
                <c:pt idx="732">
                  <c:v>269.228642009</c:v>
                </c:pt>
                <c:pt idx="733">
                  <c:v>271.496987548</c:v>
                </c:pt>
                <c:pt idx="734">
                  <c:v>273.110602619</c:v>
                </c:pt>
                <c:pt idx="735">
                  <c:v>272.4304507</c:v>
                </c:pt>
                <c:pt idx="736">
                  <c:v>272.6218681</c:v>
                </c:pt>
                <c:pt idx="737">
                  <c:v>268.272311325</c:v>
                </c:pt>
                <c:pt idx="738">
                  <c:v>269.21854646</c:v>
                </c:pt>
                <c:pt idx="739">
                  <c:v>259.80876502</c:v>
                </c:pt>
                <c:pt idx="740">
                  <c:v>262.654862471</c:v>
                </c:pt>
                <c:pt idx="741">
                  <c:v>255.758858012</c:v>
                </c:pt>
                <c:pt idx="742">
                  <c:v>250.753419458</c:v>
                </c:pt>
                <c:pt idx="743">
                  <c:v>243.047847827</c:v>
                </c:pt>
                <c:pt idx="744">
                  <c:v>252.263722174</c:v>
                </c:pt>
                <c:pt idx="745">
                  <c:v>260.041405518</c:v>
                </c:pt>
                <c:pt idx="746">
                  <c:v>261.218210134</c:v>
                </c:pt>
                <c:pt idx="747">
                  <c:v>262.614197392</c:v>
                </c:pt>
                <c:pt idx="748">
                  <c:v>262.298745531</c:v>
                </c:pt>
                <c:pt idx="749">
                  <c:v>262.331590382</c:v>
                </c:pt>
                <c:pt idx="750">
                  <c:v>264.116415373</c:v>
                </c:pt>
                <c:pt idx="751">
                  <c:v>263.917471223</c:v>
                </c:pt>
                <c:pt idx="752">
                  <c:v>261.746565129</c:v>
                </c:pt>
                <c:pt idx="753">
                  <c:v>258.191884089</c:v>
                </c:pt>
                <c:pt idx="754">
                  <c:v>257.380851764</c:v>
                </c:pt>
                <c:pt idx="755">
                  <c:v>253.058916374</c:v>
                </c:pt>
                <c:pt idx="756">
                  <c:v>250.174713603</c:v>
                </c:pt>
                <c:pt idx="757">
                  <c:v>253.631058996</c:v>
                </c:pt>
                <c:pt idx="758">
                  <c:v>259.023329608</c:v>
                </c:pt>
                <c:pt idx="759">
                  <c:v>256.882624258</c:v>
                </c:pt>
                <c:pt idx="760">
                  <c:v>254.483010186</c:v>
                </c:pt>
                <c:pt idx="761">
                  <c:v>254.14411522</c:v>
                </c:pt>
                <c:pt idx="762">
                  <c:v>252.709888066</c:v>
                </c:pt>
                <c:pt idx="763">
                  <c:v>250.14724978</c:v>
                </c:pt>
                <c:pt idx="764">
                  <c:v>253.658933075</c:v>
                </c:pt>
                <c:pt idx="765">
                  <c:v>254.93847295</c:v>
                </c:pt>
                <c:pt idx="766">
                  <c:v>256.307673634</c:v>
                </c:pt>
                <c:pt idx="767">
                  <c:v>260.83674199</c:v>
                </c:pt>
                <c:pt idx="768">
                  <c:v>259.556666604</c:v>
                </c:pt>
                <c:pt idx="769">
                  <c:v>259.56036385</c:v>
                </c:pt>
                <c:pt idx="770">
                  <c:v>253.150517812</c:v>
                </c:pt>
                <c:pt idx="771">
                  <c:v>250.583158078</c:v>
                </c:pt>
                <c:pt idx="772">
                  <c:v>253.319470866</c:v>
                </c:pt>
                <c:pt idx="773">
                  <c:v>250.045502424</c:v>
                </c:pt>
                <c:pt idx="774">
                  <c:v>253.163674453</c:v>
                </c:pt>
                <c:pt idx="775">
                  <c:v>256.53464215</c:v>
                </c:pt>
                <c:pt idx="776">
                  <c:v>255.876655804</c:v>
                </c:pt>
                <c:pt idx="777">
                  <c:v>260.509390764</c:v>
                </c:pt>
                <c:pt idx="778">
                  <c:v>257.980688527</c:v>
                </c:pt>
                <c:pt idx="779">
                  <c:v>255.953092418</c:v>
                </c:pt>
                <c:pt idx="780">
                  <c:v>263.335743582</c:v>
                </c:pt>
                <c:pt idx="781">
                  <c:v>264.8243736</c:v>
                </c:pt>
                <c:pt idx="782">
                  <c:v>270.544857385</c:v>
                </c:pt>
                <c:pt idx="783">
                  <c:v>274.529023734</c:v>
                </c:pt>
                <c:pt idx="784">
                  <c:v>274.849369675</c:v>
                </c:pt>
                <c:pt idx="785">
                  <c:v>275.167676377</c:v>
                </c:pt>
                <c:pt idx="786">
                  <c:v>277.092891684</c:v>
                </c:pt>
                <c:pt idx="787">
                  <c:v>280.33997152</c:v>
                </c:pt>
                <c:pt idx="788">
                  <c:v>280.664273045</c:v>
                </c:pt>
                <c:pt idx="789">
                  <c:v>281.621217389</c:v>
                </c:pt>
                <c:pt idx="790">
                  <c:v>280.425001848</c:v>
                </c:pt>
                <c:pt idx="791">
                  <c:v>282.443394373</c:v>
                </c:pt>
                <c:pt idx="792">
                  <c:v>280.234953422</c:v>
                </c:pt>
                <c:pt idx="793">
                  <c:v>284.783737013</c:v>
                </c:pt>
                <c:pt idx="794">
                  <c:v>281.746228002</c:v>
                </c:pt>
                <c:pt idx="795">
                  <c:v>279.26376259</c:v>
                </c:pt>
                <c:pt idx="796">
                  <c:v>279.968256369</c:v>
                </c:pt>
                <c:pt idx="797">
                  <c:v>272.42723211</c:v>
                </c:pt>
                <c:pt idx="798">
                  <c:v>274.428295839</c:v>
                </c:pt>
                <c:pt idx="799">
                  <c:v>263.725383267</c:v>
                </c:pt>
                <c:pt idx="800">
                  <c:v>260.685061536</c:v>
                </c:pt>
                <c:pt idx="801">
                  <c:v>264.533848544</c:v>
                </c:pt>
                <c:pt idx="802">
                  <c:v>262.015505764</c:v>
                </c:pt>
                <c:pt idx="803">
                  <c:v>269.100949168</c:v>
                </c:pt>
                <c:pt idx="804">
                  <c:v>269.424597324</c:v>
                </c:pt>
                <c:pt idx="805">
                  <c:v>275.226622219</c:v>
                </c:pt>
                <c:pt idx="806">
                  <c:v>275.320944664</c:v>
                </c:pt>
                <c:pt idx="807">
                  <c:v>279.845442152</c:v>
                </c:pt>
                <c:pt idx="808">
                  <c:v>278.580896063</c:v>
                </c:pt>
                <c:pt idx="809">
                  <c:v>276.161255842</c:v>
                </c:pt>
                <c:pt idx="810">
                  <c:v>263.192829314</c:v>
                </c:pt>
                <c:pt idx="811">
                  <c:v>261.740364503</c:v>
                </c:pt>
                <c:pt idx="812">
                  <c:v>263.598764823</c:v>
                </c:pt>
                <c:pt idx="813">
                  <c:v>270.435623063</c:v>
                </c:pt>
                <c:pt idx="814">
                  <c:v>264.702531929</c:v>
                </c:pt>
                <c:pt idx="815">
                  <c:v>261.465608267</c:v>
                </c:pt>
                <c:pt idx="816">
                  <c:v>261.915873379</c:v>
                </c:pt>
                <c:pt idx="817">
                  <c:v>266.523587432</c:v>
                </c:pt>
                <c:pt idx="818">
                  <c:v>265.753192294</c:v>
                </c:pt>
                <c:pt idx="819">
                  <c:v>269.564614778</c:v>
                </c:pt>
                <c:pt idx="820">
                  <c:v>273.01717439</c:v>
                </c:pt>
                <c:pt idx="821">
                  <c:v>275.469575956</c:v>
                </c:pt>
                <c:pt idx="822">
                  <c:v>273.680820405</c:v>
                </c:pt>
                <c:pt idx="823">
                  <c:v>272.560235669</c:v>
                </c:pt>
                <c:pt idx="824">
                  <c:v>276.091090775</c:v>
                </c:pt>
                <c:pt idx="825">
                  <c:v>275.315476753</c:v>
                </c:pt>
                <c:pt idx="826">
                  <c:v>266.28173612</c:v>
                </c:pt>
                <c:pt idx="827">
                  <c:v>274.591657454</c:v>
                </c:pt>
                <c:pt idx="828">
                  <c:v>276.531707202</c:v>
                </c:pt>
                <c:pt idx="829">
                  <c:v>279.743281073</c:v>
                </c:pt>
                <c:pt idx="830">
                  <c:v>281.81942132</c:v>
                </c:pt>
                <c:pt idx="831">
                  <c:v>288.961115163</c:v>
                </c:pt>
                <c:pt idx="832">
                  <c:v>287.50554418</c:v>
                </c:pt>
                <c:pt idx="833">
                  <c:v>286.83513499</c:v>
                </c:pt>
                <c:pt idx="834">
                  <c:v>282.903942362</c:v>
                </c:pt>
                <c:pt idx="835">
                  <c:v>273.776361537</c:v>
                </c:pt>
                <c:pt idx="836">
                  <c:v>281.481128728</c:v>
                </c:pt>
                <c:pt idx="837">
                  <c:v>282.193090388</c:v>
                </c:pt>
                <c:pt idx="838">
                  <c:v>273.147279995</c:v>
                </c:pt>
                <c:pt idx="839">
                  <c:v>269.250013165</c:v>
                </c:pt>
                <c:pt idx="840">
                  <c:v>272.300223741</c:v>
                </c:pt>
                <c:pt idx="841">
                  <c:v>279.62432474</c:v>
                </c:pt>
                <c:pt idx="842">
                  <c:v>277.2898239</c:v>
                </c:pt>
                <c:pt idx="843">
                  <c:v>274.824071569</c:v>
                </c:pt>
                <c:pt idx="844">
                  <c:v>275.775886559</c:v>
                </c:pt>
                <c:pt idx="845">
                  <c:v>284.22413554</c:v>
                </c:pt>
                <c:pt idx="846">
                  <c:v>284.405869889</c:v>
                </c:pt>
                <c:pt idx="847">
                  <c:v>286.448096671</c:v>
                </c:pt>
                <c:pt idx="848">
                  <c:v>285.672402328</c:v>
                </c:pt>
                <c:pt idx="849">
                  <c:v>285.957288319</c:v>
                </c:pt>
                <c:pt idx="850">
                  <c:v>288.838923417</c:v>
                </c:pt>
                <c:pt idx="851">
                  <c:v>287.797152344</c:v>
                </c:pt>
                <c:pt idx="852">
                  <c:v>280.757961762</c:v>
                </c:pt>
                <c:pt idx="853">
                  <c:v>289.64086747</c:v>
                </c:pt>
                <c:pt idx="854">
                  <c:v>288.252487085</c:v>
                </c:pt>
                <c:pt idx="855">
                  <c:v>284.806846833</c:v>
                </c:pt>
                <c:pt idx="856">
                  <c:v>286.230194686</c:v>
                </c:pt>
                <c:pt idx="857">
                  <c:v>284.519888512</c:v>
                </c:pt>
                <c:pt idx="858">
                  <c:v>285.984081621</c:v>
                </c:pt>
                <c:pt idx="859">
                  <c:v>281.153553206</c:v>
                </c:pt>
                <c:pt idx="860">
                  <c:v>279.222091</c:v>
                </c:pt>
                <c:pt idx="861">
                  <c:v>273.634532215</c:v>
                </c:pt>
                <c:pt idx="862">
                  <c:v>272.893770215</c:v>
                </c:pt>
                <c:pt idx="863">
                  <c:v>280.470160468</c:v>
                </c:pt>
                <c:pt idx="864">
                  <c:v>281.73112406</c:v>
                </c:pt>
                <c:pt idx="865">
                  <c:v>276.540694671</c:v>
                </c:pt>
                <c:pt idx="866">
                  <c:v>273.56150613</c:v>
                </c:pt>
                <c:pt idx="867">
                  <c:v>276.661526189</c:v>
                </c:pt>
                <c:pt idx="868">
                  <c:v>278.409371653</c:v>
                </c:pt>
                <c:pt idx="869">
                  <c:v>286.520431388</c:v>
                </c:pt>
                <c:pt idx="870">
                  <c:v>283.315176951</c:v>
                </c:pt>
                <c:pt idx="871">
                  <c:v>288.179203621</c:v>
                </c:pt>
                <c:pt idx="872">
                  <c:v>288.405316387</c:v>
                </c:pt>
                <c:pt idx="873">
                  <c:v>284.890934809</c:v>
                </c:pt>
                <c:pt idx="874">
                  <c:v>283.420398611</c:v>
                </c:pt>
                <c:pt idx="875">
                  <c:v>280.228280796</c:v>
                </c:pt>
                <c:pt idx="876">
                  <c:v>266.320297189</c:v>
                </c:pt>
                <c:pt idx="877">
                  <c:v>268.007212013</c:v>
                </c:pt>
                <c:pt idx="878">
                  <c:v>271.972378839</c:v>
                </c:pt>
                <c:pt idx="879">
                  <c:v>272.560529258</c:v>
                </c:pt>
                <c:pt idx="880">
                  <c:v>270.782418998</c:v>
                </c:pt>
                <c:pt idx="881">
                  <c:v>272.681674929</c:v>
                </c:pt>
                <c:pt idx="882">
                  <c:v>263.092806767</c:v>
                </c:pt>
                <c:pt idx="883">
                  <c:v>262.641825229</c:v>
                </c:pt>
                <c:pt idx="884">
                  <c:v>270.928127566</c:v>
                </c:pt>
                <c:pt idx="885">
                  <c:v>280.381330372</c:v>
                </c:pt>
                <c:pt idx="886">
                  <c:v>284.075919469</c:v>
                </c:pt>
                <c:pt idx="887">
                  <c:v>284.564096251</c:v>
                </c:pt>
                <c:pt idx="888">
                  <c:v>292.07947548</c:v>
                </c:pt>
                <c:pt idx="889">
                  <c:v>299.854486611</c:v>
                </c:pt>
                <c:pt idx="890">
                  <c:v>301.917650873</c:v>
                </c:pt>
                <c:pt idx="891">
                  <c:v>300.573109833</c:v>
                </c:pt>
                <c:pt idx="892">
                  <c:v>293.796488226</c:v>
                </c:pt>
                <c:pt idx="893">
                  <c:v>291.106920718</c:v>
                </c:pt>
                <c:pt idx="894">
                  <c:v>284.735374089</c:v>
                </c:pt>
                <c:pt idx="895">
                  <c:v>279.728903023</c:v>
                </c:pt>
                <c:pt idx="896">
                  <c:v>285.836022889</c:v>
                </c:pt>
                <c:pt idx="897">
                  <c:v>288.610471862</c:v>
                </c:pt>
                <c:pt idx="898">
                  <c:v>291.021249993</c:v>
                </c:pt>
                <c:pt idx="899">
                  <c:v>290.069937276</c:v>
                </c:pt>
                <c:pt idx="900">
                  <c:v>288.015625491</c:v>
                </c:pt>
                <c:pt idx="901">
                  <c:v>286.871719708</c:v>
                </c:pt>
                <c:pt idx="902">
                  <c:v>291.433136712</c:v>
                </c:pt>
                <c:pt idx="903">
                  <c:v>282.309498717</c:v>
                </c:pt>
                <c:pt idx="904">
                  <c:v>281.134345768</c:v>
                </c:pt>
                <c:pt idx="905">
                  <c:v>288.230752524</c:v>
                </c:pt>
                <c:pt idx="906">
                  <c:v>280.883530571</c:v>
                </c:pt>
                <c:pt idx="907">
                  <c:v>282.704306848</c:v>
                </c:pt>
                <c:pt idx="908">
                  <c:v>281.592372271</c:v>
                </c:pt>
                <c:pt idx="909">
                  <c:v>282.909084303</c:v>
                </c:pt>
                <c:pt idx="910">
                  <c:v>287.377236437</c:v>
                </c:pt>
                <c:pt idx="911">
                  <c:v>284.253297426</c:v>
                </c:pt>
                <c:pt idx="912">
                  <c:v>280.005958812</c:v>
                </c:pt>
                <c:pt idx="913">
                  <c:v>264.759596598</c:v>
                </c:pt>
                <c:pt idx="914">
                  <c:v>242.55887714</c:v>
                </c:pt>
                <c:pt idx="915">
                  <c:v>230.605031359</c:v>
                </c:pt>
                <c:pt idx="916">
                  <c:v>227.945808752</c:v>
                </c:pt>
                <c:pt idx="917">
                  <c:v>231.722651256</c:v>
                </c:pt>
                <c:pt idx="918">
                  <c:v>234.060733679</c:v>
                </c:pt>
                <c:pt idx="919">
                  <c:v>234.180605965</c:v>
                </c:pt>
                <c:pt idx="920">
                  <c:v>233.581095097</c:v>
                </c:pt>
                <c:pt idx="921">
                  <c:v>230.577583462</c:v>
                </c:pt>
                <c:pt idx="922">
                  <c:v>232.47342207</c:v>
                </c:pt>
                <c:pt idx="923">
                  <c:v>232.901485975</c:v>
                </c:pt>
                <c:pt idx="924">
                  <c:v>231.127989448</c:v>
                </c:pt>
                <c:pt idx="925">
                  <c:v>233.788177076</c:v>
                </c:pt>
                <c:pt idx="926">
                  <c:v>232.04533276</c:v>
                </c:pt>
                <c:pt idx="927">
                  <c:v>232.381630576</c:v>
                </c:pt>
                <c:pt idx="928">
                  <c:v>232.840283177</c:v>
                </c:pt>
                <c:pt idx="929">
                  <c:v>232.289915299</c:v>
                </c:pt>
                <c:pt idx="930">
                  <c:v>233.818765772</c:v>
                </c:pt>
                <c:pt idx="931">
                  <c:v>234.82782436</c:v>
                </c:pt>
                <c:pt idx="932">
                  <c:v>234.797248367</c:v>
                </c:pt>
                <c:pt idx="933">
                  <c:v>232.993201252</c:v>
                </c:pt>
                <c:pt idx="934">
                  <c:v>233.63758364</c:v>
                </c:pt>
                <c:pt idx="935">
                  <c:v>232.313810146</c:v>
                </c:pt>
                <c:pt idx="936">
                  <c:v>232.230664729</c:v>
                </c:pt>
                <c:pt idx="937">
                  <c:v>230.787828271</c:v>
                </c:pt>
                <c:pt idx="938">
                  <c:v>228.168636207</c:v>
                </c:pt>
                <c:pt idx="939">
                  <c:v>216.268649244</c:v>
                </c:pt>
                <c:pt idx="940">
                  <c:v>215.076123741</c:v>
                </c:pt>
                <c:pt idx="941">
                  <c:v>223.779666519</c:v>
                </c:pt>
                <c:pt idx="942">
                  <c:v>225.192383857</c:v>
                </c:pt>
                <c:pt idx="943">
                  <c:v>233.115302039</c:v>
                </c:pt>
                <c:pt idx="944">
                  <c:v>240.89254072</c:v>
                </c:pt>
                <c:pt idx="945">
                  <c:v>239.288087652</c:v>
                </c:pt>
                <c:pt idx="946">
                  <c:v>242.366517468</c:v>
                </c:pt>
                <c:pt idx="947">
                  <c:v>245.181049698</c:v>
                </c:pt>
                <c:pt idx="948">
                  <c:v>246.796089376</c:v>
                </c:pt>
                <c:pt idx="949">
                  <c:v>247.689921194</c:v>
                </c:pt>
                <c:pt idx="950">
                  <c:v>244.446891378</c:v>
                </c:pt>
                <c:pt idx="951">
                  <c:v>243.497037129</c:v>
                </c:pt>
                <c:pt idx="952">
                  <c:v>251.051691518</c:v>
                </c:pt>
                <c:pt idx="953">
                  <c:v>253.39568692</c:v>
                </c:pt>
                <c:pt idx="954">
                  <c:v>255.734924976</c:v>
                </c:pt>
                <c:pt idx="955">
                  <c:v>253.159184459</c:v>
                </c:pt>
                <c:pt idx="956">
                  <c:v>250.60228323</c:v>
                </c:pt>
                <c:pt idx="957">
                  <c:v>261.549800648</c:v>
                </c:pt>
                <c:pt idx="958">
                  <c:v>274.824283818</c:v>
                </c:pt>
                <c:pt idx="959">
                  <c:v>274.99950969</c:v>
                </c:pt>
                <c:pt idx="960">
                  <c:v>275.592101007</c:v>
                </c:pt>
                <c:pt idx="961">
                  <c:v>280.342078899</c:v>
                </c:pt>
                <c:pt idx="962">
                  <c:v>279.411008448</c:v>
                </c:pt>
                <c:pt idx="963">
                  <c:v>276.703531051</c:v>
                </c:pt>
                <c:pt idx="964">
                  <c:v>283.425463303</c:v>
                </c:pt>
                <c:pt idx="965">
                  <c:v>285.420231133</c:v>
                </c:pt>
                <c:pt idx="966">
                  <c:v>285.115872978</c:v>
                </c:pt>
                <c:pt idx="967">
                  <c:v>283.087790668</c:v>
                </c:pt>
                <c:pt idx="968">
                  <c:v>283.36437105</c:v>
                </c:pt>
                <c:pt idx="969">
                  <c:v>276.6620577</c:v>
                </c:pt>
                <c:pt idx="970">
                  <c:v>275.608611785</c:v>
                </c:pt>
                <c:pt idx="971">
                  <c:v>274.822739895</c:v>
                </c:pt>
                <c:pt idx="972">
                  <c:v>268.53207335</c:v>
                </c:pt>
                <c:pt idx="973">
                  <c:v>258.224709728</c:v>
                </c:pt>
                <c:pt idx="974">
                  <c:v>266.229287</c:v>
                </c:pt>
                <c:pt idx="975">
                  <c:v>266.822661406</c:v>
                </c:pt>
                <c:pt idx="976">
                  <c:v>276.859923122</c:v>
                </c:pt>
                <c:pt idx="977">
                  <c:v>277.365508042</c:v>
                </c:pt>
                <c:pt idx="978">
                  <c:v>280.70755473</c:v>
                </c:pt>
                <c:pt idx="979">
                  <c:v>279.519042392</c:v>
                </c:pt>
                <c:pt idx="980">
                  <c:v>279.484579595</c:v>
                </c:pt>
                <c:pt idx="981">
                  <c:v>279.712214188</c:v>
                </c:pt>
                <c:pt idx="982">
                  <c:v>280.402989912</c:v>
                </c:pt>
                <c:pt idx="983">
                  <c:v>279.086573874</c:v>
                </c:pt>
                <c:pt idx="984">
                  <c:v>284.975197011</c:v>
                </c:pt>
                <c:pt idx="985">
                  <c:v>280.856679274</c:v>
                </c:pt>
                <c:pt idx="986">
                  <c:v>270.940057317</c:v>
                </c:pt>
                <c:pt idx="987">
                  <c:v>283.903301686</c:v>
                </c:pt>
                <c:pt idx="988">
                  <c:v>281.273275058</c:v>
                </c:pt>
                <c:pt idx="989">
                  <c:v>280.249242008</c:v>
                </c:pt>
                <c:pt idx="990">
                  <c:v>272.067675694</c:v>
                </c:pt>
                <c:pt idx="991">
                  <c:v>274.716342652</c:v>
                </c:pt>
                <c:pt idx="992">
                  <c:v>261.749529348</c:v>
                </c:pt>
                <c:pt idx="993">
                  <c:v>265.982835957</c:v>
                </c:pt>
                <c:pt idx="994">
                  <c:v>269.650776151</c:v>
                </c:pt>
                <c:pt idx="995">
                  <c:v>277.878114949</c:v>
                </c:pt>
                <c:pt idx="996">
                  <c:v>269.443189626</c:v>
                </c:pt>
                <c:pt idx="997">
                  <c:v>258.883011234</c:v>
                </c:pt>
                <c:pt idx="998">
                  <c:v>264.155481208</c:v>
                </c:pt>
                <c:pt idx="999">
                  <c:v>268.221081387</c:v>
                </c:pt>
                <c:pt idx="1000">
                  <c:v>273.219149723</c:v>
                </c:pt>
                <c:pt idx="1001">
                  <c:v>272.600011101</c:v>
                </c:pt>
                <c:pt idx="1002">
                  <c:v>272.239542103</c:v>
                </c:pt>
                <c:pt idx="1003">
                  <c:v>280.645919739</c:v>
                </c:pt>
                <c:pt idx="1004">
                  <c:v>275.746785883</c:v>
                </c:pt>
                <c:pt idx="1005">
                  <c:v>268.441918451</c:v>
                </c:pt>
                <c:pt idx="1006">
                  <c:v>257.582221787</c:v>
                </c:pt>
                <c:pt idx="1007">
                  <c:v>256.809468001</c:v>
                </c:pt>
                <c:pt idx="1008">
                  <c:v>251.475089203</c:v>
                </c:pt>
                <c:pt idx="1009">
                  <c:v>235.137167995</c:v>
                </c:pt>
                <c:pt idx="1010">
                  <c:v>232.463519617</c:v>
                </c:pt>
                <c:pt idx="1011">
                  <c:v>233.227020202</c:v>
                </c:pt>
                <c:pt idx="1012">
                  <c:v>236.05291865</c:v>
                </c:pt>
                <c:pt idx="1013">
                  <c:v>226.980767398</c:v>
                </c:pt>
                <c:pt idx="1014">
                  <c:v>232.498603883</c:v>
                </c:pt>
                <c:pt idx="1015">
                  <c:v>230.39538229</c:v>
                </c:pt>
                <c:pt idx="1016">
                  <c:v>230.504650858</c:v>
                </c:pt>
                <c:pt idx="1017">
                  <c:v>229.002356105</c:v>
                </c:pt>
                <c:pt idx="1018">
                  <c:v>229.84909532</c:v>
                </c:pt>
                <c:pt idx="1019">
                  <c:v>231.679184603</c:v>
                </c:pt>
                <c:pt idx="1020">
                  <c:v>230.58659949</c:v>
                </c:pt>
                <c:pt idx="1021">
                  <c:v>232.25276916</c:v>
                </c:pt>
                <c:pt idx="1022">
                  <c:v>231.679184603</c:v>
                </c:pt>
                <c:pt idx="1023">
                  <c:v>232.389346489</c:v>
                </c:pt>
                <c:pt idx="1024">
                  <c:v>234.683785282</c:v>
                </c:pt>
                <c:pt idx="1025">
                  <c:v>234.623574553</c:v>
                </c:pt>
                <c:pt idx="1026">
                  <c:v>232.951784632</c:v>
                </c:pt>
                <c:pt idx="1027">
                  <c:v>233.843434799</c:v>
                </c:pt>
                <c:pt idx="1028">
                  <c:v>233.871292456</c:v>
                </c:pt>
                <c:pt idx="1029">
                  <c:v>232.756769641</c:v>
                </c:pt>
                <c:pt idx="1030">
                  <c:v>232.561720455</c:v>
                </c:pt>
                <c:pt idx="1031">
                  <c:v>232.394517526</c:v>
                </c:pt>
                <c:pt idx="1032">
                  <c:v>231.837261818</c:v>
                </c:pt>
                <c:pt idx="1033">
                  <c:v>230.778488511</c:v>
                </c:pt>
                <c:pt idx="1034">
                  <c:v>232.394517526</c:v>
                </c:pt>
                <c:pt idx="1035">
                  <c:v>233.648374215</c:v>
                </c:pt>
                <c:pt idx="1036">
                  <c:v>235.1530068</c:v>
                </c:pt>
                <c:pt idx="1037">
                  <c:v>234.986352498</c:v>
                </c:pt>
                <c:pt idx="1038">
                  <c:v>236.162783927</c:v>
                </c:pt>
                <c:pt idx="1039">
                  <c:v>243.513778107</c:v>
                </c:pt>
                <c:pt idx="1040">
                  <c:v>235.821135003</c:v>
                </c:pt>
                <c:pt idx="1041">
                  <c:v>240.167696143</c:v>
                </c:pt>
                <c:pt idx="1042">
                  <c:v>245.06474772</c:v>
                </c:pt>
                <c:pt idx="1043">
                  <c:v>244.052018725</c:v>
                </c:pt>
                <c:pt idx="1044">
                  <c:v>239.580458022</c:v>
                </c:pt>
                <c:pt idx="1045">
                  <c:v>254.2404066</c:v>
                </c:pt>
                <c:pt idx="1046">
                  <c:v>254.97846354</c:v>
                </c:pt>
                <c:pt idx="1047">
                  <c:v>254.512084993</c:v>
                </c:pt>
                <c:pt idx="1048">
                  <c:v>255.211296641</c:v>
                </c:pt>
                <c:pt idx="1049">
                  <c:v>253.14418321</c:v>
                </c:pt>
                <c:pt idx="1050">
                  <c:v>248.941868044</c:v>
                </c:pt>
                <c:pt idx="1051">
                  <c:v>252.216834311</c:v>
                </c:pt>
                <c:pt idx="1052">
                  <c:v>251.727868354</c:v>
                </c:pt>
                <c:pt idx="1053">
                  <c:v>259.72910891</c:v>
                </c:pt>
                <c:pt idx="1054">
                  <c:v>260.301160427</c:v>
                </c:pt>
                <c:pt idx="1055">
                  <c:v>260.246127041</c:v>
                </c:pt>
                <c:pt idx="1056">
                  <c:v>264.414730101</c:v>
                </c:pt>
                <c:pt idx="1057">
                  <c:v>265.106552763</c:v>
                </c:pt>
                <c:pt idx="1058">
                  <c:v>266.13092364</c:v>
                </c:pt>
                <c:pt idx="1059">
                  <c:v>267.982009355</c:v>
                </c:pt>
                <c:pt idx="1060">
                  <c:v>268.995519172</c:v>
                </c:pt>
                <c:pt idx="1061">
                  <c:v>264.893832016</c:v>
                </c:pt>
                <c:pt idx="1062">
                  <c:v>264.945214077</c:v>
                </c:pt>
                <c:pt idx="1063">
                  <c:v>264.473284503</c:v>
                </c:pt>
                <c:pt idx="1064">
                  <c:v>272.235040313</c:v>
                </c:pt>
                <c:pt idx="1065">
                  <c:v>274.704711369</c:v>
                </c:pt>
                <c:pt idx="1066">
                  <c:v>273.589640371</c:v>
                </c:pt>
                <c:pt idx="1067">
                  <c:v>278.95203522</c:v>
                </c:pt>
                <c:pt idx="1068">
                  <c:v>276.60272023</c:v>
                </c:pt>
                <c:pt idx="1069">
                  <c:v>271.63157028</c:v>
                </c:pt>
                <c:pt idx="1070">
                  <c:v>280.221373885</c:v>
                </c:pt>
                <c:pt idx="1071">
                  <c:v>271.919979183</c:v>
                </c:pt>
                <c:pt idx="1072">
                  <c:v>271.956321976</c:v>
                </c:pt>
                <c:pt idx="1073">
                  <c:v>269.816348144</c:v>
                </c:pt>
                <c:pt idx="1074">
                  <c:v>274.448234787</c:v>
                </c:pt>
                <c:pt idx="1075">
                  <c:v>281.277774261</c:v>
                </c:pt>
                <c:pt idx="1076">
                  <c:v>281.194338202</c:v>
                </c:pt>
                <c:pt idx="1077">
                  <c:v>279.925198238</c:v>
                </c:pt>
                <c:pt idx="1078">
                  <c:v>283.156918589</c:v>
                </c:pt>
                <c:pt idx="1079">
                  <c:v>280.38145893</c:v>
                </c:pt>
                <c:pt idx="1080">
                  <c:v>280.43225858</c:v>
                </c:pt>
                <c:pt idx="1081">
                  <c:v>279.758811062</c:v>
                </c:pt>
                <c:pt idx="1082">
                  <c:v>272.123380801</c:v>
                </c:pt>
                <c:pt idx="1083">
                  <c:v>272.052341801</c:v>
                </c:pt>
                <c:pt idx="1084">
                  <c:v>270.020156699</c:v>
                </c:pt>
                <c:pt idx="1085">
                  <c:v>266.972888768</c:v>
                </c:pt>
                <c:pt idx="1086">
                  <c:v>260.502271404</c:v>
                </c:pt>
                <c:pt idx="1087">
                  <c:v>257.436691853</c:v>
                </c:pt>
                <c:pt idx="1088">
                  <c:v>261.955861248</c:v>
                </c:pt>
                <c:pt idx="1089">
                  <c:v>257.226355818</c:v>
                </c:pt>
                <c:pt idx="1090">
                  <c:v>253.810322106</c:v>
                </c:pt>
                <c:pt idx="1091">
                  <c:v>253.667346738</c:v>
                </c:pt>
                <c:pt idx="1092">
                  <c:v>255.322906433</c:v>
                </c:pt>
                <c:pt idx="1093">
                  <c:v>255.992507365</c:v>
                </c:pt>
                <c:pt idx="1094">
                  <c:v>260.379509688</c:v>
                </c:pt>
                <c:pt idx="1095">
                  <c:v>257.390232498</c:v>
                </c:pt>
                <c:pt idx="1096">
                  <c:v>256.585319151</c:v>
                </c:pt>
                <c:pt idx="1097">
                  <c:v>254.592315366</c:v>
                </c:pt>
                <c:pt idx="1098">
                  <c:v>258.447432025</c:v>
                </c:pt>
                <c:pt idx="1099">
                  <c:v>254.415031773</c:v>
                </c:pt>
                <c:pt idx="1100">
                  <c:v>254.650051869</c:v>
                </c:pt>
                <c:pt idx="1101">
                  <c:v>253.339043407</c:v>
                </c:pt>
                <c:pt idx="1102">
                  <c:v>256.242471128</c:v>
                </c:pt>
                <c:pt idx="1103">
                  <c:v>255.758157438</c:v>
                </c:pt>
                <c:pt idx="1104">
                  <c:v>261.718270046</c:v>
                </c:pt>
                <c:pt idx="1105">
                  <c:v>264.025800941</c:v>
                </c:pt>
                <c:pt idx="1106">
                  <c:v>265.484228573</c:v>
                </c:pt>
                <c:pt idx="1107">
                  <c:v>268.177362245</c:v>
                </c:pt>
                <c:pt idx="1108">
                  <c:v>268.938041759</c:v>
                </c:pt>
                <c:pt idx="1109">
                  <c:v>269.229653348</c:v>
                </c:pt>
                <c:pt idx="1110">
                  <c:v>270.247179091</c:v>
                </c:pt>
                <c:pt idx="1111">
                  <c:v>268.180898054</c:v>
                </c:pt>
                <c:pt idx="1112">
                  <c:v>270.505125686</c:v>
                </c:pt>
                <c:pt idx="1113">
                  <c:v>269.758874591</c:v>
                </c:pt>
                <c:pt idx="1114">
                  <c:v>270.813856654</c:v>
                </c:pt>
                <c:pt idx="1115">
                  <c:v>270.156053172</c:v>
                </c:pt>
                <c:pt idx="1116">
                  <c:v>264.271062093</c:v>
                </c:pt>
                <c:pt idx="1117">
                  <c:v>259.437004023</c:v>
                </c:pt>
                <c:pt idx="1118">
                  <c:v>259.567221962</c:v>
                </c:pt>
                <c:pt idx="1119">
                  <c:v>258.021985207</c:v>
                </c:pt>
                <c:pt idx="1120">
                  <c:v>259.712710154</c:v>
                </c:pt>
                <c:pt idx="1121">
                  <c:v>254.297830096</c:v>
                </c:pt>
                <c:pt idx="1122">
                  <c:v>257.744034073</c:v>
                </c:pt>
                <c:pt idx="1123">
                  <c:v>259.494320774</c:v>
                </c:pt>
                <c:pt idx="1124">
                  <c:v>258.253984704</c:v>
                </c:pt>
                <c:pt idx="1125">
                  <c:v>265.850620969</c:v>
                </c:pt>
                <c:pt idx="1126">
                  <c:v>243.691029147</c:v>
                </c:pt>
                <c:pt idx="1127">
                  <c:v>234.237666242</c:v>
                </c:pt>
                <c:pt idx="1128">
                  <c:v>239.597348328</c:v>
                </c:pt>
                <c:pt idx="1129">
                  <c:v>244.664765159</c:v>
                </c:pt>
                <c:pt idx="1130">
                  <c:v>249.14426583</c:v>
                </c:pt>
                <c:pt idx="1131">
                  <c:v>250.199504356</c:v>
                </c:pt>
                <c:pt idx="1132">
                  <c:v>248.818115363</c:v>
                </c:pt>
                <c:pt idx="1133">
                  <c:v>250.483485961</c:v>
                </c:pt>
                <c:pt idx="1134">
                  <c:v>250.78715381</c:v>
                </c:pt>
                <c:pt idx="1135">
                  <c:v>255.026446502</c:v>
                </c:pt>
                <c:pt idx="1136">
                  <c:v>256.49669631</c:v>
                </c:pt>
                <c:pt idx="1137">
                  <c:v>259.094459551</c:v>
                </c:pt>
                <c:pt idx="1138">
                  <c:v>258.567860468</c:v>
                </c:pt>
                <c:pt idx="1139">
                  <c:v>261.570870733</c:v>
                </c:pt>
                <c:pt idx="1140">
                  <c:v>260.813705227</c:v>
                </c:pt>
                <c:pt idx="1141">
                  <c:v>263.383461085</c:v>
                </c:pt>
                <c:pt idx="1142">
                  <c:v>262.122173939</c:v>
                </c:pt>
                <c:pt idx="1143">
                  <c:v>266.841863825</c:v>
                </c:pt>
                <c:pt idx="1144">
                  <c:v>265.59477956</c:v>
                </c:pt>
                <c:pt idx="1145">
                  <c:v>267.88140831</c:v>
                </c:pt>
                <c:pt idx="1146">
                  <c:v>267.702804075</c:v>
                </c:pt>
                <c:pt idx="1147">
                  <c:v>268.231340948</c:v>
                </c:pt>
                <c:pt idx="1148">
                  <c:v>270.004237571</c:v>
                </c:pt>
                <c:pt idx="1149">
                  <c:v>271.142114147</c:v>
                </c:pt>
                <c:pt idx="1150">
                  <c:v>272.243064379</c:v>
                </c:pt>
                <c:pt idx="1151">
                  <c:v>273.835699613</c:v>
                </c:pt>
                <c:pt idx="1152">
                  <c:v>269.43911952</c:v>
                </c:pt>
                <c:pt idx="1153">
                  <c:v>271.011855493</c:v>
                </c:pt>
                <c:pt idx="1154">
                  <c:v>272.645174453</c:v>
                </c:pt>
                <c:pt idx="1155">
                  <c:v>277.992327433</c:v>
                </c:pt>
                <c:pt idx="1156">
                  <c:v>277.457821709</c:v>
                </c:pt>
                <c:pt idx="1157">
                  <c:v>278.619433364</c:v>
                </c:pt>
                <c:pt idx="1158">
                  <c:v>277.291703812</c:v>
                </c:pt>
                <c:pt idx="1159">
                  <c:v>280.050136385</c:v>
                </c:pt>
                <c:pt idx="1160">
                  <c:v>280.287976891</c:v>
                </c:pt>
                <c:pt idx="1161">
                  <c:v>282.735384513</c:v>
                </c:pt>
                <c:pt idx="1162">
                  <c:v>279.377167359</c:v>
                </c:pt>
                <c:pt idx="1163">
                  <c:v>280.352599188</c:v>
                </c:pt>
                <c:pt idx="1164">
                  <c:v>280.852253233</c:v>
                </c:pt>
                <c:pt idx="1165">
                  <c:v>280.232462811</c:v>
                </c:pt>
                <c:pt idx="1166">
                  <c:v>280.268010234</c:v>
                </c:pt>
                <c:pt idx="1167">
                  <c:v>281.540049692</c:v>
                </c:pt>
                <c:pt idx="1168">
                  <c:v>277.953413174</c:v>
                </c:pt>
                <c:pt idx="1169">
                  <c:v>277.106994217</c:v>
                </c:pt>
                <c:pt idx="1170">
                  <c:v>277.606205022</c:v>
                </c:pt>
                <c:pt idx="1171">
                  <c:v>278.691035667</c:v>
                </c:pt>
                <c:pt idx="1172">
                  <c:v>276.757181563</c:v>
                </c:pt>
                <c:pt idx="1173">
                  <c:v>276.112328778</c:v>
                </c:pt>
                <c:pt idx="1174">
                  <c:v>277.053626225</c:v>
                </c:pt>
                <c:pt idx="1175">
                  <c:v>279.469552408</c:v>
                </c:pt>
                <c:pt idx="1176">
                  <c:v>282.900230286</c:v>
                </c:pt>
                <c:pt idx="1177">
                  <c:v>283.031157955</c:v>
                </c:pt>
                <c:pt idx="1178">
                  <c:v>279.85558553</c:v>
                </c:pt>
                <c:pt idx="1179">
                  <c:v>264.309345227</c:v>
                </c:pt>
                <c:pt idx="1180">
                  <c:v>273.838688273</c:v>
                </c:pt>
                <c:pt idx="1181">
                  <c:v>268.461295591</c:v>
                </c:pt>
                <c:pt idx="1182">
                  <c:v>270.257007228</c:v>
                </c:pt>
                <c:pt idx="1183">
                  <c:v>278.893130974</c:v>
                </c:pt>
                <c:pt idx="1184">
                  <c:v>278.390067568</c:v>
                </c:pt>
                <c:pt idx="1185">
                  <c:v>276.154798289</c:v>
                </c:pt>
                <c:pt idx="1186">
                  <c:v>277.028390466</c:v>
                </c:pt>
                <c:pt idx="1187">
                  <c:v>283.016802832</c:v>
                </c:pt>
                <c:pt idx="1188">
                  <c:v>287.584859041</c:v>
                </c:pt>
                <c:pt idx="1189">
                  <c:v>283.822333686</c:v>
                </c:pt>
                <c:pt idx="1190">
                  <c:v>278.615276749</c:v>
                </c:pt>
                <c:pt idx="1191">
                  <c:v>284.260159332</c:v>
                </c:pt>
                <c:pt idx="1192">
                  <c:v>285.815669475</c:v>
                </c:pt>
                <c:pt idx="1193">
                  <c:v>281.4959507</c:v>
                </c:pt>
                <c:pt idx="1194">
                  <c:v>285.913106105</c:v>
                </c:pt>
                <c:pt idx="1195">
                  <c:v>285.115633447</c:v>
                </c:pt>
                <c:pt idx="1196">
                  <c:v>283.249576104</c:v>
                </c:pt>
                <c:pt idx="1197">
                  <c:v>285.509946538</c:v>
                </c:pt>
                <c:pt idx="1198">
                  <c:v>285.324375195</c:v>
                </c:pt>
                <c:pt idx="1199">
                  <c:v>283.988029142</c:v>
                </c:pt>
                <c:pt idx="1200">
                  <c:v>287.20368809</c:v>
                </c:pt>
                <c:pt idx="1201">
                  <c:v>278.893968886</c:v>
                </c:pt>
                <c:pt idx="1202">
                  <c:v>278.628428701</c:v>
                </c:pt>
                <c:pt idx="1203">
                  <c:v>276.330074715</c:v>
                </c:pt>
                <c:pt idx="1204">
                  <c:v>276.865711813</c:v>
                </c:pt>
                <c:pt idx="1205">
                  <c:v>275.434729152</c:v>
                </c:pt>
                <c:pt idx="1206">
                  <c:v>279.702739428</c:v>
                </c:pt>
                <c:pt idx="1207">
                  <c:v>279.525945089</c:v>
                </c:pt>
                <c:pt idx="1208">
                  <c:v>278.440563026</c:v>
                </c:pt>
                <c:pt idx="1209">
                  <c:v>280.632679133</c:v>
                </c:pt>
                <c:pt idx="1210">
                  <c:v>287.347723708</c:v>
                </c:pt>
                <c:pt idx="1211">
                  <c:v>285.655084815</c:v>
                </c:pt>
                <c:pt idx="1212">
                  <c:v>282.524300582</c:v>
                </c:pt>
                <c:pt idx="1213">
                  <c:v>279.799092404</c:v>
                </c:pt>
                <c:pt idx="1214">
                  <c:v>277.013897235</c:v>
                </c:pt>
                <c:pt idx="1215">
                  <c:v>276.215770354</c:v>
                </c:pt>
                <c:pt idx="1216">
                  <c:v>272.088144483</c:v>
                </c:pt>
                <c:pt idx="1217">
                  <c:v>267.440372175</c:v>
                </c:pt>
                <c:pt idx="1218">
                  <c:v>262.545420314</c:v>
                </c:pt>
                <c:pt idx="1219">
                  <c:v>260.371620145</c:v>
                </c:pt>
                <c:pt idx="1220">
                  <c:v>273.335847042</c:v>
                </c:pt>
                <c:pt idx="1221">
                  <c:v>277.174122704</c:v>
                </c:pt>
                <c:pt idx="1222">
                  <c:v>280.511003431</c:v>
                </c:pt>
                <c:pt idx="1223">
                  <c:v>272.335272555</c:v>
                </c:pt>
                <c:pt idx="1224">
                  <c:v>272.120514191</c:v>
                </c:pt>
                <c:pt idx="1225">
                  <c:v>266.527261262</c:v>
                </c:pt>
                <c:pt idx="1226">
                  <c:v>274.623573598</c:v>
                </c:pt>
                <c:pt idx="1227">
                  <c:v>277.273274501</c:v>
                </c:pt>
                <c:pt idx="1228">
                  <c:v>281.210404404</c:v>
                </c:pt>
                <c:pt idx="1229">
                  <c:v>279.176491622</c:v>
                </c:pt>
                <c:pt idx="1230">
                  <c:v>284.967117525</c:v>
                </c:pt>
                <c:pt idx="1231">
                  <c:v>287.094969259</c:v>
                </c:pt>
                <c:pt idx="1232">
                  <c:v>285.054914904</c:v>
                </c:pt>
                <c:pt idx="1233">
                  <c:v>287.212618589</c:v>
                </c:pt>
                <c:pt idx="1234">
                  <c:v>286.089981419</c:v>
                </c:pt>
                <c:pt idx="1235">
                  <c:v>287.721467041</c:v>
                </c:pt>
                <c:pt idx="1236">
                  <c:v>281.661408299</c:v>
                </c:pt>
                <c:pt idx="1237">
                  <c:v>271.632808815</c:v>
                </c:pt>
                <c:pt idx="1238">
                  <c:v>272.642514632</c:v>
                </c:pt>
                <c:pt idx="1239">
                  <c:v>276.882690891</c:v>
                </c:pt>
                <c:pt idx="1240">
                  <c:v>278.397719351</c:v>
                </c:pt>
                <c:pt idx="1241">
                  <c:v>286.206776424</c:v>
                </c:pt>
                <c:pt idx="1242">
                  <c:v>287.328423665</c:v>
                </c:pt>
                <c:pt idx="1243">
                  <c:v>292.054884344</c:v>
                </c:pt>
                <c:pt idx="1244">
                  <c:v>290.111388356</c:v>
                </c:pt>
                <c:pt idx="1245">
                  <c:v>297.762630285</c:v>
                </c:pt>
                <c:pt idx="1246">
                  <c:v>295.269078783</c:v>
                </c:pt>
                <c:pt idx="1247">
                  <c:v>296.712222675</c:v>
                </c:pt>
                <c:pt idx="1248">
                  <c:v>294.524315003</c:v>
                </c:pt>
                <c:pt idx="1249">
                  <c:v>297.028996433</c:v>
                </c:pt>
                <c:pt idx="1250">
                  <c:v>299.536235062</c:v>
                </c:pt>
                <c:pt idx="1251">
                  <c:v>298.6260017</c:v>
                </c:pt>
                <c:pt idx="1252">
                  <c:v>296.910343743</c:v>
                </c:pt>
                <c:pt idx="1253">
                  <c:v>297.557398981</c:v>
                </c:pt>
                <c:pt idx="1254">
                  <c:v>300.434709153</c:v>
                </c:pt>
                <c:pt idx="1255">
                  <c:v>295.249215574</c:v>
                </c:pt>
                <c:pt idx="1256">
                  <c:v>294.461954364</c:v>
                </c:pt>
                <c:pt idx="1257">
                  <c:v>288.751049662</c:v>
                </c:pt>
                <c:pt idx="1258">
                  <c:v>293.610391882</c:v>
                </c:pt>
                <c:pt idx="1259">
                  <c:v>296.799483036</c:v>
                </c:pt>
                <c:pt idx="1260">
                  <c:v>299.869264114</c:v>
                </c:pt>
                <c:pt idx="1261">
                  <c:v>304.492974474</c:v>
                </c:pt>
                <c:pt idx="1262">
                  <c:v>305.769110043</c:v>
                </c:pt>
                <c:pt idx="1263">
                  <c:v>306.44843297</c:v>
                </c:pt>
                <c:pt idx="1264">
                  <c:v>308.230336729</c:v>
                </c:pt>
                <c:pt idx="1265">
                  <c:v>307.01558653</c:v>
                </c:pt>
                <c:pt idx="1266">
                  <c:v>309.286196189</c:v>
                </c:pt>
                <c:pt idx="1267">
                  <c:v>307.47460912</c:v>
                </c:pt>
                <c:pt idx="1268">
                  <c:v>308.826204527</c:v>
                </c:pt>
                <c:pt idx="1269">
                  <c:v>307.883357161</c:v>
                </c:pt>
                <c:pt idx="1270">
                  <c:v>309.743901476</c:v>
                </c:pt>
                <c:pt idx="1271">
                  <c:v>309.667058456</c:v>
                </c:pt>
                <c:pt idx="1272">
                  <c:v>314.393049571</c:v>
                </c:pt>
                <c:pt idx="1273">
                  <c:v>320.929977256</c:v>
                </c:pt>
                <c:pt idx="1274">
                  <c:v>321.33918923</c:v>
                </c:pt>
                <c:pt idx="1275">
                  <c:v>322.339404164</c:v>
                </c:pt>
                <c:pt idx="1276">
                  <c:v>317.045204601</c:v>
                </c:pt>
                <c:pt idx="1277">
                  <c:v>315.373512376</c:v>
                </c:pt>
                <c:pt idx="1278">
                  <c:v>318.58894846</c:v>
                </c:pt>
                <c:pt idx="1279">
                  <c:v>318.252447482</c:v>
                </c:pt>
                <c:pt idx="1280">
                  <c:v>320.498858749</c:v>
                </c:pt>
                <c:pt idx="1281">
                  <c:v>321.064564028</c:v>
                </c:pt>
                <c:pt idx="1282">
                  <c:v>323.317385193</c:v>
                </c:pt>
                <c:pt idx="1283">
                  <c:v>324.590022456</c:v>
                </c:pt>
                <c:pt idx="1284">
                  <c:v>327.15952153</c:v>
                </c:pt>
                <c:pt idx="1285">
                  <c:v>329.416409396</c:v>
                </c:pt>
                <c:pt idx="1286">
                  <c:v>333.581544231</c:v>
                </c:pt>
                <c:pt idx="1287">
                  <c:v>335.757983607</c:v>
                </c:pt>
                <c:pt idx="1288">
                  <c:v>340.037247851</c:v>
                </c:pt>
                <c:pt idx="1289">
                  <c:v>340.095013495</c:v>
                </c:pt>
                <c:pt idx="1290">
                  <c:v>342.896247559</c:v>
                </c:pt>
                <c:pt idx="1291">
                  <c:v>346.967673069</c:v>
                </c:pt>
                <c:pt idx="1292">
                  <c:v>346.875048252</c:v>
                </c:pt>
                <c:pt idx="1293">
                  <c:v>345.117641315</c:v>
                </c:pt>
                <c:pt idx="1294">
                  <c:v>346.61829211</c:v>
                </c:pt>
                <c:pt idx="1295">
                  <c:v>347.284743549</c:v>
                </c:pt>
                <c:pt idx="1296">
                  <c:v>345.101477471</c:v>
                </c:pt>
                <c:pt idx="1297">
                  <c:v>353.345948404</c:v>
                </c:pt>
                <c:pt idx="1298">
                  <c:v>349.532957372</c:v>
                </c:pt>
                <c:pt idx="1299">
                  <c:v>350.459233499</c:v>
                </c:pt>
                <c:pt idx="1300">
                  <c:v>348.789739916</c:v>
                </c:pt>
                <c:pt idx="1301">
                  <c:v>347.320039202</c:v>
                </c:pt>
                <c:pt idx="1302">
                  <c:v>348.221781767</c:v>
                </c:pt>
                <c:pt idx="1303">
                  <c:v>348.923595416</c:v>
                </c:pt>
                <c:pt idx="1304">
                  <c:v>351.772521017</c:v>
                </c:pt>
                <c:pt idx="1305">
                  <c:v>352.939931915</c:v>
                </c:pt>
                <c:pt idx="1306">
                  <c:v>350.929129486</c:v>
                </c:pt>
                <c:pt idx="1307">
                  <c:v>355.679044649</c:v>
                </c:pt>
                <c:pt idx="1308">
                  <c:v>355.431268402</c:v>
                </c:pt>
                <c:pt idx="1309">
                  <c:v>355.008312029</c:v>
                </c:pt>
                <c:pt idx="1310">
                  <c:v>355.446767092</c:v>
                </c:pt>
                <c:pt idx="1311">
                  <c:v>344.841952127</c:v>
                </c:pt>
                <c:pt idx="1312">
                  <c:v>349.001533728</c:v>
                </c:pt>
                <c:pt idx="1313">
                  <c:v>347.140417926</c:v>
                </c:pt>
                <c:pt idx="1314">
                  <c:v>347.957647354</c:v>
                </c:pt>
                <c:pt idx="1315">
                  <c:v>348.938819839</c:v>
                </c:pt>
                <c:pt idx="1316">
                  <c:v>353.596899295</c:v>
                </c:pt>
                <c:pt idx="1317">
                  <c:v>356.393979398</c:v>
                </c:pt>
                <c:pt idx="1318">
                  <c:v>357.664782971</c:v>
                </c:pt>
                <c:pt idx="1319">
                  <c:v>357.022583653</c:v>
                </c:pt>
                <c:pt idx="1320">
                  <c:v>356.139429015</c:v>
                </c:pt>
                <c:pt idx="1321">
                  <c:v>357.462999706</c:v>
                </c:pt>
                <c:pt idx="1322">
                  <c:v>354.626415926</c:v>
                </c:pt>
                <c:pt idx="1323">
                  <c:v>354.860517544</c:v>
                </c:pt>
                <c:pt idx="1324">
                  <c:v>354.681799106</c:v>
                </c:pt>
                <c:pt idx="1325">
                  <c:v>354.924610965</c:v>
                </c:pt>
                <c:pt idx="1326">
                  <c:v>352.286164008</c:v>
                </c:pt>
                <c:pt idx="1327">
                  <c:v>349.101915695</c:v>
                </c:pt>
                <c:pt idx="1328">
                  <c:v>345.784620338</c:v>
                </c:pt>
                <c:pt idx="1329">
                  <c:v>351.569446744</c:v>
                </c:pt>
                <c:pt idx="1330">
                  <c:v>350.930487769</c:v>
                </c:pt>
                <c:pt idx="1331">
                  <c:v>351.08191294</c:v>
                </c:pt>
                <c:pt idx="1332">
                  <c:v>356.860868151</c:v>
                </c:pt>
                <c:pt idx="1333">
                  <c:v>356.539460047</c:v>
                </c:pt>
                <c:pt idx="1334">
                  <c:v>365.582351188</c:v>
                </c:pt>
                <c:pt idx="1335">
                  <c:v>371.279775263</c:v>
                </c:pt>
                <c:pt idx="1336">
                  <c:v>369.963911259</c:v>
                </c:pt>
                <c:pt idx="1337">
                  <c:v>374.017230376</c:v>
                </c:pt>
                <c:pt idx="1338">
                  <c:v>374.655159124</c:v>
                </c:pt>
                <c:pt idx="1339">
                  <c:v>380.231290153</c:v>
                </c:pt>
                <c:pt idx="1340">
                  <c:v>381.653455588</c:v>
                </c:pt>
                <c:pt idx="1341">
                  <c:v>379.491172271</c:v>
                </c:pt>
                <c:pt idx="1342">
                  <c:v>379.860976619</c:v>
                </c:pt>
                <c:pt idx="1343">
                  <c:v>382.88096065</c:v>
                </c:pt>
                <c:pt idx="1344">
                  <c:v>384.087839164</c:v>
                </c:pt>
                <c:pt idx="1345">
                  <c:v>386.49629019</c:v>
                </c:pt>
                <c:pt idx="1346">
                  <c:v>386.971962396</c:v>
                </c:pt>
                <c:pt idx="1347">
                  <c:v>385.764078131</c:v>
                </c:pt>
                <c:pt idx="1348">
                  <c:v>387.008895704</c:v>
                </c:pt>
                <c:pt idx="1349">
                  <c:v>390.021371147</c:v>
                </c:pt>
                <c:pt idx="1350">
                  <c:v>393.145862916</c:v>
                </c:pt>
                <c:pt idx="1351">
                  <c:v>373.085251066</c:v>
                </c:pt>
                <c:pt idx="1352">
                  <c:v>378.881908378</c:v>
                </c:pt>
                <c:pt idx="1353">
                  <c:v>382.795497201</c:v>
                </c:pt>
                <c:pt idx="1354">
                  <c:v>389.555792172</c:v>
                </c:pt>
                <c:pt idx="1355">
                  <c:v>390.037172745</c:v>
                </c:pt>
                <c:pt idx="1356">
                  <c:v>393.612226313</c:v>
                </c:pt>
                <c:pt idx="1357">
                  <c:v>400.961323017</c:v>
                </c:pt>
                <c:pt idx="1358">
                  <c:v>401.943718393</c:v>
                </c:pt>
                <c:pt idx="1359">
                  <c:v>402.832250672</c:v>
                </c:pt>
                <c:pt idx="1360">
                  <c:v>402.971795073</c:v>
                </c:pt>
                <c:pt idx="1361">
                  <c:v>406.700824761</c:v>
                </c:pt>
                <c:pt idx="1362">
                  <c:v>415.31677551</c:v>
                </c:pt>
                <c:pt idx="1363">
                  <c:v>415.183651619</c:v>
                </c:pt>
                <c:pt idx="1364">
                  <c:v>411.860635337</c:v>
                </c:pt>
                <c:pt idx="1365">
                  <c:v>414.442415815</c:v>
                </c:pt>
                <c:pt idx="1366">
                  <c:v>415.016609129</c:v>
                </c:pt>
                <c:pt idx="1367">
                  <c:v>397.098468898</c:v>
                </c:pt>
                <c:pt idx="1368">
                  <c:v>393.138267656</c:v>
                </c:pt>
                <c:pt idx="1369">
                  <c:v>399.016731451</c:v>
                </c:pt>
                <c:pt idx="1370">
                  <c:v>396.074836556</c:v>
                </c:pt>
                <c:pt idx="1371">
                  <c:v>392.906562788</c:v>
                </c:pt>
                <c:pt idx="1372">
                  <c:v>390.444521141</c:v>
                </c:pt>
                <c:pt idx="1373">
                  <c:v>402.30884815</c:v>
                </c:pt>
                <c:pt idx="1374">
                  <c:v>396.032530249</c:v>
                </c:pt>
                <c:pt idx="1375">
                  <c:v>402.129277422</c:v>
                </c:pt>
                <c:pt idx="1376">
                  <c:v>401.677515372</c:v>
                </c:pt>
                <c:pt idx="1377">
                  <c:v>404.678932022</c:v>
                </c:pt>
                <c:pt idx="1378">
                  <c:v>401.334719562</c:v>
                </c:pt>
                <c:pt idx="1379">
                  <c:v>387.125046624</c:v>
                </c:pt>
                <c:pt idx="1380">
                  <c:v>397.285457758</c:v>
                </c:pt>
                <c:pt idx="1381">
                  <c:v>383.659876522</c:v>
                </c:pt>
                <c:pt idx="1382">
                  <c:v>383.390011484</c:v>
                </c:pt>
                <c:pt idx="1383">
                  <c:v>377.712376563</c:v>
                </c:pt>
                <c:pt idx="1384">
                  <c:v>384.277045365</c:v>
                </c:pt>
                <c:pt idx="1385">
                  <c:v>376.986449319</c:v>
                </c:pt>
                <c:pt idx="1386">
                  <c:v>384.453282616</c:v>
                </c:pt>
                <c:pt idx="1387">
                  <c:v>389.00918285</c:v>
                </c:pt>
                <c:pt idx="1388">
                  <c:v>390.831491689</c:v>
                </c:pt>
                <c:pt idx="1389">
                  <c:v>400.397777063</c:v>
                </c:pt>
                <c:pt idx="1390">
                  <c:v>402.177436873</c:v>
                </c:pt>
                <c:pt idx="1391">
                  <c:v>408.938334408</c:v>
                </c:pt>
                <c:pt idx="1392">
                  <c:v>409.014624799</c:v>
                </c:pt>
                <c:pt idx="1393">
                  <c:v>413.885462866</c:v>
                </c:pt>
                <c:pt idx="1394">
                  <c:v>419.181393748</c:v>
                </c:pt>
                <c:pt idx="1395">
                  <c:v>420.183286013</c:v>
                </c:pt>
                <c:pt idx="1396">
                  <c:v>419.577335008</c:v>
                </c:pt>
                <c:pt idx="1397">
                  <c:v>422.124162578</c:v>
                </c:pt>
                <c:pt idx="1398">
                  <c:v>421.113421035</c:v>
                </c:pt>
                <c:pt idx="1399">
                  <c:v>423.789927904</c:v>
                </c:pt>
                <c:pt idx="1400">
                  <c:v>420.18415548</c:v>
                </c:pt>
                <c:pt idx="1401">
                  <c:v>418.590150007</c:v>
                </c:pt>
                <c:pt idx="1402">
                  <c:v>415.465525935</c:v>
                </c:pt>
                <c:pt idx="1403">
                  <c:v>417.243893687</c:v>
                </c:pt>
                <c:pt idx="1404">
                  <c:v>418.931025669</c:v>
                </c:pt>
                <c:pt idx="1405">
                  <c:v>416.597330986</c:v>
                </c:pt>
                <c:pt idx="1406">
                  <c:v>417.788600196</c:v>
                </c:pt>
                <c:pt idx="1407">
                  <c:v>422.514456859</c:v>
                </c:pt>
                <c:pt idx="1408">
                  <c:v>421.163982938</c:v>
                </c:pt>
                <c:pt idx="1409">
                  <c:v>420.241146836</c:v>
                </c:pt>
                <c:pt idx="1410">
                  <c:v>402.686236538</c:v>
                </c:pt>
                <c:pt idx="1411">
                  <c:v>408.021485837</c:v>
                </c:pt>
                <c:pt idx="1412">
                  <c:v>418.671109647</c:v>
                </c:pt>
                <c:pt idx="1413">
                  <c:v>419.123563869</c:v>
                </c:pt>
                <c:pt idx="1414">
                  <c:v>420.835993356</c:v>
                </c:pt>
                <c:pt idx="1415">
                  <c:v>402.940622902</c:v>
                </c:pt>
                <c:pt idx="1416">
                  <c:v>401.52159239</c:v>
                </c:pt>
                <c:pt idx="1417">
                  <c:v>401.637249783</c:v>
                </c:pt>
                <c:pt idx="1418">
                  <c:v>413.104517102</c:v>
                </c:pt>
                <c:pt idx="1419">
                  <c:v>409.762105393</c:v>
                </c:pt>
                <c:pt idx="1420">
                  <c:v>407.471056335</c:v>
                </c:pt>
                <c:pt idx="1421">
                  <c:v>406.31469396</c:v>
                </c:pt>
                <c:pt idx="1422">
                  <c:v>408.237080919</c:v>
                </c:pt>
                <c:pt idx="1423">
                  <c:v>411.405813417</c:v>
                </c:pt>
                <c:pt idx="1424">
                  <c:v>420.240881637</c:v>
                </c:pt>
                <c:pt idx="1425">
                  <c:v>428.004609869</c:v>
                </c:pt>
                <c:pt idx="1426">
                  <c:v>428.066561918</c:v>
                </c:pt>
                <c:pt idx="1427">
                  <c:v>420.44253647</c:v>
                </c:pt>
                <c:pt idx="1428">
                  <c:v>423.347521498</c:v>
                </c:pt>
                <c:pt idx="1429">
                  <c:v>425.166856968</c:v>
                </c:pt>
                <c:pt idx="1430">
                  <c:v>418.650971869</c:v>
                </c:pt>
                <c:pt idx="1431">
                  <c:v>427.985160196</c:v>
                </c:pt>
                <c:pt idx="1432">
                  <c:v>430.96465341</c:v>
                </c:pt>
                <c:pt idx="1433">
                  <c:v>432.406055437</c:v>
                </c:pt>
                <c:pt idx="1434">
                  <c:v>428.565479244</c:v>
                </c:pt>
                <c:pt idx="1435">
                  <c:v>431.284583232</c:v>
                </c:pt>
                <c:pt idx="1436">
                  <c:v>431.052024454</c:v>
                </c:pt>
                <c:pt idx="1437">
                  <c:v>432.330513672</c:v>
                </c:pt>
                <c:pt idx="1438">
                  <c:v>430.231251217</c:v>
                </c:pt>
                <c:pt idx="1439">
                  <c:v>424.658097391</c:v>
                </c:pt>
                <c:pt idx="1440">
                  <c:v>424.372880728</c:v>
                </c:pt>
                <c:pt idx="1441">
                  <c:v>416.747888242</c:v>
                </c:pt>
                <c:pt idx="1442">
                  <c:v>418.169595864</c:v>
                </c:pt>
                <c:pt idx="1443">
                  <c:v>424.720687892</c:v>
                </c:pt>
                <c:pt idx="1444">
                  <c:v>424.748564549</c:v>
                </c:pt>
                <c:pt idx="1445">
                  <c:v>430.136671597</c:v>
                </c:pt>
                <c:pt idx="1446">
                  <c:v>431.587759883</c:v>
                </c:pt>
                <c:pt idx="1447">
                  <c:v>433.766107465</c:v>
                </c:pt>
                <c:pt idx="1448">
                  <c:v>434.884824695</c:v>
                </c:pt>
                <c:pt idx="1449">
                  <c:v>443.145910246</c:v>
                </c:pt>
                <c:pt idx="1450">
                  <c:v>443.860733379</c:v>
                </c:pt>
                <c:pt idx="1451">
                  <c:v>443.439739395</c:v>
                </c:pt>
                <c:pt idx="1452">
                  <c:v>444.996544347</c:v>
                </c:pt>
                <c:pt idx="1453">
                  <c:v>447.75121776</c:v>
                </c:pt>
                <c:pt idx="1454">
                  <c:v>446.502424453</c:v>
                </c:pt>
                <c:pt idx="1455">
                  <c:v>449.898402769</c:v>
                </c:pt>
                <c:pt idx="1456">
                  <c:v>452.7236537</c:v>
                </c:pt>
                <c:pt idx="1457">
                  <c:v>453.768933519</c:v>
                </c:pt>
                <c:pt idx="1458">
                  <c:v>453.294427005</c:v>
                </c:pt>
                <c:pt idx="1459">
                  <c:v>450.647146884</c:v>
                </c:pt>
                <c:pt idx="1460">
                  <c:v>453.2238336</c:v>
                </c:pt>
                <c:pt idx="1461">
                  <c:v>448.240265137</c:v>
                </c:pt>
                <c:pt idx="1462">
                  <c:v>449.839273003</c:v>
                </c:pt>
                <c:pt idx="1463">
                  <c:v>445.694616439</c:v>
                </c:pt>
                <c:pt idx="1464">
                  <c:v>443.796143862</c:v>
                </c:pt>
                <c:pt idx="1465">
                  <c:v>467.867162665</c:v>
                </c:pt>
                <c:pt idx="1466">
                  <c:v>468.674963375</c:v>
                </c:pt>
                <c:pt idx="1467">
                  <c:v>471.822190521</c:v>
                </c:pt>
                <c:pt idx="1468">
                  <c:v>472.069983697</c:v>
                </c:pt>
                <c:pt idx="1469">
                  <c:v>470.784727349</c:v>
                </c:pt>
                <c:pt idx="1470">
                  <c:v>478.874936314</c:v>
                </c:pt>
                <c:pt idx="1471">
                  <c:v>481.239590813</c:v>
                </c:pt>
                <c:pt idx="1472">
                  <c:v>482.185241919</c:v>
                </c:pt>
                <c:pt idx="1473">
                  <c:v>486.433975883</c:v>
                </c:pt>
                <c:pt idx="1474">
                  <c:v>480.822336417</c:v>
                </c:pt>
                <c:pt idx="1475">
                  <c:v>480.773901162</c:v>
                </c:pt>
                <c:pt idx="1476">
                  <c:v>482.383941252</c:v>
                </c:pt>
                <c:pt idx="1477">
                  <c:v>479.670215906</c:v>
                </c:pt>
                <c:pt idx="1478">
                  <c:v>473.97874114</c:v>
                </c:pt>
                <c:pt idx="1479">
                  <c:v>486.574496182</c:v>
                </c:pt>
                <c:pt idx="1480">
                  <c:v>482.558631452</c:v>
                </c:pt>
                <c:pt idx="1481">
                  <c:v>482.459087073</c:v>
                </c:pt>
                <c:pt idx="1482">
                  <c:v>492.75587882</c:v>
                </c:pt>
                <c:pt idx="1483">
                  <c:v>493.529540896</c:v>
                </c:pt>
                <c:pt idx="1484">
                  <c:v>497.283683494</c:v>
                </c:pt>
                <c:pt idx="1485">
                  <c:v>496.975553169</c:v>
                </c:pt>
                <c:pt idx="1486">
                  <c:v>501.240962066</c:v>
                </c:pt>
                <c:pt idx="1487">
                  <c:v>486.192986163</c:v>
                </c:pt>
                <c:pt idx="1488">
                  <c:v>495.262487692</c:v>
                </c:pt>
                <c:pt idx="1489">
                  <c:v>490.953545305</c:v>
                </c:pt>
                <c:pt idx="1490">
                  <c:v>481.562335805</c:v>
                </c:pt>
                <c:pt idx="1491">
                  <c:v>481.11968703</c:v>
                </c:pt>
                <c:pt idx="1492">
                  <c:v>485.042855555</c:v>
                </c:pt>
                <c:pt idx="1493">
                  <c:v>487.778696959</c:v>
                </c:pt>
                <c:pt idx="1494">
                  <c:v>492.33390902</c:v>
                </c:pt>
                <c:pt idx="1495">
                  <c:v>499.690270971</c:v>
                </c:pt>
                <c:pt idx="1496">
                  <c:v>498.791510956</c:v>
                </c:pt>
                <c:pt idx="1497">
                  <c:v>500.916971675</c:v>
                </c:pt>
                <c:pt idx="1498">
                  <c:v>499.663917411</c:v>
                </c:pt>
                <c:pt idx="1499">
                  <c:v>510.964455769</c:v>
                </c:pt>
                <c:pt idx="1500">
                  <c:v>520.369418786</c:v>
                </c:pt>
                <c:pt idx="1501">
                  <c:v>515.282352544</c:v>
                </c:pt>
                <c:pt idx="1502">
                  <c:v>513.975827159</c:v>
                </c:pt>
                <c:pt idx="1503">
                  <c:v>513.470639937</c:v>
                </c:pt>
                <c:pt idx="1504">
                  <c:v>512.660527781</c:v>
                </c:pt>
                <c:pt idx="1505">
                  <c:v>507.725910069</c:v>
                </c:pt>
                <c:pt idx="1506">
                  <c:v>508.000285372</c:v>
                </c:pt>
                <c:pt idx="1507">
                  <c:v>508.945209726</c:v>
                </c:pt>
                <c:pt idx="1508">
                  <c:v>502.621427127</c:v>
                </c:pt>
                <c:pt idx="1509">
                  <c:v>518.735570627</c:v>
                </c:pt>
                <c:pt idx="1510">
                  <c:v>528.454796776</c:v>
                </c:pt>
                <c:pt idx="1511">
                  <c:v>531.343576248</c:v>
                </c:pt>
                <c:pt idx="1512">
                  <c:v>542.369001681</c:v>
                </c:pt>
                <c:pt idx="1513">
                  <c:v>546.505685301</c:v>
                </c:pt>
                <c:pt idx="1514">
                  <c:v>546.802279593</c:v>
                </c:pt>
                <c:pt idx="1515">
                  <c:v>543.805671629</c:v>
                </c:pt>
                <c:pt idx="1516">
                  <c:v>551.981291339</c:v>
                </c:pt>
                <c:pt idx="1517">
                  <c:v>560.407575764</c:v>
                </c:pt>
                <c:pt idx="1518">
                  <c:v>557.354591968</c:v>
                </c:pt>
                <c:pt idx="1519">
                  <c:v>571.411061171</c:v>
                </c:pt>
                <c:pt idx="1520">
                  <c:v>571.146262139</c:v>
                </c:pt>
                <c:pt idx="1521">
                  <c:v>575.248092843</c:v>
                </c:pt>
                <c:pt idx="1522">
                  <c:v>588.212162884</c:v>
                </c:pt>
                <c:pt idx="1523">
                  <c:v>597.077201759</c:v>
                </c:pt>
                <c:pt idx="1524">
                  <c:v>588.847143851</c:v>
                </c:pt>
                <c:pt idx="1525">
                  <c:v>588.741435769</c:v>
                </c:pt>
                <c:pt idx="1526">
                  <c:v>609.023927392</c:v>
                </c:pt>
                <c:pt idx="1527">
                  <c:v>602.304072105</c:v>
                </c:pt>
                <c:pt idx="1528">
                  <c:v>589.71887823</c:v>
                </c:pt>
                <c:pt idx="1529">
                  <c:v>594.328710781</c:v>
                </c:pt>
                <c:pt idx="1530">
                  <c:v>584.133958161</c:v>
                </c:pt>
                <c:pt idx="1531">
                  <c:v>557.642610239</c:v>
                </c:pt>
                <c:pt idx="1532">
                  <c:v>509.708761648</c:v>
                </c:pt>
                <c:pt idx="1533">
                  <c:v>535.59815725</c:v>
                </c:pt>
                <c:pt idx="1534">
                  <c:v>528.916616405</c:v>
                </c:pt>
                <c:pt idx="1535">
                  <c:v>502.152188071</c:v>
                </c:pt>
                <c:pt idx="1536">
                  <c:v>511.253371825</c:v>
                </c:pt>
                <c:pt idx="1537">
                  <c:v>521.964094798</c:v>
                </c:pt>
                <c:pt idx="1538">
                  <c:v>523.915018122</c:v>
                </c:pt>
                <c:pt idx="1539">
                  <c:v>533.830578271</c:v>
                </c:pt>
                <c:pt idx="1540">
                  <c:v>544.583380015</c:v>
                </c:pt>
                <c:pt idx="1541">
                  <c:v>543.00963126</c:v>
                </c:pt>
                <c:pt idx="1542">
                  <c:v>541.192935134</c:v>
                </c:pt>
                <c:pt idx="1543">
                  <c:v>537.75030405</c:v>
                </c:pt>
                <c:pt idx="1544">
                  <c:v>538.656943809</c:v>
                </c:pt>
                <c:pt idx="1545">
                  <c:v>551.460673661</c:v>
                </c:pt>
                <c:pt idx="1546">
                  <c:v>561.416835031</c:v>
                </c:pt>
                <c:pt idx="1547">
                  <c:v>552.702650815</c:v>
                </c:pt>
                <c:pt idx="1548">
                  <c:v>546.395090072</c:v>
                </c:pt>
                <c:pt idx="1549">
                  <c:v>535.311142199</c:v>
                </c:pt>
                <c:pt idx="1550">
                  <c:v>538.353001707</c:v>
                </c:pt>
                <c:pt idx="1551">
                  <c:v>544.003479744</c:v>
                </c:pt>
                <c:pt idx="1552">
                  <c:v>545.285394014</c:v>
                </c:pt>
                <c:pt idx="1553">
                  <c:v>545.242157475</c:v>
                </c:pt>
                <c:pt idx="1554">
                  <c:v>547.764707975</c:v>
                </c:pt>
                <c:pt idx="1555">
                  <c:v>557.083409905</c:v>
                </c:pt>
                <c:pt idx="1556">
                  <c:v>556.675877107</c:v>
                </c:pt>
                <c:pt idx="1557">
                  <c:v>552.144285145</c:v>
                </c:pt>
                <c:pt idx="1558">
                  <c:v>548.998776896</c:v>
                </c:pt>
                <c:pt idx="1559">
                  <c:v>548.72761978</c:v>
                </c:pt>
                <c:pt idx="1560">
                  <c:v>549.317728469</c:v>
                </c:pt>
                <c:pt idx="1561">
                  <c:v>540.089537294</c:v>
                </c:pt>
                <c:pt idx="1562">
                  <c:v>540.74877444</c:v>
                </c:pt>
                <c:pt idx="1563">
                  <c:v>538.466065839</c:v>
                </c:pt>
                <c:pt idx="1564">
                  <c:v>525.98640806</c:v>
                </c:pt>
                <c:pt idx="1565">
                  <c:v>514.211933568</c:v>
                </c:pt>
                <c:pt idx="1566">
                  <c:v>529.022680175</c:v>
                </c:pt>
                <c:pt idx="1567">
                  <c:v>518.692768346</c:v>
                </c:pt>
                <c:pt idx="1568">
                  <c:v>517.33907337</c:v>
                </c:pt>
                <c:pt idx="1569">
                  <c:v>524.755464426</c:v>
                </c:pt>
                <c:pt idx="1570">
                  <c:v>511.37871663</c:v>
                </c:pt>
                <c:pt idx="1571">
                  <c:v>517.897207515</c:v>
                </c:pt>
                <c:pt idx="1572">
                  <c:v>525.140615194</c:v>
                </c:pt>
                <c:pt idx="1573">
                  <c:v>527.95802977</c:v>
                </c:pt>
                <c:pt idx="1574">
                  <c:v>515.608262438</c:v>
                </c:pt>
                <c:pt idx="1575">
                  <c:v>517.316570306</c:v>
                </c:pt>
                <c:pt idx="1576">
                  <c:v>527.018187381</c:v>
                </c:pt>
                <c:pt idx="1577">
                  <c:v>524.58890208</c:v>
                </c:pt>
                <c:pt idx="1578">
                  <c:v>529.23402762</c:v>
                </c:pt>
                <c:pt idx="1579">
                  <c:v>527.534798325</c:v>
                </c:pt>
                <c:pt idx="1580">
                  <c:v>532.396781728</c:v>
                </c:pt>
                <c:pt idx="1581">
                  <c:v>540.003018911</c:v>
                </c:pt>
                <c:pt idx="1582">
                  <c:v>539.47248083</c:v>
                </c:pt>
                <c:pt idx="1583">
                  <c:v>528.909685362</c:v>
                </c:pt>
                <c:pt idx="1584">
                  <c:v>514.342195989</c:v>
                </c:pt>
                <c:pt idx="1585">
                  <c:v>512.671826793</c:v>
                </c:pt>
                <c:pt idx="1586">
                  <c:v>495.143055643</c:v>
                </c:pt>
                <c:pt idx="1587">
                  <c:v>497.439644447</c:v>
                </c:pt>
                <c:pt idx="1588">
                  <c:v>513.29454245</c:v>
                </c:pt>
                <c:pt idx="1589">
                  <c:v>514.295163099</c:v>
                </c:pt>
                <c:pt idx="1590">
                  <c:v>506.6906763</c:v>
                </c:pt>
                <c:pt idx="1591">
                  <c:v>512.428234024</c:v>
                </c:pt>
                <c:pt idx="1592">
                  <c:v>505.098053707</c:v>
                </c:pt>
                <c:pt idx="1593">
                  <c:v>504.568812309</c:v>
                </c:pt>
                <c:pt idx="1594">
                  <c:v>523.585064445</c:v>
                </c:pt>
                <c:pt idx="1595">
                  <c:v>530.509887096</c:v>
                </c:pt>
                <c:pt idx="1596">
                  <c:v>529.48422611</c:v>
                </c:pt>
                <c:pt idx="1597">
                  <c:v>541.303243128</c:v>
                </c:pt>
                <c:pt idx="1598">
                  <c:v>553.485615409</c:v>
                </c:pt>
                <c:pt idx="1599">
                  <c:v>553.459974432</c:v>
                </c:pt>
                <c:pt idx="1600">
                  <c:v>555.83435772</c:v>
                </c:pt>
                <c:pt idx="1601">
                  <c:v>543.791387588</c:v>
                </c:pt>
                <c:pt idx="1602">
                  <c:v>551.270064226</c:v>
                </c:pt>
                <c:pt idx="1603">
                  <c:v>548.013055006</c:v>
                </c:pt>
                <c:pt idx="1604">
                  <c:v>542.178858984</c:v>
                </c:pt>
                <c:pt idx="1605">
                  <c:v>549.805830885</c:v>
                </c:pt>
                <c:pt idx="1606">
                  <c:v>546.985711964</c:v>
                </c:pt>
                <c:pt idx="1607">
                  <c:v>555.490664009</c:v>
                </c:pt>
                <c:pt idx="1608">
                  <c:v>554.940113896</c:v>
                </c:pt>
                <c:pt idx="1609">
                  <c:v>555.585501317</c:v>
                </c:pt>
                <c:pt idx="1610">
                  <c:v>549.646113302</c:v>
                </c:pt>
                <c:pt idx="1611">
                  <c:v>559.771149291</c:v>
                </c:pt>
                <c:pt idx="1612">
                  <c:v>556.453780444</c:v>
                </c:pt>
                <c:pt idx="1613">
                  <c:v>573.984322839</c:v>
                </c:pt>
                <c:pt idx="1614">
                  <c:v>584.014672648</c:v>
                </c:pt>
                <c:pt idx="1615">
                  <c:v>588.218239436</c:v>
                </c:pt>
                <c:pt idx="1616">
                  <c:v>595.534937109</c:v>
                </c:pt>
                <c:pt idx="1617">
                  <c:v>587.760107141</c:v>
                </c:pt>
                <c:pt idx="1618">
                  <c:v>588.584466751</c:v>
                </c:pt>
                <c:pt idx="1619">
                  <c:v>591.812770443</c:v>
                </c:pt>
                <c:pt idx="1620">
                  <c:v>597.603561249</c:v>
                </c:pt>
                <c:pt idx="1621">
                  <c:v>595.947159129</c:v>
                </c:pt>
                <c:pt idx="1622">
                  <c:v>606.957835432</c:v>
                </c:pt>
                <c:pt idx="1623">
                  <c:v>604.07785151</c:v>
                </c:pt>
                <c:pt idx="1624">
                  <c:v>601.225803295</c:v>
                </c:pt>
                <c:pt idx="1625">
                  <c:v>597.329419972</c:v>
                </c:pt>
                <c:pt idx="1626">
                  <c:v>604.937900468</c:v>
                </c:pt>
                <c:pt idx="1627">
                  <c:v>594.221472797</c:v>
                </c:pt>
                <c:pt idx="1628">
                  <c:v>591.630821823</c:v>
                </c:pt>
                <c:pt idx="1629">
                  <c:v>566.916188213</c:v>
                </c:pt>
                <c:pt idx="1630">
                  <c:v>570.095934503</c:v>
                </c:pt>
                <c:pt idx="1631">
                  <c:v>554.763023118</c:v>
                </c:pt>
                <c:pt idx="1632">
                  <c:v>563.653506967</c:v>
                </c:pt>
                <c:pt idx="1633">
                  <c:v>565.277477424</c:v>
                </c:pt>
                <c:pt idx="1634">
                  <c:v>572.438168401</c:v>
                </c:pt>
                <c:pt idx="1635">
                  <c:v>560.196173198</c:v>
                </c:pt>
                <c:pt idx="1636">
                  <c:v>574.791845151</c:v>
                </c:pt>
                <c:pt idx="1637">
                  <c:v>591.2392301</c:v>
                </c:pt>
                <c:pt idx="1638">
                  <c:v>602.681606699</c:v>
                </c:pt>
                <c:pt idx="1639">
                  <c:v>605.471521266</c:v>
                </c:pt>
                <c:pt idx="1640">
                  <c:v>597.966067932</c:v>
                </c:pt>
                <c:pt idx="1641">
                  <c:v>617.128978697</c:v>
                </c:pt>
                <c:pt idx="1642">
                  <c:v>619.223689717</c:v>
                </c:pt>
                <c:pt idx="1643">
                  <c:v>615.98406032</c:v>
                </c:pt>
                <c:pt idx="1644">
                  <c:v>623.74064373</c:v>
                </c:pt>
                <c:pt idx="1645">
                  <c:v>621.502877301</c:v>
                </c:pt>
                <c:pt idx="1646">
                  <c:v>615.936573634</c:v>
                </c:pt>
                <c:pt idx="1647">
                  <c:v>615.081544135</c:v>
                </c:pt>
                <c:pt idx="1648">
                  <c:v>618.236023414</c:v>
                </c:pt>
                <c:pt idx="1649">
                  <c:v>623.862814485</c:v>
                </c:pt>
                <c:pt idx="1650">
                  <c:v>641.434749348</c:v>
                </c:pt>
                <c:pt idx="1651">
                  <c:v>625.230563177</c:v>
                </c:pt>
                <c:pt idx="1652">
                  <c:v>607.996528627</c:v>
                </c:pt>
                <c:pt idx="1653">
                  <c:v>591.916054089</c:v>
                </c:pt>
                <c:pt idx="1654">
                  <c:v>601.115079736</c:v>
                </c:pt>
                <c:pt idx="1655">
                  <c:v>604.044741283</c:v>
                </c:pt>
                <c:pt idx="1656">
                  <c:v>619.614017044</c:v>
                </c:pt>
                <c:pt idx="1657">
                  <c:v>624.786593441</c:v>
                </c:pt>
                <c:pt idx="1658">
                  <c:v>632.149212575</c:v>
                </c:pt>
                <c:pt idx="1659">
                  <c:v>636.736312376</c:v>
                </c:pt>
                <c:pt idx="1660">
                  <c:v>637.594584029</c:v>
                </c:pt>
                <c:pt idx="1661">
                  <c:v>636.630901093</c:v>
                </c:pt>
                <c:pt idx="1662">
                  <c:v>625.932607991</c:v>
                </c:pt>
                <c:pt idx="1663">
                  <c:v>623.786612693</c:v>
                </c:pt>
                <c:pt idx="1664">
                  <c:v>632.247585429</c:v>
                </c:pt>
                <c:pt idx="1665">
                  <c:v>617.773179328</c:v>
                </c:pt>
                <c:pt idx="1666">
                  <c:v>624.044157925</c:v>
                </c:pt>
                <c:pt idx="1667">
                  <c:v>625.309866134</c:v>
                </c:pt>
                <c:pt idx="1668">
                  <c:v>625.167878825</c:v>
                </c:pt>
                <c:pt idx="1669">
                  <c:v>629.58754124</c:v>
                </c:pt>
                <c:pt idx="1670">
                  <c:v>633.159958278</c:v>
                </c:pt>
                <c:pt idx="1671">
                  <c:v>631.050169736</c:v>
                </c:pt>
                <c:pt idx="1672">
                  <c:v>642.5525199</c:v>
                </c:pt>
                <c:pt idx="1673">
                  <c:v>655.702613024</c:v>
                </c:pt>
                <c:pt idx="1674">
                  <c:v>657.554082506</c:v>
                </c:pt>
                <c:pt idx="1675">
                  <c:v>672.239503386</c:v>
                </c:pt>
                <c:pt idx="1676">
                  <c:v>668.529323694</c:v>
                </c:pt>
                <c:pt idx="1677">
                  <c:v>670.035312166</c:v>
                </c:pt>
                <c:pt idx="1678">
                  <c:v>664.88571837</c:v>
                </c:pt>
                <c:pt idx="1679">
                  <c:v>651.044450716</c:v>
                </c:pt>
                <c:pt idx="1680">
                  <c:v>640.651755803</c:v>
                </c:pt>
                <c:pt idx="1681">
                  <c:v>636.259316152</c:v>
                </c:pt>
                <c:pt idx="1682">
                  <c:v>640.507841482</c:v>
                </c:pt>
                <c:pt idx="1683">
                  <c:v>648.369114411</c:v>
                </c:pt>
                <c:pt idx="1684">
                  <c:v>645.680001691</c:v>
                </c:pt>
                <c:pt idx="1685">
                  <c:v>657.858476831</c:v>
                </c:pt>
                <c:pt idx="1686">
                  <c:v>655.2014727</c:v>
                </c:pt>
                <c:pt idx="1687">
                  <c:v>638.748479135</c:v>
                </c:pt>
                <c:pt idx="1688">
                  <c:v>648.878976746</c:v>
                </c:pt>
                <c:pt idx="1689">
                  <c:v>647.788870016</c:v>
                </c:pt>
                <c:pt idx="1690">
                  <c:v>661.646924414</c:v>
                </c:pt>
                <c:pt idx="1691">
                  <c:v>656.003257793</c:v>
                </c:pt>
                <c:pt idx="1692">
                  <c:v>657.077534176</c:v>
                </c:pt>
                <c:pt idx="1693">
                  <c:v>656.898142764</c:v>
                </c:pt>
                <c:pt idx="1694">
                  <c:v>656.151443504</c:v>
                </c:pt>
                <c:pt idx="1695">
                  <c:v>666.77225562</c:v>
                </c:pt>
                <c:pt idx="1696">
                  <c:v>666.615229374</c:v>
                </c:pt>
                <c:pt idx="1697">
                  <c:v>669.659800145</c:v>
                </c:pt>
                <c:pt idx="1698">
                  <c:v>668.163692169</c:v>
                </c:pt>
                <c:pt idx="1699">
                  <c:v>669.191778137</c:v>
                </c:pt>
                <c:pt idx="1700">
                  <c:v>645.026158664</c:v>
                </c:pt>
                <c:pt idx="1701">
                  <c:v>629.155613337</c:v>
                </c:pt>
                <c:pt idx="1702">
                  <c:v>623.951994123</c:v>
                </c:pt>
                <c:pt idx="1703">
                  <c:v>625.745966445</c:v>
                </c:pt>
                <c:pt idx="1704">
                  <c:v>572.428186084</c:v>
                </c:pt>
                <c:pt idx="1705">
                  <c:v>552.909486523</c:v>
                </c:pt>
                <c:pt idx="1706">
                  <c:v>567.465373886</c:v>
                </c:pt>
                <c:pt idx="1707">
                  <c:v>561.013899244</c:v>
                </c:pt>
                <c:pt idx="1708">
                  <c:v>578.551167322</c:v>
                </c:pt>
                <c:pt idx="1709">
                  <c:v>577.852787259</c:v>
                </c:pt>
                <c:pt idx="1710">
                  <c:v>563.232049607</c:v>
                </c:pt>
                <c:pt idx="1711">
                  <c:v>563.191051587</c:v>
                </c:pt>
                <c:pt idx="1712">
                  <c:v>564.821692343</c:v>
                </c:pt>
                <c:pt idx="1713">
                  <c:v>561.994426211</c:v>
                </c:pt>
                <c:pt idx="1714">
                  <c:v>534.578764941</c:v>
                </c:pt>
                <c:pt idx="1715">
                  <c:v>551.016867794</c:v>
                </c:pt>
                <c:pt idx="1716">
                  <c:v>548.043355906</c:v>
                </c:pt>
                <c:pt idx="1717">
                  <c:v>548.698530679</c:v>
                </c:pt>
                <c:pt idx="1718">
                  <c:v>553.587268486</c:v>
                </c:pt>
                <c:pt idx="1719">
                  <c:v>552.579261864</c:v>
                </c:pt>
                <c:pt idx="1720">
                  <c:v>555.498176827</c:v>
                </c:pt>
                <c:pt idx="1721">
                  <c:v>554.686960305</c:v>
                </c:pt>
                <c:pt idx="1722">
                  <c:v>557.576709542</c:v>
                </c:pt>
                <c:pt idx="1723">
                  <c:v>559.300489551</c:v>
                </c:pt>
                <c:pt idx="1724">
                  <c:v>562.545125653</c:v>
                </c:pt>
                <c:pt idx="1725">
                  <c:v>561.994029899</c:v>
                </c:pt>
                <c:pt idx="1726">
                  <c:v>545.268058866</c:v>
                </c:pt>
                <c:pt idx="1727">
                  <c:v>516.71521847</c:v>
                </c:pt>
                <c:pt idx="1728">
                  <c:v>516.406435548</c:v>
                </c:pt>
                <c:pt idx="1729">
                  <c:v>508.620337588</c:v>
                </c:pt>
                <c:pt idx="1730">
                  <c:v>523.755689873</c:v>
                </c:pt>
                <c:pt idx="1731">
                  <c:v>523.008484548</c:v>
                </c:pt>
                <c:pt idx="1732">
                  <c:v>508.219511129</c:v>
                </c:pt>
                <c:pt idx="1733">
                  <c:v>496.452416674</c:v>
                </c:pt>
                <c:pt idx="1734">
                  <c:v>499.273104215</c:v>
                </c:pt>
                <c:pt idx="1735">
                  <c:v>495.564037961</c:v>
                </c:pt>
                <c:pt idx="1736">
                  <c:v>505.959539558</c:v>
                </c:pt>
                <c:pt idx="1737">
                  <c:v>509.080313573</c:v>
                </c:pt>
                <c:pt idx="1738">
                  <c:v>524.58191376</c:v>
                </c:pt>
                <c:pt idx="1739">
                  <c:v>522.856406605</c:v>
                </c:pt>
                <c:pt idx="1740">
                  <c:v>528.399758074</c:v>
                </c:pt>
                <c:pt idx="1741">
                  <c:v>536.393254507</c:v>
                </c:pt>
                <c:pt idx="1742">
                  <c:v>518.286022041</c:v>
                </c:pt>
                <c:pt idx="1743">
                  <c:v>518.266040201</c:v>
                </c:pt>
                <c:pt idx="1744">
                  <c:v>504.43989123</c:v>
                </c:pt>
                <c:pt idx="1745">
                  <c:v>507.175331897</c:v>
                </c:pt>
                <c:pt idx="1746">
                  <c:v>508.456819154</c:v>
                </c:pt>
                <c:pt idx="1747">
                  <c:v>510.617273833</c:v>
                </c:pt>
                <c:pt idx="1748">
                  <c:v>511.064758295</c:v>
                </c:pt>
                <c:pt idx="1749">
                  <c:v>501.342447276</c:v>
                </c:pt>
                <c:pt idx="1750">
                  <c:v>490.486824037</c:v>
                </c:pt>
                <c:pt idx="1751">
                  <c:v>491.162950519</c:v>
                </c:pt>
                <c:pt idx="1752">
                  <c:v>481.856775781</c:v>
                </c:pt>
                <c:pt idx="1753">
                  <c:v>475.438821192</c:v>
                </c:pt>
                <c:pt idx="1754">
                  <c:v>472.176251257</c:v>
                </c:pt>
                <c:pt idx="1755">
                  <c:v>464.296848394</c:v>
                </c:pt>
                <c:pt idx="1756">
                  <c:v>475.992842067</c:v>
                </c:pt>
                <c:pt idx="1757">
                  <c:v>479.439985613</c:v>
                </c:pt>
                <c:pt idx="1758">
                  <c:v>478.762923358</c:v>
                </c:pt>
                <c:pt idx="1759">
                  <c:v>481.163672787</c:v>
                </c:pt>
                <c:pt idx="1760">
                  <c:v>481.159534087</c:v>
                </c:pt>
                <c:pt idx="1761">
                  <c:v>475.474681511</c:v>
                </c:pt>
                <c:pt idx="1762">
                  <c:v>483.322259814</c:v>
                </c:pt>
                <c:pt idx="1763">
                  <c:v>485.299572643</c:v>
                </c:pt>
                <c:pt idx="1764">
                  <c:v>488.08018691</c:v>
                </c:pt>
                <c:pt idx="1765">
                  <c:v>488.327319157</c:v>
                </c:pt>
                <c:pt idx="1766">
                  <c:v>489.624977762</c:v>
                </c:pt>
                <c:pt idx="1767">
                  <c:v>489.995687717</c:v>
                </c:pt>
                <c:pt idx="1768">
                  <c:v>488.636217091</c:v>
                </c:pt>
                <c:pt idx="1769">
                  <c:v>489.192432616</c:v>
                </c:pt>
                <c:pt idx="1770">
                  <c:v>488.141883092</c:v>
                </c:pt>
                <c:pt idx="1771">
                  <c:v>490.242912637</c:v>
                </c:pt>
                <c:pt idx="1772">
                  <c:v>495.186183126</c:v>
                </c:pt>
                <c:pt idx="1773">
                  <c:v>491.107887088</c:v>
                </c:pt>
                <c:pt idx="1774">
                  <c:v>492.281921648</c:v>
                </c:pt>
                <c:pt idx="1775">
                  <c:v>493.208823961</c:v>
                </c:pt>
                <c:pt idx="1776">
                  <c:v>494.3210465</c:v>
                </c:pt>
                <c:pt idx="1777">
                  <c:v>492.590935422</c:v>
                </c:pt>
                <c:pt idx="1778">
                  <c:v>492.675303471</c:v>
                </c:pt>
                <c:pt idx="1779">
                  <c:v>509.807692524</c:v>
                </c:pt>
                <c:pt idx="1780">
                  <c:v>521.722668009</c:v>
                </c:pt>
                <c:pt idx="1781">
                  <c:v>519.6349389</c:v>
                </c:pt>
                <c:pt idx="1782">
                  <c:v>530.183033972</c:v>
                </c:pt>
                <c:pt idx="1783">
                  <c:v>537.585229845</c:v>
                </c:pt>
                <c:pt idx="1784">
                  <c:v>536.524808395</c:v>
                </c:pt>
                <c:pt idx="1785">
                  <c:v>524.066720231</c:v>
                </c:pt>
                <c:pt idx="1786">
                  <c:v>525.330059175</c:v>
                </c:pt>
                <c:pt idx="1787">
                  <c:v>525.302522057</c:v>
                </c:pt>
                <c:pt idx="1788">
                  <c:v>540.011467038</c:v>
                </c:pt>
                <c:pt idx="1789">
                  <c:v>542.136944659</c:v>
                </c:pt>
                <c:pt idx="1790">
                  <c:v>542.202286765</c:v>
                </c:pt>
                <c:pt idx="1791">
                  <c:v>548.561525023</c:v>
                </c:pt>
                <c:pt idx="1792">
                  <c:v>551.243634158</c:v>
                </c:pt>
                <c:pt idx="1793">
                  <c:v>550.977906591</c:v>
                </c:pt>
                <c:pt idx="1794">
                  <c:v>546.929683169</c:v>
                </c:pt>
                <c:pt idx="1795">
                  <c:v>554.655136421</c:v>
                </c:pt>
                <c:pt idx="1796">
                  <c:v>557.60307519</c:v>
                </c:pt>
                <c:pt idx="1797">
                  <c:v>557.783611775</c:v>
                </c:pt>
                <c:pt idx="1798">
                  <c:v>556.224473898</c:v>
                </c:pt>
                <c:pt idx="1799">
                  <c:v>554.484755364</c:v>
                </c:pt>
                <c:pt idx="1800">
                  <c:v>560.824743518</c:v>
                </c:pt>
                <c:pt idx="1801">
                  <c:v>560.026891449</c:v>
                </c:pt>
                <c:pt idx="1802">
                  <c:v>560.349603729</c:v>
                </c:pt>
                <c:pt idx="1803">
                  <c:v>553.67115776</c:v>
                </c:pt>
                <c:pt idx="1804">
                  <c:v>540.077758455</c:v>
                </c:pt>
                <c:pt idx="1805">
                  <c:v>537.621507952</c:v>
                </c:pt>
                <c:pt idx="1806">
                  <c:v>560.565062969</c:v>
                </c:pt>
                <c:pt idx="1807">
                  <c:v>566.359691448</c:v>
                </c:pt>
                <c:pt idx="1808">
                  <c:v>575.214270413</c:v>
                </c:pt>
                <c:pt idx="1809">
                  <c:v>573.016478498</c:v>
                </c:pt>
                <c:pt idx="1810">
                  <c:v>582.883098902</c:v>
                </c:pt>
                <c:pt idx="1811">
                  <c:v>587.23545179</c:v>
                </c:pt>
                <c:pt idx="1812">
                  <c:v>590.59546309</c:v>
                </c:pt>
                <c:pt idx="1813">
                  <c:v>593.373496835</c:v>
                </c:pt>
                <c:pt idx="1814">
                  <c:v>612.914088864</c:v>
                </c:pt>
                <c:pt idx="1815">
                  <c:v>584.44679053</c:v>
                </c:pt>
                <c:pt idx="1816">
                  <c:v>581.70671651</c:v>
                </c:pt>
                <c:pt idx="1817">
                  <c:v>589.181052779</c:v>
                </c:pt>
                <c:pt idx="1818">
                  <c:v>581.201822221</c:v>
                </c:pt>
                <c:pt idx="1819">
                  <c:v>583.941912409</c:v>
                </c:pt>
                <c:pt idx="1820">
                  <c:v>593.238107988</c:v>
                </c:pt>
                <c:pt idx="1821">
                  <c:v>610.216020058</c:v>
                </c:pt>
                <c:pt idx="1822">
                  <c:v>613.518946589</c:v>
                </c:pt>
                <c:pt idx="1823">
                  <c:v>620.338435489</c:v>
                </c:pt>
                <c:pt idx="1824">
                  <c:v>621.11746303</c:v>
                </c:pt>
                <c:pt idx="1825">
                  <c:v>627.698527082</c:v>
                </c:pt>
                <c:pt idx="1826">
                  <c:v>631.559879486</c:v>
                </c:pt>
                <c:pt idx="1827">
                  <c:v>625.208792845</c:v>
                </c:pt>
                <c:pt idx="1828">
                  <c:v>631.68738606</c:v>
                </c:pt>
                <c:pt idx="1829">
                  <c:v>629.503464513</c:v>
                </c:pt>
                <c:pt idx="1830">
                  <c:v>635.798155432</c:v>
                </c:pt>
                <c:pt idx="1831">
                  <c:v>636.339853303</c:v>
                </c:pt>
                <c:pt idx="1832">
                  <c:v>642.071042879</c:v>
                </c:pt>
                <c:pt idx="1833">
                  <c:v>646.680412784</c:v>
                </c:pt>
                <c:pt idx="1834">
                  <c:v>647.877796607</c:v>
                </c:pt>
                <c:pt idx="1835">
                  <c:v>651.327617703</c:v>
                </c:pt>
                <c:pt idx="1836">
                  <c:v>668.268376962</c:v>
                </c:pt>
                <c:pt idx="1837">
                  <c:v>663.996280069</c:v>
                </c:pt>
                <c:pt idx="1838">
                  <c:v>664.76642659</c:v>
                </c:pt>
                <c:pt idx="1839">
                  <c:v>666.351027942</c:v>
                </c:pt>
                <c:pt idx="1840">
                  <c:v>668.173982646</c:v>
                </c:pt>
                <c:pt idx="1841">
                  <c:v>659.967426265</c:v>
                </c:pt>
                <c:pt idx="1842">
                  <c:v>653.030742193</c:v>
                </c:pt>
                <c:pt idx="1843">
                  <c:v>648.525424</c:v>
                </c:pt>
                <c:pt idx="1844">
                  <c:v>668.907591478</c:v>
                </c:pt>
                <c:pt idx="1845">
                  <c:v>660.038725487</c:v>
                </c:pt>
                <c:pt idx="1846">
                  <c:v>632.540943431</c:v>
                </c:pt>
                <c:pt idx="1847">
                  <c:v>628.704919469</c:v>
                </c:pt>
                <c:pt idx="1848">
                  <c:v>621.508648566</c:v>
                </c:pt>
                <c:pt idx="1849">
                  <c:v>623.895520289</c:v>
                </c:pt>
                <c:pt idx="1850">
                  <c:v>580.519788647</c:v>
                </c:pt>
                <c:pt idx="1851">
                  <c:v>592.339692841</c:v>
                </c:pt>
                <c:pt idx="1852">
                  <c:v>600.705675076</c:v>
                </c:pt>
                <c:pt idx="1853">
                  <c:v>606.956227522</c:v>
                </c:pt>
                <c:pt idx="1854">
                  <c:v>599.872122568</c:v>
                </c:pt>
                <c:pt idx="1855">
                  <c:v>589.60911627</c:v>
                </c:pt>
                <c:pt idx="1856">
                  <c:v>596.502944768</c:v>
                </c:pt>
                <c:pt idx="1857">
                  <c:v>593.277133424</c:v>
                </c:pt>
                <c:pt idx="1858">
                  <c:v>582.798381389</c:v>
                </c:pt>
                <c:pt idx="1859">
                  <c:v>582.412059506</c:v>
                </c:pt>
                <c:pt idx="1860">
                  <c:v>576.766324766</c:v>
                </c:pt>
                <c:pt idx="1861">
                  <c:v>572.16175024</c:v>
                </c:pt>
                <c:pt idx="1862">
                  <c:v>574.558162986</c:v>
                </c:pt>
                <c:pt idx="1863">
                  <c:v>563.376369839</c:v>
                </c:pt>
                <c:pt idx="1864">
                  <c:v>556.506130257</c:v>
                </c:pt>
                <c:pt idx="1865">
                  <c:v>571.301345394</c:v>
                </c:pt>
                <c:pt idx="1866">
                  <c:v>571.937168878</c:v>
                </c:pt>
                <c:pt idx="1867">
                  <c:v>580.768811403</c:v>
                </c:pt>
                <c:pt idx="1868">
                  <c:v>599.732440754</c:v>
                </c:pt>
                <c:pt idx="1869">
                  <c:v>612.400992492</c:v>
                </c:pt>
                <c:pt idx="1870">
                  <c:v>614.237301986</c:v>
                </c:pt>
                <c:pt idx="1871">
                  <c:v>607.831681781</c:v>
                </c:pt>
                <c:pt idx="1872">
                  <c:v>615.031513388</c:v>
                </c:pt>
                <c:pt idx="1873">
                  <c:v>609.764852356</c:v>
                </c:pt>
                <c:pt idx="1874">
                  <c:v>614.948042555</c:v>
                </c:pt>
                <c:pt idx="1875">
                  <c:v>631.895068862</c:v>
                </c:pt>
                <c:pt idx="1876">
                  <c:v>636.558518688</c:v>
                </c:pt>
                <c:pt idx="1877">
                  <c:v>649.025111605</c:v>
                </c:pt>
                <c:pt idx="1878">
                  <c:v>647.062169036</c:v>
                </c:pt>
                <c:pt idx="1879">
                  <c:v>645.92591181</c:v>
                </c:pt>
                <c:pt idx="1880">
                  <c:v>625.990301549</c:v>
                </c:pt>
                <c:pt idx="1881">
                  <c:v>630.292972988</c:v>
                </c:pt>
                <c:pt idx="1882">
                  <c:v>634.784810361</c:v>
                </c:pt>
                <c:pt idx="1883">
                  <c:v>637.340632505</c:v>
                </c:pt>
                <c:pt idx="1884">
                  <c:v>653.551276876</c:v>
                </c:pt>
                <c:pt idx="1885">
                  <c:v>658.215119386</c:v>
                </c:pt>
                <c:pt idx="1886">
                  <c:v>669.057841873</c:v>
                </c:pt>
                <c:pt idx="1887">
                  <c:v>665.651233392</c:v>
                </c:pt>
                <c:pt idx="1888">
                  <c:v>656.139650763</c:v>
                </c:pt>
                <c:pt idx="1889">
                  <c:v>660.937257026</c:v>
                </c:pt>
                <c:pt idx="1890">
                  <c:v>673.513007217</c:v>
                </c:pt>
                <c:pt idx="1891">
                  <c:v>673.195881639</c:v>
                </c:pt>
                <c:pt idx="1892">
                  <c:v>682.292912468</c:v>
                </c:pt>
                <c:pt idx="1893">
                  <c:v>686.2245111</c:v>
                </c:pt>
                <c:pt idx="1894">
                  <c:v>680.0952842</c:v>
                </c:pt>
                <c:pt idx="1895">
                  <c:v>671.828767421</c:v>
                </c:pt>
                <c:pt idx="1896">
                  <c:v>674.478597182</c:v>
                </c:pt>
                <c:pt idx="1897">
                  <c:v>663.941822255</c:v>
                </c:pt>
                <c:pt idx="1898">
                  <c:v>673.257372459</c:v>
                </c:pt>
                <c:pt idx="1899">
                  <c:v>684.027117204</c:v>
                </c:pt>
                <c:pt idx="1900">
                  <c:v>695.578392363</c:v>
                </c:pt>
                <c:pt idx="1901">
                  <c:v>683.076057614</c:v>
                </c:pt>
                <c:pt idx="1902">
                  <c:v>696.677555306</c:v>
                </c:pt>
                <c:pt idx="1903">
                  <c:v>692.611922552</c:v>
                </c:pt>
                <c:pt idx="1904">
                  <c:v>685.908513567</c:v>
                </c:pt>
                <c:pt idx="1905">
                  <c:v>664.064402926</c:v>
                </c:pt>
                <c:pt idx="1906">
                  <c:v>654.680778277</c:v>
                </c:pt>
                <c:pt idx="1907">
                  <c:v>635.325398308</c:v>
                </c:pt>
                <c:pt idx="1908">
                  <c:v>588.634280354</c:v>
                </c:pt>
                <c:pt idx="1909">
                  <c:v>604.324995609</c:v>
                </c:pt>
                <c:pt idx="1910">
                  <c:v>607.66362378</c:v>
                </c:pt>
                <c:pt idx="1911">
                  <c:v>623.555034649</c:v>
                </c:pt>
                <c:pt idx="1912">
                  <c:v>609.814229539</c:v>
                </c:pt>
                <c:pt idx="1913">
                  <c:v>595.318579385</c:v>
                </c:pt>
                <c:pt idx="1914">
                  <c:v>621.164069665</c:v>
                </c:pt>
                <c:pt idx="1915">
                  <c:v>582.112120141</c:v>
                </c:pt>
                <c:pt idx="1916">
                  <c:v>581.253346894</c:v>
                </c:pt>
                <c:pt idx="1917">
                  <c:v>600.856892211</c:v>
                </c:pt>
                <c:pt idx="1918">
                  <c:v>620.310830704</c:v>
                </c:pt>
                <c:pt idx="1919">
                  <c:v>611.324275414</c:v>
                </c:pt>
                <c:pt idx="1920">
                  <c:v>622.625078281</c:v>
                </c:pt>
                <c:pt idx="1921">
                  <c:v>619.911716496</c:v>
                </c:pt>
                <c:pt idx="1922">
                  <c:v>580.12496697</c:v>
                </c:pt>
                <c:pt idx="1923">
                  <c:v>595.77471384</c:v>
                </c:pt>
                <c:pt idx="1924">
                  <c:v>592.94454221</c:v>
                </c:pt>
                <c:pt idx="1925">
                  <c:v>599.03734702</c:v>
                </c:pt>
                <c:pt idx="1926">
                  <c:v>617.110768048</c:v>
                </c:pt>
                <c:pt idx="1927">
                  <c:v>615.192580263</c:v>
                </c:pt>
                <c:pt idx="1928">
                  <c:v>603.278487686</c:v>
                </c:pt>
                <c:pt idx="1929">
                  <c:v>618.676855405</c:v>
                </c:pt>
                <c:pt idx="1930">
                  <c:v>638.518185867</c:v>
                </c:pt>
                <c:pt idx="1931">
                  <c:v>638.882972279</c:v>
                </c:pt>
                <c:pt idx="1932">
                  <c:v>639.25631597</c:v>
                </c:pt>
                <c:pt idx="1933">
                  <c:v>638.88862421</c:v>
                </c:pt>
                <c:pt idx="1934">
                  <c:v>649.152683931</c:v>
                </c:pt>
                <c:pt idx="1935">
                  <c:v>654.265910622</c:v>
                </c:pt>
                <c:pt idx="1936">
                  <c:v>650.350530118</c:v>
                </c:pt>
                <c:pt idx="1937">
                  <c:v>644.068831831</c:v>
                </c:pt>
                <c:pt idx="1938">
                  <c:v>648.109677163</c:v>
                </c:pt>
                <c:pt idx="1939">
                  <c:v>647.736836297</c:v>
                </c:pt>
                <c:pt idx="1940">
                  <c:v>648.06737331</c:v>
                </c:pt>
                <c:pt idx="1941">
                  <c:v>636.882280156</c:v>
                </c:pt>
                <c:pt idx="1942">
                  <c:v>638.038332381</c:v>
                </c:pt>
                <c:pt idx="1943">
                  <c:v>624.026354311</c:v>
                </c:pt>
                <c:pt idx="1944">
                  <c:v>634.631330308</c:v>
                </c:pt>
                <c:pt idx="1945">
                  <c:v>631.98298428</c:v>
                </c:pt>
                <c:pt idx="1946">
                  <c:v>622.080292422</c:v>
                </c:pt>
                <c:pt idx="1947">
                  <c:v>631.16181874</c:v>
                </c:pt>
                <c:pt idx="1948">
                  <c:v>619.513716829</c:v>
                </c:pt>
                <c:pt idx="1949">
                  <c:v>595.439211082</c:v>
                </c:pt>
                <c:pt idx="1950">
                  <c:v>608.981247757</c:v>
                </c:pt>
                <c:pt idx="1951">
                  <c:v>627.697660936</c:v>
                </c:pt>
                <c:pt idx="1952">
                  <c:v>622.341634854</c:v>
                </c:pt>
                <c:pt idx="1953">
                  <c:v>601.283044403</c:v>
                </c:pt>
                <c:pt idx="1954">
                  <c:v>614.267022216</c:v>
                </c:pt>
                <c:pt idx="1955">
                  <c:v>624.332780979</c:v>
                </c:pt>
                <c:pt idx="1956">
                  <c:v>641.737850405</c:v>
                </c:pt>
                <c:pt idx="1957">
                  <c:v>641.62010397</c:v>
                </c:pt>
                <c:pt idx="1958">
                  <c:v>658.345128612</c:v>
                </c:pt>
                <c:pt idx="1959">
                  <c:v>654.721469063</c:v>
                </c:pt>
                <c:pt idx="1960">
                  <c:v>658.143863813</c:v>
                </c:pt>
                <c:pt idx="1961">
                  <c:v>646.374126285</c:v>
                </c:pt>
                <c:pt idx="1962">
                  <c:v>658.558789451</c:v>
                </c:pt>
                <c:pt idx="1963">
                  <c:v>649.579603859</c:v>
                </c:pt>
                <c:pt idx="1964">
                  <c:v>651.066399956</c:v>
                </c:pt>
                <c:pt idx="1965">
                  <c:v>662.267892316</c:v>
                </c:pt>
                <c:pt idx="1966">
                  <c:v>673.523792667</c:v>
                </c:pt>
                <c:pt idx="1967">
                  <c:v>687.597717519</c:v>
                </c:pt>
                <c:pt idx="1968">
                  <c:v>677.695708718</c:v>
                </c:pt>
                <c:pt idx="1969">
                  <c:v>684.040070105</c:v>
                </c:pt>
                <c:pt idx="1970">
                  <c:v>682.6983634</c:v>
                </c:pt>
                <c:pt idx="1971">
                  <c:v>696.864538581</c:v>
                </c:pt>
                <c:pt idx="1972">
                  <c:v>705.866701866</c:v>
                </c:pt>
                <c:pt idx="1973">
                  <c:v>706.296030471</c:v>
                </c:pt>
                <c:pt idx="1974">
                  <c:v>704.487725431</c:v>
                </c:pt>
                <c:pt idx="1975">
                  <c:v>710.168174281</c:v>
                </c:pt>
                <c:pt idx="1976">
                  <c:v>715.767759616</c:v>
                </c:pt>
                <c:pt idx="1977">
                  <c:v>712.455551121</c:v>
                </c:pt>
                <c:pt idx="1978">
                  <c:v>716.030644522</c:v>
                </c:pt>
                <c:pt idx="1979">
                  <c:v>715.036366168</c:v>
                </c:pt>
                <c:pt idx="1980">
                  <c:v>715.366042287</c:v>
                </c:pt>
                <c:pt idx="1981">
                  <c:v>725.172712244</c:v>
                </c:pt>
                <c:pt idx="1982">
                  <c:v>727.464208978</c:v>
                </c:pt>
                <c:pt idx="1983">
                  <c:v>727.546591958</c:v>
                </c:pt>
                <c:pt idx="1984">
                  <c:v>718.788048388</c:v>
                </c:pt>
                <c:pt idx="1985">
                  <c:v>715.429810635</c:v>
                </c:pt>
                <c:pt idx="1986">
                  <c:v>717.251105205</c:v>
                </c:pt>
                <c:pt idx="1987">
                  <c:v>734.040421056</c:v>
                </c:pt>
                <c:pt idx="1988">
                  <c:v>737.587823581</c:v>
                </c:pt>
                <c:pt idx="1989">
                  <c:v>747.796948904</c:v>
                </c:pt>
                <c:pt idx="1990">
                  <c:v>740.43519696</c:v>
                </c:pt>
                <c:pt idx="1991">
                  <c:v>724.433331138</c:v>
                </c:pt>
                <c:pt idx="1992">
                  <c:v>711.86561802</c:v>
                </c:pt>
                <c:pt idx="1993">
                  <c:v>720.508307414</c:v>
                </c:pt>
                <c:pt idx="1994">
                  <c:v>723.118222154</c:v>
                </c:pt>
                <c:pt idx="1995">
                  <c:v>739.223482199</c:v>
                </c:pt>
                <c:pt idx="1996">
                  <c:v>734.143113531</c:v>
                </c:pt>
                <c:pt idx="1997">
                  <c:v>732.192184662</c:v>
                </c:pt>
                <c:pt idx="1998">
                  <c:v>739.75379506</c:v>
                </c:pt>
                <c:pt idx="1999">
                  <c:v>752.888724131</c:v>
                </c:pt>
                <c:pt idx="2000">
                  <c:v>756.322337023</c:v>
                </c:pt>
                <c:pt idx="2001">
                  <c:v>770.580116369</c:v>
                </c:pt>
                <c:pt idx="2002">
                  <c:v>771.266926098</c:v>
                </c:pt>
                <c:pt idx="2003">
                  <c:v>771.799223297</c:v>
                </c:pt>
                <c:pt idx="2004">
                  <c:v>781.967511795</c:v>
                </c:pt>
                <c:pt idx="2005">
                  <c:v>790.263352392</c:v>
                </c:pt>
                <c:pt idx="2006">
                  <c:v>793.646070323</c:v>
                </c:pt>
                <c:pt idx="2007">
                  <c:v>794.081783124</c:v>
                </c:pt>
                <c:pt idx="2008">
                  <c:v>807.535057097</c:v>
                </c:pt>
                <c:pt idx="2009">
                  <c:v>806.392171808</c:v>
                </c:pt>
                <c:pt idx="2010">
                  <c:v>794.427983333</c:v>
                </c:pt>
                <c:pt idx="2011">
                  <c:v>797.928000972</c:v>
                </c:pt>
                <c:pt idx="2012">
                  <c:v>823.400679286</c:v>
                </c:pt>
                <c:pt idx="2013">
                  <c:v>807.584092251</c:v>
                </c:pt>
                <c:pt idx="2014">
                  <c:v>816.665241562</c:v>
                </c:pt>
                <c:pt idx="2015">
                  <c:v>815.613316627</c:v>
                </c:pt>
                <c:pt idx="2016">
                  <c:v>828.119896201</c:v>
                </c:pt>
                <c:pt idx="2017">
                  <c:v>842.836998225</c:v>
                </c:pt>
                <c:pt idx="2018">
                  <c:v>837.741488006</c:v>
                </c:pt>
                <c:pt idx="2019">
                  <c:v>857.966120763</c:v>
                </c:pt>
                <c:pt idx="2020">
                  <c:v>851.706317125</c:v>
                </c:pt>
                <c:pt idx="2021">
                  <c:v>852.599867624</c:v>
                </c:pt>
                <c:pt idx="2022">
                  <c:v>869.560876935</c:v>
                </c:pt>
                <c:pt idx="2023">
                  <c:v>878.804123859</c:v>
                </c:pt>
                <c:pt idx="2024">
                  <c:v>877.624798461</c:v>
                </c:pt>
                <c:pt idx="2025">
                  <c:v>882.571029744</c:v>
                </c:pt>
                <c:pt idx="2026">
                  <c:v>888.026344792</c:v>
                </c:pt>
                <c:pt idx="2027">
                  <c:v>871.226283121</c:v>
                </c:pt>
                <c:pt idx="2028">
                  <c:v>833.286074894</c:v>
                </c:pt>
                <c:pt idx="2029">
                  <c:v>858.486839347</c:v>
                </c:pt>
                <c:pt idx="2030">
                  <c:v>858.065572456</c:v>
                </c:pt>
                <c:pt idx="2031">
                  <c:v>864.218715699</c:v>
                </c:pt>
                <c:pt idx="2032">
                  <c:v>831.995467502</c:v>
                </c:pt>
                <c:pt idx="2033">
                  <c:v>856.235529446</c:v>
                </c:pt>
                <c:pt idx="2034">
                  <c:v>895.471331133</c:v>
                </c:pt>
                <c:pt idx="2035">
                  <c:v>908.600576672</c:v>
                </c:pt>
                <c:pt idx="2036">
                  <c:v>922.735007911</c:v>
                </c:pt>
                <c:pt idx="2037">
                  <c:v>912.389925726</c:v>
                </c:pt>
                <c:pt idx="2038">
                  <c:v>934.259288225</c:v>
                </c:pt>
                <c:pt idx="2039">
                  <c:v>935.939338349</c:v>
                </c:pt>
                <c:pt idx="2040">
                  <c:v>953.948369107</c:v>
                </c:pt>
                <c:pt idx="2041">
                  <c:v>950.500016597</c:v>
                </c:pt>
                <c:pt idx="2042">
                  <c:v>954.059177513</c:v>
                </c:pt>
                <c:pt idx="2043">
                  <c:v>953.007686599</c:v>
                </c:pt>
                <c:pt idx="2044">
                  <c:v>971.924199474</c:v>
                </c:pt>
                <c:pt idx="2045">
                  <c:v>953.518161456</c:v>
                </c:pt>
                <c:pt idx="2046">
                  <c:v>916.584888646</c:v>
                </c:pt>
                <c:pt idx="2047">
                  <c:v>840.418831674</c:v>
                </c:pt>
                <c:pt idx="2048">
                  <c:v>789.927606758</c:v>
                </c:pt>
                <c:pt idx="2049">
                  <c:v>791.420694073</c:v>
                </c:pt>
                <c:pt idx="2050">
                  <c:v>742.413232944</c:v>
                </c:pt>
                <c:pt idx="2051">
                  <c:v>741.544182976</c:v>
                </c:pt>
                <c:pt idx="2052">
                  <c:v>754.924024295</c:v>
                </c:pt>
                <c:pt idx="2053">
                  <c:v>746.782124293</c:v>
                </c:pt>
                <c:pt idx="2054">
                  <c:v>761.075618305</c:v>
                </c:pt>
                <c:pt idx="2055">
                  <c:v>750.70229918</c:v>
                </c:pt>
                <c:pt idx="2056">
                  <c:v>745.334700717</c:v>
                </c:pt>
                <c:pt idx="2057">
                  <c:v>722.658062139</c:v>
                </c:pt>
                <c:pt idx="2058">
                  <c:v>736.107189222</c:v>
                </c:pt>
                <c:pt idx="2059">
                  <c:v>722.055005491</c:v>
                </c:pt>
                <c:pt idx="2060">
                  <c:v>693.045790192</c:v>
                </c:pt>
                <c:pt idx="2061">
                  <c:v>716.144546518</c:v>
                </c:pt>
                <c:pt idx="2062">
                  <c:v>687.738475488</c:v>
                </c:pt>
                <c:pt idx="2063">
                  <c:v>708.183629227</c:v>
                </c:pt>
                <c:pt idx="2064">
                  <c:v>694.855069662</c:v>
                </c:pt>
                <c:pt idx="2065">
                  <c:v>689.36685987</c:v>
                </c:pt>
                <c:pt idx="2066">
                  <c:v>674.892383147</c:v>
                </c:pt>
                <c:pt idx="2067">
                  <c:v>668.620177808</c:v>
                </c:pt>
                <c:pt idx="2068">
                  <c:v>687.738475488</c:v>
                </c:pt>
                <c:pt idx="2069">
                  <c:v>690.127416601</c:v>
                </c:pt>
                <c:pt idx="2070">
                  <c:v>707.495645205</c:v>
                </c:pt>
                <c:pt idx="2071">
                  <c:v>701.035841713</c:v>
                </c:pt>
                <c:pt idx="2072">
                  <c:v>709.141181542</c:v>
                </c:pt>
                <c:pt idx="2073">
                  <c:v>704.509540006</c:v>
                </c:pt>
                <c:pt idx="2074">
                  <c:v>695.851764178</c:v>
                </c:pt>
                <c:pt idx="2075">
                  <c:v>703.334121139</c:v>
                </c:pt>
                <c:pt idx="2076">
                  <c:v>700.390233594</c:v>
                </c:pt>
                <c:pt idx="2077">
                  <c:v>715.538827505</c:v>
                </c:pt>
                <c:pt idx="2078">
                  <c:v>715.079818427</c:v>
                </c:pt>
                <c:pt idx="2079">
                  <c:v>751.311167227</c:v>
                </c:pt>
                <c:pt idx="2080">
                  <c:v>755.865900357</c:v>
                </c:pt>
                <c:pt idx="2081">
                  <c:v>768.745454636</c:v>
                </c:pt>
                <c:pt idx="2082">
                  <c:v>838.451656782</c:v>
                </c:pt>
                <c:pt idx="2083">
                  <c:v>812.202827973</c:v>
                </c:pt>
                <c:pt idx="2084">
                  <c:v>841.040905346</c:v>
                </c:pt>
                <c:pt idx="2085">
                  <c:v>863.929348133</c:v>
                </c:pt>
                <c:pt idx="2086">
                  <c:v>839.921875928</c:v>
                </c:pt>
                <c:pt idx="2087">
                  <c:v>772.991577125</c:v>
                </c:pt>
                <c:pt idx="2088">
                  <c:v>820.798101967</c:v>
                </c:pt>
                <c:pt idx="2089">
                  <c:v>817.554334632</c:v>
                </c:pt>
                <c:pt idx="2090">
                  <c:v>847.909895452</c:v>
                </c:pt>
                <c:pt idx="2091">
                  <c:v>864.108823156</c:v>
                </c:pt>
                <c:pt idx="2092">
                  <c:v>836.425582213</c:v>
                </c:pt>
                <c:pt idx="2093">
                  <c:v>896.109305251</c:v>
                </c:pt>
                <c:pt idx="2094">
                  <c:v>893.944461674</c:v>
                </c:pt>
                <c:pt idx="2095">
                  <c:v>832.65694415</c:v>
                </c:pt>
                <c:pt idx="2096">
                  <c:v>843.055979358</c:v>
                </c:pt>
                <c:pt idx="2097">
                  <c:v>856.549661111</c:v>
                </c:pt>
                <c:pt idx="2098">
                  <c:v>857.781519189</c:v>
                </c:pt>
                <c:pt idx="2099">
                  <c:v>871.368573684</c:v>
                </c:pt>
                <c:pt idx="2100">
                  <c:v>896.946271557</c:v>
                </c:pt>
                <c:pt idx="2101">
                  <c:v>904.376749975</c:v>
                </c:pt>
                <c:pt idx="2102">
                  <c:v>873.584620166</c:v>
                </c:pt>
                <c:pt idx="2103">
                  <c:v>851.937434691</c:v>
                </c:pt>
                <c:pt idx="2104">
                  <c:v>868.337381894</c:v>
                </c:pt>
                <c:pt idx="2105">
                  <c:v>874.628905832</c:v>
                </c:pt>
                <c:pt idx="2106">
                  <c:v>912.164494211</c:v>
                </c:pt>
                <c:pt idx="2107">
                  <c:v>900.153590463</c:v>
                </c:pt>
                <c:pt idx="2108">
                  <c:v>926.011412887</c:v>
                </c:pt>
                <c:pt idx="2109">
                  <c:v>910.657296283</c:v>
                </c:pt>
                <c:pt idx="2110">
                  <c:v>914.315693684</c:v>
                </c:pt>
                <c:pt idx="2111">
                  <c:v>923.285521102</c:v>
                </c:pt>
                <c:pt idx="2112">
                  <c:v>940.920461282</c:v>
                </c:pt>
                <c:pt idx="2113">
                  <c:v>935.453517975</c:v>
                </c:pt>
                <c:pt idx="2114">
                  <c:v>949.970202698</c:v>
                </c:pt>
                <c:pt idx="2115">
                  <c:v>952.891585041</c:v>
                </c:pt>
                <c:pt idx="2116">
                  <c:v>969.933530447</c:v>
                </c:pt>
                <c:pt idx="2117">
                  <c:v>984.107539379</c:v>
                </c:pt>
                <c:pt idx="2118">
                  <c:v>973.357928688</c:v>
                </c:pt>
                <c:pt idx="2119">
                  <c:v>1018.01073647</c:v>
                </c:pt>
                <c:pt idx="2120">
                  <c:v>1037.4351508</c:v>
                </c:pt>
                <c:pt idx="2121">
                  <c:v>1045.96417068</c:v>
                </c:pt>
                <c:pt idx="2122">
                  <c:v>1063.71838664</c:v>
                </c:pt>
                <c:pt idx="2123">
                  <c:v>941.811991857</c:v>
                </c:pt>
                <c:pt idx="2124">
                  <c:v>957.531793495</c:v>
                </c:pt>
                <c:pt idx="2125">
                  <c:v>980.579673331</c:v>
                </c:pt>
                <c:pt idx="2126">
                  <c:v>1019.79971024</c:v>
                </c:pt>
                <c:pt idx="2127">
                  <c:v>1023.84141414</c:v>
                </c:pt>
                <c:pt idx="2128">
                  <c:v>1028.35233483</c:v>
                </c:pt>
                <c:pt idx="2129">
                  <c:v>1025.04851013</c:v>
                </c:pt>
                <c:pt idx="2130">
                  <c:v>1045.40139268</c:v>
                </c:pt>
                <c:pt idx="2131">
                  <c:v>1063.78523822</c:v>
                </c:pt>
                <c:pt idx="2132">
                  <c:v>1011.52197272</c:v>
                </c:pt>
                <c:pt idx="2133">
                  <c:v>1033.35321764</c:v>
                </c:pt>
                <c:pt idx="2134">
                  <c:v>976.701337075</c:v>
                </c:pt>
                <c:pt idx="2135">
                  <c:v>1003.92716636</c:v>
                </c:pt>
                <c:pt idx="2136">
                  <c:v>1044.79028986</c:v>
                </c:pt>
                <c:pt idx="2137">
                  <c:v>1064.23040853</c:v>
                </c:pt>
                <c:pt idx="2138">
                  <c:v>1079.49458771</c:v>
                </c:pt>
                <c:pt idx="2139">
                  <c:v>1122.24702097</c:v>
                </c:pt>
                <c:pt idx="2140">
                  <c:v>1102.37477375</c:v>
                </c:pt>
                <c:pt idx="2141">
                  <c:v>1123.72893247</c:v>
                </c:pt>
                <c:pt idx="2142">
                  <c:v>1125.18680103</c:v>
                </c:pt>
                <c:pt idx="2143">
                  <c:v>1149.60874</c:v>
                </c:pt>
                <c:pt idx="2144">
                  <c:v>1116.41166868</c:v>
                </c:pt>
                <c:pt idx="2145">
                  <c:v>1134.88043076</c:v>
                </c:pt>
                <c:pt idx="2146">
                  <c:v>1148.76257011</c:v>
                </c:pt>
                <c:pt idx="2147">
                  <c:v>1137.99894041</c:v>
                </c:pt>
                <c:pt idx="2148">
                  <c:v>1139.63812707</c:v>
                </c:pt>
                <c:pt idx="2149">
                  <c:v>1180.74283126</c:v>
                </c:pt>
                <c:pt idx="2150">
                  <c:v>1170.77769239</c:v>
                </c:pt>
                <c:pt idx="2151">
                  <c:v>1181.19149883</c:v>
                </c:pt>
                <c:pt idx="2152">
                  <c:v>1136.53546729</c:v>
                </c:pt>
                <c:pt idx="2153">
                  <c:v>1118.08441765</c:v>
                </c:pt>
                <c:pt idx="2154">
                  <c:v>1150.12248064</c:v>
                </c:pt>
                <c:pt idx="2155">
                  <c:v>1126.05659141</c:v>
                </c:pt>
                <c:pt idx="2156">
                  <c:v>1152.73668473</c:v>
                </c:pt>
                <c:pt idx="2157">
                  <c:v>1161.21389829</c:v>
                </c:pt>
                <c:pt idx="2158">
                  <c:v>1189.06351853</c:v>
                </c:pt>
                <c:pt idx="2159">
                  <c:v>1213.15170733</c:v>
                </c:pt>
                <c:pt idx="2160">
                  <c:v>1223.66370658</c:v>
                </c:pt>
                <c:pt idx="2161">
                  <c:v>1235.08666016</c:v>
                </c:pt>
                <c:pt idx="2162">
                  <c:v>1259.68132647</c:v>
                </c:pt>
                <c:pt idx="2163">
                  <c:v>1245.3811923</c:v>
                </c:pt>
                <c:pt idx="2164">
                  <c:v>1243.80704924</c:v>
                </c:pt>
                <c:pt idx="2165">
                  <c:v>1209.55491601</c:v>
                </c:pt>
                <c:pt idx="2166">
                  <c:v>1259.37248209</c:v>
                </c:pt>
                <c:pt idx="2167">
                  <c:v>1260.13770024</c:v>
                </c:pt>
                <c:pt idx="2168">
                  <c:v>1260.45765311</c:v>
                </c:pt>
                <c:pt idx="2169">
                  <c:v>1279.8920498</c:v>
                </c:pt>
                <c:pt idx="2170">
                  <c:v>1297.64377207</c:v>
                </c:pt>
                <c:pt idx="2171">
                  <c:v>1281.97877338</c:v>
                </c:pt>
                <c:pt idx="2172">
                  <c:v>1307.10427505</c:v>
                </c:pt>
                <c:pt idx="2173">
                  <c:v>1321.76656459</c:v>
                </c:pt>
                <c:pt idx="2174">
                  <c:v>1347.56050653</c:v>
                </c:pt>
                <c:pt idx="2175">
                  <c:v>1362.11950422</c:v>
                </c:pt>
                <c:pt idx="2176">
                  <c:v>1409.58389957</c:v>
                </c:pt>
                <c:pt idx="2177">
                  <c:v>1405.72687898</c:v>
                </c:pt>
                <c:pt idx="2178">
                  <c:v>1423.47384394</c:v>
                </c:pt>
                <c:pt idx="2179">
                  <c:v>1436.57259546</c:v>
                </c:pt>
                <c:pt idx="2180">
                  <c:v>1482.42695184</c:v>
                </c:pt>
                <c:pt idx="2181">
                  <c:v>1518.67245045</c:v>
                </c:pt>
                <c:pt idx="2182">
                  <c:v>1364.71826799</c:v>
                </c:pt>
                <c:pt idx="2183">
                  <c:v>1333.28137716</c:v>
                </c:pt>
                <c:pt idx="2184">
                  <c:v>1266.48339086</c:v>
                </c:pt>
                <c:pt idx="2185">
                  <c:v>1300.15484714</c:v>
                </c:pt>
                <c:pt idx="2186">
                  <c:v>1291.48626595</c:v>
                </c:pt>
                <c:pt idx="2187">
                  <c:v>1295.51115222</c:v>
                </c:pt>
                <c:pt idx="2188">
                  <c:v>1304.17969663</c:v>
                </c:pt>
                <c:pt idx="2189">
                  <c:v>1303.25072959</c:v>
                </c:pt>
                <c:pt idx="2190">
                  <c:v>1306.96578852</c:v>
                </c:pt>
                <c:pt idx="2191">
                  <c:v>1305.52111695</c:v>
                </c:pt>
                <c:pt idx="2192">
                  <c:v>1300.15484714</c:v>
                </c:pt>
                <c:pt idx="2193">
                  <c:v>1285.08810889</c:v>
                </c:pt>
                <c:pt idx="2194">
                  <c:v>1285.08810889</c:v>
                </c:pt>
                <c:pt idx="2195">
                  <c:v>1273.96735633</c:v>
                </c:pt>
                <c:pt idx="2196">
                  <c:v>1275.84349824</c:v>
                </c:pt>
                <c:pt idx="2197">
                  <c:v>1281.68000818</c:v>
                </c:pt>
                <c:pt idx="2198">
                  <c:v>1294.08248146</c:v>
                </c:pt>
                <c:pt idx="2199">
                  <c:v>1288.45442356</c:v>
                </c:pt>
                <c:pt idx="2200">
                  <c:v>1292.41482837</c:v>
                </c:pt>
                <c:pt idx="2201">
                  <c:v>1292.09821245</c:v>
                </c:pt>
                <c:pt idx="2202">
                  <c:v>1294.71059725</c:v>
                </c:pt>
                <c:pt idx="2203">
                  <c:v>1307.35495567</c:v>
                </c:pt>
                <c:pt idx="2204">
                  <c:v>1303.48862027</c:v>
                </c:pt>
                <c:pt idx="2205">
                  <c:v>1315.50581899</c:v>
                </c:pt>
                <c:pt idx="2206">
                  <c:v>1324.49284607</c:v>
                </c:pt>
                <c:pt idx="2207">
                  <c:v>1325.64246061</c:v>
                </c:pt>
                <c:pt idx="2208">
                  <c:v>1329.50872224</c:v>
                </c:pt>
                <c:pt idx="2209">
                  <c:v>1324.38839936</c:v>
                </c:pt>
                <c:pt idx="2210">
                  <c:v>1324.07465355</c:v>
                </c:pt>
                <c:pt idx="2211">
                  <c:v>1327.2098251</c:v>
                </c:pt>
                <c:pt idx="2212">
                  <c:v>1328.25469788</c:v>
                </c:pt>
                <c:pt idx="2213">
                  <c:v>1320.41739597</c:v>
                </c:pt>
                <c:pt idx="2214">
                  <c:v>1322.08928093</c:v>
                </c:pt>
                <c:pt idx="2215">
                  <c:v>1317.70049071</c:v>
                </c:pt>
                <c:pt idx="2216">
                  <c:v>1324.59744031</c:v>
                </c:pt>
                <c:pt idx="2217">
                  <c:v>1327.94135775</c:v>
                </c:pt>
                <c:pt idx="2218">
                  <c:v>1313.93849138</c:v>
                </c:pt>
                <c:pt idx="2219">
                  <c:v>1305.36947241</c:v>
                </c:pt>
                <c:pt idx="2220">
                  <c:v>1287.18659859</c:v>
                </c:pt>
                <c:pt idx="2221">
                  <c:v>1294.71059725</c:v>
                </c:pt>
                <c:pt idx="2222">
                  <c:v>1294.60626118</c:v>
                </c:pt>
                <c:pt idx="2223">
                  <c:v>1307.55990204</c:v>
                </c:pt>
                <c:pt idx="2224">
                  <c:v>1318.14097019</c:v>
                </c:pt>
                <c:pt idx="2225">
                  <c:v>1309.8426683</c:v>
                </c:pt>
                <c:pt idx="2226">
                  <c:v>1379.03227373</c:v>
                </c:pt>
                <c:pt idx="2227">
                  <c:v>1377.43395745</c:v>
                </c:pt>
                <c:pt idx="2228">
                  <c:v>1359.38632602</c:v>
                </c:pt>
                <c:pt idx="2229">
                  <c:v>1327.10837967</c:v>
                </c:pt>
                <c:pt idx="2230">
                  <c:v>1372.94936454</c:v>
                </c:pt>
                <c:pt idx="2231">
                  <c:v>1351.17149384</c:v>
                </c:pt>
                <c:pt idx="2232">
                  <c:v>1382.07519801</c:v>
                </c:pt>
                <c:pt idx="2233">
                  <c:v>1413.40338777</c:v>
                </c:pt>
                <c:pt idx="2234">
                  <c:v>1405.07842446</c:v>
                </c:pt>
                <c:pt idx="2235">
                  <c:v>1380.93725549</c:v>
                </c:pt>
                <c:pt idx="2236">
                  <c:v>1401.02189378</c:v>
                </c:pt>
                <c:pt idx="2237">
                  <c:v>1381.32022521</c:v>
                </c:pt>
                <c:pt idx="2238">
                  <c:v>1391.84420421</c:v>
                </c:pt>
                <c:pt idx="2239">
                  <c:v>1438.17405963</c:v>
                </c:pt>
                <c:pt idx="2240">
                  <c:v>1446.27164116</c:v>
                </c:pt>
                <c:pt idx="2241">
                  <c:v>1466.15471574</c:v>
                </c:pt>
                <c:pt idx="2242">
                  <c:v>1461.26180018</c:v>
                </c:pt>
                <c:pt idx="2243">
                  <c:v>1501.23855761</c:v>
                </c:pt>
                <c:pt idx="2244">
                  <c:v>1507.66191388</c:v>
                </c:pt>
                <c:pt idx="2245">
                  <c:v>1512.42270655</c:v>
                </c:pt>
                <c:pt idx="2246">
                  <c:v>1533.98159646</c:v>
                </c:pt>
                <c:pt idx="2247">
                  <c:v>1542.49472448</c:v>
                </c:pt>
                <c:pt idx="2248">
                  <c:v>1554.53748392</c:v>
                </c:pt>
                <c:pt idx="2249">
                  <c:v>1500.80559851</c:v>
                </c:pt>
                <c:pt idx="2250">
                  <c:v>1506.68214209</c:v>
                </c:pt>
                <c:pt idx="2251">
                  <c:v>1497.15524174</c:v>
                </c:pt>
                <c:pt idx="2252">
                  <c:v>1503.96922997</c:v>
                </c:pt>
                <c:pt idx="2253">
                  <c:v>1537.81914399</c:v>
                </c:pt>
                <c:pt idx="2254">
                  <c:v>1552.08682942</c:v>
                </c:pt>
                <c:pt idx="2255">
                  <c:v>1570.41931697</c:v>
                </c:pt>
                <c:pt idx="2256">
                  <c:v>1559.16393284</c:v>
                </c:pt>
                <c:pt idx="2257">
                  <c:v>1551.03065084</c:v>
                </c:pt>
                <c:pt idx="2258">
                  <c:v>1553.47481858</c:v>
                </c:pt>
                <c:pt idx="2259">
                  <c:v>1547.56311435</c:v>
                </c:pt>
                <c:pt idx="2260">
                  <c:v>1559.40951946</c:v>
                </c:pt>
                <c:pt idx="2261">
                  <c:v>1584.50662327</c:v>
                </c:pt>
                <c:pt idx="2262">
                  <c:v>1582.75276063</c:v>
                </c:pt>
                <c:pt idx="2263">
                  <c:v>1585.83269443</c:v>
                </c:pt>
                <c:pt idx="2264">
                  <c:v>1596.75015583</c:v>
                </c:pt>
                <c:pt idx="2265">
                  <c:v>1548.40309047</c:v>
                </c:pt>
                <c:pt idx="2266">
                  <c:v>1576.69615877</c:v>
                </c:pt>
                <c:pt idx="2267">
                  <c:v>1554.56006437</c:v>
                </c:pt>
                <c:pt idx="2268">
                  <c:v>1624.80603406</c:v>
                </c:pt>
                <c:pt idx="2269">
                  <c:v>1660.78289792</c:v>
                </c:pt>
                <c:pt idx="2270">
                  <c:v>1618.4922399</c:v>
                </c:pt>
                <c:pt idx="2271">
                  <c:v>1620.0518523</c:v>
                </c:pt>
                <c:pt idx="2272">
                  <c:v>1636.41026134</c:v>
                </c:pt>
                <c:pt idx="2273">
                  <c:v>1624.53097396</c:v>
                </c:pt>
                <c:pt idx="2274">
                  <c:v>1593.07619942</c:v>
                </c:pt>
                <c:pt idx="2275">
                  <c:v>1638.37834088</c:v>
                </c:pt>
                <c:pt idx="2276">
                  <c:v>1708.18711943</c:v>
                </c:pt>
                <c:pt idx="2277">
                  <c:v>1732.71211447</c:v>
                </c:pt>
                <c:pt idx="2278">
                  <c:v>1718.07969226</c:v>
                </c:pt>
                <c:pt idx="2279">
                  <c:v>1749.07052216</c:v>
                </c:pt>
                <c:pt idx="2280">
                  <c:v>1749.46216531</c:v>
                </c:pt>
                <c:pt idx="2281">
                  <c:v>1647.99299512</c:v>
                </c:pt>
                <c:pt idx="2282">
                  <c:v>1667.65680926</c:v>
                </c:pt>
                <c:pt idx="2283">
                  <c:v>1589.51940598</c:v>
                </c:pt>
                <c:pt idx="2284">
                  <c:v>1666.81015108</c:v>
                </c:pt>
                <c:pt idx="2285">
                  <c:v>1719.54021018</c:v>
                </c:pt>
                <c:pt idx="2286">
                  <c:v>1711.28530142</c:v>
                </c:pt>
                <c:pt idx="2287">
                  <c:v>1751.54152797</c:v>
                </c:pt>
                <c:pt idx="2288">
                  <c:v>1765.50261061</c:v>
                </c:pt>
                <c:pt idx="2289">
                  <c:v>1794.2457539</c:v>
                </c:pt>
                <c:pt idx="2290">
                  <c:v>1794.57811369</c:v>
                </c:pt>
                <c:pt idx="2291">
                  <c:v>1787.91801482</c:v>
                </c:pt>
                <c:pt idx="2292">
                  <c:v>1801.52602849</c:v>
                </c:pt>
                <c:pt idx="2293">
                  <c:v>1822.74510611</c:v>
                </c:pt>
                <c:pt idx="2294">
                  <c:v>1818.02644742</c:v>
                </c:pt>
                <c:pt idx="2295">
                  <c:v>1804.59043917</c:v>
                </c:pt>
                <c:pt idx="2296">
                  <c:v>1788.12476235</c:v>
                </c:pt>
                <c:pt idx="2297">
                  <c:v>1781.26058985</c:v>
                </c:pt>
                <c:pt idx="2298">
                  <c:v>1710.51476097</c:v>
                </c:pt>
                <c:pt idx="2299">
                  <c:v>1704.17292573</c:v>
                </c:pt>
                <c:pt idx="2300">
                  <c:v>1739.80196098</c:v>
                </c:pt>
                <c:pt idx="2301">
                  <c:v>1625.90098997</c:v>
                </c:pt>
                <c:pt idx="2302">
                  <c:v>1627.67016802</c:v>
                </c:pt>
                <c:pt idx="2303">
                  <c:v>1683.90870157</c:v>
                </c:pt>
                <c:pt idx="2304">
                  <c:v>1663.69524241</c:v>
                </c:pt>
                <c:pt idx="2305">
                  <c:v>1636.89262609</c:v>
                </c:pt>
                <c:pt idx="2306">
                  <c:v>1612.65029765</c:v>
                </c:pt>
                <c:pt idx="2307">
                  <c:v>1649.74775376</c:v>
                </c:pt>
                <c:pt idx="2308">
                  <c:v>1635.25183772</c:v>
                </c:pt>
                <c:pt idx="2309">
                  <c:v>1712.63887535</c:v>
                </c:pt>
                <c:pt idx="2310">
                  <c:v>1721.31157722</c:v>
                </c:pt>
                <c:pt idx="2311">
                  <c:v>1775.40531528</c:v>
                </c:pt>
                <c:pt idx="2312">
                  <c:v>1763.49588822</c:v>
                </c:pt>
                <c:pt idx="2313">
                  <c:v>1790.47402821</c:v>
                </c:pt>
                <c:pt idx="2314">
                  <c:v>1796.33949975</c:v>
                </c:pt>
                <c:pt idx="2315">
                  <c:v>1811.2599896</c:v>
                </c:pt>
                <c:pt idx="2316">
                  <c:v>1730.88158506</c:v>
                </c:pt>
                <c:pt idx="2317">
                  <c:v>1737.32284041</c:v>
                </c:pt>
                <c:pt idx="2318">
                  <c:v>1782.84047047</c:v>
                </c:pt>
                <c:pt idx="2319">
                  <c:v>1761.43524281</c:v>
                </c:pt>
                <c:pt idx="2320">
                  <c:v>1721.73159389</c:v>
                </c:pt>
                <c:pt idx="2321">
                  <c:v>1729.81372807</c:v>
                </c:pt>
                <c:pt idx="2322">
                  <c:v>1786.25092669</c:v>
                </c:pt>
                <c:pt idx="2323">
                  <c:v>1784.07358333</c:v>
                </c:pt>
                <c:pt idx="2324">
                  <c:v>1768.03460601</c:v>
                </c:pt>
                <c:pt idx="2325">
                  <c:v>1800.24662697</c:v>
                </c:pt>
                <c:pt idx="2326">
                  <c:v>1847.90405007</c:v>
                </c:pt>
                <c:pt idx="2327">
                  <c:v>1910.73306192</c:v>
                </c:pt>
                <c:pt idx="2328">
                  <c:v>1904.90930298</c:v>
                </c:pt>
                <c:pt idx="2329">
                  <c:v>1909.05433409</c:v>
                </c:pt>
                <c:pt idx="2330">
                  <c:v>1937.12599618</c:v>
                </c:pt>
                <c:pt idx="2331">
                  <c:v>1959.50746896</c:v>
                </c:pt>
                <c:pt idx="2332">
                  <c:v>1958.63902282</c:v>
                </c:pt>
                <c:pt idx="2333">
                  <c:v>1984.54634445</c:v>
                </c:pt>
                <c:pt idx="2334">
                  <c:v>1953.54302169</c:v>
                </c:pt>
                <c:pt idx="2335">
                  <c:v>1999.08967879</c:v>
                </c:pt>
                <c:pt idx="2336">
                  <c:v>2011.76017896</c:v>
                </c:pt>
                <c:pt idx="2337">
                  <c:v>1980.60466323</c:v>
                </c:pt>
                <c:pt idx="2338">
                  <c:v>1953.73253323</c:v>
                </c:pt>
                <c:pt idx="2339">
                  <c:v>1988.69894558</c:v>
                </c:pt>
                <c:pt idx="2340">
                  <c:v>1941.110426</c:v>
                </c:pt>
                <c:pt idx="2341">
                  <c:v>1984.7304042</c:v>
                </c:pt>
                <c:pt idx="2342">
                  <c:v>2001.51542123</c:v>
                </c:pt>
                <c:pt idx="2343">
                  <c:v>1987.61040293</c:v>
                </c:pt>
                <c:pt idx="2344">
                  <c:v>1971.57491303</c:v>
                </c:pt>
                <c:pt idx="2345">
                  <c:v>1989.7588786</c:v>
                </c:pt>
                <c:pt idx="2346">
                  <c:v>1966.63179604</c:v>
                </c:pt>
                <c:pt idx="2347">
                  <c:v>1961.13394492</c:v>
                </c:pt>
                <c:pt idx="2348">
                  <c:v>1903.94407674</c:v>
                </c:pt>
                <c:pt idx="2349">
                  <c:v>1894.80410986</c:v>
                </c:pt>
                <c:pt idx="2350">
                  <c:v>1928.91530136</c:v>
                </c:pt>
                <c:pt idx="2351">
                  <c:v>1959.90345546</c:v>
                </c:pt>
                <c:pt idx="2352">
                  <c:v>1874.09258754</c:v>
                </c:pt>
                <c:pt idx="2353">
                  <c:v>1860.42206374</c:v>
                </c:pt>
                <c:pt idx="2354">
                  <c:v>1765.48920171</c:v>
                </c:pt>
                <c:pt idx="2355">
                  <c:v>1799.26245158</c:v>
                </c:pt>
                <c:pt idx="2356">
                  <c:v>1839.10636075</c:v>
                </c:pt>
                <c:pt idx="2357">
                  <c:v>1830.62961945</c:v>
                </c:pt>
                <c:pt idx="2358">
                  <c:v>1810.77264228</c:v>
                </c:pt>
                <c:pt idx="2359">
                  <c:v>1808.68024224</c:v>
                </c:pt>
                <c:pt idx="2360">
                  <c:v>1871.98963775</c:v>
                </c:pt>
                <c:pt idx="2361">
                  <c:v>1855.41912151</c:v>
                </c:pt>
                <c:pt idx="2362">
                  <c:v>1910.74323318</c:v>
                </c:pt>
                <c:pt idx="2363">
                  <c:v>1910.47374351</c:v>
                </c:pt>
                <c:pt idx="2364">
                  <c:v>1921.63387418</c:v>
                </c:pt>
                <c:pt idx="2365">
                  <c:v>1911.63727398</c:v>
                </c:pt>
                <c:pt idx="2366">
                  <c:v>1923.81937282</c:v>
                </c:pt>
                <c:pt idx="2367">
                  <c:v>1913.29267314</c:v>
                </c:pt>
                <c:pt idx="2368">
                  <c:v>1921.56839034</c:v>
                </c:pt>
                <c:pt idx="2369">
                  <c:v>1884.79891588</c:v>
                </c:pt>
                <c:pt idx="2370">
                  <c:v>1946.96005473</c:v>
                </c:pt>
                <c:pt idx="2371">
                  <c:v>1953.97532879</c:v>
                </c:pt>
                <c:pt idx="2372">
                  <c:v>1954.53589178</c:v>
                </c:pt>
                <c:pt idx="2373">
                  <c:v>1953.50551753</c:v>
                </c:pt>
                <c:pt idx="2374">
                  <c:v>1992.07817227</c:v>
                </c:pt>
                <c:pt idx="2375">
                  <c:v>2002.9885481</c:v>
                </c:pt>
                <c:pt idx="2376">
                  <c:v>2033.78709024</c:v>
                </c:pt>
                <c:pt idx="2377">
                  <c:v>2009.88619991</c:v>
                </c:pt>
                <c:pt idx="2378">
                  <c:v>1990.78620104</c:v>
                </c:pt>
                <c:pt idx="2379">
                  <c:v>2026.73411429</c:v>
                </c:pt>
                <c:pt idx="2380">
                  <c:v>1982.80307175</c:v>
                </c:pt>
                <c:pt idx="2381">
                  <c:v>2018.95115529</c:v>
                </c:pt>
                <c:pt idx="2382">
                  <c:v>2055.4262339</c:v>
                </c:pt>
                <c:pt idx="2383">
                  <c:v>2054.28138258</c:v>
                </c:pt>
                <c:pt idx="2384">
                  <c:v>2083.3563912</c:v>
                </c:pt>
                <c:pt idx="2385">
                  <c:v>2084.0824809</c:v>
                </c:pt>
                <c:pt idx="2386">
                  <c:v>2128.88612722</c:v>
                </c:pt>
                <c:pt idx="2387">
                  <c:v>2143.56537733</c:v>
                </c:pt>
                <c:pt idx="2388">
                  <c:v>2141.46892487</c:v>
                </c:pt>
                <c:pt idx="2389">
                  <c:v>2145.36122646</c:v>
                </c:pt>
                <c:pt idx="2390">
                  <c:v>2190.18773828</c:v>
                </c:pt>
                <c:pt idx="2391">
                  <c:v>2198.89710707</c:v>
                </c:pt>
                <c:pt idx="2392">
                  <c:v>2211.35050183</c:v>
                </c:pt>
                <c:pt idx="2393">
                  <c:v>2180.14125328</c:v>
                </c:pt>
                <c:pt idx="2394">
                  <c:v>2215.26112705</c:v>
                </c:pt>
                <c:pt idx="2395">
                  <c:v>2234.3106773</c:v>
                </c:pt>
                <c:pt idx="2396">
                  <c:v>2228.94493945</c:v>
                </c:pt>
                <c:pt idx="2397">
                  <c:v>2237.41955451</c:v>
                </c:pt>
                <c:pt idx="2398">
                  <c:v>2210.54231577</c:v>
                </c:pt>
                <c:pt idx="2399">
                  <c:v>2170.68565168</c:v>
                </c:pt>
                <c:pt idx="2400">
                  <c:v>2125.29007945</c:v>
                </c:pt>
                <c:pt idx="2401">
                  <c:v>2178.90753715</c:v>
                </c:pt>
                <c:pt idx="2402">
                  <c:v>2215.81460166</c:v>
                </c:pt>
                <c:pt idx="2403">
                  <c:v>2237.83610962</c:v>
                </c:pt>
                <c:pt idx="2404">
                  <c:v>2290.61247771</c:v>
                </c:pt>
                <c:pt idx="2405">
                  <c:v>2298.74564366</c:v>
                </c:pt>
                <c:pt idx="2406">
                  <c:v>2251.00897805</c:v>
                </c:pt>
                <c:pt idx="2407">
                  <c:v>2265.11154426</c:v>
                </c:pt>
                <c:pt idx="2408">
                  <c:v>2277.35160373</c:v>
                </c:pt>
                <c:pt idx="2409">
                  <c:v>2253.87473634</c:v>
                </c:pt>
                <c:pt idx="2410">
                  <c:v>2251.8591767</c:v>
                </c:pt>
                <c:pt idx="2411">
                  <c:v>2285.93028372</c:v>
                </c:pt>
                <c:pt idx="2412">
                  <c:v>2281.25393953</c:v>
                </c:pt>
                <c:pt idx="2413">
                  <c:v>2312.19775147</c:v>
                </c:pt>
                <c:pt idx="2414">
                  <c:v>2296.71472203</c:v>
                </c:pt>
                <c:pt idx="2415">
                  <c:v>2303.43635186</c:v>
                </c:pt>
                <c:pt idx="2416">
                  <c:v>2290.74167454</c:v>
                </c:pt>
                <c:pt idx="2417">
                  <c:v>2288.16914097</c:v>
                </c:pt>
                <c:pt idx="2418">
                  <c:v>2303.25390624</c:v>
                </c:pt>
                <c:pt idx="2419">
                  <c:v>2318.99811443</c:v>
                </c:pt>
                <c:pt idx="2420">
                  <c:v>2324.99861848</c:v>
                </c:pt>
                <c:pt idx="2421">
                  <c:v>2281.95767655</c:v>
                </c:pt>
                <c:pt idx="2422">
                  <c:v>2229.19087697</c:v>
                </c:pt>
                <c:pt idx="2423">
                  <c:v>2248.14642015</c:v>
                </c:pt>
                <c:pt idx="2424">
                  <c:v>2294.56723089</c:v>
                </c:pt>
                <c:pt idx="2425">
                  <c:v>2361.85996061</c:v>
                </c:pt>
                <c:pt idx="2426">
                  <c:v>2375.40401584</c:v>
                </c:pt>
                <c:pt idx="2427">
                  <c:v>2378.81156163</c:v>
                </c:pt>
                <c:pt idx="2428">
                  <c:v>2349.44501922</c:v>
                </c:pt>
                <c:pt idx="2429">
                  <c:v>2398.98226108</c:v>
                </c:pt>
                <c:pt idx="2430">
                  <c:v>2446.77490027</c:v>
                </c:pt>
                <c:pt idx="2431">
                  <c:v>2443.20862278</c:v>
                </c:pt>
                <c:pt idx="2432">
                  <c:v>2447.10545792</c:v>
                </c:pt>
                <c:pt idx="2433">
                  <c:v>2451.25504225</c:v>
                </c:pt>
                <c:pt idx="2434">
                  <c:v>2463.93729637</c:v>
                </c:pt>
                <c:pt idx="2435">
                  <c:v>2456.9592868</c:v>
                </c:pt>
                <c:pt idx="2436">
                  <c:v>2442.2261516</c:v>
                </c:pt>
                <c:pt idx="2437">
                  <c:v>2421.30933904</c:v>
                </c:pt>
                <c:pt idx="2438">
                  <c:v>2384.02757709</c:v>
                </c:pt>
                <c:pt idx="2439">
                  <c:v>2385.48643872</c:v>
                </c:pt>
                <c:pt idx="2440">
                  <c:v>2366.56789076</c:v>
                </c:pt>
                <c:pt idx="2441">
                  <c:v>2406.33626363</c:v>
                </c:pt>
                <c:pt idx="2442">
                  <c:v>2402.71555398</c:v>
                </c:pt>
                <c:pt idx="2443">
                  <c:v>2345.61787278</c:v>
                </c:pt>
                <c:pt idx="2444">
                  <c:v>2246.85179712</c:v>
                </c:pt>
                <c:pt idx="2445">
                  <c:v>2245.0958235</c:v>
                </c:pt>
                <c:pt idx="2446">
                  <c:v>2291.54539326</c:v>
                </c:pt>
                <c:pt idx="2447">
                  <c:v>2341.61861322</c:v>
                </c:pt>
                <c:pt idx="2448">
                  <c:v>2347.43949784</c:v>
                </c:pt>
                <c:pt idx="2449">
                  <c:v>2320.28001746</c:v>
                </c:pt>
                <c:pt idx="2450">
                  <c:v>2196.06585413</c:v>
                </c:pt>
                <c:pt idx="2451">
                  <c:v>2191.52887715</c:v>
                </c:pt>
                <c:pt idx="2452">
                  <c:v>2169.92375272</c:v>
                </c:pt>
                <c:pt idx="2453">
                  <c:v>2193.20173302</c:v>
                </c:pt>
                <c:pt idx="2454">
                  <c:v>2158.72421486</c:v>
                </c:pt>
                <c:pt idx="2455">
                  <c:v>2206.02691285</c:v>
                </c:pt>
                <c:pt idx="2456">
                  <c:v>2229.46837198</c:v>
                </c:pt>
                <c:pt idx="2457">
                  <c:v>2268.13988268</c:v>
                </c:pt>
                <c:pt idx="2458">
                  <c:v>2250.16673077</c:v>
                </c:pt>
                <c:pt idx="2459">
                  <c:v>2219.58671351</c:v>
                </c:pt>
                <c:pt idx="2460">
                  <c:v>2202.86596548</c:v>
                </c:pt>
                <c:pt idx="2461">
                  <c:v>2231.33392326</c:v>
                </c:pt>
                <c:pt idx="2462">
                  <c:v>2310.30411455</c:v>
                </c:pt>
                <c:pt idx="2463">
                  <c:v>2337.24488304</c:v>
                </c:pt>
                <c:pt idx="2464">
                  <c:v>2369.72978661</c:v>
                </c:pt>
                <c:pt idx="2465">
                  <c:v>2406.99720287</c:v>
                </c:pt>
                <c:pt idx="2466">
                  <c:v>2414.02142047</c:v>
                </c:pt>
                <c:pt idx="2467">
                  <c:v>2430.9445869</c:v>
                </c:pt>
                <c:pt idx="2468">
                  <c:v>2401.42599681</c:v>
                </c:pt>
                <c:pt idx="2469">
                  <c:v>2441.8872157</c:v>
                </c:pt>
                <c:pt idx="2470">
                  <c:v>2450.88353023</c:v>
                </c:pt>
                <c:pt idx="2471">
                  <c:v>2445.46478885</c:v>
                </c:pt>
                <c:pt idx="2472">
                  <c:v>2497.90053362</c:v>
                </c:pt>
                <c:pt idx="2473">
                  <c:v>2517.53833693</c:v>
                </c:pt>
                <c:pt idx="2474">
                  <c:v>2533.24526796</c:v>
                </c:pt>
                <c:pt idx="2475">
                  <c:v>2560.43143997</c:v>
                </c:pt>
                <c:pt idx="2476">
                  <c:v>2615.31767436</c:v>
                </c:pt>
                <c:pt idx="2477">
                  <c:v>2671.18872833</c:v>
                </c:pt>
                <c:pt idx="2478">
                  <c:v>2683.56128377</c:v>
                </c:pt>
                <c:pt idx="2479">
                  <c:v>2675.98920955</c:v>
                </c:pt>
                <c:pt idx="2480">
                  <c:v>2640.0847361</c:v>
                </c:pt>
                <c:pt idx="2481">
                  <c:v>2570.68109735</c:v>
                </c:pt>
                <c:pt idx="2482">
                  <c:v>2585.01964243</c:v>
                </c:pt>
                <c:pt idx="2483">
                  <c:v>2637.25955048</c:v>
                </c:pt>
                <c:pt idx="2484">
                  <c:v>2637.42707857</c:v>
                </c:pt>
                <c:pt idx="2485">
                  <c:v>2671.77249171</c:v>
                </c:pt>
                <c:pt idx="2486">
                  <c:v>2669.66865224</c:v>
                </c:pt>
                <c:pt idx="2487">
                  <c:v>2715.76960625</c:v>
                </c:pt>
                <c:pt idx="2488">
                  <c:v>2737.85950593</c:v>
                </c:pt>
                <c:pt idx="2489">
                  <c:v>2683.13265642</c:v>
                </c:pt>
                <c:pt idx="2490">
                  <c:v>2666.2733855</c:v>
                </c:pt>
                <c:pt idx="2491">
                  <c:v>2678.27321401</c:v>
                </c:pt>
                <c:pt idx="2492">
                  <c:v>2568.40923258</c:v>
                </c:pt>
                <c:pt idx="2493">
                  <c:v>2668.69790809</c:v>
                </c:pt>
                <c:pt idx="2494">
                  <c:v>2576.23906824</c:v>
                </c:pt>
                <c:pt idx="2495">
                  <c:v>2490.26537805</c:v>
                </c:pt>
                <c:pt idx="2496">
                  <c:v>2533.28998974</c:v>
                </c:pt>
                <c:pt idx="2497">
                  <c:v>2458.64450212</c:v>
                </c:pt>
                <c:pt idx="2498">
                  <c:v>2501.36609155</c:v>
                </c:pt>
                <c:pt idx="2499">
                  <c:v>2579.01913198</c:v>
                </c:pt>
                <c:pt idx="2500">
                  <c:v>2587.85106827</c:v>
                </c:pt>
                <c:pt idx="2501">
                  <c:v>2550.28493525</c:v>
                </c:pt>
                <c:pt idx="2502">
                  <c:v>2585.40827915</c:v>
                </c:pt>
                <c:pt idx="2503">
                  <c:v>2547.27265698</c:v>
                </c:pt>
                <c:pt idx="2504">
                  <c:v>2523.63208832</c:v>
                </c:pt>
                <c:pt idx="2505">
                  <c:v>2586.74861587</c:v>
                </c:pt>
                <c:pt idx="2506">
                  <c:v>2533.38938638</c:v>
                </c:pt>
                <c:pt idx="2507">
                  <c:v>2509.49615466</c:v>
                </c:pt>
                <c:pt idx="2508">
                  <c:v>2480.86372877</c:v>
                </c:pt>
                <c:pt idx="2509">
                  <c:v>2536.20947208</c:v>
                </c:pt>
                <c:pt idx="2510">
                  <c:v>2568.88519796</c:v>
                </c:pt>
                <c:pt idx="2511">
                  <c:v>2593.36049934</c:v>
                </c:pt>
                <c:pt idx="2512">
                  <c:v>2643.94997101</c:v>
                </c:pt>
                <c:pt idx="2513">
                  <c:v>2636.24952937</c:v>
                </c:pt>
                <c:pt idx="2514">
                  <c:v>2637.07489016</c:v>
                </c:pt>
                <c:pt idx="2515">
                  <c:v>2627.37527901</c:v>
                </c:pt>
                <c:pt idx="2516">
                  <c:v>2613.79652113</c:v>
                </c:pt>
                <c:pt idx="2517">
                  <c:v>2635.65206912</c:v>
                </c:pt>
                <c:pt idx="2518">
                  <c:v>2633.60871111</c:v>
                </c:pt>
                <c:pt idx="2519">
                  <c:v>2581.10790946</c:v>
                </c:pt>
                <c:pt idx="2520">
                  <c:v>2584.10706961</c:v>
                </c:pt>
                <c:pt idx="2521">
                  <c:v>2572.5577166</c:v>
                </c:pt>
                <c:pt idx="2522">
                  <c:v>2574.07969128</c:v>
                </c:pt>
                <c:pt idx="2523">
                  <c:v>2597.39140183</c:v>
                </c:pt>
                <c:pt idx="2524">
                  <c:v>2601.63489542</c:v>
                </c:pt>
                <c:pt idx="2525">
                  <c:v>2567.90034643</c:v>
                </c:pt>
                <c:pt idx="2526">
                  <c:v>2572.65386967</c:v>
                </c:pt>
                <c:pt idx="2527">
                  <c:v>2526.36895293</c:v>
                </c:pt>
                <c:pt idx="2528">
                  <c:v>2496.85939457</c:v>
                </c:pt>
                <c:pt idx="2529">
                  <c:v>2463.06672051</c:v>
                </c:pt>
                <c:pt idx="2530">
                  <c:v>2414.38096454</c:v>
                </c:pt>
                <c:pt idx="2531">
                  <c:v>2419.94953801</c:v>
                </c:pt>
                <c:pt idx="2532">
                  <c:v>2420.82010367</c:v>
                </c:pt>
                <c:pt idx="2533">
                  <c:v>2410.03014379</c:v>
                </c:pt>
                <c:pt idx="2534">
                  <c:v>2404.63551812</c:v>
                </c:pt>
                <c:pt idx="2535">
                  <c:v>2421.5157768</c:v>
                </c:pt>
                <c:pt idx="2536">
                  <c:v>2431.08727541</c:v>
                </c:pt>
                <c:pt idx="2537">
                  <c:v>2439.26201014</c:v>
                </c:pt>
                <c:pt idx="2538">
                  <c:v>2450.41006754</c:v>
                </c:pt>
                <c:pt idx="2539">
                  <c:v>2435.08166591</c:v>
                </c:pt>
                <c:pt idx="2540">
                  <c:v>2429.68198074</c:v>
                </c:pt>
                <c:pt idx="2541">
                  <c:v>2433.16566003</c:v>
                </c:pt>
                <c:pt idx="2542">
                  <c:v>2444.31359923</c:v>
                </c:pt>
                <c:pt idx="2543">
                  <c:v>2450.75828181</c:v>
                </c:pt>
                <c:pt idx="2544">
                  <c:v>2427.41764239</c:v>
                </c:pt>
                <c:pt idx="2545">
                  <c:v>2418.01195653</c:v>
                </c:pt>
                <c:pt idx="2546">
                  <c:v>2407.56044587</c:v>
                </c:pt>
                <c:pt idx="2547">
                  <c:v>2420.97272342</c:v>
                </c:pt>
                <c:pt idx="2548">
                  <c:v>2422.71462216</c:v>
                </c:pt>
                <c:pt idx="2549">
                  <c:v>2407.56044587</c:v>
                </c:pt>
                <c:pt idx="2550">
                  <c:v>2408.77978681</c:v>
                </c:pt>
                <c:pt idx="2551">
                  <c:v>2396.58708659</c:v>
                </c:pt>
                <c:pt idx="2552">
                  <c:v>2379.69089336</c:v>
                </c:pt>
                <c:pt idx="2553">
                  <c:v>2370.45931463</c:v>
                </c:pt>
                <c:pt idx="2554">
                  <c:v>2410.17347128</c:v>
                </c:pt>
                <c:pt idx="2555">
                  <c:v>2404.59944258</c:v>
                </c:pt>
                <c:pt idx="2556">
                  <c:v>2380.73165945</c:v>
                </c:pt>
                <c:pt idx="2557">
                  <c:v>2411.59221679</c:v>
                </c:pt>
                <c:pt idx="2558">
                  <c:v>2416.64874103</c:v>
                </c:pt>
                <c:pt idx="2559">
                  <c:v>2414.03339946</c:v>
                </c:pt>
                <c:pt idx="2560">
                  <c:v>2389.97249358</c:v>
                </c:pt>
                <c:pt idx="2561">
                  <c:v>2376.37271738</c:v>
                </c:pt>
                <c:pt idx="2562">
                  <c:v>2396.59822277</c:v>
                </c:pt>
                <c:pt idx="2563">
                  <c:v>2387.70606141</c:v>
                </c:pt>
                <c:pt idx="2564">
                  <c:v>2380.20870945</c:v>
                </c:pt>
                <c:pt idx="2565">
                  <c:v>2387.70606141</c:v>
                </c:pt>
                <c:pt idx="2566">
                  <c:v>2404.96696087</c:v>
                </c:pt>
                <c:pt idx="2567">
                  <c:v>2418.56673707</c:v>
                </c:pt>
                <c:pt idx="2568">
                  <c:v>2430.59730832</c:v>
                </c:pt>
                <c:pt idx="2569">
                  <c:v>2433.56132267</c:v>
                </c:pt>
                <c:pt idx="2570">
                  <c:v>2435.82775484</c:v>
                </c:pt>
                <c:pt idx="2571">
                  <c:v>2445.41738006</c:v>
                </c:pt>
                <c:pt idx="2572">
                  <c:v>2428.53473199</c:v>
                </c:pt>
                <c:pt idx="2573">
                  <c:v>2441.52140255</c:v>
                </c:pt>
                <c:pt idx="2574">
                  <c:v>2453.26883678</c:v>
                </c:pt>
                <c:pt idx="2575">
                  <c:v>2498.62823794</c:v>
                </c:pt>
                <c:pt idx="2576">
                  <c:v>2568.68784515</c:v>
                </c:pt>
                <c:pt idx="2577">
                  <c:v>2530.03961004</c:v>
                </c:pt>
                <c:pt idx="2578">
                  <c:v>2466.51187539</c:v>
                </c:pt>
                <c:pt idx="2579">
                  <c:v>2467.32145268</c:v>
                </c:pt>
                <c:pt idx="2580">
                  <c:v>2526.22650168</c:v>
                </c:pt>
                <c:pt idx="2581">
                  <c:v>2453.18301051</c:v>
                </c:pt>
                <c:pt idx="2582">
                  <c:v>2395.9031055</c:v>
                </c:pt>
                <c:pt idx="2583">
                  <c:v>2407.6871775</c:v>
                </c:pt>
                <c:pt idx="2584">
                  <c:v>2376.39292138</c:v>
                </c:pt>
                <c:pt idx="2585">
                  <c:v>2307.12460036</c:v>
                </c:pt>
                <c:pt idx="2586">
                  <c:v>2297.73905636</c:v>
                </c:pt>
                <c:pt idx="2587">
                  <c:v>2329.52166647</c:v>
                </c:pt>
                <c:pt idx="2588">
                  <c:v>2294.09770703</c:v>
                </c:pt>
                <c:pt idx="2589">
                  <c:v>2292.55806565</c:v>
                </c:pt>
                <c:pt idx="2590">
                  <c:v>2333.22982782</c:v>
                </c:pt>
                <c:pt idx="2591">
                  <c:v>2331.45984927</c:v>
                </c:pt>
                <c:pt idx="2592">
                  <c:v>2295.85758078</c:v>
                </c:pt>
                <c:pt idx="2593">
                  <c:v>2232.57196773</c:v>
                </c:pt>
                <c:pt idx="2594">
                  <c:v>2247.28402162</c:v>
                </c:pt>
                <c:pt idx="2595">
                  <c:v>2221.10821079</c:v>
                </c:pt>
                <c:pt idx="2596">
                  <c:v>2223.47006278</c:v>
                </c:pt>
                <c:pt idx="2597">
                  <c:v>2244.92216963</c:v>
                </c:pt>
                <c:pt idx="2598">
                  <c:v>2202.41148737</c:v>
                </c:pt>
                <c:pt idx="2599">
                  <c:v>2208.11454854</c:v>
                </c:pt>
                <c:pt idx="2600">
                  <c:v>2219.33970134</c:v>
                </c:pt>
                <c:pt idx="2601">
                  <c:v>2264.83124286</c:v>
                </c:pt>
                <c:pt idx="2602">
                  <c:v>2226.23238329</c:v>
                </c:pt>
                <c:pt idx="2603">
                  <c:v>2229.7767701</c:v>
                </c:pt>
                <c:pt idx="2604">
                  <c:v>2209.29614357</c:v>
                </c:pt>
                <c:pt idx="2605">
                  <c:v>2201.81279687</c:v>
                </c:pt>
                <c:pt idx="2606">
                  <c:v>2189.99671378</c:v>
                </c:pt>
                <c:pt idx="2607">
                  <c:v>2198.85867653</c:v>
                </c:pt>
                <c:pt idx="2608">
                  <c:v>2215.40087422</c:v>
                </c:pt>
                <c:pt idx="2609">
                  <c:v>2220.52129638</c:v>
                </c:pt>
                <c:pt idx="2610">
                  <c:v>2247.89500314</c:v>
                </c:pt>
                <c:pt idx="2611">
                  <c:v>2200.04040432</c:v>
                </c:pt>
                <c:pt idx="2612">
                  <c:v>2177.9842735</c:v>
                </c:pt>
                <c:pt idx="2613">
                  <c:v>2184.48291341</c:v>
                </c:pt>
                <c:pt idx="2614">
                  <c:v>2202.9943919</c:v>
                </c:pt>
                <c:pt idx="2615">
                  <c:v>2211.65920087</c:v>
                </c:pt>
                <c:pt idx="2616">
                  <c:v>2226.62615979</c:v>
                </c:pt>
                <c:pt idx="2617">
                  <c:v>2247.10691908</c:v>
                </c:pt>
                <c:pt idx="2618">
                  <c:v>2270.93584075</c:v>
                </c:pt>
                <c:pt idx="2619">
                  <c:v>2260.4983737</c:v>
                </c:pt>
                <c:pt idx="2620">
                  <c:v>2247.49611926</c:v>
                </c:pt>
                <c:pt idx="2621">
                  <c:v>2260.5020573</c:v>
                </c:pt>
                <c:pt idx="2622">
                  <c:v>2249.86110097</c:v>
                </c:pt>
                <c:pt idx="2623">
                  <c:v>2251.43722404</c:v>
                </c:pt>
                <c:pt idx="2624">
                  <c:v>2266.21683193</c:v>
                </c:pt>
                <c:pt idx="2625">
                  <c:v>2242.76668725</c:v>
                </c:pt>
                <c:pt idx="2626">
                  <c:v>2214.78465734</c:v>
                </c:pt>
                <c:pt idx="2627">
                  <c:v>2183.84620102</c:v>
                </c:pt>
                <c:pt idx="2628">
                  <c:v>2142.06964014</c:v>
                </c:pt>
                <c:pt idx="2629">
                  <c:v>2133.59585304</c:v>
                </c:pt>
                <c:pt idx="2630">
                  <c:v>2138.3251522</c:v>
                </c:pt>
                <c:pt idx="2631">
                  <c:v>2102.85481065</c:v>
                </c:pt>
                <c:pt idx="2632">
                  <c:v>2097.33744995</c:v>
                </c:pt>
                <c:pt idx="2633">
                  <c:v>2130.04931043</c:v>
                </c:pt>
                <c:pt idx="2634">
                  <c:v>2122.76558658</c:v>
                </c:pt>
                <c:pt idx="2635">
                  <c:v>2126.9443586</c:v>
                </c:pt>
                <c:pt idx="2636">
                  <c:v>2164.75563614</c:v>
                </c:pt>
                <c:pt idx="2637">
                  <c:v>2164.95451142</c:v>
                </c:pt>
                <c:pt idx="2638">
                  <c:v>2149.83029267</c:v>
                </c:pt>
                <c:pt idx="2639">
                  <c:v>2141.67095965</c:v>
                </c:pt>
                <c:pt idx="2640">
                  <c:v>2137.29291381</c:v>
                </c:pt>
                <c:pt idx="2641">
                  <c:v>2148.03438451</c:v>
                </c:pt>
                <c:pt idx="2642">
                  <c:v>2137.67851111</c:v>
                </c:pt>
                <c:pt idx="2643">
                  <c:v>2141.46252087</c:v>
                </c:pt>
                <c:pt idx="2644">
                  <c:v>2157.3943679</c:v>
                </c:pt>
                <c:pt idx="2645">
                  <c:v>2154.60664698</c:v>
                </c:pt>
                <c:pt idx="2646">
                  <c:v>2146.64032463</c:v>
                </c:pt>
                <c:pt idx="2647">
                  <c:v>2140.86519958</c:v>
                </c:pt>
                <c:pt idx="2648">
                  <c:v>2130.31017477</c:v>
                </c:pt>
                <c:pt idx="2649">
                  <c:v>2120.55188855</c:v>
                </c:pt>
                <c:pt idx="2650">
                  <c:v>2140.86519958</c:v>
                </c:pt>
                <c:pt idx="2651">
                  <c:v>2129.71285348</c:v>
                </c:pt>
                <c:pt idx="2652">
                  <c:v>2156.59802815</c:v>
                </c:pt>
                <c:pt idx="2653">
                  <c:v>2153.21245415</c:v>
                </c:pt>
                <c:pt idx="2654">
                  <c:v>2154.40722968</c:v>
                </c:pt>
                <c:pt idx="2655">
                  <c:v>2148.23380181</c:v>
                </c:pt>
                <c:pt idx="2656">
                  <c:v>2155.00455096</c:v>
                </c:pt>
                <c:pt idx="2657">
                  <c:v>2150.82250427</c:v>
                </c:pt>
                <c:pt idx="2658">
                  <c:v>2171.33509965</c:v>
                </c:pt>
                <c:pt idx="2659">
                  <c:v>2181.09311998</c:v>
                </c:pt>
                <c:pt idx="2660">
                  <c:v>2193.04207173</c:v>
                </c:pt>
                <c:pt idx="2661">
                  <c:v>2194.43143611</c:v>
                </c:pt>
                <c:pt idx="2662">
                  <c:v>2181.07934829</c:v>
                </c:pt>
                <c:pt idx="2663">
                  <c:v>2195.35952963</c:v>
                </c:pt>
                <c:pt idx="2664">
                  <c:v>2201.51529431</c:v>
                </c:pt>
                <c:pt idx="2665">
                  <c:v>2188.59911874</c:v>
                </c:pt>
                <c:pt idx="2666">
                  <c:v>2183.03470016</c:v>
                </c:pt>
                <c:pt idx="2667">
                  <c:v>2158.57514357</c:v>
                </c:pt>
                <c:pt idx="2668">
                  <c:v>2239.36355379</c:v>
                </c:pt>
                <c:pt idx="2669">
                  <c:v>2231.21698934</c:v>
                </c:pt>
                <c:pt idx="2670">
                  <c:v>2294.50157376</c:v>
                </c:pt>
                <c:pt idx="2671">
                  <c:v>2315.78505905</c:v>
                </c:pt>
                <c:pt idx="2672">
                  <c:v>2320.18053856</c:v>
                </c:pt>
                <c:pt idx="2673">
                  <c:v>2283.57032709</c:v>
                </c:pt>
                <c:pt idx="2674">
                  <c:v>2297.90784063</c:v>
                </c:pt>
                <c:pt idx="2675">
                  <c:v>2242.00453956</c:v>
                </c:pt>
                <c:pt idx="2676">
                  <c:v>2158.22677819</c:v>
                </c:pt>
                <c:pt idx="2677">
                  <c:v>2152.56641299</c:v>
                </c:pt>
                <c:pt idx="2678">
                  <c:v>2155.64990185</c:v>
                </c:pt>
                <c:pt idx="2679">
                  <c:v>2189.49064757</c:v>
                </c:pt>
                <c:pt idx="2680">
                  <c:v>2102.99291939</c:v>
                </c:pt>
                <c:pt idx="2681">
                  <c:v>2084.18098518</c:v>
                </c:pt>
                <c:pt idx="2682">
                  <c:v>2058.89311815</c:v>
                </c:pt>
                <c:pt idx="2683">
                  <c:v>2041.56697159</c:v>
                </c:pt>
                <c:pt idx="2684">
                  <c:v>2047.19941624</c:v>
                </c:pt>
                <c:pt idx="2685">
                  <c:v>2017.65720788</c:v>
                </c:pt>
                <c:pt idx="2686">
                  <c:v>2003.26020713</c:v>
                </c:pt>
                <c:pt idx="2687">
                  <c:v>2022.03343786</c:v>
                </c:pt>
                <c:pt idx="2688">
                  <c:v>2032.40330608</c:v>
                </c:pt>
                <c:pt idx="2689">
                  <c:v>2047.77943281</c:v>
                </c:pt>
                <c:pt idx="2690">
                  <c:v>2053.14316187</c:v>
                </c:pt>
                <c:pt idx="2691">
                  <c:v>2001.82972819</c:v>
                </c:pt>
                <c:pt idx="2692">
                  <c:v>2002.90249788</c:v>
                </c:pt>
                <c:pt idx="2693">
                  <c:v>1992.71106654</c:v>
                </c:pt>
                <c:pt idx="2694">
                  <c:v>1992.71106654</c:v>
                </c:pt>
                <c:pt idx="2695">
                  <c:v>2002.90249788</c:v>
                </c:pt>
                <c:pt idx="2696">
                  <c:v>1989.49311556</c:v>
                </c:pt>
                <c:pt idx="2697">
                  <c:v>1972.11945061</c:v>
                </c:pt>
                <c:pt idx="2698">
                  <c:v>1967.97016654</c:v>
                </c:pt>
                <c:pt idx="2699">
                  <c:v>1947.94417762</c:v>
                </c:pt>
                <c:pt idx="2700">
                  <c:v>1934.4136492</c:v>
                </c:pt>
                <c:pt idx="2701">
                  <c:v>1928.82075706</c:v>
                </c:pt>
                <c:pt idx="2702">
                  <c:v>1951.55254133</c:v>
                </c:pt>
                <c:pt idx="2703">
                  <c:v>1932.78969456</c:v>
                </c:pt>
                <c:pt idx="2704">
                  <c:v>1918.35683649</c:v>
                </c:pt>
                <c:pt idx="2705">
                  <c:v>1950.465423</c:v>
                </c:pt>
                <c:pt idx="2706">
                  <c:v>1982.60838509</c:v>
                </c:pt>
                <c:pt idx="2707">
                  <c:v>1980.44161161</c:v>
                </c:pt>
                <c:pt idx="2708">
                  <c:v>1964.18955616</c:v>
                </c:pt>
                <c:pt idx="2709">
                  <c:v>1939.26957054</c:v>
                </c:pt>
                <c:pt idx="2710">
                  <c:v>1935.29669455</c:v>
                </c:pt>
                <c:pt idx="2711">
                  <c:v>1932.58837704</c:v>
                </c:pt>
                <c:pt idx="2712">
                  <c:v>1931.50457217</c:v>
                </c:pt>
                <c:pt idx="2713">
                  <c:v>1967.07874675</c:v>
                </c:pt>
                <c:pt idx="2714">
                  <c:v>1945.58985415</c:v>
                </c:pt>
                <c:pt idx="2715">
                  <c:v>1965.81454666</c:v>
                </c:pt>
                <c:pt idx="2716">
                  <c:v>1982.60838509</c:v>
                </c:pt>
                <c:pt idx="2717">
                  <c:v>1968.70397618</c:v>
                </c:pt>
                <c:pt idx="2718">
                  <c:v>1956.24380417</c:v>
                </c:pt>
                <c:pt idx="2719">
                  <c:v>1984.59500228</c:v>
                </c:pt>
                <c:pt idx="2720">
                  <c:v>2007.16734135</c:v>
                </c:pt>
                <c:pt idx="2721">
                  <c:v>2019.98842325</c:v>
                </c:pt>
                <c:pt idx="2722">
                  <c:v>2025.76704336</c:v>
                </c:pt>
                <c:pt idx="2723">
                  <c:v>2028.29508512</c:v>
                </c:pt>
                <c:pt idx="2724">
                  <c:v>2058.63278096</c:v>
                </c:pt>
                <c:pt idx="2725">
                  <c:v>2052.85368298</c:v>
                </c:pt>
                <c:pt idx="2726">
                  <c:v>2056.2799828</c:v>
                </c:pt>
                <c:pt idx="2727">
                  <c:v>2031.88237454</c:v>
                </c:pt>
                <c:pt idx="2728">
                  <c:v>2021.40032843</c:v>
                </c:pt>
                <c:pt idx="2729">
                  <c:v>2045.43661463</c:v>
                </c:pt>
                <c:pt idx="2730">
                  <c:v>2059.35241591</c:v>
                </c:pt>
                <c:pt idx="2731">
                  <c:v>2073.99145912</c:v>
                </c:pt>
                <c:pt idx="2732">
                  <c:v>2050.85847806</c:v>
                </c:pt>
                <c:pt idx="2733">
                  <c:v>2104.17273111</c:v>
                </c:pt>
                <c:pt idx="2734">
                  <c:v>2107.78702775</c:v>
                </c:pt>
                <c:pt idx="2735">
                  <c:v>2099.65429239</c:v>
                </c:pt>
                <c:pt idx="2736">
                  <c:v>2104.35339214</c:v>
                </c:pt>
                <c:pt idx="2737">
                  <c:v>2094.23254853</c:v>
                </c:pt>
                <c:pt idx="2738">
                  <c:v>2099.11195062</c:v>
                </c:pt>
                <c:pt idx="2739">
                  <c:v>2108.14846937</c:v>
                </c:pt>
                <c:pt idx="2740">
                  <c:v>2111.94378572</c:v>
                </c:pt>
                <c:pt idx="2741">
                  <c:v>2132.54631675</c:v>
                </c:pt>
                <c:pt idx="2742">
                  <c:v>2132.00433367</c:v>
                </c:pt>
                <c:pt idx="2743">
                  <c:v>2135.25730825</c:v>
                </c:pt>
                <c:pt idx="2744">
                  <c:v>2115.01597971</c:v>
                </c:pt>
                <c:pt idx="2745">
                  <c:v>2119.17285725</c:v>
                </c:pt>
                <c:pt idx="2746">
                  <c:v>2144.11304641</c:v>
                </c:pt>
                <c:pt idx="2747">
                  <c:v>2145.27903981</c:v>
                </c:pt>
                <c:pt idx="2748">
                  <c:v>2136.29928064</c:v>
                </c:pt>
                <c:pt idx="2749">
                  <c:v>2077.17708294</c:v>
                </c:pt>
                <c:pt idx="2750">
                  <c:v>2019.40103098</c:v>
                </c:pt>
                <c:pt idx="2751">
                  <c:v>2012.45300921</c:v>
                </c:pt>
                <c:pt idx="2752">
                  <c:v>2042.04650763</c:v>
                </c:pt>
                <c:pt idx="2753">
                  <c:v>2021.28342994</c:v>
                </c:pt>
                <c:pt idx="2754">
                  <c:v>2061.08342313</c:v>
                </c:pt>
                <c:pt idx="2755">
                  <c:v>2087.74333816</c:v>
                </c:pt>
                <c:pt idx="2756">
                  <c:v>2066.51881704</c:v>
                </c:pt>
                <c:pt idx="2757">
                  <c:v>1975.42518335</c:v>
                </c:pt>
                <c:pt idx="2758">
                  <c:v>1946.18451844</c:v>
                </c:pt>
                <c:pt idx="2759">
                  <c:v>1930.15134061</c:v>
                </c:pt>
                <c:pt idx="2760">
                  <c:v>1931.05634527</c:v>
                </c:pt>
                <c:pt idx="2761">
                  <c:v>1962.03971847</c:v>
                </c:pt>
                <c:pt idx="2762">
                  <c:v>1930.49241387</c:v>
                </c:pt>
                <c:pt idx="2763">
                  <c:v>1940.55910773</c:v>
                </c:pt>
                <c:pt idx="2764">
                  <c:v>1934.57516509</c:v>
                </c:pt>
                <c:pt idx="2765">
                  <c:v>1907.36607056</c:v>
                </c:pt>
                <c:pt idx="2766">
                  <c:v>1939.35517465</c:v>
                </c:pt>
                <c:pt idx="2767">
                  <c:v>1935.05697753</c:v>
                </c:pt>
                <c:pt idx="2768">
                  <c:v>1933.1836166</c:v>
                </c:pt>
                <c:pt idx="2769">
                  <c:v>1947.2072539</c:v>
                </c:pt>
                <c:pt idx="2770">
                  <c:v>1938.79341472</c:v>
                </c:pt>
                <c:pt idx="2771">
                  <c:v>1974.13325526</c:v>
                </c:pt>
                <c:pt idx="2772">
                  <c:v>1963.6619508</c:v>
                </c:pt>
                <c:pt idx="2773">
                  <c:v>1970.95439418</c:v>
                </c:pt>
                <c:pt idx="2774">
                  <c:v>1976.37665971</c:v>
                </c:pt>
                <c:pt idx="2775">
                  <c:v>1978.80759674</c:v>
                </c:pt>
                <c:pt idx="2776">
                  <c:v>1980.11652512</c:v>
                </c:pt>
                <c:pt idx="2777">
                  <c:v>1965.5318835</c:v>
                </c:pt>
                <c:pt idx="2778">
                  <c:v>1937.07445601</c:v>
                </c:pt>
                <c:pt idx="2779">
                  <c:v>1908.56377476</c:v>
                </c:pt>
                <c:pt idx="2780">
                  <c:v>1966.68533789</c:v>
                </c:pt>
                <c:pt idx="2781">
                  <c:v>2013.83479864</c:v>
                </c:pt>
                <c:pt idx="2782">
                  <c:v>2009.22789572</c:v>
                </c:pt>
                <c:pt idx="2783">
                  <c:v>2005.12435607</c:v>
                </c:pt>
                <c:pt idx="2784">
                  <c:v>2038.18676159</c:v>
                </c:pt>
                <c:pt idx="2785">
                  <c:v>2053.37159699</c:v>
                </c:pt>
                <c:pt idx="2786">
                  <c:v>2010.03600602</c:v>
                </c:pt>
                <c:pt idx="2787">
                  <c:v>2056.13347762</c:v>
                </c:pt>
                <c:pt idx="2788">
                  <c:v>2100.99209068</c:v>
                </c:pt>
                <c:pt idx="2789">
                  <c:v>2228.83978135</c:v>
                </c:pt>
                <c:pt idx="2790">
                  <c:v>2154.59147257</c:v>
                </c:pt>
                <c:pt idx="2791">
                  <c:v>2118.55183754</c:v>
                </c:pt>
                <c:pt idx="2792">
                  <c:v>2197.37338482</c:v>
                </c:pt>
                <c:pt idx="2793">
                  <c:v>2121.32351445</c:v>
                </c:pt>
                <c:pt idx="2794">
                  <c:v>2081.20619074</c:v>
                </c:pt>
                <c:pt idx="2795">
                  <c:v>2065.56184467</c:v>
                </c:pt>
                <c:pt idx="2796">
                  <c:v>2130.06833837</c:v>
                </c:pt>
                <c:pt idx="2797">
                  <c:v>2149.91303073</c:v>
                </c:pt>
                <c:pt idx="2798">
                  <c:v>2179.11074508</c:v>
                </c:pt>
                <c:pt idx="2799">
                  <c:v>2101.01458141</c:v>
                </c:pt>
                <c:pt idx="2800">
                  <c:v>2077.4553178</c:v>
                </c:pt>
                <c:pt idx="2801">
                  <c:v>1978.7180731</c:v>
                </c:pt>
                <c:pt idx="2802">
                  <c:v>1975.15718044</c:v>
                </c:pt>
                <c:pt idx="2803">
                  <c:v>1991.37346161</c:v>
                </c:pt>
                <c:pt idx="2804">
                  <c:v>1957.38010659</c:v>
                </c:pt>
                <c:pt idx="2805">
                  <c:v>1968.79628068</c:v>
                </c:pt>
                <c:pt idx="2806">
                  <c:v>1961.51165623</c:v>
                </c:pt>
                <c:pt idx="2807">
                  <c:v>1934.75556208</c:v>
                </c:pt>
                <c:pt idx="2808">
                  <c:v>1960.77815191</c:v>
                </c:pt>
                <c:pt idx="2809">
                  <c:v>2029.40352191</c:v>
                </c:pt>
                <c:pt idx="2810">
                  <c:v>2033.30221786</c:v>
                </c:pt>
                <c:pt idx="2811">
                  <c:v>1979.23683471</c:v>
                </c:pt>
                <c:pt idx="2812">
                  <c:v>1991.22879748</c:v>
                </c:pt>
                <c:pt idx="2813">
                  <c:v>1920.26240277</c:v>
                </c:pt>
                <c:pt idx="2814">
                  <c:v>1869.65399723</c:v>
                </c:pt>
                <c:pt idx="2815">
                  <c:v>1875.12174648</c:v>
                </c:pt>
                <c:pt idx="2816">
                  <c:v>1946.02661232</c:v>
                </c:pt>
                <c:pt idx="2817">
                  <c:v>1952.26749149</c:v>
                </c:pt>
                <c:pt idx="2818">
                  <c:v>2040.20083736</c:v>
                </c:pt>
                <c:pt idx="2819">
                  <c:v>2008.89392219</c:v>
                </c:pt>
                <c:pt idx="2820">
                  <c:v>2034.38750607</c:v>
                </c:pt>
                <c:pt idx="2821">
                  <c:v>2089.83196879</c:v>
                </c:pt>
                <c:pt idx="2822">
                  <c:v>2025.42555915</c:v>
                </c:pt>
                <c:pt idx="2823">
                  <c:v>2062.70295128</c:v>
                </c:pt>
                <c:pt idx="2824">
                  <c:v>2081.57723956</c:v>
                </c:pt>
                <c:pt idx="2825">
                  <c:v>2062.71637805</c:v>
                </c:pt>
                <c:pt idx="2826">
                  <c:v>2046.03236277</c:v>
                </c:pt>
                <c:pt idx="2827">
                  <c:v>2116.33339256</c:v>
                </c:pt>
                <c:pt idx="2828">
                  <c:v>2149.92498542</c:v>
                </c:pt>
                <c:pt idx="2829">
                  <c:v>2218.76670806</c:v>
                </c:pt>
                <c:pt idx="2830">
                  <c:v>2215.20734652</c:v>
                </c:pt>
                <c:pt idx="2831">
                  <c:v>2193.3921813</c:v>
                </c:pt>
                <c:pt idx="2832">
                  <c:v>2153.28796499</c:v>
                </c:pt>
                <c:pt idx="2833">
                  <c:v>2178.14084215</c:v>
                </c:pt>
                <c:pt idx="2834">
                  <c:v>2178.55202516</c:v>
                </c:pt>
                <c:pt idx="2835">
                  <c:v>2157.18431484</c:v>
                </c:pt>
                <c:pt idx="2836">
                  <c:v>2119.82257066</c:v>
                </c:pt>
                <c:pt idx="2837">
                  <c:v>2197.01046771</c:v>
                </c:pt>
                <c:pt idx="2838">
                  <c:v>2187.50452464</c:v>
                </c:pt>
                <c:pt idx="2839">
                  <c:v>2193.02164792</c:v>
                </c:pt>
                <c:pt idx="2840">
                  <c:v>2194.21015699</c:v>
                </c:pt>
                <c:pt idx="2841">
                  <c:v>2189.32023933</c:v>
                </c:pt>
                <c:pt idx="2842">
                  <c:v>2153.46630937</c:v>
                </c:pt>
                <c:pt idx="2843">
                  <c:v>2154.02715872</c:v>
                </c:pt>
                <c:pt idx="2844">
                  <c:v>2148.2563975</c:v>
                </c:pt>
                <c:pt idx="2845">
                  <c:v>2062.8847154</c:v>
                </c:pt>
                <c:pt idx="2846">
                  <c:v>2069.88594468</c:v>
                </c:pt>
                <c:pt idx="2847">
                  <c:v>2176.7207127</c:v>
                </c:pt>
                <c:pt idx="2848">
                  <c:v>2212.27902707</c:v>
                </c:pt>
                <c:pt idx="2849">
                  <c:v>2209.18815678</c:v>
                </c:pt>
                <c:pt idx="2850">
                  <c:v>2155.40386395</c:v>
                </c:pt>
                <c:pt idx="2851">
                  <c:v>2122.32942432</c:v>
                </c:pt>
                <c:pt idx="2852">
                  <c:v>2100.18306415</c:v>
                </c:pt>
                <c:pt idx="2853">
                  <c:v>2191.11695604</c:v>
                </c:pt>
                <c:pt idx="2854">
                  <c:v>2197.43805079</c:v>
                </c:pt>
                <c:pt idx="2855">
                  <c:v>2168.39463834</c:v>
                </c:pt>
                <c:pt idx="2856">
                  <c:v>2209.04033548</c:v>
                </c:pt>
                <c:pt idx="2857">
                  <c:v>2216.56205228</c:v>
                </c:pt>
                <c:pt idx="2858">
                  <c:v>2204.14883796</c:v>
                </c:pt>
                <c:pt idx="2859">
                  <c:v>2226.6776138</c:v>
                </c:pt>
                <c:pt idx="2860">
                  <c:v>2219.44409579</c:v>
                </c:pt>
                <c:pt idx="2861">
                  <c:v>2280.89630554</c:v>
                </c:pt>
                <c:pt idx="2862">
                  <c:v>2361.8532872</c:v>
                </c:pt>
                <c:pt idx="2863">
                  <c:v>2352.35303791</c:v>
                </c:pt>
                <c:pt idx="2864">
                  <c:v>2368.00269723</c:v>
                </c:pt>
                <c:pt idx="2865">
                  <c:v>2309.41173503</c:v>
                </c:pt>
                <c:pt idx="2866">
                  <c:v>2277.73296061</c:v>
                </c:pt>
                <c:pt idx="2867">
                  <c:v>2377.49746687</c:v>
                </c:pt>
                <c:pt idx="2868">
                  <c:v>2502.86308657</c:v>
                </c:pt>
                <c:pt idx="2869">
                  <c:v>2522.75661593</c:v>
                </c:pt>
                <c:pt idx="2870">
                  <c:v>2481.82074599</c:v>
                </c:pt>
                <c:pt idx="2871">
                  <c:v>2544.01483136</c:v>
                </c:pt>
                <c:pt idx="2872">
                  <c:v>2598.30368067</c:v>
                </c:pt>
                <c:pt idx="2873">
                  <c:v>2595.14379376</c:v>
                </c:pt>
                <c:pt idx="2874">
                  <c:v>2596.35947912</c:v>
                </c:pt>
                <c:pt idx="2875">
                  <c:v>2528.4468357</c:v>
                </c:pt>
                <c:pt idx="2876">
                  <c:v>2580.92434406</c:v>
                </c:pt>
                <c:pt idx="2877">
                  <c:v>2596.95834727</c:v>
                </c:pt>
                <c:pt idx="2878">
                  <c:v>2682.0644545</c:v>
                </c:pt>
                <c:pt idx="2879">
                  <c:v>2725.07809182</c:v>
                </c:pt>
                <c:pt idx="2880">
                  <c:v>2758.36144721</c:v>
                </c:pt>
                <c:pt idx="2881">
                  <c:v>2831.82748812</c:v>
                </c:pt>
                <c:pt idx="2882">
                  <c:v>2797.61917468</c:v>
                </c:pt>
                <c:pt idx="2883">
                  <c:v>2778.94762698</c:v>
                </c:pt>
                <c:pt idx="2884">
                  <c:v>2706.36235173</c:v>
                </c:pt>
                <c:pt idx="2885">
                  <c:v>2756.67205856</c:v>
                </c:pt>
                <c:pt idx="2886">
                  <c:v>2695.62692942</c:v>
                </c:pt>
                <c:pt idx="2887">
                  <c:v>2635.41931306</c:v>
                </c:pt>
                <c:pt idx="2888">
                  <c:v>2723.06536139</c:v>
                </c:pt>
                <c:pt idx="2889">
                  <c:v>2730.92150094</c:v>
                </c:pt>
                <c:pt idx="2890">
                  <c:v>2726.6380307</c:v>
                </c:pt>
                <c:pt idx="2891">
                  <c:v>2810.88136078</c:v>
                </c:pt>
                <c:pt idx="2892">
                  <c:v>2828.93584704</c:v>
                </c:pt>
                <c:pt idx="2893">
                  <c:v>2822.74586807</c:v>
                </c:pt>
                <c:pt idx="2894">
                  <c:v>2770.62215914</c:v>
                </c:pt>
                <c:pt idx="2895">
                  <c:v>2751.74928234</c:v>
                </c:pt>
                <c:pt idx="2896">
                  <c:v>2761.81143568</c:v>
                </c:pt>
                <c:pt idx="2897">
                  <c:v>2798.26135977</c:v>
                </c:pt>
                <c:pt idx="2898">
                  <c:v>2863.34979841</c:v>
                </c:pt>
                <c:pt idx="2899">
                  <c:v>2954.55840912</c:v>
                </c:pt>
                <c:pt idx="2900">
                  <c:v>2946.71794554</c:v>
                </c:pt>
                <c:pt idx="2901">
                  <c:v>2993.94285499</c:v>
                </c:pt>
                <c:pt idx="2902">
                  <c:v>3047.49141964</c:v>
                </c:pt>
                <c:pt idx="2903">
                  <c:v>3058.64320202</c:v>
                </c:pt>
                <c:pt idx="2904">
                  <c:v>2929.6476343</c:v>
                </c:pt>
                <c:pt idx="2905">
                  <c:v>2916.65468018</c:v>
                </c:pt>
                <c:pt idx="2906">
                  <c:v>2930.46084272</c:v>
                </c:pt>
                <c:pt idx="2907">
                  <c:v>2964.58564625</c:v>
                </c:pt>
                <c:pt idx="2908">
                  <c:v>2948.24945381</c:v>
                </c:pt>
                <c:pt idx="2909">
                  <c:v>2928.23345339</c:v>
                </c:pt>
                <c:pt idx="2910">
                  <c:v>3030.91332334</c:v>
                </c:pt>
                <c:pt idx="2911">
                  <c:v>3035.07895417</c:v>
                </c:pt>
                <c:pt idx="2912">
                  <c:v>3015.30247166</c:v>
                </c:pt>
                <c:pt idx="2913">
                  <c:v>2884.5030042</c:v>
                </c:pt>
                <c:pt idx="2914">
                  <c:v>2871.14989493</c:v>
                </c:pt>
                <c:pt idx="2915">
                  <c:v>2843.00648476</c:v>
                </c:pt>
                <c:pt idx="2916">
                  <c:v>2894.46032807</c:v>
                </c:pt>
                <c:pt idx="2917">
                  <c:v>2846.676711</c:v>
                </c:pt>
                <c:pt idx="2918">
                  <c:v>2788.50341596</c:v>
                </c:pt>
                <c:pt idx="2919">
                  <c:v>2795.90666548</c:v>
                </c:pt>
                <c:pt idx="2920">
                  <c:v>2767.07664867</c:v>
                </c:pt>
                <c:pt idx="2921">
                  <c:v>2816.2497021</c:v>
                </c:pt>
                <c:pt idx="2922">
                  <c:v>2777.20936473</c:v>
                </c:pt>
                <c:pt idx="2923">
                  <c:v>2746.2482467</c:v>
                </c:pt>
                <c:pt idx="2924">
                  <c:v>2722.25552168</c:v>
                </c:pt>
                <c:pt idx="2925">
                  <c:v>2721.71712885</c:v>
                </c:pt>
                <c:pt idx="2926">
                  <c:v>2756.48898592</c:v>
                </c:pt>
                <c:pt idx="2927">
                  <c:v>2744.10183732</c:v>
                </c:pt>
                <c:pt idx="2928">
                  <c:v>2790.04520704</c:v>
                </c:pt>
                <c:pt idx="2929">
                  <c:v>2728.20229872</c:v>
                </c:pt>
                <c:pt idx="2930">
                  <c:v>2751.1927324</c:v>
                </c:pt>
                <c:pt idx="2931">
                  <c:v>2775.02006709</c:v>
                </c:pt>
                <c:pt idx="2932">
                  <c:v>2836.12822862</c:v>
                </c:pt>
                <c:pt idx="2933">
                  <c:v>2852.09281277</c:v>
                </c:pt>
                <c:pt idx="2934">
                  <c:v>2858.7780706</c:v>
                </c:pt>
                <c:pt idx="2935">
                  <c:v>2857.2903625</c:v>
                </c:pt>
                <c:pt idx="2936">
                  <c:v>2846.2266676</c:v>
                </c:pt>
                <c:pt idx="2937">
                  <c:v>2818.83263968</c:v>
                </c:pt>
                <c:pt idx="2938">
                  <c:v>2804.80184294</c:v>
                </c:pt>
                <c:pt idx="2939">
                  <c:v>2812.10814353</c:v>
                </c:pt>
                <c:pt idx="2940">
                  <c:v>2834.2616573</c:v>
                </c:pt>
                <c:pt idx="2941">
                  <c:v>2814.41563262</c:v>
                </c:pt>
                <c:pt idx="2942">
                  <c:v>2816.19670371</c:v>
                </c:pt>
                <c:pt idx="2943">
                  <c:v>2845.29530214</c:v>
                </c:pt>
                <c:pt idx="2944">
                  <c:v>2800.4476463</c:v>
                </c:pt>
                <c:pt idx="2945">
                  <c:v>2801.56279868</c:v>
                </c:pt>
                <c:pt idx="2946">
                  <c:v>2794.43193536</c:v>
                </c:pt>
                <c:pt idx="2947">
                  <c:v>2763.78352657</c:v>
                </c:pt>
                <c:pt idx="2948">
                  <c:v>2712.12169611</c:v>
                </c:pt>
                <c:pt idx="2949">
                  <c:v>2709.84924565</c:v>
                </c:pt>
                <c:pt idx="2950">
                  <c:v>2720.37757319</c:v>
                </c:pt>
                <c:pt idx="2951">
                  <c:v>2680.45822181</c:v>
                </c:pt>
                <c:pt idx="2952">
                  <c:v>2683.71230913</c:v>
                </c:pt>
                <c:pt idx="2953">
                  <c:v>2703.11770941</c:v>
                </c:pt>
                <c:pt idx="2954">
                  <c:v>2699.44425067</c:v>
                </c:pt>
                <c:pt idx="2955">
                  <c:v>2700.50227429</c:v>
                </c:pt>
                <c:pt idx="2956">
                  <c:v>2656.15254258</c:v>
                </c:pt>
                <c:pt idx="2957">
                  <c:v>2678.49143503</c:v>
                </c:pt>
                <c:pt idx="2958">
                  <c:v>2668.05475013</c:v>
                </c:pt>
                <c:pt idx="2959">
                  <c:v>2703.81422457</c:v>
                </c:pt>
                <c:pt idx="2960">
                  <c:v>2726.89080841</c:v>
                </c:pt>
                <c:pt idx="2961">
                  <c:v>2743.13436838</c:v>
                </c:pt>
                <c:pt idx="2962">
                  <c:v>2757.96174012</c:v>
                </c:pt>
                <c:pt idx="2963">
                  <c:v>2743.45196047</c:v>
                </c:pt>
                <c:pt idx="2964">
                  <c:v>2717.76155787</c:v>
                </c:pt>
                <c:pt idx="2965">
                  <c:v>2753.01153277</c:v>
                </c:pt>
                <c:pt idx="2966">
                  <c:v>2752.53828281</c:v>
                </c:pt>
                <c:pt idx="2967">
                  <c:v>2712.06667839</c:v>
                </c:pt>
                <c:pt idx="2968">
                  <c:v>2684.75482691</c:v>
                </c:pt>
                <c:pt idx="2969">
                  <c:v>2645.48760797</c:v>
                </c:pt>
                <c:pt idx="2970">
                  <c:v>2647.08324836</c:v>
                </c:pt>
                <c:pt idx="2971">
                  <c:v>2695.16814203</c:v>
                </c:pt>
                <c:pt idx="2972">
                  <c:v>2579.50931356</c:v>
                </c:pt>
                <c:pt idx="2973">
                  <c:v>2497.71982337</c:v>
                </c:pt>
                <c:pt idx="2974">
                  <c:v>2490.85524291</c:v>
                </c:pt>
                <c:pt idx="2975">
                  <c:v>2545.41494609</c:v>
                </c:pt>
                <c:pt idx="2976">
                  <c:v>2570.84908184</c:v>
                </c:pt>
                <c:pt idx="2977">
                  <c:v>2638.21882801</c:v>
                </c:pt>
                <c:pt idx="2978">
                  <c:v>2745.78411929</c:v>
                </c:pt>
                <c:pt idx="2979">
                  <c:v>2813.53811131</c:v>
                </c:pt>
                <c:pt idx="2980">
                  <c:v>2828.47910852</c:v>
                </c:pt>
                <c:pt idx="2981">
                  <c:v>2873.89005442</c:v>
                </c:pt>
                <c:pt idx="2982">
                  <c:v>2875.09056417</c:v>
                </c:pt>
                <c:pt idx="2983">
                  <c:v>2819.99930538</c:v>
                </c:pt>
                <c:pt idx="2984">
                  <c:v>2947.4575141</c:v>
                </c:pt>
                <c:pt idx="2985">
                  <c:v>2927.83608583</c:v>
                </c:pt>
                <c:pt idx="2986">
                  <c:v>3068.15551226</c:v>
                </c:pt>
                <c:pt idx="2987">
                  <c:v>3082.0297386</c:v>
                </c:pt>
                <c:pt idx="2988">
                  <c:v>3076.41513334</c:v>
                </c:pt>
                <c:pt idx="2989">
                  <c:v>3083.52314994</c:v>
                </c:pt>
                <c:pt idx="2990">
                  <c:v>3159.65175312</c:v>
                </c:pt>
                <c:pt idx="2991">
                  <c:v>3119.51846258</c:v>
                </c:pt>
                <c:pt idx="2992">
                  <c:v>3146.49733182</c:v>
                </c:pt>
                <c:pt idx="2993">
                  <c:v>3140.57830497</c:v>
                </c:pt>
                <c:pt idx="2994">
                  <c:v>3129.0333223</c:v>
                </c:pt>
                <c:pt idx="2995">
                  <c:v>3146.65218035</c:v>
                </c:pt>
                <c:pt idx="2996">
                  <c:v>3143.79750507</c:v>
                </c:pt>
                <c:pt idx="2997">
                  <c:v>3134.86341063</c:v>
                </c:pt>
                <c:pt idx="2998">
                  <c:v>3163.84637957</c:v>
                </c:pt>
                <c:pt idx="2999">
                  <c:v>3114.79001841</c:v>
                </c:pt>
                <c:pt idx="3000">
                  <c:v>3120.65588549</c:v>
                </c:pt>
                <c:pt idx="3001">
                  <c:v>3085.19990114</c:v>
                </c:pt>
                <c:pt idx="3002">
                  <c:v>3166.30602189</c:v>
                </c:pt>
                <c:pt idx="3003">
                  <c:v>3191.14812012</c:v>
                </c:pt>
                <c:pt idx="3004">
                  <c:v>3252.30324742</c:v>
                </c:pt>
                <c:pt idx="3005">
                  <c:v>3300.637301</c:v>
                </c:pt>
                <c:pt idx="3006">
                  <c:v>3393.02078502</c:v>
                </c:pt>
                <c:pt idx="3007">
                  <c:v>3410.90681391</c:v>
                </c:pt>
                <c:pt idx="3008">
                  <c:v>3431.60297846</c:v>
                </c:pt>
                <c:pt idx="3009">
                  <c:v>3477.55282343</c:v>
                </c:pt>
                <c:pt idx="3010">
                  <c:v>3517.07855123</c:v>
                </c:pt>
                <c:pt idx="3011">
                  <c:v>3399.87322201</c:v>
                </c:pt>
                <c:pt idx="3012">
                  <c:v>3479.05508671</c:v>
                </c:pt>
                <c:pt idx="3013">
                  <c:v>3495.71393808</c:v>
                </c:pt>
                <c:pt idx="3014">
                  <c:v>3541.83478972</c:v>
                </c:pt>
                <c:pt idx="3015">
                  <c:v>3554.52092303</c:v>
                </c:pt>
                <c:pt idx="3016">
                  <c:v>3549.61673041</c:v>
                </c:pt>
                <c:pt idx="3017">
                  <c:v>3515.69326068</c:v>
                </c:pt>
                <c:pt idx="3018">
                  <c:v>3414.62835518</c:v>
                </c:pt>
                <c:pt idx="3019">
                  <c:v>3340.52422062</c:v>
                </c:pt>
                <c:pt idx="3020">
                  <c:v>3305.71796079</c:v>
                </c:pt>
                <c:pt idx="3021">
                  <c:v>3317.40688136</c:v>
                </c:pt>
                <c:pt idx="3022">
                  <c:v>3443.33586386</c:v>
                </c:pt>
                <c:pt idx="3023">
                  <c:v>3449.65590797</c:v>
                </c:pt>
                <c:pt idx="3024">
                  <c:v>3490.23531058</c:v>
                </c:pt>
                <c:pt idx="3025">
                  <c:v>3494.93058317</c:v>
                </c:pt>
                <c:pt idx="3026">
                  <c:v>3501.22467905</c:v>
                </c:pt>
                <c:pt idx="3027">
                  <c:v>3489.9744238</c:v>
                </c:pt>
                <c:pt idx="3028">
                  <c:v>3444.74710368</c:v>
                </c:pt>
                <c:pt idx="3029">
                  <c:v>3543.00684286</c:v>
                </c:pt>
                <c:pt idx="3030">
                  <c:v>3685.71155023</c:v>
                </c:pt>
                <c:pt idx="3031">
                  <c:v>3700.9533731</c:v>
                </c:pt>
                <c:pt idx="3032">
                  <c:v>3728.97936784</c:v>
                </c:pt>
                <c:pt idx="3033">
                  <c:v>3758.09971715</c:v>
                </c:pt>
                <c:pt idx="3034">
                  <c:v>3776.84290168</c:v>
                </c:pt>
                <c:pt idx="3035">
                  <c:v>3731.68100747</c:v>
                </c:pt>
                <c:pt idx="3036">
                  <c:v>3806.5883417</c:v>
                </c:pt>
                <c:pt idx="3037">
                  <c:v>3755.56747762</c:v>
                </c:pt>
                <c:pt idx="3038">
                  <c:v>3598.59815019</c:v>
                </c:pt>
                <c:pt idx="3039">
                  <c:v>3691.71010759</c:v>
                </c:pt>
                <c:pt idx="3040">
                  <c:v>3802.31368943</c:v>
                </c:pt>
                <c:pt idx="3041">
                  <c:v>3778.64402113</c:v>
                </c:pt>
                <c:pt idx="3042">
                  <c:v>3772.32162634</c:v>
                </c:pt>
                <c:pt idx="3043">
                  <c:v>3843.31377205</c:v>
                </c:pt>
                <c:pt idx="3044">
                  <c:v>3856.90167116</c:v>
                </c:pt>
                <c:pt idx="3045">
                  <c:v>3921.44684835</c:v>
                </c:pt>
                <c:pt idx="3046">
                  <c:v>3901.59593045</c:v>
                </c:pt>
                <c:pt idx="3047">
                  <c:v>3764.35880816</c:v>
                </c:pt>
                <c:pt idx="3048">
                  <c:v>3843.27135362</c:v>
                </c:pt>
                <c:pt idx="3049">
                  <c:v>3879.66993375</c:v>
                </c:pt>
                <c:pt idx="3050">
                  <c:v>3808.84033554</c:v>
                </c:pt>
                <c:pt idx="3051">
                  <c:v>3754.58930214</c:v>
                </c:pt>
                <c:pt idx="3052">
                  <c:v>3732.07823357</c:v>
                </c:pt>
                <c:pt idx="3053">
                  <c:v>3936.73892442</c:v>
                </c:pt>
                <c:pt idx="3054">
                  <c:v>3916.1085697</c:v>
                </c:pt>
                <c:pt idx="3055">
                  <c:v>3904.80780503</c:v>
                </c:pt>
                <c:pt idx="3056">
                  <c:v>3921.18823288</c:v>
                </c:pt>
                <c:pt idx="3057">
                  <c:v>3879.65289946</c:v>
                </c:pt>
                <c:pt idx="3058">
                  <c:v>3941.39549604</c:v>
                </c:pt>
                <c:pt idx="3059">
                  <c:v>4063.37768959</c:v>
                </c:pt>
                <c:pt idx="3060">
                  <c:v>4039.40170148</c:v>
                </c:pt>
                <c:pt idx="3061">
                  <c:v>3904.78700937</c:v>
                </c:pt>
                <c:pt idx="3062">
                  <c:v>3952.29264623</c:v>
                </c:pt>
                <c:pt idx="3063">
                  <c:v>4063.70377067</c:v>
                </c:pt>
                <c:pt idx="3064">
                  <c:v>3950.62869413</c:v>
                </c:pt>
                <c:pt idx="3065">
                  <c:v>3932.95031144</c:v>
                </c:pt>
                <c:pt idx="3066">
                  <c:v>4033.19096048</c:v>
                </c:pt>
                <c:pt idx="3067">
                  <c:v>3982.56471246</c:v>
                </c:pt>
                <c:pt idx="3068">
                  <c:v>3954.69807535</c:v>
                </c:pt>
                <c:pt idx="3069">
                  <c:v>3864.49941173</c:v>
                </c:pt>
                <c:pt idx="3070">
                  <c:v>3930.78142629</c:v>
                </c:pt>
                <c:pt idx="3071">
                  <c:v>3953.89538351</c:v>
                </c:pt>
                <c:pt idx="3072">
                  <c:v>4052.24455361</c:v>
                </c:pt>
                <c:pt idx="3073">
                  <c:v>4096.45688196</c:v>
                </c:pt>
                <c:pt idx="3074">
                  <c:v>4091.22742339</c:v>
                </c:pt>
                <c:pt idx="3075">
                  <c:v>4066.83866285</c:v>
                </c:pt>
                <c:pt idx="3076">
                  <c:v>4033.24954031</c:v>
                </c:pt>
                <c:pt idx="3077">
                  <c:v>4082.68221445</c:v>
                </c:pt>
                <c:pt idx="3078">
                  <c:v>4075.94786363</c:v>
                </c:pt>
                <c:pt idx="3079">
                  <c:v>4080.26571906</c:v>
                </c:pt>
                <c:pt idx="3080">
                  <c:v>4006.30622893</c:v>
                </c:pt>
                <c:pt idx="3081">
                  <c:v>4018.04270851</c:v>
                </c:pt>
                <c:pt idx="3082">
                  <c:v>3888.71159954</c:v>
                </c:pt>
                <c:pt idx="3083">
                  <c:v>3975.04194214</c:v>
                </c:pt>
                <c:pt idx="3084">
                  <c:v>3978.45626666</c:v>
                </c:pt>
                <c:pt idx="3085">
                  <c:v>4012.12604691</c:v>
                </c:pt>
                <c:pt idx="3086">
                  <c:v>3920.36296259</c:v>
                </c:pt>
                <c:pt idx="3087">
                  <c:v>4025.77048348</c:v>
                </c:pt>
                <c:pt idx="3088">
                  <c:v>3885.17944948</c:v>
                </c:pt>
                <c:pt idx="3089">
                  <c:v>3760.64152401</c:v>
                </c:pt>
                <c:pt idx="3090">
                  <c:v>3751.05673193</c:v>
                </c:pt>
                <c:pt idx="3091">
                  <c:v>3666.79874992</c:v>
                </c:pt>
                <c:pt idx="3092">
                  <c:v>3628.85589513</c:v>
                </c:pt>
                <c:pt idx="3093">
                  <c:v>3515.25377054</c:v>
                </c:pt>
                <c:pt idx="3094">
                  <c:v>3555.72750528</c:v>
                </c:pt>
                <c:pt idx="3095">
                  <c:v>3611.38096122</c:v>
                </c:pt>
                <c:pt idx="3096">
                  <c:v>3627.52460547</c:v>
                </c:pt>
                <c:pt idx="3097">
                  <c:v>3583.310393</c:v>
                </c:pt>
                <c:pt idx="3098">
                  <c:v>3673.80959539</c:v>
                </c:pt>
                <c:pt idx="3099">
                  <c:v>3707.79312674</c:v>
                </c:pt>
                <c:pt idx="3100">
                  <c:v>3567.53159539</c:v>
                </c:pt>
                <c:pt idx="3101">
                  <c:v>3521.80271629</c:v>
                </c:pt>
                <c:pt idx="3102">
                  <c:v>3606.97586412</c:v>
                </c:pt>
                <c:pt idx="3103">
                  <c:v>3750.42527669</c:v>
                </c:pt>
                <c:pt idx="3104">
                  <c:v>3829.51930701</c:v>
                </c:pt>
                <c:pt idx="3105">
                  <c:v>3831.7180724</c:v>
                </c:pt>
                <c:pt idx="3106">
                  <c:v>3831.97781605</c:v>
                </c:pt>
                <c:pt idx="3107">
                  <c:v>3856.99150004</c:v>
                </c:pt>
                <c:pt idx="3108">
                  <c:v>3875.9355878</c:v>
                </c:pt>
                <c:pt idx="3109">
                  <c:v>3896.66928701</c:v>
                </c:pt>
                <c:pt idx="3110">
                  <c:v>3944.50344171</c:v>
                </c:pt>
                <c:pt idx="3111">
                  <c:v>4067.58544363</c:v>
                </c:pt>
                <c:pt idx="3112">
                  <c:v>4048.86764052</c:v>
                </c:pt>
                <c:pt idx="3113">
                  <c:v>4044.6006866</c:v>
                </c:pt>
                <c:pt idx="3114">
                  <c:v>4090.5028476</c:v>
                </c:pt>
                <c:pt idx="3115">
                  <c:v>4099.98411521</c:v>
                </c:pt>
                <c:pt idx="3116">
                  <c:v>4093.58214512</c:v>
                </c:pt>
                <c:pt idx="3117">
                  <c:v>4031.91756437</c:v>
                </c:pt>
                <c:pt idx="3118">
                  <c:v>4107.00320021</c:v>
                </c:pt>
                <c:pt idx="3119">
                  <c:v>4123.9827299</c:v>
                </c:pt>
                <c:pt idx="3120">
                  <c:v>4048.78468576</c:v>
                </c:pt>
                <c:pt idx="3121">
                  <c:v>3976.98994854</c:v>
                </c:pt>
                <c:pt idx="3122">
                  <c:v>4000.14321539</c:v>
                </c:pt>
                <c:pt idx="3123">
                  <c:v>4016.71885325</c:v>
                </c:pt>
                <c:pt idx="3124">
                  <c:v>4035.48284222</c:v>
                </c:pt>
                <c:pt idx="3125">
                  <c:v>4181.45611284</c:v>
                </c:pt>
                <c:pt idx="3126">
                  <c:v>4176.96392905</c:v>
                </c:pt>
                <c:pt idx="3127">
                  <c:v>4163.51427079</c:v>
                </c:pt>
                <c:pt idx="3128">
                  <c:v>4188.15120504</c:v>
                </c:pt>
                <c:pt idx="3129">
                  <c:v>4236.0446107</c:v>
                </c:pt>
                <c:pt idx="3130">
                  <c:v>4339.02835381</c:v>
                </c:pt>
                <c:pt idx="3131">
                  <c:v>4376.14512627</c:v>
                </c:pt>
                <c:pt idx="3132">
                  <c:v>4410.03205329</c:v>
                </c:pt>
                <c:pt idx="3133">
                  <c:v>4523.20597861</c:v>
                </c:pt>
                <c:pt idx="3134">
                  <c:v>4531.72249481</c:v>
                </c:pt>
                <c:pt idx="3135">
                  <c:v>4471.26070933</c:v>
                </c:pt>
                <c:pt idx="3136">
                  <c:v>4446.15404481</c:v>
                </c:pt>
                <c:pt idx="3137">
                  <c:v>4372.36158319</c:v>
                </c:pt>
                <c:pt idx="3138">
                  <c:v>4451.02874324</c:v>
                </c:pt>
                <c:pt idx="3139">
                  <c:v>4461.99882496</c:v>
                </c:pt>
                <c:pt idx="3140">
                  <c:v>4479.36794112</c:v>
                </c:pt>
                <c:pt idx="3141">
                  <c:v>4444.32967954</c:v>
                </c:pt>
                <c:pt idx="3142">
                  <c:v>4482.87243892</c:v>
                </c:pt>
                <c:pt idx="3143">
                  <c:v>4566.26119904</c:v>
                </c:pt>
                <c:pt idx="3144">
                  <c:v>4628.12879222</c:v>
                </c:pt>
                <c:pt idx="3145">
                  <c:v>4710.47089137</c:v>
                </c:pt>
                <c:pt idx="3146">
                  <c:v>4731.45181562</c:v>
                </c:pt>
                <c:pt idx="3147">
                  <c:v>4738.36931212</c:v>
                </c:pt>
                <c:pt idx="3148">
                  <c:v>4848.47128554</c:v>
                </c:pt>
                <c:pt idx="3149">
                  <c:v>4670.41307999</c:v>
                </c:pt>
                <c:pt idx="3150">
                  <c:v>4735.65501382</c:v>
                </c:pt>
                <c:pt idx="3151">
                  <c:v>4763.88353442</c:v>
                </c:pt>
                <c:pt idx="3152">
                  <c:v>4796.83768906</c:v>
                </c:pt>
                <c:pt idx="3153">
                  <c:v>4565.03769214</c:v>
                </c:pt>
                <c:pt idx="3154">
                  <c:v>4508.79677304</c:v>
                </c:pt>
                <c:pt idx="3155">
                  <c:v>4426.22812279</c:v>
                </c:pt>
                <c:pt idx="3156">
                  <c:v>4536.99936717</c:v>
                </c:pt>
                <c:pt idx="3157">
                  <c:v>4506.44616176</c:v>
                </c:pt>
                <c:pt idx="3158">
                  <c:v>4369.74246709</c:v>
                </c:pt>
                <c:pt idx="3159">
                  <c:v>4341.77953331</c:v>
                </c:pt>
                <c:pt idx="3160">
                  <c:v>4404.10306275</c:v>
                </c:pt>
                <c:pt idx="3161">
                  <c:v>4403.50352951</c:v>
                </c:pt>
                <c:pt idx="3162">
                  <c:v>4370.69399318</c:v>
                </c:pt>
                <c:pt idx="3163">
                  <c:v>4464.01544456</c:v>
                </c:pt>
                <c:pt idx="3164">
                  <c:v>4355.69553122</c:v>
                </c:pt>
                <c:pt idx="3165">
                  <c:v>4273.65921108</c:v>
                </c:pt>
                <c:pt idx="3166">
                  <c:v>4160.79108217</c:v>
                </c:pt>
                <c:pt idx="3167">
                  <c:v>4171.89469517</c:v>
                </c:pt>
                <c:pt idx="3168">
                  <c:v>4158.29226546</c:v>
                </c:pt>
                <c:pt idx="3169">
                  <c:v>4195.21250636</c:v>
                </c:pt>
                <c:pt idx="3170">
                  <c:v>4190.87194121</c:v>
                </c:pt>
                <c:pt idx="3171">
                  <c:v>4193.68205727</c:v>
                </c:pt>
                <c:pt idx="3172">
                  <c:v>4361.21687031</c:v>
                </c:pt>
                <c:pt idx="3173">
                  <c:v>4367.66612715</c:v>
                </c:pt>
                <c:pt idx="3174">
                  <c:v>4551.23152933</c:v>
                </c:pt>
                <c:pt idx="3175">
                  <c:v>4567.51362864</c:v>
                </c:pt>
                <c:pt idx="3176">
                  <c:v>4669.67325193</c:v>
                </c:pt>
                <c:pt idx="3177">
                  <c:v>4648.87222353</c:v>
                </c:pt>
                <c:pt idx="3178">
                  <c:v>4690.9817351</c:v>
                </c:pt>
                <c:pt idx="3179">
                  <c:v>4569.37919013</c:v>
                </c:pt>
                <c:pt idx="3180">
                  <c:v>4673.93856053</c:v>
                </c:pt>
                <c:pt idx="3181">
                  <c:v>4607.58322215</c:v>
                </c:pt>
                <c:pt idx="3182">
                  <c:v>4623.0671112</c:v>
                </c:pt>
                <c:pt idx="3183">
                  <c:v>4545.47393558</c:v>
                </c:pt>
                <c:pt idx="3184">
                  <c:v>4543.77896286</c:v>
                </c:pt>
                <c:pt idx="3185">
                  <c:v>4637.85366135</c:v>
                </c:pt>
                <c:pt idx="3186">
                  <c:v>4407.2165053</c:v>
                </c:pt>
                <c:pt idx="3187">
                  <c:v>4380.44956841</c:v>
                </c:pt>
                <c:pt idx="3188">
                  <c:v>4368.38274636</c:v>
                </c:pt>
                <c:pt idx="3189">
                  <c:v>4162.54538509</c:v>
                </c:pt>
                <c:pt idx="3190">
                  <c:v>4264.73679658</c:v>
                </c:pt>
                <c:pt idx="3191">
                  <c:v>4296.22473211</c:v>
                </c:pt>
                <c:pt idx="3192">
                  <c:v>4356.02620813</c:v>
                </c:pt>
                <c:pt idx="3193">
                  <c:v>4393.75033573</c:v>
                </c:pt>
                <c:pt idx="3194">
                  <c:v>4428.09911232</c:v>
                </c:pt>
                <c:pt idx="3195">
                  <c:v>4430.80897769</c:v>
                </c:pt>
                <c:pt idx="3196">
                  <c:v>4430.07248125</c:v>
                </c:pt>
                <c:pt idx="3197">
                  <c:v>4415.02914299</c:v>
                </c:pt>
                <c:pt idx="3198">
                  <c:v>4525.91904872</c:v>
                </c:pt>
                <c:pt idx="3199">
                  <c:v>4506.18774335</c:v>
                </c:pt>
                <c:pt idx="3200">
                  <c:v>4535.23509267</c:v>
                </c:pt>
                <c:pt idx="3201">
                  <c:v>4572.89293543</c:v>
                </c:pt>
                <c:pt idx="3202">
                  <c:v>4558.18208414</c:v>
                </c:pt>
                <c:pt idx="3203">
                  <c:v>4619.93983137</c:v>
                </c:pt>
                <c:pt idx="3204">
                  <c:v>4589.39006632</c:v>
                </c:pt>
                <c:pt idx="3205">
                  <c:v>4615.48111192</c:v>
                </c:pt>
                <c:pt idx="3206">
                  <c:v>4507.34190577</c:v>
                </c:pt>
                <c:pt idx="3207">
                  <c:v>4518.64820148</c:v>
                </c:pt>
                <c:pt idx="3208">
                  <c:v>4507.7097293</c:v>
                </c:pt>
                <c:pt idx="3209">
                  <c:v>4609.13076441</c:v>
                </c:pt>
                <c:pt idx="3210">
                  <c:v>4510.35251214</c:v>
                </c:pt>
                <c:pt idx="3211">
                  <c:v>4623.48021606</c:v>
                </c:pt>
                <c:pt idx="3212">
                  <c:v>4707.97634272</c:v>
                </c:pt>
                <c:pt idx="3213">
                  <c:v>4690.79905125</c:v>
                </c:pt>
                <c:pt idx="3214">
                  <c:v>4719.85223694</c:v>
                </c:pt>
                <c:pt idx="3215">
                  <c:v>4802.72464621</c:v>
                </c:pt>
                <c:pt idx="3216">
                  <c:v>4677.95547586</c:v>
                </c:pt>
                <c:pt idx="3217">
                  <c:v>4691.42004358</c:v>
                </c:pt>
                <c:pt idx="3218">
                  <c:v>4700.53524953</c:v>
                </c:pt>
                <c:pt idx="3219">
                  <c:v>4750.54298424</c:v>
                </c:pt>
                <c:pt idx="3220">
                  <c:v>4744.13609339</c:v>
                </c:pt>
                <c:pt idx="3221">
                  <c:v>4743.46656635</c:v>
                </c:pt>
                <c:pt idx="3222">
                  <c:v>4606.33860841</c:v>
                </c:pt>
                <c:pt idx="3223">
                  <c:v>4675.37894676</c:v>
                </c:pt>
                <c:pt idx="3224">
                  <c:v>4711.33673583</c:v>
                </c:pt>
                <c:pt idx="3225">
                  <c:v>4725.11892018</c:v>
                </c:pt>
                <c:pt idx="3226">
                  <c:v>4789.74317758</c:v>
                </c:pt>
                <c:pt idx="3227">
                  <c:v>4729.83444542</c:v>
                </c:pt>
                <c:pt idx="3228">
                  <c:v>4513.06213832</c:v>
                </c:pt>
                <c:pt idx="3229">
                  <c:v>4561.4877986</c:v>
                </c:pt>
                <c:pt idx="3230">
                  <c:v>4537.96888882</c:v>
                </c:pt>
                <c:pt idx="3231">
                  <c:v>4657.22656125</c:v>
                </c:pt>
                <c:pt idx="3232">
                  <c:v>4928.50918278</c:v>
                </c:pt>
                <c:pt idx="3233">
                  <c:v>5062.44973326</c:v>
                </c:pt>
                <c:pt idx="3234">
                  <c:v>5081.20489647</c:v>
                </c:pt>
                <c:pt idx="3235">
                  <c:v>5080.61203247</c:v>
                </c:pt>
                <c:pt idx="3236">
                  <c:v>5047.01522399</c:v>
                </c:pt>
                <c:pt idx="3237">
                  <c:v>5039.61732992</c:v>
                </c:pt>
                <c:pt idx="3238">
                  <c:v>4964.42227373</c:v>
                </c:pt>
                <c:pt idx="3239">
                  <c:v>4724.77843804</c:v>
                </c:pt>
                <c:pt idx="3240">
                  <c:v>4793.04617093</c:v>
                </c:pt>
                <c:pt idx="3241">
                  <c:v>4841.95655787</c:v>
                </c:pt>
                <c:pt idx="3242">
                  <c:v>4843.02937811</c:v>
                </c:pt>
                <c:pt idx="3243">
                  <c:v>4889.88640459</c:v>
                </c:pt>
                <c:pt idx="3244">
                  <c:v>4925.10077905</c:v>
                </c:pt>
                <c:pt idx="3245">
                  <c:v>4949.38143543</c:v>
                </c:pt>
                <c:pt idx="3246">
                  <c:v>4992.55977901</c:v>
                </c:pt>
                <c:pt idx="3247">
                  <c:v>4917.44036227</c:v>
                </c:pt>
                <c:pt idx="3248">
                  <c:v>5000.06981755</c:v>
                </c:pt>
                <c:pt idx="3249">
                  <c:v>5087.28067749</c:v>
                </c:pt>
                <c:pt idx="3250">
                  <c:v>5103.20244931</c:v>
                </c:pt>
                <c:pt idx="3251">
                  <c:v>5199.06998212</c:v>
                </c:pt>
                <c:pt idx="3252">
                  <c:v>5173.48634745</c:v>
                </c:pt>
                <c:pt idx="3253">
                  <c:v>5245.8933945</c:v>
                </c:pt>
                <c:pt idx="3254">
                  <c:v>5167.94213285</c:v>
                </c:pt>
                <c:pt idx="3255">
                  <c:v>5125.89452158</c:v>
                </c:pt>
                <c:pt idx="3256">
                  <c:v>5282.00101267</c:v>
                </c:pt>
                <c:pt idx="3257">
                  <c:v>5212.99353703</c:v>
                </c:pt>
                <c:pt idx="3258">
                  <c:v>5277.67321643</c:v>
                </c:pt>
                <c:pt idx="3259">
                  <c:v>5403.44438487</c:v>
                </c:pt>
                <c:pt idx="3260">
                  <c:v>5352.98151521</c:v>
                </c:pt>
                <c:pt idx="3261">
                  <c:v>4933.63328079</c:v>
                </c:pt>
                <c:pt idx="3262">
                  <c:v>4880.20245529</c:v>
                </c:pt>
                <c:pt idx="3263">
                  <c:v>4983.12211061</c:v>
                </c:pt>
                <c:pt idx="3264">
                  <c:v>5074.31349355</c:v>
                </c:pt>
                <c:pt idx="3265">
                  <c:v>5214.52259436</c:v>
                </c:pt>
                <c:pt idx="3266">
                  <c:v>5208.16750866</c:v>
                </c:pt>
                <c:pt idx="3267">
                  <c:v>5066.45995815</c:v>
                </c:pt>
                <c:pt idx="3268">
                  <c:v>4923.40848716</c:v>
                </c:pt>
                <c:pt idx="3269">
                  <c:v>4850.61406039</c:v>
                </c:pt>
                <c:pt idx="3270">
                  <c:v>4827.77937806</c:v>
                </c:pt>
                <c:pt idx="3271">
                  <c:v>4977.14027127</c:v>
                </c:pt>
                <c:pt idx="3272">
                  <c:v>5016.85753584</c:v>
                </c:pt>
                <c:pt idx="3273">
                  <c:v>4931.60157911</c:v>
                </c:pt>
                <c:pt idx="3274">
                  <c:v>4936.95705506</c:v>
                </c:pt>
                <c:pt idx="3275">
                  <c:v>4844.08063156</c:v>
                </c:pt>
                <c:pt idx="3276">
                  <c:v>4849.88820084</c:v>
                </c:pt>
                <c:pt idx="3277">
                  <c:v>4860.49928538</c:v>
                </c:pt>
                <c:pt idx="3278">
                  <c:v>4976.06076788</c:v>
                </c:pt>
                <c:pt idx="3279">
                  <c:v>4946.37641625</c:v>
                </c:pt>
                <c:pt idx="3280">
                  <c:v>5029.73232219</c:v>
                </c:pt>
                <c:pt idx="3281">
                  <c:v>5071.44441677</c:v>
                </c:pt>
                <c:pt idx="3282">
                  <c:v>5110.61000573</c:v>
                </c:pt>
                <c:pt idx="3283">
                  <c:v>5132.59901488</c:v>
                </c:pt>
                <c:pt idx="3284">
                  <c:v>5101.89510314</c:v>
                </c:pt>
                <c:pt idx="3285">
                  <c:v>4988.63860702</c:v>
                </c:pt>
                <c:pt idx="3286">
                  <c:v>5026.37368193</c:v>
                </c:pt>
                <c:pt idx="3287">
                  <c:v>5012.72897441</c:v>
                </c:pt>
                <c:pt idx="3288">
                  <c:v>5029.57624184</c:v>
                </c:pt>
                <c:pt idx="3289">
                  <c:v>5010.66185116</c:v>
                </c:pt>
                <c:pt idx="3290">
                  <c:v>4964.67445528</c:v>
                </c:pt>
                <c:pt idx="3291">
                  <c:v>5005.74376889</c:v>
                </c:pt>
                <c:pt idx="3292">
                  <c:v>5036.27624706</c:v>
                </c:pt>
                <c:pt idx="3293">
                  <c:v>5035.14569576</c:v>
                </c:pt>
                <c:pt idx="3294">
                  <c:v>4976.52054341</c:v>
                </c:pt>
                <c:pt idx="3295">
                  <c:v>5024.30176164</c:v>
                </c:pt>
                <c:pt idx="3296">
                  <c:v>5033.02782568</c:v>
                </c:pt>
                <c:pt idx="3297">
                  <c:v>5016.04437105</c:v>
                </c:pt>
                <c:pt idx="3298">
                  <c:v>5079.51731489</c:v>
                </c:pt>
                <c:pt idx="3299">
                  <c:v>5087.63128437</c:v>
                </c:pt>
                <c:pt idx="3300">
                  <c:v>5112.23677955</c:v>
                </c:pt>
                <c:pt idx="3301">
                  <c:v>5128.91548005</c:v>
                </c:pt>
                <c:pt idx="3302">
                  <c:v>5127.00086718</c:v>
                </c:pt>
                <c:pt idx="3303">
                  <c:v>5045.71214275</c:v>
                </c:pt>
                <c:pt idx="3304">
                  <c:v>5011.45694713</c:v>
                </c:pt>
                <c:pt idx="3305">
                  <c:v>4988.4989627</c:v>
                </c:pt>
                <c:pt idx="3306">
                  <c:v>4968.77988926</c:v>
                </c:pt>
                <c:pt idx="3307">
                  <c:v>4887.39975512</c:v>
                </c:pt>
                <c:pt idx="3308">
                  <c:v>4961.70431051</c:v>
                </c:pt>
                <c:pt idx="3309">
                  <c:v>4887.0872081</c:v>
                </c:pt>
                <c:pt idx="3310">
                  <c:v>4836.05380621</c:v>
                </c:pt>
                <c:pt idx="3311">
                  <c:v>4885.84736614</c:v>
                </c:pt>
                <c:pt idx="3312">
                  <c:v>4801.31567809</c:v>
                </c:pt>
                <c:pt idx="3313">
                  <c:v>4853.52725135</c:v>
                </c:pt>
                <c:pt idx="3314">
                  <c:v>4737.14572368</c:v>
                </c:pt>
                <c:pt idx="3315">
                  <c:v>4672.53787383</c:v>
                </c:pt>
                <c:pt idx="3316">
                  <c:v>4647.59039149</c:v>
                </c:pt>
                <c:pt idx="3317">
                  <c:v>4635.11648143</c:v>
                </c:pt>
                <c:pt idx="3318">
                  <c:v>4664.2219338</c:v>
                </c:pt>
                <c:pt idx="3319">
                  <c:v>4690.83260415</c:v>
                </c:pt>
                <c:pt idx="3320">
                  <c:v>4687.50605925</c:v>
                </c:pt>
                <c:pt idx="3321">
                  <c:v>4696.65359329</c:v>
                </c:pt>
                <c:pt idx="3322">
                  <c:v>4690.00084126</c:v>
                </c:pt>
                <c:pt idx="3323">
                  <c:v>4674.20089296</c:v>
                </c:pt>
                <c:pt idx="3324">
                  <c:v>4701.64281954</c:v>
                </c:pt>
                <c:pt idx="3325">
                  <c:v>4680.85364499</c:v>
                </c:pt>
                <c:pt idx="3326">
                  <c:v>4698.39058442</c:v>
                </c:pt>
                <c:pt idx="3327">
                  <c:v>4694.19495285</c:v>
                </c:pt>
                <c:pt idx="3328">
                  <c:v>4679.93068373</c:v>
                </c:pt>
                <c:pt idx="3329">
                  <c:v>4711.81582856</c:v>
                </c:pt>
                <c:pt idx="3330">
                  <c:v>4704.25954053</c:v>
                </c:pt>
                <c:pt idx="3331">
                  <c:v>4704.25954053</c:v>
                </c:pt>
                <c:pt idx="3332">
                  <c:v>4608.53865224</c:v>
                </c:pt>
                <c:pt idx="3333">
                  <c:v>4486.78957664</c:v>
                </c:pt>
                <c:pt idx="3334">
                  <c:v>4458.24109329</c:v>
                </c:pt>
                <c:pt idx="3335">
                  <c:v>4406.18285971</c:v>
                </c:pt>
                <c:pt idx="3336">
                  <c:v>4536.32903517</c:v>
                </c:pt>
                <c:pt idx="3337">
                  <c:v>4460.76003735</c:v>
                </c:pt>
                <c:pt idx="3338">
                  <c:v>4488.46859102</c:v>
                </c:pt>
                <c:pt idx="3339">
                  <c:v>4513.65836962</c:v>
                </c:pt>
                <c:pt idx="3340">
                  <c:v>4499.38429695</c:v>
                </c:pt>
                <c:pt idx="3341">
                  <c:v>4474.19451834</c:v>
                </c:pt>
                <c:pt idx="3342">
                  <c:v>4498.54453626</c:v>
                </c:pt>
                <c:pt idx="3343">
                  <c:v>4465.79809447</c:v>
                </c:pt>
                <c:pt idx="3344">
                  <c:v>4500.22388863</c:v>
                </c:pt>
                <c:pt idx="3345">
                  <c:v>4498.54453626</c:v>
                </c:pt>
                <c:pt idx="3346">
                  <c:v>4522.89438518</c:v>
                </c:pt>
                <c:pt idx="3347">
                  <c:v>4519.53584943</c:v>
                </c:pt>
                <c:pt idx="3348">
                  <c:v>4529.61179467</c:v>
                </c:pt>
                <c:pt idx="3349">
                  <c:v>4538.00804954</c:v>
                </c:pt>
                <c:pt idx="3350">
                  <c:v>4532.13073873</c:v>
                </c:pt>
                <c:pt idx="3351">
                  <c:v>4522.88966305</c:v>
                </c:pt>
                <c:pt idx="3352">
                  <c:v>4552.29990603</c:v>
                </c:pt>
                <c:pt idx="3353">
                  <c:v>4530.45223897</c:v>
                </c:pt>
                <c:pt idx="3354">
                  <c:v>4509.44497088</c:v>
                </c:pt>
                <c:pt idx="3355">
                  <c:v>4517.0075468</c:v>
                </c:pt>
                <c:pt idx="3356">
                  <c:v>4528.77194843</c:v>
                </c:pt>
                <c:pt idx="3357">
                  <c:v>4524.57029185</c:v>
                </c:pt>
                <c:pt idx="3358">
                  <c:v>4583.39094694</c:v>
                </c:pt>
                <c:pt idx="3359">
                  <c:v>4569.76325102</c:v>
                </c:pt>
                <c:pt idx="3360">
                  <c:v>4585.33866588</c:v>
                </c:pt>
                <c:pt idx="3361">
                  <c:v>4628.13718963</c:v>
                </c:pt>
                <c:pt idx="3362">
                  <c:v>4672.94558296</c:v>
                </c:pt>
                <c:pt idx="3363">
                  <c:v>4677.74792172</c:v>
                </c:pt>
                <c:pt idx="3364">
                  <c:v>4643.75571529</c:v>
                </c:pt>
                <c:pt idx="3365">
                  <c:v>4503.61247708</c:v>
                </c:pt>
                <c:pt idx="3366">
                  <c:v>4511.35267485</c:v>
                </c:pt>
                <c:pt idx="3367">
                  <c:v>4438.25632534</c:v>
                </c:pt>
                <c:pt idx="3368">
                  <c:v>4627.81599828</c:v>
                </c:pt>
                <c:pt idx="3369">
                  <c:v>4577.44124067</c:v>
                </c:pt>
                <c:pt idx="3370">
                  <c:v>4601.64597158</c:v>
                </c:pt>
                <c:pt idx="3371">
                  <c:v>4587.3410125</c:v>
                </c:pt>
                <c:pt idx="3372">
                  <c:v>4647.95677361</c:v>
                </c:pt>
                <c:pt idx="3373">
                  <c:v>4726.44262915</c:v>
                </c:pt>
                <c:pt idx="3374">
                  <c:v>4738.79042064</c:v>
                </c:pt>
                <c:pt idx="3375">
                  <c:v>4667.56614208</c:v>
                </c:pt>
                <c:pt idx="3376">
                  <c:v>4769.73964044</c:v>
                </c:pt>
                <c:pt idx="3377">
                  <c:v>4790.38180735</c:v>
                </c:pt>
                <c:pt idx="3378">
                  <c:v>4867.7054972</c:v>
                </c:pt>
                <c:pt idx="3379">
                  <c:v>4830.95777416</c:v>
                </c:pt>
                <c:pt idx="3380">
                  <c:v>4861.37246936</c:v>
                </c:pt>
                <c:pt idx="3381">
                  <c:v>4741.50824697</c:v>
                </c:pt>
                <c:pt idx="3382">
                  <c:v>4858.57117247</c:v>
                </c:pt>
                <c:pt idx="3383">
                  <c:v>4757.18147059</c:v>
                </c:pt>
                <c:pt idx="3384">
                  <c:v>4747.62052234</c:v>
                </c:pt>
                <c:pt idx="3385">
                  <c:v>4712.5431852</c:v>
                </c:pt>
                <c:pt idx="3386">
                  <c:v>4800.15403522</c:v>
                </c:pt>
                <c:pt idx="3387">
                  <c:v>4935.37742393</c:v>
                </c:pt>
                <c:pt idx="3388">
                  <c:v>4938.69738486</c:v>
                </c:pt>
                <c:pt idx="3389">
                  <c:v>5036.24052603</c:v>
                </c:pt>
                <c:pt idx="3390">
                  <c:v>5067.08763975</c:v>
                </c:pt>
                <c:pt idx="3391">
                  <c:v>5136.65105872</c:v>
                </c:pt>
                <c:pt idx="3392">
                  <c:v>5093.30192438</c:v>
                </c:pt>
                <c:pt idx="3393">
                  <c:v>5173.7109047</c:v>
                </c:pt>
                <c:pt idx="3394">
                  <c:v>5263.99902199</c:v>
                </c:pt>
                <c:pt idx="3395">
                  <c:v>5170.75177795</c:v>
                </c:pt>
                <c:pt idx="3396">
                  <c:v>5194.488066</c:v>
                </c:pt>
                <c:pt idx="3397">
                  <c:v>5257.21348889</c:v>
                </c:pt>
                <c:pt idx="3398">
                  <c:v>5259.0468963</c:v>
                </c:pt>
                <c:pt idx="3399">
                  <c:v>5221.31088034</c:v>
                </c:pt>
                <c:pt idx="3400">
                  <c:v>5253.4305054</c:v>
                </c:pt>
                <c:pt idx="3401">
                  <c:v>5228.60579913</c:v>
                </c:pt>
                <c:pt idx="3402">
                  <c:v>5242.19246437</c:v>
                </c:pt>
                <c:pt idx="3403">
                  <c:v>5332.81534865</c:v>
                </c:pt>
                <c:pt idx="3404">
                  <c:v>5312.44358157</c:v>
                </c:pt>
                <c:pt idx="3405">
                  <c:v>5357.04386713</c:v>
                </c:pt>
                <c:pt idx="3406">
                  <c:v>5327.12247085</c:v>
                </c:pt>
                <c:pt idx="3407">
                  <c:v>5380.73731367</c:v>
                </c:pt>
                <c:pt idx="3408">
                  <c:v>5395.11960912</c:v>
                </c:pt>
                <c:pt idx="3409">
                  <c:v>5417.02263033</c:v>
                </c:pt>
                <c:pt idx="3410">
                  <c:v>5440.85596333</c:v>
                </c:pt>
                <c:pt idx="3411">
                  <c:v>5423.10586563</c:v>
                </c:pt>
                <c:pt idx="3412">
                  <c:v>5409.96603953</c:v>
                </c:pt>
                <c:pt idx="3413">
                  <c:v>5328.44352658</c:v>
                </c:pt>
                <c:pt idx="3414">
                  <c:v>5119.35888987</c:v>
                </c:pt>
                <c:pt idx="3415">
                  <c:v>5305.39305098</c:v>
                </c:pt>
                <c:pt idx="3416">
                  <c:v>5248.0628134</c:v>
                </c:pt>
                <c:pt idx="3417">
                  <c:v>5361.94791777</c:v>
                </c:pt>
                <c:pt idx="3418">
                  <c:v>5400.72118687</c:v>
                </c:pt>
                <c:pt idx="3419">
                  <c:v>5500.45978139</c:v>
                </c:pt>
                <c:pt idx="3420">
                  <c:v>5463.46763949</c:v>
                </c:pt>
                <c:pt idx="3421">
                  <c:v>5612.36998508</c:v>
                </c:pt>
                <c:pt idx="3422">
                  <c:v>5645.49978043</c:v>
                </c:pt>
                <c:pt idx="3423">
                  <c:v>5626.5535631</c:v>
                </c:pt>
                <c:pt idx="3424">
                  <c:v>5576.1380226</c:v>
                </c:pt>
                <c:pt idx="3425">
                  <c:v>5566.2588044</c:v>
                </c:pt>
                <c:pt idx="3426">
                  <c:v>5440.23792941</c:v>
                </c:pt>
                <c:pt idx="3427">
                  <c:v>5384.51273684</c:v>
                </c:pt>
                <c:pt idx="3428">
                  <c:v>5340.0950494</c:v>
                </c:pt>
                <c:pt idx="3429">
                  <c:v>5517.57472918</c:v>
                </c:pt>
                <c:pt idx="3430">
                  <c:v>5474.33764261</c:v>
                </c:pt>
                <c:pt idx="3431">
                  <c:v>5511.31173494</c:v>
                </c:pt>
                <c:pt idx="3432">
                  <c:v>5535.81469594</c:v>
                </c:pt>
                <c:pt idx="3433">
                  <c:v>5593.42717968</c:v>
                </c:pt>
                <c:pt idx="3434">
                  <c:v>5477.46087225</c:v>
                </c:pt>
                <c:pt idx="3435">
                  <c:v>5386.77014368</c:v>
                </c:pt>
                <c:pt idx="3436">
                  <c:v>5443.54066376</c:v>
                </c:pt>
                <c:pt idx="3437">
                  <c:v>5539.95536782</c:v>
                </c:pt>
                <c:pt idx="3438">
                  <c:v>5547.22028019</c:v>
                </c:pt>
                <c:pt idx="3439">
                  <c:v>5580.36271409</c:v>
                </c:pt>
                <c:pt idx="3440">
                  <c:v>5609.34472945</c:v>
                </c:pt>
                <c:pt idx="3441">
                  <c:v>5616.92588585</c:v>
                </c:pt>
                <c:pt idx="3442">
                  <c:v>5692.59631768</c:v>
                </c:pt>
                <c:pt idx="3443">
                  <c:v>5718.18964792</c:v>
                </c:pt>
                <c:pt idx="3444">
                  <c:v>5799.03031637</c:v>
                </c:pt>
                <c:pt idx="3445">
                  <c:v>5795.2007898</c:v>
                </c:pt>
                <c:pt idx="3446">
                  <c:v>5775.68743241</c:v>
                </c:pt>
                <c:pt idx="3447">
                  <c:v>5872.49700262</c:v>
                </c:pt>
                <c:pt idx="3448">
                  <c:v>5937.44087479</c:v>
                </c:pt>
                <c:pt idx="3449">
                  <c:v>5995.83081346</c:v>
                </c:pt>
                <c:pt idx="3450">
                  <c:v>5929.12640012</c:v>
                </c:pt>
                <c:pt idx="3451">
                  <c:v>5889.74782292</c:v>
                </c:pt>
                <c:pt idx="3452">
                  <c:v>5825.93860005</c:v>
                </c:pt>
                <c:pt idx="3453">
                  <c:v>5887.71030388</c:v>
                </c:pt>
                <c:pt idx="3454">
                  <c:v>5929.26996939</c:v>
                </c:pt>
                <c:pt idx="3455">
                  <c:v>5974.61863279</c:v>
                </c:pt>
                <c:pt idx="3456">
                  <c:v>6046.03025781</c:v>
                </c:pt>
                <c:pt idx="3457">
                  <c:v>6073.6298162</c:v>
                </c:pt>
                <c:pt idx="3458">
                  <c:v>6029.9547504</c:v>
                </c:pt>
                <c:pt idx="3459">
                  <c:v>6104.76974236</c:v>
                </c:pt>
                <c:pt idx="3460">
                  <c:v>6039.64313765</c:v>
                </c:pt>
                <c:pt idx="3461">
                  <c:v>6154.37993208</c:v>
                </c:pt>
                <c:pt idx="3462">
                  <c:v>6123.69273684</c:v>
                </c:pt>
                <c:pt idx="3463">
                  <c:v>5689.54983694</c:v>
                </c:pt>
                <c:pt idx="3464">
                  <c:v>5910.58725336</c:v>
                </c:pt>
                <c:pt idx="3465">
                  <c:v>5859.0072744</c:v>
                </c:pt>
                <c:pt idx="3466">
                  <c:v>5922.72350186</c:v>
                </c:pt>
                <c:pt idx="3467">
                  <c:v>5864.49009421</c:v>
                </c:pt>
                <c:pt idx="3468">
                  <c:v>5950.93545756</c:v>
                </c:pt>
                <c:pt idx="3469">
                  <c:v>6103.43922619</c:v>
                </c:pt>
                <c:pt idx="3470">
                  <c:v>6106.31330325</c:v>
                </c:pt>
                <c:pt idx="3471">
                  <c:v>5989.60700023</c:v>
                </c:pt>
                <c:pt idx="3472">
                  <c:v>6083.77093437</c:v>
                </c:pt>
                <c:pt idx="3473">
                  <c:v>6199.33287552</c:v>
                </c:pt>
                <c:pt idx="3474">
                  <c:v>6410.33649397</c:v>
                </c:pt>
                <c:pt idx="3475">
                  <c:v>6491.83138998</c:v>
                </c:pt>
                <c:pt idx="3476">
                  <c:v>6521.58690658</c:v>
                </c:pt>
                <c:pt idx="3477">
                  <c:v>6325.32809129</c:v>
                </c:pt>
                <c:pt idx="3478">
                  <c:v>6387.87289517</c:v>
                </c:pt>
                <c:pt idx="3479">
                  <c:v>6417.91421007</c:v>
                </c:pt>
                <c:pt idx="3480">
                  <c:v>6179.35172777</c:v>
                </c:pt>
                <c:pt idx="3481">
                  <c:v>6262.26255899</c:v>
                </c:pt>
                <c:pt idx="3482">
                  <c:v>6050.72895372</c:v>
                </c:pt>
                <c:pt idx="3483">
                  <c:v>6033.99305445</c:v>
                </c:pt>
                <c:pt idx="3484">
                  <c:v>6264.40548794</c:v>
                </c:pt>
                <c:pt idx="3485">
                  <c:v>6273.89147399</c:v>
                </c:pt>
                <c:pt idx="3486">
                  <c:v>6267.37482968</c:v>
                </c:pt>
                <c:pt idx="3487">
                  <c:v>6046.02232708</c:v>
                </c:pt>
                <c:pt idx="3488">
                  <c:v>6050.56502167</c:v>
                </c:pt>
                <c:pt idx="3489">
                  <c:v>5939.73701277</c:v>
                </c:pt>
                <c:pt idx="3490">
                  <c:v>5832.74515675</c:v>
                </c:pt>
                <c:pt idx="3491">
                  <c:v>5837.94639445</c:v>
                </c:pt>
                <c:pt idx="3492">
                  <c:v>5691.52420724</c:v>
                </c:pt>
                <c:pt idx="3493">
                  <c:v>5771.59402683</c:v>
                </c:pt>
                <c:pt idx="3494">
                  <c:v>5874.22465681</c:v>
                </c:pt>
                <c:pt idx="3495">
                  <c:v>5940.37319606</c:v>
                </c:pt>
                <c:pt idx="3496">
                  <c:v>5997.24529272</c:v>
                </c:pt>
                <c:pt idx="3497">
                  <c:v>6048.90333987</c:v>
                </c:pt>
                <c:pt idx="3498">
                  <c:v>6025.66689452</c:v>
                </c:pt>
                <c:pt idx="3499">
                  <c:v>6040.11761482</c:v>
                </c:pt>
                <c:pt idx="3500">
                  <c:v>6095.17046338</c:v>
                </c:pt>
                <c:pt idx="3501">
                  <c:v>6085.2053149</c:v>
                </c:pt>
                <c:pt idx="3502">
                  <c:v>6095.65102118</c:v>
                </c:pt>
                <c:pt idx="3503">
                  <c:v>6072.51455068</c:v>
                </c:pt>
                <c:pt idx="3504">
                  <c:v>6063.68058203</c:v>
                </c:pt>
                <c:pt idx="3505">
                  <c:v>6123.68517933</c:v>
                </c:pt>
                <c:pt idx="3506">
                  <c:v>6123.7484729</c:v>
                </c:pt>
                <c:pt idx="3507">
                  <c:v>6046.45877481</c:v>
                </c:pt>
                <c:pt idx="3508">
                  <c:v>6036.93705518</c:v>
                </c:pt>
                <c:pt idx="3509">
                  <c:v>6010.60828007</c:v>
                </c:pt>
                <c:pt idx="3510">
                  <c:v>5956.84277503</c:v>
                </c:pt>
                <c:pt idx="3511">
                  <c:v>5992.50361716</c:v>
                </c:pt>
                <c:pt idx="3512">
                  <c:v>6037.40510388</c:v>
                </c:pt>
                <c:pt idx="3513">
                  <c:v>6073.09884041</c:v>
                </c:pt>
                <c:pt idx="3514">
                  <c:v>6081.68095246</c:v>
                </c:pt>
                <c:pt idx="3515">
                  <c:v>6105.84779776</c:v>
                </c:pt>
                <c:pt idx="3516">
                  <c:v>6102.35303864</c:v>
                </c:pt>
                <c:pt idx="3517">
                  <c:v>6080.74146961</c:v>
                </c:pt>
                <c:pt idx="3518">
                  <c:v>6072.72361405</c:v>
                </c:pt>
                <c:pt idx="3519">
                  <c:v>6017.07347084</c:v>
                </c:pt>
                <c:pt idx="3520">
                  <c:v>6042.83463068</c:v>
                </c:pt>
                <c:pt idx="3521">
                  <c:v>6094.88384121</c:v>
                </c:pt>
                <c:pt idx="3522">
                  <c:v>6151.00987364</c:v>
                </c:pt>
                <c:pt idx="3523">
                  <c:v>6133.75897077</c:v>
                </c:pt>
                <c:pt idx="3524">
                  <c:v>6167.16059558</c:v>
                </c:pt>
                <c:pt idx="3525">
                  <c:v>6221.75002487</c:v>
                </c:pt>
                <c:pt idx="3526">
                  <c:v>6219.44981742</c:v>
                </c:pt>
                <c:pt idx="3527">
                  <c:v>6225.53124219</c:v>
                </c:pt>
                <c:pt idx="3528">
                  <c:v>6227.58243879</c:v>
                </c:pt>
                <c:pt idx="3529">
                  <c:v>6240.47196287</c:v>
                </c:pt>
                <c:pt idx="3530">
                  <c:v>6219.76539546</c:v>
                </c:pt>
                <c:pt idx="3531">
                  <c:v>6110.44296928</c:v>
                </c:pt>
                <c:pt idx="3532">
                  <c:v>6211.90592242</c:v>
                </c:pt>
                <c:pt idx="3533">
                  <c:v>6243.95786889</c:v>
                </c:pt>
                <c:pt idx="3534">
                  <c:v>6252.81886565</c:v>
                </c:pt>
                <c:pt idx="3535">
                  <c:v>6275.14178672</c:v>
                </c:pt>
                <c:pt idx="3536">
                  <c:v>6333.66395769</c:v>
                </c:pt>
                <c:pt idx="3537">
                  <c:v>6339.05408453</c:v>
                </c:pt>
                <c:pt idx="3538">
                  <c:v>6320.92595796</c:v>
                </c:pt>
                <c:pt idx="3539">
                  <c:v>6319.46567738</c:v>
                </c:pt>
                <c:pt idx="3540">
                  <c:v>6367.61311419</c:v>
                </c:pt>
                <c:pt idx="3541">
                  <c:v>6356.25698257</c:v>
                </c:pt>
                <c:pt idx="3542">
                  <c:v>6341.33830752</c:v>
                </c:pt>
                <c:pt idx="3543">
                  <c:v>6281.80617817</c:v>
                </c:pt>
                <c:pt idx="3544">
                  <c:v>6414.12084988</c:v>
                </c:pt>
                <c:pt idx="3545">
                  <c:v>6430.63673911</c:v>
                </c:pt>
                <c:pt idx="3546">
                  <c:v>6406.36358794</c:v>
                </c:pt>
                <c:pt idx="3547">
                  <c:v>6454.09388572</c:v>
                </c:pt>
                <c:pt idx="3548">
                  <c:v>6336.71830118</c:v>
                </c:pt>
                <c:pt idx="3549">
                  <c:v>6379.17095498</c:v>
                </c:pt>
                <c:pt idx="3550">
                  <c:v>6350.93567756</c:v>
                </c:pt>
                <c:pt idx="3551">
                  <c:v>6427.87948788</c:v>
                </c:pt>
                <c:pt idx="3552">
                  <c:v>6395.9557125</c:v>
                </c:pt>
                <c:pt idx="3553">
                  <c:v>6472.97383145</c:v>
                </c:pt>
                <c:pt idx="3554">
                  <c:v>6356.69459404</c:v>
                </c:pt>
                <c:pt idx="3555">
                  <c:v>6459.79537094</c:v>
                </c:pt>
                <c:pt idx="3556">
                  <c:v>6568.62151406</c:v>
                </c:pt>
                <c:pt idx="3557">
                  <c:v>6461.24973638</c:v>
                </c:pt>
                <c:pt idx="3558">
                  <c:v>6458.93184461</c:v>
                </c:pt>
                <c:pt idx="3559">
                  <c:v>6476.70802547</c:v>
                </c:pt>
                <c:pt idx="3560">
                  <c:v>6329.67652429</c:v>
                </c:pt>
                <c:pt idx="3561">
                  <c:v>6494.44888827</c:v>
                </c:pt>
                <c:pt idx="3562">
                  <c:v>6435.71393866</c:v>
                </c:pt>
                <c:pt idx="3563">
                  <c:v>6248.48218756</c:v>
                </c:pt>
                <c:pt idx="3564">
                  <c:v>6384.14170083</c:v>
                </c:pt>
                <c:pt idx="3565">
                  <c:v>6375.16144068</c:v>
                </c:pt>
                <c:pt idx="3566">
                  <c:v>6379.38780345</c:v>
                </c:pt>
                <c:pt idx="3567">
                  <c:v>6167.76524233</c:v>
                </c:pt>
                <c:pt idx="3568">
                  <c:v>6095.78847374</c:v>
                </c:pt>
                <c:pt idx="3569">
                  <c:v>6221.07760389</c:v>
                </c:pt>
                <c:pt idx="3570">
                  <c:v>6282.30229089</c:v>
                </c:pt>
                <c:pt idx="3571">
                  <c:v>6091.1795487</c:v>
                </c:pt>
                <c:pt idx="3572">
                  <c:v>6059.94461188</c:v>
                </c:pt>
                <c:pt idx="3573">
                  <c:v>5839.65975769</c:v>
                </c:pt>
                <c:pt idx="3574">
                  <c:v>5965.7177172</c:v>
                </c:pt>
                <c:pt idx="3575">
                  <c:v>5936.72376798</c:v>
                </c:pt>
                <c:pt idx="3576">
                  <c:v>5982.56625748</c:v>
                </c:pt>
                <c:pt idx="3577">
                  <c:v>5865.42222541</c:v>
                </c:pt>
                <c:pt idx="3578">
                  <c:v>5754.74257076</c:v>
                </c:pt>
                <c:pt idx="3579">
                  <c:v>5723.18244522</c:v>
                </c:pt>
                <c:pt idx="3580">
                  <c:v>5887.96103506</c:v>
                </c:pt>
                <c:pt idx="3581">
                  <c:v>5932.99024309</c:v>
                </c:pt>
                <c:pt idx="3582">
                  <c:v>5940.62281618</c:v>
                </c:pt>
                <c:pt idx="3583">
                  <c:v>5968.70783927</c:v>
                </c:pt>
                <c:pt idx="3584">
                  <c:v>5961.95947519</c:v>
                </c:pt>
                <c:pt idx="3585">
                  <c:v>6092.32289984</c:v>
                </c:pt>
                <c:pt idx="3586">
                  <c:v>6125.35159283</c:v>
                </c:pt>
                <c:pt idx="3587">
                  <c:v>6089.97408442</c:v>
                </c:pt>
                <c:pt idx="3588">
                  <c:v>6199.4535716</c:v>
                </c:pt>
                <c:pt idx="3589">
                  <c:v>6365.06787353</c:v>
                </c:pt>
                <c:pt idx="3590">
                  <c:v>6496.38993683</c:v>
                </c:pt>
                <c:pt idx="3591">
                  <c:v>6560.31918136</c:v>
                </c:pt>
                <c:pt idx="3592">
                  <c:v>6716.91992522</c:v>
                </c:pt>
                <c:pt idx="3593">
                  <c:v>6683.63441295</c:v>
                </c:pt>
                <c:pt idx="3594">
                  <c:v>6636.90504</c:v>
                </c:pt>
                <c:pt idx="3595">
                  <c:v>6812.2353141</c:v>
                </c:pt>
                <c:pt idx="3596">
                  <c:v>6792.78017577</c:v>
                </c:pt>
                <c:pt idx="3597">
                  <c:v>6975.45700277</c:v>
                </c:pt>
                <c:pt idx="3598">
                  <c:v>6973.31959153</c:v>
                </c:pt>
                <c:pt idx="3599">
                  <c:v>6874.92056887</c:v>
                </c:pt>
                <c:pt idx="3600">
                  <c:v>6957.68641828</c:v>
                </c:pt>
                <c:pt idx="3601">
                  <c:v>7123.0874585</c:v>
                </c:pt>
                <c:pt idx="3602">
                  <c:v>7208.91847517</c:v>
                </c:pt>
                <c:pt idx="3603">
                  <c:v>7152.31135776</c:v>
                </c:pt>
                <c:pt idx="3604">
                  <c:v>7331.95515387</c:v>
                </c:pt>
                <c:pt idx="3605">
                  <c:v>7606.09057751</c:v>
                </c:pt>
                <c:pt idx="3606">
                  <c:v>7579.99470603</c:v>
                </c:pt>
                <c:pt idx="3607">
                  <c:v>7914.42370194</c:v>
                </c:pt>
                <c:pt idx="3608">
                  <c:v>7971.22854564</c:v>
                </c:pt>
                <c:pt idx="3609">
                  <c:v>7839.66941945</c:v>
                </c:pt>
                <c:pt idx="3610">
                  <c:v>7989.77398417</c:v>
                </c:pt>
                <c:pt idx="3611">
                  <c:v>8107.55683538</c:v>
                </c:pt>
                <c:pt idx="3612">
                  <c:v>7861.21689642</c:v>
                </c:pt>
                <c:pt idx="3613">
                  <c:v>7822.62684152</c:v>
                </c:pt>
                <c:pt idx="3614">
                  <c:v>7735.99426521</c:v>
                </c:pt>
                <c:pt idx="3615">
                  <c:v>7974.91647804</c:v>
                </c:pt>
                <c:pt idx="3616">
                  <c:v>8015.82633776</c:v>
                </c:pt>
                <c:pt idx="3617">
                  <c:v>8127.27413031</c:v>
                </c:pt>
                <c:pt idx="3618">
                  <c:v>8385.00518792</c:v>
                </c:pt>
                <c:pt idx="3619">
                  <c:v>8355.59833131</c:v>
                </c:pt>
                <c:pt idx="3620">
                  <c:v>8495.96635396</c:v>
                </c:pt>
                <c:pt idx="3621">
                  <c:v>8542.48349825</c:v>
                </c:pt>
                <c:pt idx="3622">
                  <c:v>8609.94892152</c:v>
                </c:pt>
                <c:pt idx="3623">
                  <c:v>8701.13932361</c:v>
                </c:pt>
                <c:pt idx="3624">
                  <c:v>8661.50379985</c:v>
                </c:pt>
                <c:pt idx="3625">
                  <c:v>8604.57288328</c:v>
                </c:pt>
                <c:pt idx="3626">
                  <c:v>7842.70486595</c:v>
                </c:pt>
                <c:pt idx="3627">
                  <c:v>8031.56866721</c:v>
                </c:pt>
                <c:pt idx="3628">
                  <c:v>7965.70095552</c:v>
                </c:pt>
                <c:pt idx="3629">
                  <c:v>7818.1747307</c:v>
                </c:pt>
                <c:pt idx="3630">
                  <c:v>8049.4402551</c:v>
                </c:pt>
                <c:pt idx="3631">
                  <c:v>8125.80792354</c:v>
                </c:pt>
                <c:pt idx="3632">
                  <c:v>8317.765128</c:v>
                </c:pt>
                <c:pt idx="3633">
                  <c:v>8167.14341449</c:v>
                </c:pt>
                <c:pt idx="3634">
                  <c:v>8031.18491818</c:v>
                </c:pt>
                <c:pt idx="3635">
                  <c:v>8183.73564711</c:v>
                </c:pt>
                <c:pt idx="3636">
                  <c:v>8178.23770569</c:v>
                </c:pt>
                <c:pt idx="3637">
                  <c:v>7947.73292231</c:v>
                </c:pt>
                <c:pt idx="3638">
                  <c:v>7913.50157023</c:v>
                </c:pt>
                <c:pt idx="3639">
                  <c:v>7989.04160345</c:v>
                </c:pt>
                <c:pt idx="3640">
                  <c:v>7909.16397394</c:v>
                </c:pt>
                <c:pt idx="3641">
                  <c:v>8053.22013557</c:v>
                </c:pt>
                <c:pt idx="3642">
                  <c:v>8144.1578848</c:v>
                </c:pt>
                <c:pt idx="3643">
                  <c:v>8048.86895543</c:v>
                </c:pt>
                <c:pt idx="3644">
                  <c:v>8073.21689625</c:v>
                </c:pt>
                <c:pt idx="3645">
                  <c:v>8092.53939997</c:v>
                </c:pt>
                <c:pt idx="3646">
                  <c:v>8080.27366838</c:v>
                </c:pt>
                <c:pt idx="3647">
                  <c:v>8057.29238863</c:v>
                </c:pt>
                <c:pt idx="3648">
                  <c:v>8094.41789351</c:v>
                </c:pt>
                <c:pt idx="3649">
                  <c:v>8124.47892624</c:v>
                </c:pt>
                <c:pt idx="3650">
                  <c:v>8088.78062668</c:v>
                </c:pt>
                <c:pt idx="3651">
                  <c:v>8067.67873357</c:v>
                </c:pt>
                <c:pt idx="3652">
                  <c:v>8080.55979824</c:v>
                </c:pt>
                <c:pt idx="3653">
                  <c:v>8134.14191699</c:v>
                </c:pt>
                <c:pt idx="3654">
                  <c:v>8071.47165189</c:v>
                </c:pt>
                <c:pt idx="3655">
                  <c:v>8049.40734994</c:v>
                </c:pt>
                <c:pt idx="3656">
                  <c:v>8110.09331602</c:v>
                </c:pt>
                <c:pt idx="3657">
                  <c:v>8107.19228464</c:v>
                </c:pt>
                <c:pt idx="3658">
                  <c:v>8038.54728018</c:v>
                </c:pt>
                <c:pt idx="3659">
                  <c:v>8079.97816934</c:v>
                </c:pt>
                <c:pt idx="3660">
                  <c:v>8092.58861901</c:v>
                </c:pt>
                <c:pt idx="3661">
                  <c:v>8135.79961054</c:v>
                </c:pt>
                <c:pt idx="3662">
                  <c:v>8075.37741443</c:v>
                </c:pt>
                <c:pt idx="3663">
                  <c:v>8086.99004588</c:v>
                </c:pt>
                <c:pt idx="3664">
                  <c:v>8091.16238789</c:v>
                </c:pt>
                <c:pt idx="3665">
                  <c:v>8263.66086673</c:v>
                </c:pt>
                <c:pt idx="3666">
                  <c:v>8728.97507433</c:v>
                </c:pt>
                <c:pt idx="3667">
                  <c:v>8579.63328007</c:v>
                </c:pt>
                <c:pt idx="3668">
                  <c:v>8535.9124665</c:v>
                </c:pt>
                <c:pt idx="3669">
                  <c:v>8712.95036235</c:v>
                </c:pt>
                <c:pt idx="3670">
                  <c:v>8705.40701002</c:v>
                </c:pt>
                <c:pt idx="3671">
                  <c:v>8668.46300399</c:v>
                </c:pt>
                <c:pt idx="3672">
                  <c:v>8763.97911295</c:v>
                </c:pt>
                <c:pt idx="3673">
                  <c:v>8944.35204267</c:v>
                </c:pt>
                <c:pt idx="3674">
                  <c:v>8932.46194637</c:v>
                </c:pt>
                <c:pt idx="3675">
                  <c:v>8880.58478399</c:v>
                </c:pt>
                <c:pt idx="3676">
                  <c:v>8663.75753093</c:v>
                </c:pt>
                <c:pt idx="3677">
                  <c:v>8703.30441441</c:v>
                </c:pt>
                <c:pt idx="3678">
                  <c:v>8573.12811866</c:v>
                </c:pt>
                <c:pt idx="3679">
                  <c:v>8649.79672591</c:v>
                </c:pt>
                <c:pt idx="3680">
                  <c:v>8526.06388364</c:v>
                </c:pt>
                <c:pt idx="3681">
                  <c:v>8593.27993006</c:v>
                </c:pt>
                <c:pt idx="3682">
                  <c:v>8598.69516602</c:v>
                </c:pt>
                <c:pt idx="3683">
                  <c:v>8750.21395097</c:v>
                </c:pt>
                <c:pt idx="3684">
                  <c:v>8667.49382428</c:v>
                </c:pt>
                <c:pt idx="3685">
                  <c:v>8670.69857467</c:v>
                </c:pt>
              </c:numCache>
            </c:numRef>
          </c:yVal>
        </c:ser>
        <c:ser>
          <c:idx val="1"/>
          <c:order val="1"/>
          <c:tx>
            <c:v>비중 조절만</c:v>
          </c:tx>
          <c:spPr>
            <a:ln xmlns:a="http://schemas.openxmlformats.org/drawingml/2006/main" w="16193">
              <a:solidFill>
                <a:srgbClr val="C56822"/>
              </a:solidFill>
              <a:prstDash val="solid"/>
            </a:ln>
          </c:spPr>
          <c:marker>
            <c:symbol val="none"/>
          </c:marker>
          <c:xVal>
            <c:numRef>
              <c:f>'Chart Data'!$C$2:$C$3687</c:f>
              <c:numCache>
                <c:formatCode>General</c:formatCode>
                <c:ptCount val="3686"/>
                <c:pt idx="0">
                  <c:v>2012.00819672</c:v>
                </c:pt>
                <c:pt idx="1">
                  <c:v>2012.01092896</c:v>
                </c:pt>
                <c:pt idx="2">
                  <c:v>2012.0136612</c:v>
                </c:pt>
                <c:pt idx="3">
                  <c:v>2012.01639344</c:v>
                </c:pt>
                <c:pt idx="4">
                  <c:v>2012.02459016</c:v>
                </c:pt>
                <c:pt idx="5">
                  <c:v>2012.0273224</c:v>
                </c:pt>
                <c:pt idx="6">
                  <c:v>2012.03005464</c:v>
                </c:pt>
                <c:pt idx="7">
                  <c:v>2012.03278689</c:v>
                </c:pt>
                <c:pt idx="8">
                  <c:v>2012.03551913</c:v>
                </c:pt>
                <c:pt idx="9">
                  <c:v>2012.04644809</c:v>
                </c:pt>
                <c:pt idx="10">
                  <c:v>2012.04918033</c:v>
                </c:pt>
                <c:pt idx="11">
                  <c:v>2012.05191257</c:v>
                </c:pt>
                <c:pt idx="12">
                  <c:v>2012.05464481</c:v>
                </c:pt>
                <c:pt idx="13">
                  <c:v>2012.06284153</c:v>
                </c:pt>
                <c:pt idx="14">
                  <c:v>2012.06557377</c:v>
                </c:pt>
                <c:pt idx="15">
                  <c:v>2012.06830601</c:v>
                </c:pt>
                <c:pt idx="16">
                  <c:v>2012.07103825</c:v>
                </c:pt>
                <c:pt idx="17">
                  <c:v>2012.07377049</c:v>
                </c:pt>
                <c:pt idx="18">
                  <c:v>2012.08196721</c:v>
                </c:pt>
                <c:pt idx="19">
                  <c:v>2012.08469945</c:v>
                </c:pt>
                <c:pt idx="20">
                  <c:v>2012.08743169</c:v>
                </c:pt>
                <c:pt idx="21">
                  <c:v>2012.09016393</c:v>
                </c:pt>
                <c:pt idx="22">
                  <c:v>2012.09289617</c:v>
                </c:pt>
                <c:pt idx="23">
                  <c:v>2012.1010929</c:v>
                </c:pt>
                <c:pt idx="24">
                  <c:v>2012.10382514</c:v>
                </c:pt>
                <c:pt idx="25">
                  <c:v>2012.10655738</c:v>
                </c:pt>
                <c:pt idx="26">
                  <c:v>2012.10928962</c:v>
                </c:pt>
                <c:pt idx="27">
                  <c:v>2012.11202186</c:v>
                </c:pt>
                <c:pt idx="28">
                  <c:v>2012.12021858</c:v>
                </c:pt>
                <c:pt idx="29">
                  <c:v>2012.12295082</c:v>
                </c:pt>
                <c:pt idx="30">
                  <c:v>2012.12568306</c:v>
                </c:pt>
                <c:pt idx="31">
                  <c:v>2012.1284153</c:v>
                </c:pt>
                <c:pt idx="32">
                  <c:v>2012.13114754</c:v>
                </c:pt>
                <c:pt idx="33">
                  <c:v>2012.1420765</c:v>
                </c:pt>
                <c:pt idx="34">
                  <c:v>2012.14480874</c:v>
                </c:pt>
                <c:pt idx="35">
                  <c:v>2012.14754098</c:v>
                </c:pt>
                <c:pt idx="36">
                  <c:v>2012.15027322</c:v>
                </c:pt>
                <c:pt idx="37">
                  <c:v>2012.15846995</c:v>
                </c:pt>
                <c:pt idx="38">
                  <c:v>2012.16120219</c:v>
                </c:pt>
                <c:pt idx="39">
                  <c:v>2012.16393443</c:v>
                </c:pt>
                <c:pt idx="40">
                  <c:v>2012.16666667</c:v>
                </c:pt>
                <c:pt idx="41">
                  <c:v>2012.16939891</c:v>
                </c:pt>
                <c:pt idx="42">
                  <c:v>2012.17759563</c:v>
                </c:pt>
                <c:pt idx="43">
                  <c:v>2012.18032787</c:v>
                </c:pt>
                <c:pt idx="44">
                  <c:v>2012.18306011</c:v>
                </c:pt>
                <c:pt idx="45">
                  <c:v>2012.18579235</c:v>
                </c:pt>
                <c:pt idx="46">
                  <c:v>2012.18852459</c:v>
                </c:pt>
                <c:pt idx="47">
                  <c:v>2012.19672131</c:v>
                </c:pt>
                <c:pt idx="48">
                  <c:v>2012.19945355</c:v>
                </c:pt>
                <c:pt idx="49">
                  <c:v>2012.20218579</c:v>
                </c:pt>
                <c:pt idx="50">
                  <c:v>2012.20491803</c:v>
                </c:pt>
                <c:pt idx="51">
                  <c:v>2012.20765027</c:v>
                </c:pt>
                <c:pt idx="52">
                  <c:v>2012.21584699</c:v>
                </c:pt>
                <c:pt idx="53">
                  <c:v>2012.21857923</c:v>
                </c:pt>
                <c:pt idx="54">
                  <c:v>2012.22131148</c:v>
                </c:pt>
                <c:pt idx="55">
                  <c:v>2012.22404372</c:v>
                </c:pt>
                <c:pt idx="56">
                  <c:v>2012.22677596</c:v>
                </c:pt>
                <c:pt idx="57">
                  <c:v>2012.23497268</c:v>
                </c:pt>
                <c:pt idx="58">
                  <c:v>2012.23770492</c:v>
                </c:pt>
                <c:pt idx="59">
                  <c:v>2012.24043716</c:v>
                </c:pt>
                <c:pt idx="60">
                  <c:v>2012.2431694</c:v>
                </c:pt>
                <c:pt idx="61">
                  <c:v>2012.24590164</c:v>
                </c:pt>
                <c:pt idx="62">
                  <c:v>2012.25409836</c:v>
                </c:pt>
                <c:pt idx="63">
                  <c:v>2012.2568306</c:v>
                </c:pt>
                <c:pt idx="64">
                  <c:v>2012.25956284</c:v>
                </c:pt>
                <c:pt idx="65">
                  <c:v>2012.26229508</c:v>
                </c:pt>
                <c:pt idx="66">
                  <c:v>2012.27322404</c:v>
                </c:pt>
                <c:pt idx="67">
                  <c:v>2012.27595628</c:v>
                </c:pt>
                <c:pt idx="68">
                  <c:v>2012.27868852</c:v>
                </c:pt>
                <c:pt idx="69">
                  <c:v>2012.28142077</c:v>
                </c:pt>
                <c:pt idx="70">
                  <c:v>2012.28415301</c:v>
                </c:pt>
                <c:pt idx="71">
                  <c:v>2012.29234973</c:v>
                </c:pt>
                <c:pt idx="72">
                  <c:v>2012.29508197</c:v>
                </c:pt>
                <c:pt idx="73">
                  <c:v>2012.29781421</c:v>
                </c:pt>
                <c:pt idx="74">
                  <c:v>2012.30054645</c:v>
                </c:pt>
                <c:pt idx="75">
                  <c:v>2012.30327869</c:v>
                </c:pt>
                <c:pt idx="76">
                  <c:v>2012.31147541</c:v>
                </c:pt>
                <c:pt idx="77">
                  <c:v>2012.31420765</c:v>
                </c:pt>
                <c:pt idx="78">
                  <c:v>2012.31693989</c:v>
                </c:pt>
                <c:pt idx="79">
                  <c:v>2012.31967213</c:v>
                </c:pt>
                <c:pt idx="80">
                  <c:v>2012.32240437</c:v>
                </c:pt>
                <c:pt idx="81">
                  <c:v>2012.33060109</c:v>
                </c:pt>
                <c:pt idx="82">
                  <c:v>2012.33333333</c:v>
                </c:pt>
                <c:pt idx="83">
                  <c:v>2012.33606557</c:v>
                </c:pt>
                <c:pt idx="84">
                  <c:v>2012.33879781</c:v>
                </c:pt>
                <c:pt idx="85">
                  <c:v>2012.34153005</c:v>
                </c:pt>
                <c:pt idx="86">
                  <c:v>2012.34972678</c:v>
                </c:pt>
                <c:pt idx="87">
                  <c:v>2012.35245902</c:v>
                </c:pt>
                <c:pt idx="88">
                  <c:v>2012.35519126</c:v>
                </c:pt>
                <c:pt idx="89">
                  <c:v>2012.3579235</c:v>
                </c:pt>
                <c:pt idx="90">
                  <c:v>2012.36065574</c:v>
                </c:pt>
                <c:pt idx="91">
                  <c:v>2012.36885246</c:v>
                </c:pt>
                <c:pt idx="92">
                  <c:v>2012.3715847</c:v>
                </c:pt>
                <c:pt idx="93">
                  <c:v>2012.37431694</c:v>
                </c:pt>
                <c:pt idx="94">
                  <c:v>2012.37704918</c:v>
                </c:pt>
                <c:pt idx="95">
                  <c:v>2012.37978142</c:v>
                </c:pt>
                <c:pt idx="96">
                  <c:v>2012.38797814</c:v>
                </c:pt>
                <c:pt idx="97">
                  <c:v>2012.39071038</c:v>
                </c:pt>
                <c:pt idx="98">
                  <c:v>2012.39344262</c:v>
                </c:pt>
                <c:pt idx="99">
                  <c:v>2012.39617486</c:v>
                </c:pt>
                <c:pt idx="100">
                  <c:v>2012.3989071</c:v>
                </c:pt>
                <c:pt idx="101">
                  <c:v>2012.40983607</c:v>
                </c:pt>
                <c:pt idx="102">
                  <c:v>2012.41256831</c:v>
                </c:pt>
                <c:pt idx="103">
                  <c:v>2012.41530055</c:v>
                </c:pt>
                <c:pt idx="104">
                  <c:v>2012.41803279</c:v>
                </c:pt>
                <c:pt idx="105">
                  <c:v>2012.42622951</c:v>
                </c:pt>
                <c:pt idx="106">
                  <c:v>2012.42896175</c:v>
                </c:pt>
                <c:pt idx="107">
                  <c:v>2012.43169399</c:v>
                </c:pt>
                <c:pt idx="108">
                  <c:v>2012.43442623</c:v>
                </c:pt>
                <c:pt idx="109">
                  <c:v>2012.43715847</c:v>
                </c:pt>
                <c:pt idx="110">
                  <c:v>2012.44535519</c:v>
                </c:pt>
                <c:pt idx="111">
                  <c:v>2012.44808743</c:v>
                </c:pt>
                <c:pt idx="112">
                  <c:v>2012.45081967</c:v>
                </c:pt>
                <c:pt idx="113">
                  <c:v>2012.45355191</c:v>
                </c:pt>
                <c:pt idx="114">
                  <c:v>2012.45628415</c:v>
                </c:pt>
                <c:pt idx="115">
                  <c:v>2012.46448087</c:v>
                </c:pt>
                <c:pt idx="116">
                  <c:v>2012.46721311</c:v>
                </c:pt>
                <c:pt idx="117">
                  <c:v>2012.46994536</c:v>
                </c:pt>
                <c:pt idx="118">
                  <c:v>2012.4726776</c:v>
                </c:pt>
                <c:pt idx="119">
                  <c:v>2012.47540984</c:v>
                </c:pt>
                <c:pt idx="120">
                  <c:v>2012.48360656</c:v>
                </c:pt>
                <c:pt idx="121">
                  <c:v>2012.4863388</c:v>
                </c:pt>
                <c:pt idx="122">
                  <c:v>2012.48907104</c:v>
                </c:pt>
                <c:pt idx="123">
                  <c:v>2012.49180328</c:v>
                </c:pt>
                <c:pt idx="124">
                  <c:v>2012.49453552</c:v>
                </c:pt>
                <c:pt idx="125">
                  <c:v>2012.50273224</c:v>
                </c:pt>
                <c:pt idx="126">
                  <c:v>2012.50546448</c:v>
                </c:pt>
                <c:pt idx="127">
                  <c:v>2012.51092896</c:v>
                </c:pt>
                <c:pt idx="128">
                  <c:v>2012.5136612</c:v>
                </c:pt>
                <c:pt idx="129">
                  <c:v>2012.52185792</c:v>
                </c:pt>
                <c:pt idx="130">
                  <c:v>2012.52459016</c:v>
                </c:pt>
                <c:pt idx="131">
                  <c:v>2012.5273224</c:v>
                </c:pt>
                <c:pt idx="132">
                  <c:v>2012.53005464</c:v>
                </c:pt>
                <c:pt idx="133">
                  <c:v>2012.53278689</c:v>
                </c:pt>
                <c:pt idx="134">
                  <c:v>2012.54098361</c:v>
                </c:pt>
                <c:pt idx="135">
                  <c:v>2012.54371585</c:v>
                </c:pt>
                <c:pt idx="136">
                  <c:v>2012.54644809</c:v>
                </c:pt>
                <c:pt idx="137">
                  <c:v>2012.54918033</c:v>
                </c:pt>
                <c:pt idx="138">
                  <c:v>2012.55191257</c:v>
                </c:pt>
                <c:pt idx="139">
                  <c:v>2012.56010929</c:v>
                </c:pt>
                <c:pt idx="140">
                  <c:v>2012.56284153</c:v>
                </c:pt>
                <c:pt idx="141">
                  <c:v>2012.56557377</c:v>
                </c:pt>
                <c:pt idx="142">
                  <c:v>2012.56830601</c:v>
                </c:pt>
                <c:pt idx="143">
                  <c:v>2012.57103825</c:v>
                </c:pt>
                <c:pt idx="144">
                  <c:v>2012.57923497</c:v>
                </c:pt>
                <c:pt idx="145">
                  <c:v>2012.58196721</c:v>
                </c:pt>
                <c:pt idx="146">
                  <c:v>2012.58469945</c:v>
                </c:pt>
                <c:pt idx="147">
                  <c:v>2012.58743169</c:v>
                </c:pt>
                <c:pt idx="148">
                  <c:v>2012.59016393</c:v>
                </c:pt>
                <c:pt idx="149">
                  <c:v>2012.59836066</c:v>
                </c:pt>
                <c:pt idx="150">
                  <c:v>2012.6010929</c:v>
                </c:pt>
                <c:pt idx="151">
                  <c:v>2012.60382514</c:v>
                </c:pt>
                <c:pt idx="152">
                  <c:v>2012.60655738</c:v>
                </c:pt>
                <c:pt idx="153">
                  <c:v>2012.60928962</c:v>
                </c:pt>
                <c:pt idx="154">
                  <c:v>2012.61748634</c:v>
                </c:pt>
                <c:pt idx="155">
                  <c:v>2012.62021858</c:v>
                </c:pt>
                <c:pt idx="156">
                  <c:v>2012.62295082</c:v>
                </c:pt>
                <c:pt idx="157">
                  <c:v>2012.62568306</c:v>
                </c:pt>
                <c:pt idx="158">
                  <c:v>2012.6284153</c:v>
                </c:pt>
                <c:pt idx="159">
                  <c:v>2012.63661202</c:v>
                </c:pt>
                <c:pt idx="160">
                  <c:v>2012.63934426</c:v>
                </c:pt>
                <c:pt idx="161">
                  <c:v>2012.6420765</c:v>
                </c:pt>
                <c:pt idx="162">
                  <c:v>2012.64480874</c:v>
                </c:pt>
                <c:pt idx="163">
                  <c:v>2012.64754098</c:v>
                </c:pt>
                <c:pt idx="164">
                  <c:v>2012.6557377</c:v>
                </c:pt>
                <c:pt idx="165">
                  <c:v>2012.65846995</c:v>
                </c:pt>
                <c:pt idx="166">
                  <c:v>2012.66120219</c:v>
                </c:pt>
                <c:pt idx="167">
                  <c:v>2012.66393443</c:v>
                </c:pt>
                <c:pt idx="168">
                  <c:v>2012.66666667</c:v>
                </c:pt>
                <c:pt idx="169">
                  <c:v>2012.67759563</c:v>
                </c:pt>
                <c:pt idx="170">
                  <c:v>2012.68032787</c:v>
                </c:pt>
                <c:pt idx="171">
                  <c:v>2012.68306011</c:v>
                </c:pt>
                <c:pt idx="172">
                  <c:v>2012.68579235</c:v>
                </c:pt>
                <c:pt idx="173">
                  <c:v>2012.69398907</c:v>
                </c:pt>
                <c:pt idx="174">
                  <c:v>2012.69672131</c:v>
                </c:pt>
                <c:pt idx="175">
                  <c:v>2012.69945355</c:v>
                </c:pt>
                <c:pt idx="176">
                  <c:v>2012.70218579</c:v>
                </c:pt>
                <c:pt idx="177">
                  <c:v>2012.70491803</c:v>
                </c:pt>
                <c:pt idx="178">
                  <c:v>2012.71311475</c:v>
                </c:pt>
                <c:pt idx="179">
                  <c:v>2012.71584699</c:v>
                </c:pt>
                <c:pt idx="180">
                  <c:v>2012.71857923</c:v>
                </c:pt>
                <c:pt idx="181">
                  <c:v>2012.72131148</c:v>
                </c:pt>
                <c:pt idx="182">
                  <c:v>2012.72404372</c:v>
                </c:pt>
                <c:pt idx="183">
                  <c:v>2012.73224044</c:v>
                </c:pt>
                <c:pt idx="184">
                  <c:v>2012.73497268</c:v>
                </c:pt>
                <c:pt idx="185">
                  <c:v>2012.73770492</c:v>
                </c:pt>
                <c:pt idx="186">
                  <c:v>2012.74043716</c:v>
                </c:pt>
                <c:pt idx="187">
                  <c:v>2012.7431694</c:v>
                </c:pt>
                <c:pt idx="188">
                  <c:v>2012.75136612</c:v>
                </c:pt>
                <c:pt idx="189">
                  <c:v>2012.75409836</c:v>
                </c:pt>
                <c:pt idx="190">
                  <c:v>2012.7568306</c:v>
                </c:pt>
                <c:pt idx="191">
                  <c:v>2012.75956284</c:v>
                </c:pt>
                <c:pt idx="192">
                  <c:v>2012.76229508</c:v>
                </c:pt>
                <c:pt idx="193">
                  <c:v>2012.7704918</c:v>
                </c:pt>
                <c:pt idx="194">
                  <c:v>2012.77322404</c:v>
                </c:pt>
                <c:pt idx="195">
                  <c:v>2012.77595628</c:v>
                </c:pt>
                <c:pt idx="196">
                  <c:v>2012.77868852</c:v>
                </c:pt>
                <c:pt idx="197">
                  <c:v>2012.78142077</c:v>
                </c:pt>
                <c:pt idx="198">
                  <c:v>2012.78961749</c:v>
                </c:pt>
                <c:pt idx="199">
                  <c:v>2012.79234973</c:v>
                </c:pt>
                <c:pt idx="200">
                  <c:v>2012.79508197</c:v>
                </c:pt>
                <c:pt idx="201">
                  <c:v>2012.79781421</c:v>
                </c:pt>
                <c:pt idx="202">
                  <c:v>2012.80054645</c:v>
                </c:pt>
                <c:pt idx="203">
                  <c:v>2012.80874317</c:v>
                </c:pt>
                <c:pt idx="204">
                  <c:v>2012.81147541</c:v>
                </c:pt>
                <c:pt idx="205">
                  <c:v>2012.81420765</c:v>
                </c:pt>
                <c:pt idx="206">
                  <c:v>2012.81693989</c:v>
                </c:pt>
                <c:pt idx="207">
                  <c:v>2012.81967213</c:v>
                </c:pt>
                <c:pt idx="208">
                  <c:v>2012.83333333</c:v>
                </c:pt>
                <c:pt idx="209">
                  <c:v>2012.83606557</c:v>
                </c:pt>
                <c:pt idx="210">
                  <c:v>2012.83879781</c:v>
                </c:pt>
                <c:pt idx="211">
                  <c:v>2012.84699454</c:v>
                </c:pt>
                <c:pt idx="212">
                  <c:v>2012.84972678</c:v>
                </c:pt>
                <c:pt idx="213">
                  <c:v>2012.85245902</c:v>
                </c:pt>
                <c:pt idx="214">
                  <c:v>2012.85519126</c:v>
                </c:pt>
                <c:pt idx="215">
                  <c:v>2012.8579235</c:v>
                </c:pt>
                <c:pt idx="216">
                  <c:v>2012.86612022</c:v>
                </c:pt>
                <c:pt idx="217">
                  <c:v>2012.86885246</c:v>
                </c:pt>
                <c:pt idx="218">
                  <c:v>2012.8715847</c:v>
                </c:pt>
                <c:pt idx="219">
                  <c:v>2012.87431694</c:v>
                </c:pt>
                <c:pt idx="220">
                  <c:v>2012.87704918</c:v>
                </c:pt>
                <c:pt idx="221">
                  <c:v>2012.8852459</c:v>
                </c:pt>
                <c:pt idx="222">
                  <c:v>2012.88797814</c:v>
                </c:pt>
                <c:pt idx="223">
                  <c:v>2012.89071038</c:v>
                </c:pt>
                <c:pt idx="224">
                  <c:v>2012.89617486</c:v>
                </c:pt>
                <c:pt idx="225">
                  <c:v>2012.90437158</c:v>
                </c:pt>
                <c:pt idx="226">
                  <c:v>2012.90710383</c:v>
                </c:pt>
                <c:pt idx="227">
                  <c:v>2012.90983607</c:v>
                </c:pt>
                <c:pt idx="228">
                  <c:v>2012.91256831</c:v>
                </c:pt>
                <c:pt idx="229">
                  <c:v>2012.91530055</c:v>
                </c:pt>
                <c:pt idx="230">
                  <c:v>2012.92349727</c:v>
                </c:pt>
                <c:pt idx="231">
                  <c:v>2012.92622951</c:v>
                </c:pt>
                <c:pt idx="232">
                  <c:v>2012.92896175</c:v>
                </c:pt>
                <c:pt idx="233">
                  <c:v>2012.93169399</c:v>
                </c:pt>
                <c:pt idx="234">
                  <c:v>2012.93442623</c:v>
                </c:pt>
                <c:pt idx="235">
                  <c:v>2012.94262295</c:v>
                </c:pt>
                <c:pt idx="236">
                  <c:v>2012.94535519</c:v>
                </c:pt>
                <c:pt idx="237">
                  <c:v>2012.94808743</c:v>
                </c:pt>
                <c:pt idx="238">
                  <c:v>2012.95081967</c:v>
                </c:pt>
                <c:pt idx="239">
                  <c:v>2012.95355191</c:v>
                </c:pt>
                <c:pt idx="240">
                  <c:v>2012.96174863</c:v>
                </c:pt>
                <c:pt idx="241">
                  <c:v>2012.96448087</c:v>
                </c:pt>
                <c:pt idx="242">
                  <c:v>2012.96721311</c:v>
                </c:pt>
                <c:pt idx="243">
                  <c:v>2012.96994536</c:v>
                </c:pt>
                <c:pt idx="244">
                  <c:v>2012.9726776</c:v>
                </c:pt>
                <c:pt idx="245">
                  <c:v>2012.98087432</c:v>
                </c:pt>
                <c:pt idx="246">
                  <c:v>2012.9863388</c:v>
                </c:pt>
                <c:pt idx="247">
                  <c:v>2012.98907104</c:v>
                </c:pt>
                <c:pt idx="248">
                  <c:v>2012.99180328</c:v>
                </c:pt>
                <c:pt idx="249">
                  <c:v>2013</c:v>
                </c:pt>
                <c:pt idx="250">
                  <c:v>2013.00547945</c:v>
                </c:pt>
                <c:pt idx="251">
                  <c:v>2013.00821918</c:v>
                </c:pt>
                <c:pt idx="252">
                  <c:v>2013.0109589</c:v>
                </c:pt>
                <c:pt idx="253">
                  <c:v>2013.01917808</c:v>
                </c:pt>
                <c:pt idx="254">
                  <c:v>2013.02191781</c:v>
                </c:pt>
                <c:pt idx="255">
                  <c:v>2013.02465753</c:v>
                </c:pt>
                <c:pt idx="256">
                  <c:v>2013.02739726</c:v>
                </c:pt>
                <c:pt idx="257">
                  <c:v>2013.03013699</c:v>
                </c:pt>
                <c:pt idx="258">
                  <c:v>2013.03835616</c:v>
                </c:pt>
                <c:pt idx="259">
                  <c:v>2013.04109589</c:v>
                </c:pt>
                <c:pt idx="260">
                  <c:v>2013.04383562</c:v>
                </c:pt>
                <c:pt idx="261">
                  <c:v>2013.04657534</c:v>
                </c:pt>
                <c:pt idx="262">
                  <c:v>2013.04931507</c:v>
                </c:pt>
                <c:pt idx="263">
                  <c:v>2013.06027397</c:v>
                </c:pt>
                <c:pt idx="264">
                  <c:v>2013.0630137</c:v>
                </c:pt>
                <c:pt idx="265">
                  <c:v>2013.06575342</c:v>
                </c:pt>
                <c:pt idx="266">
                  <c:v>2013.06849315</c:v>
                </c:pt>
                <c:pt idx="267">
                  <c:v>2013.07671233</c:v>
                </c:pt>
                <c:pt idx="268">
                  <c:v>2013.07945205</c:v>
                </c:pt>
                <c:pt idx="269">
                  <c:v>2013.08219178</c:v>
                </c:pt>
                <c:pt idx="270">
                  <c:v>2013.08493151</c:v>
                </c:pt>
                <c:pt idx="271">
                  <c:v>2013.08767123</c:v>
                </c:pt>
                <c:pt idx="272">
                  <c:v>2013.09589041</c:v>
                </c:pt>
                <c:pt idx="273">
                  <c:v>2013.09863014</c:v>
                </c:pt>
                <c:pt idx="274">
                  <c:v>2013.10136986</c:v>
                </c:pt>
                <c:pt idx="275">
                  <c:v>2013.10410959</c:v>
                </c:pt>
                <c:pt idx="276">
                  <c:v>2013.10684932</c:v>
                </c:pt>
                <c:pt idx="277">
                  <c:v>2013.11506849</c:v>
                </c:pt>
                <c:pt idx="278">
                  <c:v>2013.11780822</c:v>
                </c:pt>
                <c:pt idx="279">
                  <c:v>2013.12054795</c:v>
                </c:pt>
                <c:pt idx="280">
                  <c:v>2013.12328767</c:v>
                </c:pt>
                <c:pt idx="281">
                  <c:v>2013.1260274</c:v>
                </c:pt>
                <c:pt idx="282">
                  <c:v>2013.1369863</c:v>
                </c:pt>
                <c:pt idx="283">
                  <c:v>2013.13972603</c:v>
                </c:pt>
                <c:pt idx="284">
                  <c:v>2013.14246575</c:v>
                </c:pt>
                <c:pt idx="285">
                  <c:v>2013.14520548</c:v>
                </c:pt>
                <c:pt idx="286">
                  <c:v>2013.15342466</c:v>
                </c:pt>
                <c:pt idx="287">
                  <c:v>2013.15616438</c:v>
                </c:pt>
                <c:pt idx="288">
                  <c:v>2013.15890411</c:v>
                </c:pt>
                <c:pt idx="289">
                  <c:v>2013.16164384</c:v>
                </c:pt>
                <c:pt idx="290">
                  <c:v>2013.16438356</c:v>
                </c:pt>
                <c:pt idx="291">
                  <c:v>2013.17260274</c:v>
                </c:pt>
                <c:pt idx="292">
                  <c:v>2013.17534247</c:v>
                </c:pt>
                <c:pt idx="293">
                  <c:v>2013.17808219</c:v>
                </c:pt>
                <c:pt idx="294">
                  <c:v>2013.18082192</c:v>
                </c:pt>
                <c:pt idx="295">
                  <c:v>2013.18356164</c:v>
                </c:pt>
                <c:pt idx="296">
                  <c:v>2013.19178082</c:v>
                </c:pt>
                <c:pt idx="297">
                  <c:v>2013.19452055</c:v>
                </c:pt>
                <c:pt idx="298">
                  <c:v>2013.19726027</c:v>
                </c:pt>
                <c:pt idx="299">
                  <c:v>2013.2</c:v>
                </c:pt>
                <c:pt idx="300">
                  <c:v>2013.20273973</c:v>
                </c:pt>
                <c:pt idx="301">
                  <c:v>2013.2109589</c:v>
                </c:pt>
                <c:pt idx="302">
                  <c:v>2013.21369863</c:v>
                </c:pt>
                <c:pt idx="303">
                  <c:v>2013.21643836</c:v>
                </c:pt>
                <c:pt idx="304">
                  <c:v>2013.21917808</c:v>
                </c:pt>
                <c:pt idx="305">
                  <c:v>2013.22191781</c:v>
                </c:pt>
                <c:pt idx="306">
                  <c:v>2013.23013699</c:v>
                </c:pt>
                <c:pt idx="307">
                  <c:v>2013.23287671</c:v>
                </c:pt>
                <c:pt idx="308">
                  <c:v>2013.23561644</c:v>
                </c:pt>
                <c:pt idx="309">
                  <c:v>2013.23835616</c:v>
                </c:pt>
                <c:pt idx="310">
                  <c:v>2013.24931507</c:v>
                </c:pt>
                <c:pt idx="311">
                  <c:v>2013.25205479</c:v>
                </c:pt>
                <c:pt idx="312">
                  <c:v>2013.25479452</c:v>
                </c:pt>
                <c:pt idx="313">
                  <c:v>2013.25753425</c:v>
                </c:pt>
                <c:pt idx="314">
                  <c:v>2013.26027397</c:v>
                </c:pt>
                <c:pt idx="315">
                  <c:v>2013.26849315</c:v>
                </c:pt>
                <c:pt idx="316">
                  <c:v>2013.27123288</c:v>
                </c:pt>
                <c:pt idx="317">
                  <c:v>2013.2739726</c:v>
                </c:pt>
                <c:pt idx="318">
                  <c:v>2013.27671233</c:v>
                </c:pt>
                <c:pt idx="319">
                  <c:v>2013.27945205</c:v>
                </c:pt>
                <c:pt idx="320">
                  <c:v>2013.28767123</c:v>
                </c:pt>
                <c:pt idx="321">
                  <c:v>2013.29041096</c:v>
                </c:pt>
                <c:pt idx="322">
                  <c:v>2013.29315068</c:v>
                </c:pt>
                <c:pt idx="323">
                  <c:v>2013.29589041</c:v>
                </c:pt>
                <c:pt idx="324">
                  <c:v>2013.29863014</c:v>
                </c:pt>
                <c:pt idx="325">
                  <c:v>2013.30684932</c:v>
                </c:pt>
                <c:pt idx="326">
                  <c:v>2013.30958904</c:v>
                </c:pt>
                <c:pt idx="327">
                  <c:v>2013.31232877</c:v>
                </c:pt>
                <c:pt idx="328">
                  <c:v>2013.31506849</c:v>
                </c:pt>
                <c:pt idx="329">
                  <c:v>2013.31780822</c:v>
                </c:pt>
                <c:pt idx="330">
                  <c:v>2013.3260274</c:v>
                </c:pt>
                <c:pt idx="331">
                  <c:v>2013.32876712</c:v>
                </c:pt>
                <c:pt idx="332">
                  <c:v>2013.33150685</c:v>
                </c:pt>
                <c:pt idx="333">
                  <c:v>2013.33424658</c:v>
                </c:pt>
                <c:pt idx="334">
                  <c:v>2013.3369863</c:v>
                </c:pt>
                <c:pt idx="335">
                  <c:v>2013.34520548</c:v>
                </c:pt>
                <c:pt idx="336">
                  <c:v>2013.34794521</c:v>
                </c:pt>
                <c:pt idx="337">
                  <c:v>2013.35068493</c:v>
                </c:pt>
                <c:pt idx="338">
                  <c:v>2013.35342466</c:v>
                </c:pt>
                <c:pt idx="339">
                  <c:v>2013.35616438</c:v>
                </c:pt>
                <c:pt idx="340">
                  <c:v>2013.36438356</c:v>
                </c:pt>
                <c:pt idx="341">
                  <c:v>2013.36712329</c:v>
                </c:pt>
                <c:pt idx="342">
                  <c:v>2013.36986301</c:v>
                </c:pt>
                <c:pt idx="343">
                  <c:v>2013.37260274</c:v>
                </c:pt>
                <c:pt idx="344">
                  <c:v>2013.37534247</c:v>
                </c:pt>
                <c:pt idx="345">
                  <c:v>2013.38356164</c:v>
                </c:pt>
                <c:pt idx="346">
                  <c:v>2013.38630137</c:v>
                </c:pt>
                <c:pt idx="347">
                  <c:v>2013.3890411</c:v>
                </c:pt>
                <c:pt idx="348">
                  <c:v>2013.39178082</c:v>
                </c:pt>
                <c:pt idx="349">
                  <c:v>2013.39452055</c:v>
                </c:pt>
                <c:pt idx="350">
                  <c:v>2013.40547945</c:v>
                </c:pt>
                <c:pt idx="351">
                  <c:v>2013.40821918</c:v>
                </c:pt>
                <c:pt idx="352">
                  <c:v>2013.4109589</c:v>
                </c:pt>
                <c:pt idx="353">
                  <c:v>2013.41369863</c:v>
                </c:pt>
                <c:pt idx="354">
                  <c:v>2013.42191781</c:v>
                </c:pt>
                <c:pt idx="355">
                  <c:v>2013.42465753</c:v>
                </c:pt>
                <c:pt idx="356">
                  <c:v>2013.42739726</c:v>
                </c:pt>
                <c:pt idx="357">
                  <c:v>2013.43013699</c:v>
                </c:pt>
                <c:pt idx="358">
                  <c:v>2013.43287671</c:v>
                </c:pt>
                <c:pt idx="359">
                  <c:v>2013.44109589</c:v>
                </c:pt>
                <c:pt idx="360">
                  <c:v>2013.44383562</c:v>
                </c:pt>
                <c:pt idx="361">
                  <c:v>2013.44657534</c:v>
                </c:pt>
                <c:pt idx="362">
                  <c:v>2013.44931507</c:v>
                </c:pt>
                <c:pt idx="363">
                  <c:v>2013.45205479</c:v>
                </c:pt>
                <c:pt idx="364">
                  <c:v>2013.46027397</c:v>
                </c:pt>
                <c:pt idx="365">
                  <c:v>2013.4630137</c:v>
                </c:pt>
                <c:pt idx="366">
                  <c:v>2013.46575342</c:v>
                </c:pt>
                <c:pt idx="367">
                  <c:v>2013.46849315</c:v>
                </c:pt>
                <c:pt idx="368">
                  <c:v>2013.47123288</c:v>
                </c:pt>
                <c:pt idx="369">
                  <c:v>2013.47945205</c:v>
                </c:pt>
                <c:pt idx="370">
                  <c:v>2013.48219178</c:v>
                </c:pt>
                <c:pt idx="371">
                  <c:v>2013.48493151</c:v>
                </c:pt>
                <c:pt idx="372">
                  <c:v>2013.48767123</c:v>
                </c:pt>
                <c:pt idx="373">
                  <c:v>2013.49041096</c:v>
                </c:pt>
                <c:pt idx="374">
                  <c:v>2013.49863014</c:v>
                </c:pt>
                <c:pt idx="375">
                  <c:v>2013.50136986</c:v>
                </c:pt>
                <c:pt idx="376">
                  <c:v>2013.50410959</c:v>
                </c:pt>
                <c:pt idx="377">
                  <c:v>2013.50958904</c:v>
                </c:pt>
                <c:pt idx="378">
                  <c:v>2013.51780822</c:v>
                </c:pt>
                <c:pt idx="379">
                  <c:v>2013.52054795</c:v>
                </c:pt>
                <c:pt idx="380">
                  <c:v>2013.52328767</c:v>
                </c:pt>
                <c:pt idx="381">
                  <c:v>2013.5260274</c:v>
                </c:pt>
                <c:pt idx="382">
                  <c:v>2013.52876712</c:v>
                </c:pt>
                <c:pt idx="383">
                  <c:v>2013.5369863</c:v>
                </c:pt>
                <c:pt idx="384">
                  <c:v>2013.53972603</c:v>
                </c:pt>
                <c:pt idx="385">
                  <c:v>2013.54246575</c:v>
                </c:pt>
                <c:pt idx="386">
                  <c:v>2013.54520548</c:v>
                </c:pt>
                <c:pt idx="387">
                  <c:v>2013.54794521</c:v>
                </c:pt>
                <c:pt idx="388">
                  <c:v>2013.55616438</c:v>
                </c:pt>
                <c:pt idx="389">
                  <c:v>2013.55890411</c:v>
                </c:pt>
                <c:pt idx="390">
                  <c:v>2013.56164384</c:v>
                </c:pt>
                <c:pt idx="391">
                  <c:v>2013.56438356</c:v>
                </c:pt>
                <c:pt idx="392">
                  <c:v>2013.56712329</c:v>
                </c:pt>
                <c:pt idx="393">
                  <c:v>2013.57534247</c:v>
                </c:pt>
                <c:pt idx="394">
                  <c:v>2013.57808219</c:v>
                </c:pt>
                <c:pt idx="395">
                  <c:v>2013.58082192</c:v>
                </c:pt>
                <c:pt idx="396">
                  <c:v>2013.58356164</c:v>
                </c:pt>
                <c:pt idx="397">
                  <c:v>2013.58630137</c:v>
                </c:pt>
                <c:pt idx="398">
                  <c:v>2013.59452055</c:v>
                </c:pt>
                <c:pt idx="399">
                  <c:v>2013.59726027</c:v>
                </c:pt>
                <c:pt idx="400">
                  <c:v>2013.6</c:v>
                </c:pt>
                <c:pt idx="401">
                  <c:v>2013.60273973</c:v>
                </c:pt>
                <c:pt idx="402">
                  <c:v>2013.60547945</c:v>
                </c:pt>
                <c:pt idx="403">
                  <c:v>2013.61369863</c:v>
                </c:pt>
                <c:pt idx="404">
                  <c:v>2013.61643836</c:v>
                </c:pt>
                <c:pt idx="405">
                  <c:v>2013.61917808</c:v>
                </c:pt>
                <c:pt idx="406">
                  <c:v>2013.62191781</c:v>
                </c:pt>
                <c:pt idx="407">
                  <c:v>2013.62465753</c:v>
                </c:pt>
                <c:pt idx="408">
                  <c:v>2013.63287671</c:v>
                </c:pt>
                <c:pt idx="409">
                  <c:v>2013.63561644</c:v>
                </c:pt>
                <c:pt idx="410">
                  <c:v>2013.63835616</c:v>
                </c:pt>
                <c:pt idx="411">
                  <c:v>2013.64109589</c:v>
                </c:pt>
                <c:pt idx="412">
                  <c:v>2013.64383562</c:v>
                </c:pt>
                <c:pt idx="413">
                  <c:v>2013.65205479</c:v>
                </c:pt>
                <c:pt idx="414">
                  <c:v>2013.65479452</c:v>
                </c:pt>
                <c:pt idx="415">
                  <c:v>2013.65753425</c:v>
                </c:pt>
                <c:pt idx="416">
                  <c:v>2013.66027397</c:v>
                </c:pt>
                <c:pt idx="417">
                  <c:v>2013.6630137</c:v>
                </c:pt>
                <c:pt idx="418">
                  <c:v>2013.6739726</c:v>
                </c:pt>
                <c:pt idx="419">
                  <c:v>2013.67671233</c:v>
                </c:pt>
                <c:pt idx="420">
                  <c:v>2013.67945205</c:v>
                </c:pt>
                <c:pt idx="421">
                  <c:v>2013.68219178</c:v>
                </c:pt>
                <c:pt idx="422">
                  <c:v>2013.69041096</c:v>
                </c:pt>
                <c:pt idx="423">
                  <c:v>2013.69315068</c:v>
                </c:pt>
                <c:pt idx="424">
                  <c:v>2013.69589041</c:v>
                </c:pt>
                <c:pt idx="425">
                  <c:v>2013.69863014</c:v>
                </c:pt>
                <c:pt idx="426">
                  <c:v>2013.70136986</c:v>
                </c:pt>
                <c:pt idx="427">
                  <c:v>2013.70958904</c:v>
                </c:pt>
                <c:pt idx="428">
                  <c:v>2013.71232877</c:v>
                </c:pt>
                <c:pt idx="429">
                  <c:v>2013.71506849</c:v>
                </c:pt>
                <c:pt idx="430">
                  <c:v>2013.71780822</c:v>
                </c:pt>
                <c:pt idx="431">
                  <c:v>2013.72054795</c:v>
                </c:pt>
                <c:pt idx="432">
                  <c:v>2013.72876712</c:v>
                </c:pt>
                <c:pt idx="433">
                  <c:v>2013.73150685</c:v>
                </c:pt>
                <c:pt idx="434">
                  <c:v>2013.73424658</c:v>
                </c:pt>
                <c:pt idx="435">
                  <c:v>2013.7369863</c:v>
                </c:pt>
                <c:pt idx="436">
                  <c:v>2013.73972603</c:v>
                </c:pt>
                <c:pt idx="437">
                  <c:v>2013.74794521</c:v>
                </c:pt>
                <c:pt idx="438">
                  <c:v>2013.75068493</c:v>
                </c:pt>
                <c:pt idx="439">
                  <c:v>2013.75342466</c:v>
                </c:pt>
                <c:pt idx="440">
                  <c:v>2013.75616438</c:v>
                </c:pt>
                <c:pt idx="441">
                  <c:v>2013.75890411</c:v>
                </c:pt>
                <c:pt idx="442">
                  <c:v>2013.76712329</c:v>
                </c:pt>
                <c:pt idx="443">
                  <c:v>2013.76986301</c:v>
                </c:pt>
                <c:pt idx="444">
                  <c:v>2013.77260274</c:v>
                </c:pt>
                <c:pt idx="445">
                  <c:v>2013.77534247</c:v>
                </c:pt>
                <c:pt idx="446">
                  <c:v>2013.77808219</c:v>
                </c:pt>
                <c:pt idx="447">
                  <c:v>2013.78630137</c:v>
                </c:pt>
                <c:pt idx="448">
                  <c:v>2013.7890411</c:v>
                </c:pt>
                <c:pt idx="449">
                  <c:v>2013.79178082</c:v>
                </c:pt>
                <c:pt idx="450">
                  <c:v>2013.79452055</c:v>
                </c:pt>
                <c:pt idx="451">
                  <c:v>2013.79726027</c:v>
                </c:pt>
                <c:pt idx="452">
                  <c:v>2013.80547945</c:v>
                </c:pt>
                <c:pt idx="453">
                  <c:v>2013.80821918</c:v>
                </c:pt>
                <c:pt idx="454">
                  <c:v>2013.8109589</c:v>
                </c:pt>
                <c:pt idx="455">
                  <c:v>2013.81369863</c:v>
                </c:pt>
                <c:pt idx="456">
                  <c:v>2013.81643836</c:v>
                </c:pt>
                <c:pt idx="457">
                  <c:v>2013.82465753</c:v>
                </c:pt>
                <c:pt idx="458">
                  <c:v>2013.82739726</c:v>
                </c:pt>
                <c:pt idx="459">
                  <c:v>2013.83013699</c:v>
                </c:pt>
                <c:pt idx="460">
                  <c:v>2013.83287671</c:v>
                </c:pt>
                <c:pt idx="461">
                  <c:v>2013.83561644</c:v>
                </c:pt>
                <c:pt idx="462">
                  <c:v>2013.84383562</c:v>
                </c:pt>
                <c:pt idx="463">
                  <c:v>2013.84657534</c:v>
                </c:pt>
                <c:pt idx="464">
                  <c:v>2013.84931507</c:v>
                </c:pt>
                <c:pt idx="465">
                  <c:v>2013.85205479</c:v>
                </c:pt>
                <c:pt idx="466">
                  <c:v>2013.85479452</c:v>
                </c:pt>
                <c:pt idx="467">
                  <c:v>2013.8630137</c:v>
                </c:pt>
                <c:pt idx="468">
                  <c:v>2013.86575342</c:v>
                </c:pt>
                <c:pt idx="469">
                  <c:v>2013.86849315</c:v>
                </c:pt>
                <c:pt idx="470">
                  <c:v>2013.87123288</c:v>
                </c:pt>
                <c:pt idx="471">
                  <c:v>2013.8739726</c:v>
                </c:pt>
                <c:pt idx="472">
                  <c:v>2013.88219178</c:v>
                </c:pt>
                <c:pt idx="473">
                  <c:v>2013.88493151</c:v>
                </c:pt>
                <c:pt idx="474">
                  <c:v>2013.88767123</c:v>
                </c:pt>
                <c:pt idx="475">
                  <c:v>2013.89041096</c:v>
                </c:pt>
                <c:pt idx="476">
                  <c:v>2013.89315068</c:v>
                </c:pt>
                <c:pt idx="477">
                  <c:v>2013.90136986</c:v>
                </c:pt>
                <c:pt idx="478">
                  <c:v>2013.90410959</c:v>
                </c:pt>
                <c:pt idx="479">
                  <c:v>2013.90684932</c:v>
                </c:pt>
                <c:pt idx="480">
                  <c:v>2013.91232877</c:v>
                </c:pt>
                <c:pt idx="481">
                  <c:v>2013.92054795</c:v>
                </c:pt>
                <c:pt idx="482">
                  <c:v>2013.92328767</c:v>
                </c:pt>
                <c:pt idx="483">
                  <c:v>2013.9260274</c:v>
                </c:pt>
                <c:pt idx="484">
                  <c:v>2013.92876712</c:v>
                </c:pt>
                <c:pt idx="485">
                  <c:v>2013.93150685</c:v>
                </c:pt>
                <c:pt idx="486">
                  <c:v>2013.93972603</c:v>
                </c:pt>
                <c:pt idx="487">
                  <c:v>2013.94246575</c:v>
                </c:pt>
                <c:pt idx="488">
                  <c:v>2013.94520548</c:v>
                </c:pt>
                <c:pt idx="489">
                  <c:v>2013.94794521</c:v>
                </c:pt>
                <c:pt idx="490">
                  <c:v>2013.95068493</c:v>
                </c:pt>
                <c:pt idx="491">
                  <c:v>2013.95890411</c:v>
                </c:pt>
                <c:pt idx="492">
                  <c:v>2013.96164384</c:v>
                </c:pt>
                <c:pt idx="493">
                  <c:v>2013.96438356</c:v>
                </c:pt>
                <c:pt idx="494">
                  <c:v>2013.96712329</c:v>
                </c:pt>
                <c:pt idx="495">
                  <c:v>2013.96986301</c:v>
                </c:pt>
                <c:pt idx="496">
                  <c:v>2013.97808219</c:v>
                </c:pt>
                <c:pt idx="497">
                  <c:v>2013.98082192</c:v>
                </c:pt>
                <c:pt idx="498">
                  <c:v>2013.98630137</c:v>
                </c:pt>
                <c:pt idx="499">
                  <c:v>2013.9890411</c:v>
                </c:pt>
                <c:pt idx="500">
                  <c:v>2013.99726027</c:v>
                </c:pt>
                <c:pt idx="501">
                  <c:v>2014</c:v>
                </c:pt>
                <c:pt idx="502">
                  <c:v>2014.00547945</c:v>
                </c:pt>
                <c:pt idx="503">
                  <c:v>2014.00821918</c:v>
                </c:pt>
                <c:pt idx="504">
                  <c:v>2014.01643836</c:v>
                </c:pt>
                <c:pt idx="505">
                  <c:v>2014.01917808</c:v>
                </c:pt>
                <c:pt idx="506">
                  <c:v>2014.02191781</c:v>
                </c:pt>
                <c:pt idx="507">
                  <c:v>2014.02465753</c:v>
                </c:pt>
                <c:pt idx="508">
                  <c:v>2014.02739726</c:v>
                </c:pt>
                <c:pt idx="509">
                  <c:v>2014.03561644</c:v>
                </c:pt>
                <c:pt idx="510">
                  <c:v>2014.03835616</c:v>
                </c:pt>
                <c:pt idx="511">
                  <c:v>2014.04109589</c:v>
                </c:pt>
                <c:pt idx="512">
                  <c:v>2014.04383562</c:v>
                </c:pt>
                <c:pt idx="513">
                  <c:v>2014.04657534</c:v>
                </c:pt>
                <c:pt idx="514">
                  <c:v>2014.05753425</c:v>
                </c:pt>
                <c:pt idx="515">
                  <c:v>2014.06027397</c:v>
                </c:pt>
                <c:pt idx="516">
                  <c:v>2014.0630137</c:v>
                </c:pt>
                <c:pt idx="517">
                  <c:v>2014.06575342</c:v>
                </c:pt>
                <c:pt idx="518">
                  <c:v>2014.0739726</c:v>
                </c:pt>
                <c:pt idx="519">
                  <c:v>2014.07671233</c:v>
                </c:pt>
                <c:pt idx="520">
                  <c:v>2014.07945205</c:v>
                </c:pt>
                <c:pt idx="521">
                  <c:v>2014.08219178</c:v>
                </c:pt>
                <c:pt idx="522">
                  <c:v>2014.08493151</c:v>
                </c:pt>
                <c:pt idx="523">
                  <c:v>2014.09315068</c:v>
                </c:pt>
                <c:pt idx="524">
                  <c:v>2014.09589041</c:v>
                </c:pt>
                <c:pt idx="525">
                  <c:v>2014.09863014</c:v>
                </c:pt>
                <c:pt idx="526">
                  <c:v>2014.10136986</c:v>
                </c:pt>
                <c:pt idx="527">
                  <c:v>2014.10410959</c:v>
                </c:pt>
                <c:pt idx="528">
                  <c:v>2014.11232877</c:v>
                </c:pt>
                <c:pt idx="529">
                  <c:v>2014.11506849</c:v>
                </c:pt>
                <c:pt idx="530">
                  <c:v>2014.11780822</c:v>
                </c:pt>
                <c:pt idx="531">
                  <c:v>2014.12054795</c:v>
                </c:pt>
                <c:pt idx="532">
                  <c:v>2014.12328767</c:v>
                </c:pt>
                <c:pt idx="533">
                  <c:v>2014.13424658</c:v>
                </c:pt>
                <c:pt idx="534">
                  <c:v>2014.1369863</c:v>
                </c:pt>
                <c:pt idx="535">
                  <c:v>2014.13972603</c:v>
                </c:pt>
                <c:pt idx="536">
                  <c:v>2014.14246575</c:v>
                </c:pt>
                <c:pt idx="537">
                  <c:v>2014.15068493</c:v>
                </c:pt>
                <c:pt idx="538">
                  <c:v>2014.15342466</c:v>
                </c:pt>
                <c:pt idx="539">
                  <c:v>2014.15616438</c:v>
                </c:pt>
                <c:pt idx="540">
                  <c:v>2014.15890411</c:v>
                </c:pt>
                <c:pt idx="541">
                  <c:v>2014.16164384</c:v>
                </c:pt>
                <c:pt idx="542">
                  <c:v>2014.16986301</c:v>
                </c:pt>
                <c:pt idx="543">
                  <c:v>2014.17260274</c:v>
                </c:pt>
                <c:pt idx="544">
                  <c:v>2014.17534247</c:v>
                </c:pt>
                <c:pt idx="545">
                  <c:v>2014.17808219</c:v>
                </c:pt>
                <c:pt idx="546">
                  <c:v>2014.18082192</c:v>
                </c:pt>
                <c:pt idx="547">
                  <c:v>2014.1890411</c:v>
                </c:pt>
                <c:pt idx="548">
                  <c:v>2014.19178082</c:v>
                </c:pt>
                <c:pt idx="549">
                  <c:v>2014.19452055</c:v>
                </c:pt>
                <c:pt idx="550">
                  <c:v>2014.19726027</c:v>
                </c:pt>
                <c:pt idx="551">
                  <c:v>2014.2</c:v>
                </c:pt>
                <c:pt idx="552">
                  <c:v>2014.20821918</c:v>
                </c:pt>
                <c:pt idx="553">
                  <c:v>2014.2109589</c:v>
                </c:pt>
                <c:pt idx="554">
                  <c:v>2014.21369863</c:v>
                </c:pt>
                <c:pt idx="555">
                  <c:v>2014.21643836</c:v>
                </c:pt>
                <c:pt idx="556">
                  <c:v>2014.21917808</c:v>
                </c:pt>
                <c:pt idx="557">
                  <c:v>2014.22739726</c:v>
                </c:pt>
                <c:pt idx="558">
                  <c:v>2014.23013699</c:v>
                </c:pt>
                <c:pt idx="559">
                  <c:v>2014.23287671</c:v>
                </c:pt>
                <c:pt idx="560">
                  <c:v>2014.23561644</c:v>
                </c:pt>
                <c:pt idx="561">
                  <c:v>2014.23835616</c:v>
                </c:pt>
                <c:pt idx="562">
                  <c:v>2014.24657534</c:v>
                </c:pt>
                <c:pt idx="563">
                  <c:v>2014.24931507</c:v>
                </c:pt>
                <c:pt idx="564">
                  <c:v>2014.25205479</c:v>
                </c:pt>
                <c:pt idx="565">
                  <c:v>2014.25479452</c:v>
                </c:pt>
                <c:pt idx="566">
                  <c:v>2014.25753425</c:v>
                </c:pt>
                <c:pt idx="567">
                  <c:v>2014.26575342</c:v>
                </c:pt>
                <c:pt idx="568">
                  <c:v>2014.26849315</c:v>
                </c:pt>
                <c:pt idx="569">
                  <c:v>2014.27123288</c:v>
                </c:pt>
                <c:pt idx="570">
                  <c:v>2014.2739726</c:v>
                </c:pt>
                <c:pt idx="571">
                  <c:v>2014.27671233</c:v>
                </c:pt>
                <c:pt idx="572">
                  <c:v>2014.28493151</c:v>
                </c:pt>
                <c:pt idx="573">
                  <c:v>2014.28767123</c:v>
                </c:pt>
                <c:pt idx="574">
                  <c:v>2014.29041096</c:v>
                </c:pt>
                <c:pt idx="575">
                  <c:v>2014.29315068</c:v>
                </c:pt>
                <c:pt idx="576">
                  <c:v>2014.30410959</c:v>
                </c:pt>
                <c:pt idx="577">
                  <c:v>2014.30684932</c:v>
                </c:pt>
                <c:pt idx="578">
                  <c:v>2014.30958904</c:v>
                </c:pt>
                <c:pt idx="579">
                  <c:v>2014.31232877</c:v>
                </c:pt>
                <c:pt idx="580">
                  <c:v>2014.31506849</c:v>
                </c:pt>
                <c:pt idx="581">
                  <c:v>2014.32328767</c:v>
                </c:pt>
                <c:pt idx="582">
                  <c:v>2014.3260274</c:v>
                </c:pt>
                <c:pt idx="583">
                  <c:v>2014.32876712</c:v>
                </c:pt>
                <c:pt idx="584">
                  <c:v>2014.33150685</c:v>
                </c:pt>
                <c:pt idx="585">
                  <c:v>2014.33424658</c:v>
                </c:pt>
                <c:pt idx="586">
                  <c:v>2014.34246575</c:v>
                </c:pt>
                <c:pt idx="587">
                  <c:v>2014.34520548</c:v>
                </c:pt>
                <c:pt idx="588">
                  <c:v>2014.34794521</c:v>
                </c:pt>
                <c:pt idx="589">
                  <c:v>2014.35068493</c:v>
                </c:pt>
                <c:pt idx="590">
                  <c:v>2014.35342466</c:v>
                </c:pt>
                <c:pt idx="591">
                  <c:v>2014.36164384</c:v>
                </c:pt>
                <c:pt idx="592">
                  <c:v>2014.36438356</c:v>
                </c:pt>
                <c:pt idx="593">
                  <c:v>2014.36712329</c:v>
                </c:pt>
                <c:pt idx="594">
                  <c:v>2014.36986301</c:v>
                </c:pt>
                <c:pt idx="595">
                  <c:v>2014.37260274</c:v>
                </c:pt>
                <c:pt idx="596">
                  <c:v>2014.38082192</c:v>
                </c:pt>
                <c:pt idx="597">
                  <c:v>2014.38356164</c:v>
                </c:pt>
                <c:pt idx="598">
                  <c:v>2014.38630137</c:v>
                </c:pt>
                <c:pt idx="599">
                  <c:v>2014.3890411</c:v>
                </c:pt>
                <c:pt idx="600">
                  <c:v>2014.39178082</c:v>
                </c:pt>
                <c:pt idx="601">
                  <c:v>2014.40273973</c:v>
                </c:pt>
                <c:pt idx="602">
                  <c:v>2014.40547945</c:v>
                </c:pt>
                <c:pt idx="603">
                  <c:v>2014.40821918</c:v>
                </c:pt>
                <c:pt idx="604">
                  <c:v>2014.4109589</c:v>
                </c:pt>
                <c:pt idx="605">
                  <c:v>2014.41917808</c:v>
                </c:pt>
                <c:pt idx="606">
                  <c:v>2014.42191781</c:v>
                </c:pt>
                <c:pt idx="607">
                  <c:v>2014.42465753</c:v>
                </c:pt>
                <c:pt idx="608">
                  <c:v>2014.42739726</c:v>
                </c:pt>
                <c:pt idx="609">
                  <c:v>2014.43013699</c:v>
                </c:pt>
                <c:pt idx="610">
                  <c:v>2014.43835616</c:v>
                </c:pt>
                <c:pt idx="611">
                  <c:v>2014.44109589</c:v>
                </c:pt>
                <c:pt idx="612">
                  <c:v>2014.44383562</c:v>
                </c:pt>
                <c:pt idx="613">
                  <c:v>2014.44657534</c:v>
                </c:pt>
                <c:pt idx="614">
                  <c:v>2014.44931507</c:v>
                </c:pt>
                <c:pt idx="615">
                  <c:v>2014.45753425</c:v>
                </c:pt>
                <c:pt idx="616">
                  <c:v>2014.46027397</c:v>
                </c:pt>
                <c:pt idx="617">
                  <c:v>2014.4630137</c:v>
                </c:pt>
                <c:pt idx="618">
                  <c:v>2014.46575342</c:v>
                </c:pt>
                <c:pt idx="619">
                  <c:v>2014.46849315</c:v>
                </c:pt>
                <c:pt idx="620">
                  <c:v>2014.47671233</c:v>
                </c:pt>
                <c:pt idx="621">
                  <c:v>2014.47945205</c:v>
                </c:pt>
                <c:pt idx="622">
                  <c:v>2014.48219178</c:v>
                </c:pt>
                <c:pt idx="623">
                  <c:v>2014.48493151</c:v>
                </c:pt>
                <c:pt idx="624">
                  <c:v>2014.48767123</c:v>
                </c:pt>
                <c:pt idx="625">
                  <c:v>2014.49589041</c:v>
                </c:pt>
                <c:pt idx="626">
                  <c:v>2014.49863014</c:v>
                </c:pt>
                <c:pt idx="627">
                  <c:v>2014.50136986</c:v>
                </c:pt>
                <c:pt idx="628">
                  <c:v>2014.50410959</c:v>
                </c:pt>
                <c:pt idx="629">
                  <c:v>2014.51506849</c:v>
                </c:pt>
                <c:pt idx="630">
                  <c:v>2014.51780822</c:v>
                </c:pt>
                <c:pt idx="631">
                  <c:v>2014.52054795</c:v>
                </c:pt>
                <c:pt idx="632">
                  <c:v>2014.52328767</c:v>
                </c:pt>
                <c:pt idx="633">
                  <c:v>2014.5260274</c:v>
                </c:pt>
                <c:pt idx="634">
                  <c:v>2014.53424658</c:v>
                </c:pt>
                <c:pt idx="635">
                  <c:v>2014.5369863</c:v>
                </c:pt>
                <c:pt idx="636">
                  <c:v>2014.53972603</c:v>
                </c:pt>
                <c:pt idx="637">
                  <c:v>2014.54246575</c:v>
                </c:pt>
                <c:pt idx="638">
                  <c:v>2014.54520548</c:v>
                </c:pt>
                <c:pt idx="639">
                  <c:v>2014.55342466</c:v>
                </c:pt>
                <c:pt idx="640">
                  <c:v>2014.55616438</c:v>
                </c:pt>
                <c:pt idx="641">
                  <c:v>2014.55890411</c:v>
                </c:pt>
                <c:pt idx="642">
                  <c:v>2014.56164384</c:v>
                </c:pt>
                <c:pt idx="643">
                  <c:v>2014.56438356</c:v>
                </c:pt>
                <c:pt idx="644">
                  <c:v>2014.57260274</c:v>
                </c:pt>
                <c:pt idx="645">
                  <c:v>2014.57534247</c:v>
                </c:pt>
                <c:pt idx="646">
                  <c:v>2014.57808219</c:v>
                </c:pt>
                <c:pt idx="647">
                  <c:v>2014.58082192</c:v>
                </c:pt>
                <c:pt idx="648">
                  <c:v>2014.58356164</c:v>
                </c:pt>
                <c:pt idx="649">
                  <c:v>2014.59178082</c:v>
                </c:pt>
                <c:pt idx="650">
                  <c:v>2014.59452055</c:v>
                </c:pt>
                <c:pt idx="651">
                  <c:v>2014.59726027</c:v>
                </c:pt>
                <c:pt idx="652">
                  <c:v>2014.6</c:v>
                </c:pt>
                <c:pt idx="653">
                  <c:v>2014.60273973</c:v>
                </c:pt>
                <c:pt idx="654">
                  <c:v>2014.6109589</c:v>
                </c:pt>
                <c:pt idx="655">
                  <c:v>2014.61369863</c:v>
                </c:pt>
                <c:pt idx="656">
                  <c:v>2014.61643836</c:v>
                </c:pt>
                <c:pt idx="657">
                  <c:v>2014.61917808</c:v>
                </c:pt>
                <c:pt idx="658">
                  <c:v>2014.62191781</c:v>
                </c:pt>
                <c:pt idx="659">
                  <c:v>2014.63013699</c:v>
                </c:pt>
                <c:pt idx="660">
                  <c:v>2014.63287671</c:v>
                </c:pt>
                <c:pt idx="661">
                  <c:v>2014.63561644</c:v>
                </c:pt>
                <c:pt idx="662">
                  <c:v>2014.63835616</c:v>
                </c:pt>
                <c:pt idx="663">
                  <c:v>2014.64109589</c:v>
                </c:pt>
                <c:pt idx="664">
                  <c:v>2014.64931507</c:v>
                </c:pt>
                <c:pt idx="665">
                  <c:v>2014.65205479</c:v>
                </c:pt>
                <c:pt idx="666">
                  <c:v>2014.65479452</c:v>
                </c:pt>
                <c:pt idx="667">
                  <c:v>2014.65753425</c:v>
                </c:pt>
                <c:pt idx="668">
                  <c:v>2014.66027397</c:v>
                </c:pt>
                <c:pt idx="669">
                  <c:v>2014.67123288</c:v>
                </c:pt>
                <c:pt idx="670">
                  <c:v>2014.6739726</c:v>
                </c:pt>
                <c:pt idx="671">
                  <c:v>2014.67671233</c:v>
                </c:pt>
                <c:pt idx="672">
                  <c:v>2014.67945205</c:v>
                </c:pt>
                <c:pt idx="673">
                  <c:v>2014.68767123</c:v>
                </c:pt>
                <c:pt idx="674">
                  <c:v>2014.69041096</c:v>
                </c:pt>
                <c:pt idx="675">
                  <c:v>2014.69315068</c:v>
                </c:pt>
                <c:pt idx="676">
                  <c:v>2014.69589041</c:v>
                </c:pt>
                <c:pt idx="677">
                  <c:v>2014.69863014</c:v>
                </c:pt>
                <c:pt idx="678">
                  <c:v>2014.70684932</c:v>
                </c:pt>
                <c:pt idx="679">
                  <c:v>2014.70958904</c:v>
                </c:pt>
                <c:pt idx="680">
                  <c:v>2014.71232877</c:v>
                </c:pt>
                <c:pt idx="681">
                  <c:v>2014.71506849</c:v>
                </c:pt>
                <c:pt idx="682">
                  <c:v>2014.71780822</c:v>
                </c:pt>
                <c:pt idx="683">
                  <c:v>2014.7260274</c:v>
                </c:pt>
                <c:pt idx="684">
                  <c:v>2014.72876712</c:v>
                </c:pt>
                <c:pt idx="685">
                  <c:v>2014.73150685</c:v>
                </c:pt>
                <c:pt idx="686">
                  <c:v>2014.73424658</c:v>
                </c:pt>
                <c:pt idx="687">
                  <c:v>2014.7369863</c:v>
                </c:pt>
                <c:pt idx="688">
                  <c:v>2014.74520548</c:v>
                </c:pt>
                <c:pt idx="689">
                  <c:v>2014.74794521</c:v>
                </c:pt>
                <c:pt idx="690">
                  <c:v>2014.75068493</c:v>
                </c:pt>
                <c:pt idx="691">
                  <c:v>2014.75342466</c:v>
                </c:pt>
                <c:pt idx="692">
                  <c:v>2014.75616438</c:v>
                </c:pt>
                <c:pt idx="693">
                  <c:v>2014.76438356</c:v>
                </c:pt>
                <c:pt idx="694">
                  <c:v>2014.76712329</c:v>
                </c:pt>
                <c:pt idx="695">
                  <c:v>2014.76986301</c:v>
                </c:pt>
                <c:pt idx="696">
                  <c:v>2014.77260274</c:v>
                </c:pt>
                <c:pt idx="697">
                  <c:v>2014.77534247</c:v>
                </c:pt>
                <c:pt idx="698">
                  <c:v>2014.78356164</c:v>
                </c:pt>
                <c:pt idx="699">
                  <c:v>2014.78630137</c:v>
                </c:pt>
                <c:pt idx="700">
                  <c:v>2014.7890411</c:v>
                </c:pt>
                <c:pt idx="701">
                  <c:v>2014.79178082</c:v>
                </c:pt>
                <c:pt idx="702">
                  <c:v>2014.79452055</c:v>
                </c:pt>
                <c:pt idx="703">
                  <c:v>2014.80273973</c:v>
                </c:pt>
                <c:pt idx="704">
                  <c:v>2014.80547945</c:v>
                </c:pt>
                <c:pt idx="705">
                  <c:v>2014.80821918</c:v>
                </c:pt>
                <c:pt idx="706">
                  <c:v>2014.8109589</c:v>
                </c:pt>
                <c:pt idx="707">
                  <c:v>2014.81369863</c:v>
                </c:pt>
                <c:pt idx="708">
                  <c:v>2014.82191781</c:v>
                </c:pt>
                <c:pt idx="709">
                  <c:v>2014.82465753</c:v>
                </c:pt>
                <c:pt idx="710">
                  <c:v>2014.82739726</c:v>
                </c:pt>
                <c:pt idx="711">
                  <c:v>2014.83013699</c:v>
                </c:pt>
                <c:pt idx="712">
                  <c:v>2014.83287671</c:v>
                </c:pt>
                <c:pt idx="713">
                  <c:v>2014.84109589</c:v>
                </c:pt>
                <c:pt idx="714">
                  <c:v>2014.84383562</c:v>
                </c:pt>
                <c:pt idx="715">
                  <c:v>2014.84657534</c:v>
                </c:pt>
                <c:pt idx="716">
                  <c:v>2014.84931507</c:v>
                </c:pt>
                <c:pt idx="717">
                  <c:v>2014.85205479</c:v>
                </c:pt>
                <c:pt idx="718">
                  <c:v>2014.86027397</c:v>
                </c:pt>
                <c:pt idx="719">
                  <c:v>2014.8630137</c:v>
                </c:pt>
                <c:pt idx="720">
                  <c:v>2014.86575342</c:v>
                </c:pt>
                <c:pt idx="721">
                  <c:v>2014.86849315</c:v>
                </c:pt>
                <c:pt idx="722">
                  <c:v>2014.87123288</c:v>
                </c:pt>
                <c:pt idx="723">
                  <c:v>2014.87945205</c:v>
                </c:pt>
                <c:pt idx="724">
                  <c:v>2014.88219178</c:v>
                </c:pt>
                <c:pt idx="725">
                  <c:v>2014.88493151</c:v>
                </c:pt>
                <c:pt idx="726">
                  <c:v>2014.88767123</c:v>
                </c:pt>
                <c:pt idx="727">
                  <c:v>2014.89041096</c:v>
                </c:pt>
                <c:pt idx="728">
                  <c:v>2014.89863014</c:v>
                </c:pt>
                <c:pt idx="729">
                  <c:v>2014.90136986</c:v>
                </c:pt>
                <c:pt idx="730">
                  <c:v>2014.90410959</c:v>
                </c:pt>
                <c:pt idx="731">
                  <c:v>2014.90958904</c:v>
                </c:pt>
                <c:pt idx="732">
                  <c:v>2014.91780822</c:v>
                </c:pt>
                <c:pt idx="733">
                  <c:v>2014.92054795</c:v>
                </c:pt>
                <c:pt idx="734">
                  <c:v>2014.92328767</c:v>
                </c:pt>
                <c:pt idx="735">
                  <c:v>2014.9260274</c:v>
                </c:pt>
                <c:pt idx="736">
                  <c:v>2014.92876712</c:v>
                </c:pt>
                <c:pt idx="737">
                  <c:v>2014.9369863</c:v>
                </c:pt>
                <c:pt idx="738">
                  <c:v>2014.93972603</c:v>
                </c:pt>
                <c:pt idx="739">
                  <c:v>2014.94246575</c:v>
                </c:pt>
                <c:pt idx="740">
                  <c:v>2014.94520548</c:v>
                </c:pt>
                <c:pt idx="741">
                  <c:v>2014.94794521</c:v>
                </c:pt>
                <c:pt idx="742">
                  <c:v>2014.95616438</c:v>
                </c:pt>
                <c:pt idx="743">
                  <c:v>2014.95890411</c:v>
                </c:pt>
                <c:pt idx="744">
                  <c:v>2014.96164384</c:v>
                </c:pt>
                <c:pt idx="745">
                  <c:v>2014.96438356</c:v>
                </c:pt>
                <c:pt idx="746">
                  <c:v>2014.96712329</c:v>
                </c:pt>
                <c:pt idx="747">
                  <c:v>2014.97534247</c:v>
                </c:pt>
                <c:pt idx="748">
                  <c:v>2014.97808219</c:v>
                </c:pt>
                <c:pt idx="749">
                  <c:v>2014.98082192</c:v>
                </c:pt>
                <c:pt idx="750">
                  <c:v>2014.98630137</c:v>
                </c:pt>
                <c:pt idx="751">
                  <c:v>2014.99452055</c:v>
                </c:pt>
                <c:pt idx="752">
                  <c:v>2014.99726027</c:v>
                </c:pt>
                <c:pt idx="753">
                  <c:v>2015</c:v>
                </c:pt>
                <c:pt idx="754">
                  <c:v>2015.00547945</c:v>
                </c:pt>
                <c:pt idx="755">
                  <c:v>2015.01369863</c:v>
                </c:pt>
                <c:pt idx="756">
                  <c:v>2015.01643836</c:v>
                </c:pt>
                <c:pt idx="757">
                  <c:v>2015.01917808</c:v>
                </c:pt>
                <c:pt idx="758">
                  <c:v>2015.02191781</c:v>
                </c:pt>
                <c:pt idx="759">
                  <c:v>2015.02465753</c:v>
                </c:pt>
                <c:pt idx="760">
                  <c:v>2015.03287671</c:v>
                </c:pt>
                <c:pt idx="761">
                  <c:v>2015.03561644</c:v>
                </c:pt>
                <c:pt idx="762">
                  <c:v>2015.03835616</c:v>
                </c:pt>
                <c:pt idx="763">
                  <c:v>2015.04109589</c:v>
                </c:pt>
                <c:pt idx="764">
                  <c:v>2015.04383562</c:v>
                </c:pt>
                <c:pt idx="765">
                  <c:v>2015.05479452</c:v>
                </c:pt>
                <c:pt idx="766">
                  <c:v>2015.05753425</c:v>
                </c:pt>
                <c:pt idx="767">
                  <c:v>2015.06027397</c:v>
                </c:pt>
                <c:pt idx="768">
                  <c:v>2015.0630137</c:v>
                </c:pt>
                <c:pt idx="769">
                  <c:v>2015.07123288</c:v>
                </c:pt>
                <c:pt idx="770">
                  <c:v>2015.0739726</c:v>
                </c:pt>
                <c:pt idx="771">
                  <c:v>2015.07671233</c:v>
                </c:pt>
                <c:pt idx="772">
                  <c:v>2015.07945205</c:v>
                </c:pt>
                <c:pt idx="773">
                  <c:v>2015.08219178</c:v>
                </c:pt>
                <c:pt idx="774">
                  <c:v>2015.09041096</c:v>
                </c:pt>
                <c:pt idx="775">
                  <c:v>2015.09315068</c:v>
                </c:pt>
                <c:pt idx="776">
                  <c:v>2015.09589041</c:v>
                </c:pt>
                <c:pt idx="777">
                  <c:v>2015.09863014</c:v>
                </c:pt>
                <c:pt idx="778">
                  <c:v>2015.10136986</c:v>
                </c:pt>
                <c:pt idx="779">
                  <c:v>2015.10958904</c:v>
                </c:pt>
                <c:pt idx="780">
                  <c:v>2015.11232877</c:v>
                </c:pt>
                <c:pt idx="781">
                  <c:v>2015.11506849</c:v>
                </c:pt>
                <c:pt idx="782">
                  <c:v>2015.11780822</c:v>
                </c:pt>
                <c:pt idx="783">
                  <c:v>2015.12054795</c:v>
                </c:pt>
                <c:pt idx="784">
                  <c:v>2015.13150685</c:v>
                </c:pt>
                <c:pt idx="785">
                  <c:v>2015.13424658</c:v>
                </c:pt>
                <c:pt idx="786">
                  <c:v>2015.1369863</c:v>
                </c:pt>
                <c:pt idx="787">
                  <c:v>2015.13972603</c:v>
                </c:pt>
                <c:pt idx="788">
                  <c:v>2015.14794521</c:v>
                </c:pt>
                <c:pt idx="789">
                  <c:v>2015.15068493</c:v>
                </c:pt>
                <c:pt idx="790">
                  <c:v>2015.15342466</c:v>
                </c:pt>
                <c:pt idx="791">
                  <c:v>2015.15616438</c:v>
                </c:pt>
                <c:pt idx="792">
                  <c:v>2015.15890411</c:v>
                </c:pt>
                <c:pt idx="793">
                  <c:v>2015.16712329</c:v>
                </c:pt>
                <c:pt idx="794">
                  <c:v>2015.16986301</c:v>
                </c:pt>
                <c:pt idx="795">
                  <c:v>2015.17260274</c:v>
                </c:pt>
                <c:pt idx="796">
                  <c:v>2015.17534247</c:v>
                </c:pt>
                <c:pt idx="797">
                  <c:v>2015.17808219</c:v>
                </c:pt>
                <c:pt idx="798">
                  <c:v>2015.18630137</c:v>
                </c:pt>
                <c:pt idx="799">
                  <c:v>2015.1890411</c:v>
                </c:pt>
                <c:pt idx="800">
                  <c:v>2015.19178082</c:v>
                </c:pt>
                <c:pt idx="801">
                  <c:v>2015.19452055</c:v>
                </c:pt>
                <c:pt idx="802">
                  <c:v>2015.19726027</c:v>
                </c:pt>
                <c:pt idx="803">
                  <c:v>2015.20547945</c:v>
                </c:pt>
                <c:pt idx="804">
                  <c:v>2015.20821918</c:v>
                </c:pt>
                <c:pt idx="805">
                  <c:v>2015.2109589</c:v>
                </c:pt>
                <c:pt idx="806">
                  <c:v>2015.21369863</c:v>
                </c:pt>
                <c:pt idx="807">
                  <c:v>2015.21643836</c:v>
                </c:pt>
                <c:pt idx="808">
                  <c:v>2015.22465753</c:v>
                </c:pt>
                <c:pt idx="809">
                  <c:v>2015.22739726</c:v>
                </c:pt>
                <c:pt idx="810">
                  <c:v>2015.23013699</c:v>
                </c:pt>
                <c:pt idx="811">
                  <c:v>2015.23287671</c:v>
                </c:pt>
                <c:pt idx="812">
                  <c:v>2015.23561644</c:v>
                </c:pt>
                <c:pt idx="813">
                  <c:v>2015.24383562</c:v>
                </c:pt>
                <c:pt idx="814">
                  <c:v>2015.24657534</c:v>
                </c:pt>
                <c:pt idx="815">
                  <c:v>2015.24931507</c:v>
                </c:pt>
                <c:pt idx="816">
                  <c:v>2015.25205479</c:v>
                </c:pt>
                <c:pt idx="817">
                  <c:v>2015.2630137</c:v>
                </c:pt>
                <c:pt idx="818">
                  <c:v>2015.26575342</c:v>
                </c:pt>
                <c:pt idx="819">
                  <c:v>2015.26849315</c:v>
                </c:pt>
                <c:pt idx="820">
                  <c:v>2015.27123288</c:v>
                </c:pt>
                <c:pt idx="821">
                  <c:v>2015.2739726</c:v>
                </c:pt>
                <c:pt idx="822">
                  <c:v>2015.28219178</c:v>
                </c:pt>
                <c:pt idx="823">
                  <c:v>2015.28493151</c:v>
                </c:pt>
                <c:pt idx="824">
                  <c:v>2015.28767123</c:v>
                </c:pt>
                <c:pt idx="825">
                  <c:v>2015.29041096</c:v>
                </c:pt>
                <c:pt idx="826">
                  <c:v>2015.29315068</c:v>
                </c:pt>
                <c:pt idx="827">
                  <c:v>2015.30136986</c:v>
                </c:pt>
                <c:pt idx="828">
                  <c:v>2015.30410959</c:v>
                </c:pt>
                <c:pt idx="829">
                  <c:v>2015.30684932</c:v>
                </c:pt>
                <c:pt idx="830">
                  <c:v>2015.30958904</c:v>
                </c:pt>
                <c:pt idx="831">
                  <c:v>2015.31232877</c:v>
                </c:pt>
                <c:pt idx="832">
                  <c:v>2015.32054795</c:v>
                </c:pt>
                <c:pt idx="833">
                  <c:v>2015.32328767</c:v>
                </c:pt>
                <c:pt idx="834">
                  <c:v>2015.3260274</c:v>
                </c:pt>
                <c:pt idx="835">
                  <c:v>2015.32876712</c:v>
                </c:pt>
                <c:pt idx="836">
                  <c:v>2015.33150685</c:v>
                </c:pt>
                <c:pt idx="837">
                  <c:v>2015.33972603</c:v>
                </c:pt>
                <c:pt idx="838">
                  <c:v>2015.34246575</c:v>
                </c:pt>
                <c:pt idx="839">
                  <c:v>2015.34520548</c:v>
                </c:pt>
                <c:pt idx="840">
                  <c:v>2015.34794521</c:v>
                </c:pt>
                <c:pt idx="841">
                  <c:v>2015.35068493</c:v>
                </c:pt>
                <c:pt idx="842">
                  <c:v>2015.35890411</c:v>
                </c:pt>
                <c:pt idx="843">
                  <c:v>2015.36164384</c:v>
                </c:pt>
                <c:pt idx="844">
                  <c:v>2015.36438356</c:v>
                </c:pt>
                <c:pt idx="845">
                  <c:v>2015.36712329</c:v>
                </c:pt>
                <c:pt idx="846">
                  <c:v>2015.36986301</c:v>
                </c:pt>
                <c:pt idx="847">
                  <c:v>2015.37808219</c:v>
                </c:pt>
                <c:pt idx="848">
                  <c:v>2015.38082192</c:v>
                </c:pt>
                <c:pt idx="849">
                  <c:v>2015.38356164</c:v>
                </c:pt>
                <c:pt idx="850">
                  <c:v>2015.38630137</c:v>
                </c:pt>
                <c:pt idx="851">
                  <c:v>2015.3890411</c:v>
                </c:pt>
                <c:pt idx="852">
                  <c:v>2015.4</c:v>
                </c:pt>
                <c:pt idx="853">
                  <c:v>2015.40273973</c:v>
                </c:pt>
                <c:pt idx="854">
                  <c:v>2015.40547945</c:v>
                </c:pt>
                <c:pt idx="855">
                  <c:v>2015.40821918</c:v>
                </c:pt>
                <c:pt idx="856">
                  <c:v>2015.41643836</c:v>
                </c:pt>
                <c:pt idx="857">
                  <c:v>2015.41917808</c:v>
                </c:pt>
                <c:pt idx="858">
                  <c:v>2015.42191781</c:v>
                </c:pt>
                <c:pt idx="859">
                  <c:v>2015.42465753</c:v>
                </c:pt>
                <c:pt idx="860">
                  <c:v>2015.42739726</c:v>
                </c:pt>
                <c:pt idx="861">
                  <c:v>2015.43561644</c:v>
                </c:pt>
                <c:pt idx="862">
                  <c:v>2015.43835616</c:v>
                </c:pt>
                <c:pt idx="863">
                  <c:v>2015.44109589</c:v>
                </c:pt>
                <c:pt idx="864">
                  <c:v>2015.44383562</c:v>
                </c:pt>
                <c:pt idx="865">
                  <c:v>2015.44657534</c:v>
                </c:pt>
                <c:pt idx="866">
                  <c:v>2015.45479452</c:v>
                </c:pt>
                <c:pt idx="867">
                  <c:v>2015.45753425</c:v>
                </c:pt>
                <c:pt idx="868">
                  <c:v>2015.46027397</c:v>
                </c:pt>
                <c:pt idx="869">
                  <c:v>2015.4630137</c:v>
                </c:pt>
                <c:pt idx="870">
                  <c:v>2015.46575342</c:v>
                </c:pt>
                <c:pt idx="871">
                  <c:v>2015.4739726</c:v>
                </c:pt>
                <c:pt idx="872">
                  <c:v>2015.47671233</c:v>
                </c:pt>
                <c:pt idx="873">
                  <c:v>2015.47945205</c:v>
                </c:pt>
                <c:pt idx="874">
                  <c:v>2015.48219178</c:v>
                </c:pt>
                <c:pt idx="875">
                  <c:v>2015.48493151</c:v>
                </c:pt>
                <c:pt idx="876">
                  <c:v>2015.49315068</c:v>
                </c:pt>
                <c:pt idx="877">
                  <c:v>2015.49589041</c:v>
                </c:pt>
                <c:pt idx="878">
                  <c:v>2015.49863014</c:v>
                </c:pt>
                <c:pt idx="879">
                  <c:v>2015.50136986</c:v>
                </c:pt>
                <c:pt idx="880">
                  <c:v>2015.51232877</c:v>
                </c:pt>
                <c:pt idx="881">
                  <c:v>2015.51506849</c:v>
                </c:pt>
                <c:pt idx="882">
                  <c:v>2015.51780822</c:v>
                </c:pt>
                <c:pt idx="883">
                  <c:v>2015.52054795</c:v>
                </c:pt>
                <c:pt idx="884">
                  <c:v>2015.52328767</c:v>
                </c:pt>
                <c:pt idx="885">
                  <c:v>2015.53150685</c:v>
                </c:pt>
                <c:pt idx="886">
                  <c:v>2015.53424658</c:v>
                </c:pt>
                <c:pt idx="887">
                  <c:v>2015.5369863</c:v>
                </c:pt>
                <c:pt idx="888">
                  <c:v>2015.53972603</c:v>
                </c:pt>
                <c:pt idx="889">
                  <c:v>2015.54246575</c:v>
                </c:pt>
                <c:pt idx="890">
                  <c:v>2015.55068493</c:v>
                </c:pt>
                <c:pt idx="891">
                  <c:v>2015.55342466</c:v>
                </c:pt>
                <c:pt idx="892">
                  <c:v>2015.55616438</c:v>
                </c:pt>
                <c:pt idx="893">
                  <c:v>2015.55890411</c:v>
                </c:pt>
                <c:pt idx="894">
                  <c:v>2015.56164384</c:v>
                </c:pt>
                <c:pt idx="895">
                  <c:v>2015.56986301</c:v>
                </c:pt>
                <c:pt idx="896">
                  <c:v>2015.57260274</c:v>
                </c:pt>
                <c:pt idx="897">
                  <c:v>2015.57534247</c:v>
                </c:pt>
                <c:pt idx="898">
                  <c:v>2015.57808219</c:v>
                </c:pt>
                <c:pt idx="899">
                  <c:v>2015.58082192</c:v>
                </c:pt>
                <c:pt idx="900">
                  <c:v>2015.5890411</c:v>
                </c:pt>
                <c:pt idx="901">
                  <c:v>2015.59178082</c:v>
                </c:pt>
                <c:pt idx="902">
                  <c:v>2015.59452055</c:v>
                </c:pt>
                <c:pt idx="903">
                  <c:v>2015.59726027</c:v>
                </c:pt>
                <c:pt idx="904">
                  <c:v>2015.6</c:v>
                </c:pt>
                <c:pt idx="905">
                  <c:v>2015.60821918</c:v>
                </c:pt>
                <c:pt idx="906">
                  <c:v>2015.6109589</c:v>
                </c:pt>
                <c:pt idx="907">
                  <c:v>2015.61369863</c:v>
                </c:pt>
                <c:pt idx="908">
                  <c:v>2015.61643836</c:v>
                </c:pt>
                <c:pt idx="909">
                  <c:v>2015.61917808</c:v>
                </c:pt>
                <c:pt idx="910">
                  <c:v>2015.62739726</c:v>
                </c:pt>
                <c:pt idx="911">
                  <c:v>2015.63013699</c:v>
                </c:pt>
                <c:pt idx="912">
                  <c:v>2015.63287671</c:v>
                </c:pt>
                <c:pt idx="913">
                  <c:v>2015.63561644</c:v>
                </c:pt>
                <c:pt idx="914">
                  <c:v>2015.63835616</c:v>
                </c:pt>
                <c:pt idx="915">
                  <c:v>2015.64657534</c:v>
                </c:pt>
                <c:pt idx="916">
                  <c:v>2015.64931507</c:v>
                </c:pt>
                <c:pt idx="917">
                  <c:v>2015.65205479</c:v>
                </c:pt>
                <c:pt idx="918">
                  <c:v>2015.65479452</c:v>
                </c:pt>
                <c:pt idx="919">
                  <c:v>2015.65753425</c:v>
                </c:pt>
                <c:pt idx="920">
                  <c:v>2015.66575342</c:v>
                </c:pt>
                <c:pt idx="921">
                  <c:v>2015.66849315</c:v>
                </c:pt>
                <c:pt idx="922">
                  <c:v>2015.67123288</c:v>
                </c:pt>
                <c:pt idx="923">
                  <c:v>2015.6739726</c:v>
                </c:pt>
                <c:pt idx="924">
                  <c:v>2015.67671233</c:v>
                </c:pt>
                <c:pt idx="925">
                  <c:v>2015.68767123</c:v>
                </c:pt>
                <c:pt idx="926">
                  <c:v>2015.69041096</c:v>
                </c:pt>
                <c:pt idx="927">
                  <c:v>2015.69315068</c:v>
                </c:pt>
                <c:pt idx="928">
                  <c:v>2015.69589041</c:v>
                </c:pt>
                <c:pt idx="929">
                  <c:v>2015.70410959</c:v>
                </c:pt>
                <c:pt idx="930">
                  <c:v>2015.70684932</c:v>
                </c:pt>
                <c:pt idx="931">
                  <c:v>2015.70958904</c:v>
                </c:pt>
                <c:pt idx="932">
                  <c:v>2015.71232877</c:v>
                </c:pt>
                <c:pt idx="933">
                  <c:v>2015.71506849</c:v>
                </c:pt>
                <c:pt idx="934">
                  <c:v>2015.72328767</c:v>
                </c:pt>
                <c:pt idx="935">
                  <c:v>2015.7260274</c:v>
                </c:pt>
                <c:pt idx="936">
                  <c:v>2015.72876712</c:v>
                </c:pt>
                <c:pt idx="937">
                  <c:v>2015.73150685</c:v>
                </c:pt>
                <c:pt idx="938">
                  <c:v>2015.73424658</c:v>
                </c:pt>
                <c:pt idx="939">
                  <c:v>2015.74246575</c:v>
                </c:pt>
                <c:pt idx="940">
                  <c:v>2015.74520548</c:v>
                </c:pt>
                <c:pt idx="941">
                  <c:v>2015.74794521</c:v>
                </c:pt>
                <c:pt idx="942">
                  <c:v>2015.75068493</c:v>
                </c:pt>
                <c:pt idx="943">
                  <c:v>2015.75342466</c:v>
                </c:pt>
                <c:pt idx="944">
                  <c:v>2015.76164384</c:v>
                </c:pt>
                <c:pt idx="945">
                  <c:v>2015.76438356</c:v>
                </c:pt>
                <c:pt idx="946">
                  <c:v>2015.76712329</c:v>
                </c:pt>
                <c:pt idx="947">
                  <c:v>2015.76986301</c:v>
                </c:pt>
                <c:pt idx="948">
                  <c:v>2015.77260274</c:v>
                </c:pt>
                <c:pt idx="949">
                  <c:v>2015.78082192</c:v>
                </c:pt>
                <c:pt idx="950">
                  <c:v>2015.78356164</c:v>
                </c:pt>
                <c:pt idx="951">
                  <c:v>2015.78630137</c:v>
                </c:pt>
                <c:pt idx="952">
                  <c:v>2015.7890411</c:v>
                </c:pt>
                <c:pt idx="953">
                  <c:v>2015.79178082</c:v>
                </c:pt>
                <c:pt idx="954">
                  <c:v>2015.8</c:v>
                </c:pt>
                <c:pt idx="955">
                  <c:v>2015.80273973</c:v>
                </c:pt>
                <c:pt idx="956">
                  <c:v>2015.80547945</c:v>
                </c:pt>
                <c:pt idx="957">
                  <c:v>2015.80821918</c:v>
                </c:pt>
                <c:pt idx="958">
                  <c:v>2015.8109589</c:v>
                </c:pt>
                <c:pt idx="959">
                  <c:v>2015.81917808</c:v>
                </c:pt>
                <c:pt idx="960">
                  <c:v>2015.82191781</c:v>
                </c:pt>
                <c:pt idx="961">
                  <c:v>2015.82465753</c:v>
                </c:pt>
                <c:pt idx="962">
                  <c:v>2015.82739726</c:v>
                </c:pt>
                <c:pt idx="963">
                  <c:v>2015.83013699</c:v>
                </c:pt>
                <c:pt idx="964">
                  <c:v>2015.83835616</c:v>
                </c:pt>
                <c:pt idx="965">
                  <c:v>2015.84109589</c:v>
                </c:pt>
                <c:pt idx="966">
                  <c:v>2015.84383562</c:v>
                </c:pt>
                <c:pt idx="967">
                  <c:v>2015.84657534</c:v>
                </c:pt>
                <c:pt idx="968">
                  <c:v>2015.84931507</c:v>
                </c:pt>
                <c:pt idx="969">
                  <c:v>2015.85753425</c:v>
                </c:pt>
                <c:pt idx="970">
                  <c:v>2015.86027397</c:v>
                </c:pt>
                <c:pt idx="971">
                  <c:v>2015.8630137</c:v>
                </c:pt>
                <c:pt idx="972">
                  <c:v>2015.86575342</c:v>
                </c:pt>
                <c:pt idx="973">
                  <c:v>2015.86849315</c:v>
                </c:pt>
                <c:pt idx="974">
                  <c:v>2015.87671233</c:v>
                </c:pt>
                <c:pt idx="975">
                  <c:v>2015.87945205</c:v>
                </c:pt>
                <c:pt idx="976">
                  <c:v>2015.88219178</c:v>
                </c:pt>
                <c:pt idx="977">
                  <c:v>2015.88493151</c:v>
                </c:pt>
                <c:pt idx="978">
                  <c:v>2015.88767123</c:v>
                </c:pt>
                <c:pt idx="979">
                  <c:v>2015.89589041</c:v>
                </c:pt>
                <c:pt idx="980">
                  <c:v>2015.89863014</c:v>
                </c:pt>
                <c:pt idx="981">
                  <c:v>2015.90136986</c:v>
                </c:pt>
                <c:pt idx="982">
                  <c:v>2015.90684932</c:v>
                </c:pt>
                <c:pt idx="983">
                  <c:v>2015.91506849</c:v>
                </c:pt>
                <c:pt idx="984">
                  <c:v>2015.91780822</c:v>
                </c:pt>
                <c:pt idx="985">
                  <c:v>2015.92054795</c:v>
                </c:pt>
                <c:pt idx="986">
                  <c:v>2015.92328767</c:v>
                </c:pt>
                <c:pt idx="987">
                  <c:v>2015.9260274</c:v>
                </c:pt>
                <c:pt idx="988">
                  <c:v>2015.93424658</c:v>
                </c:pt>
                <c:pt idx="989">
                  <c:v>2015.9369863</c:v>
                </c:pt>
                <c:pt idx="990">
                  <c:v>2015.93972603</c:v>
                </c:pt>
                <c:pt idx="991">
                  <c:v>2015.94246575</c:v>
                </c:pt>
                <c:pt idx="992">
                  <c:v>2015.94520548</c:v>
                </c:pt>
                <c:pt idx="993">
                  <c:v>2015.95342466</c:v>
                </c:pt>
                <c:pt idx="994">
                  <c:v>2015.95616438</c:v>
                </c:pt>
                <c:pt idx="995">
                  <c:v>2015.95890411</c:v>
                </c:pt>
                <c:pt idx="996">
                  <c:v>2015.96164384</c:v>
                </c:pt>
                <c:pt idx="997">
                  <c:v>2015.96438356</c:v>
                </c:pt>
                <c:pt idx="998">
                  <c:v>2015.97260274</c:v>
                </c:pt>
                <c:pt idx="999">
                  <c:v>2015.97534247</c:v>
                </c:pt>
                <c:pt idx="1000">
                  <c:v>2015.97808219</c:v>
                </c:pt>
                <c:pt idx="1001">
                  <c:v>2015.98082192</c:v>
                </c:pt>
                <c:pt idx="1002">
                  <c:v>2015.99178082</c:v>
                </c:pt>
                <c:pt idx="1003">
                  <c:v>2015.99452055</c:v>
                </c:pt>
                <c:pt idx="1004">
                  <c:v>2015.99726027</c:v>
                </c:pt>
                <c:pt idx="1005">
                  <c:v>2016</c:v>
                </c:pt>
                <c:pt idx="1006">
                  <c:v>2016.01092896</c:v>
                </c:pt>
                <c:pt idx="1007">
                  <c:v>2016.0136612</c:v>
                </c:pt>
                <c:pt idx="1008">
                  <c:v>2016.01639344</c:v>
                </c:pt>
                <c:pt idx="1009">
                  <c:v>2016.01912568</c:v>
                </c:pt>
                <c:pt idx="1010">
                  <c:v>2016.02185792</c:v>
                </c:pt>
                <c:pt idx="1011">
                  <c:v>2016.03005464</c:v>
                </c:pt>
                <c:pt idx="1012">
                  <c:v>2016.03278689</c:v>
                </c:pt>
                <c:pt idx="1013">
                  <c:v>2016.03551913</c:v>
                </c:pt>
                <c:pt idx="1014">
                  <c:v>2016.03825137</c:v>
                </c:pt>
                <c:pt idx="1015">
                  <c:v>2016.04098361</c:v>
                </c:pt>
                <c:pt idx="1016">
                  <c:v>2016.05191257</c:v>
                </c:pt>
                <c:pt idx="1017">
                  <c:v>2016.05464481</c:v>
                </c:pt>
                <c:pt idx="1018">
                  <c:v>2016.05737705</c:v>
                </c:pt>
                <c:pt idx="1019">
                  <c:v>2016.06010929</c:v>
                </c:pt>
                <c:pt idx="1020">
                  <c:v>2016.06830601</c:v>
                </c:pt>
                <c:pt idx="1021">
                  <c:v>2016.07103825</c:v>
                </c:pt>
                <c:pt idx="1022">
                  <c:v>2016.07377049</c:v>
                </c:pt>
                <c:pt idx="1023">
                  <c:v>2016.07650273</c:v>
                </c:pt>
                <c:pt idx="1024">
                  <c:v>2016.07923497</c:v>
                </c:pt>
                <c:pt idx="1025">
                  <c:v>2016.08743169</c:v>
                </c:pt>
                <c:pt idx="1026">
                  <c:v>2016.09016393</c:v>
                </c:pt>
                <c:pt idx="1027">
                  <c:v>2016.09289617</c:v>
                </c:pt>
                <c:pt idx="1028">
                  <c:v>2016.09562842</c:v>
                </c:pt>
                <c:pt idx="1029">
                  <c:v>2016.09836066</c:v>
                </c:pt>
                <c:pt idx="1030">
                  <c:v>2016.10655738</c:v>
                </c:pt>
                <c:pt idx="1031">
                  <c:v>2016.10928962</c:v>
                </c:pt>
                <c:pt idx="1032">
                  <c:v>2016.11202186</c:v>
                </c:pt>
                <c:pt idx="1033">
                  <c:v>2016.1147541</c:v>
                </c:pt>
                <c:pt idx="1034">
                  <c:v>2016.11748634</c:v>
                </c:pt>
                <c:pt idx="1035">
                  <c:v>2016.1284153</c:v>
                </c:pt>
                <c:pt idx="1036">
                  <c:v>2016.13114754</c:v>
                </c:pt>
                <c:pt idx="1037">
                  <c:v>2016.13387978</c:v>
                </c:pt>
                <c:pt idx="1038">
                  <c:v>2016.13661202</c:v>
                </c:pt>
                <c:pt idx="1039">
                  <c:v>2016.14480874</c:v>
                </c:pt>
                <c:pt idx="1040">
                  <c:v>2016.14754098</c:v>
                </c:pt>
                <c:pt idx="1041">
                  <c:v>2016.15027322</c:v>
                </c:pt>
                <c:pt idx="1042">
                  <c:v>2016.15300546</c:v>
                </c:pt>
                <c:pt idx="1043">
                  <c:v>2016.1557377</c:v>
                </c:pt>
                <c:pt idx="1044">
                  <c:v>2016.16393443</c:v>
                </c:pt>
                <c:pt idx="1045">
                  <c:v>2016.16666667</c:v>
                </c:pt>
                <c:pt idx="1046">
                  <c:v>2016.16939891</c:v>
                </c:pt>
                <c:pt idx="1047">
                  <c:v>2016.17213115</c:v>
                </c:pt>
                <c:pt idx="1048">
                  <c:v>2016.17486339</c:v>
                </c:pt>
                <c:pt idx="1049">
                  <c:v>2016.18306011</c:v>
                </c:pt>
                <c:pt idx="1050">
                  <c:v>2016.18579235</c:v>
                </c:pt>
                <c:pt idx="1051">
                  <c:v>2016.18852459</c:v>
                </c:pt>
                <c:pt idx="1052">
                  <c:v>2016.19125683</c:v>
                </c:pt>
                <c:pt idx="1053">
                  <c:v>2016.19398907</c:v>
                </c:pt>
                <c:pt idx="1054">
                  <c:v>2016.20218579</c:v>
                </c:pt>
                <c:pt idx="1055">
                  <c:v>2016.20491803</c:v>
                </c:pt>
                <c:pt idx="1056">
                  <c:v>2016.20765027</c:v>
                </c:pt>
                <c:pt idx="1057">
                  <c:v>2016.21038251</c:v>
                </c:pt>
                <c:pt idx="1058">
                  <c:v>2016.21311475</c:v>
                </c:pt>
                <c:pt idx="1059">
                  <c:v>2016.22131148</c:v>
                </c:pt>
                <c:pt idx="1060">
                  <c:v>2016.22404372</c:v>
                </c:pt>
                <c:pt idx="1061">
                  <c:v>2016.22677596</c:v>
                </c:pt>
                <c:pt idx="1062">
                  <c:v>2016.2295082</c:v>
                </c:pt>
                <c:pt idx="1063">
                  <c:v>2016.24043716</c:v>
                </c:pt>
                <c:pt idx="1064">
                  <c:v>2016.2431694</c:v>
                </c:pt>
                <c:pt idx="1065">
                  <c:v>2016.24590164</c:v>
                </c:pt>
                <c:pt idx="1066">
                  <c:v>2016.24863388</c:v>
                </c:pt>
                <c:pt idx="1067">
                  <c:v>2016.25136612</c:v>
                </c:pt>
                <c:pt idx="1068">
                  <c:v>2016.25956284</c:v>
                </c:pt>
                <c:pt idx="1069">
                  <c:v>2016.26229508</c:v>
                </c:pt>
                <c:pt idx="1070">
                  <c:v>2016.26502732</c:v>
                </c:pt>
                <c:pt idx="1071">
                  <c:v>2016.26775956</c:v>
                </c:pt>
                <c:pt idx="1072">
                  <c:v>2016.2704918</c:v>
                </c:pt>
                <c:pt idx="1073">
                  <c:v>2016.27868852</c:v>
                </c:pt>
                <c:pt idx="1074">
                  <c:v>2016.28142077</c:v>
                </c:pt>
                <c:pt idx="1075">
                  <c:v>2016.28415301</c:v>
                </c:pt>
                <c:pt idx="1076">
                  <c:v>2016.28688525</c:v>
                </c:pt>
                <c:pt idx="1077">
                  <c:v>2016.28961749</c:v>
                </c:pt>
                <c:pt idx="1078">
                  <c:v>2016.29781421</c:v>
                </c:pt>
                <c:pt idx="1079">
                  <c:v>2016.30054645</c:v>
                </c:pt>
                <c:pt idx="1080">
                  <c:v>2016.30327869</c:v>
                </c:pt>
                <c:pt idx="1081">
                  <c:v>2016.30601093</c:v>
                </c:pt>
                <c:pt idx="1082">
                  <c:v>2016.30874317</c:v>
                </c:pt>
                <c:pt idx="1083">
                  <c:v>2016.31693989</c:v>
                </c:pt>
                <c:pt idx="1084">
                  <c:v>2016.31967213</c:v>
                </c:pt>
                <c:pt idx="1085">
                  <c:v>2016.32240437</c:v>
                </c:pt>
                <c:pt idx="1086">
                  <c:v>2016.32513661</c:v>
                </c:pt>
                <c:pt idx="1087">
                  <c:v>2016.32786885</c:v>
                </c:pt>
                <c:pt idx="1088">
                  <c:v>2016.33606557</c:v>
                </c:pt>
                <c:pt idx="1089">
                  <c:v>2016.33879781</c:v>
                </c:pt>
                <c:pt idx="1090">
                  <c:v>2016.34153005</c:v>
                </c:pt>
                <c:pt idx="1091">
                  <c:v>2016.3442623</c:v>
                </c:pt>
                <c:pt idx="1092">
                  <c:v>2016.34699454</c:v>
                </c:pt>
                <c:pt idx="1093">
                  <c:v>2016.35519126</c:v>
                </c:pt>
                <c:pt idx="1094">
                  <c:v>2016.3579235</c:v>
                </c:pt>
                <c:pt idx="1095">
                  <c:v>2016.36065574</c:v>
                </c:pt>
                <c:pt idx="1096">
                  <c:v>2016.36338798</c:v>
                </c:pt>
                <c:pt idx="1097">
                  <c:v>2016.36612022</c:v>
                </c:pt>
                <c:pt idx="1098">
                  <c:v>2016.37431694</c:v>
                </c:pt>
                <c:pt idx="1099">
                  <c:v>2016.37704918</c:v>
                </c:pt>
                <c:pt idx="1100">
                  <c:v>2016.37978142</c:v>
                </c:pt>
                <c:pt idx="1101">
                  <c:v>2016.38251366</c:v>
                </c:pt>
                <c:pt idx="1102">
                  <c:v>2016.3852459</c:v>
                </c:pt>
                <c:pt idx="1103">
                  <c:v>2016.39344262</c:v>
                </c:pt>
                <c:pt idx="1104">
                  <c:v>2016.39617486</c:v>
                </c:pt>
                <c:pt idx="1105">
                  <c:v>2016.3989071</c:v>
                </c:pt>
                <c:pt idx="1106">
                  <c:v>2016.40163934</c:v>
                </c:pt>
                <c:pt idx="1107">
                  <c:v>2016.40437158</c:v>
                </c:pt>
                <c:pt idx="1108">
                  <c:v>2016.41530055</c:v>
                </c:pt>
                <c:pt idx="1109">
                  <c:v>2016.41803279</c:v>
                </c:pt>
                <c:pt idx="1110">
                  <c:v>2016.42076503</c:v>
                </c:pt>
                <c:pt idx="1111">
                  <c:v>2016.42349727</c:v>
                </c:pt>
                <c:pt idx="1112">
                  <c:v>2016.43169399</c:v>
                </c:pt>
                <c:pt idx="1113">
                  <c:v>2016.43442623</c:v>
                </c:pt>
                <c:pt idx="1114">
                  <c:v>2016.43715847</c:v>
                </c:pt>
                <c:pt idx="1115">
                  <c:v>2016.43989071</c:v>
                </c:pt>
                <c:pt idx="1116">
                  <c:v>2016.44262295</c:v>
                </c:pt>
                <c:pt idx="1117">
                  <c:v>2016.45081967</c:v>
                </c:pt>
                <c:pt idx="1118">
                  <c:v>2016.45355191</c:v>
                </c:pt>
                <c:pt idx="1119">
                  <c:v>2016.45628415</c:v>
                </c:pt>
                <c:pt idx="1120">
                  <c:v>2016.45901639</c:v>
                </c:pt>
                <c:pt idx="1121">
                  <c:v>2016.46174863</c:v>
                </c:pt>
                <c:pt idx="1122">
                  <c:v>2016.46994536</c:v>
                </c:pt>
                <c:pt idx="1123">
                  <c:v>2016.4726776</c:v>
                </c:pt>
                <c:pt idx="1124">
                  <c:v>2016.47540984</c:v>
                </c:pt>
                <c:pt idx="1125">
                  <c:v>2016.47814208</c:v>
                </c:pt>
                <c:pt idx="1126">
                  <c:v>2016.48087432</c:v>
                </c:pt>
                <c:pt idx="1127">
                  <c:v>2016.48907104</c:v>
                </c:pt>
                <c:pt idx="1128">
                  <c:v>2016.49180328</c:v>
                </c:pt>
                <c:pt idx="1129">
                  <c:v>2016.49453552</c:v>
                </c:pt>
                <c:pt idx="1130">
                  <c:v>2016.49726776</c:v>
                </c:pt>
                <c:pt idx="1131">
                  <c:v>2016.5</c:v>
                </c:pt>
                <c:pt idx="1132">
                  <c:v>2016.51092896</c:v>
                </c:pt>
                <c:pt idx="1133">
                  <c:v>2016.5136612</c:v>
                </c:pt>
                <c:pt idx="1134">
                  <c:v>2016.51639344</c:v>
                </c:pt>
                <c:pt idx="1135">
                  <c:v>2016.51912568</c:v>
                </c:pt>
                <c:pt idx="1136">
                  <c:v>2016.5273224</c:v>
                </c:pt>
                <c:pt idx="1137">
                  <c:v>2016.53005464</c:v>
                </c:pt>
                <c:pt idx="1138">
                  <c:v>2016.53278689</c:v>
                </c:pt>
                <c:pt idx="1139">
                  <c:v>2016.53551913</c:v>
                </c:pt>
                <c:pt idx="1140">
                  <c:v>2016.53825137</c:v>
                </c:pt>
                <c:pt idx="1141">
                  <c:v>2016.54644809</c:v>
                </c:pt>
                <c:pt idx="1142">
                  <c:v>2016.54918033</c:v>
                </c:pt>
                <c:pt idx="1143">
                  <c:v>2016.55191257</c:v>
                </c:pt>
                <c:pt idx="1144">
                  <c:v>2016.55464481</c:v>
                </c:pt>
                <c:pt idx="1145">
                  <c:v>2016.55737705</c:v>
                </c:pt>
                <c:pt idx="1146">
                  <c:v>2016.56557377</c:v>
                </c:pt>
                <c:pt idx="1147">
                  <c:v>2016.56830601</c:v>
                </c:pt>
                <c:pt idx="1148">
                  <c:v>2016.57103825</c:v>
                </c:pt>
                <c:pt idx="1149">
                  <c:v>2016.57377049</c:v>
                </c:pt>
                <c:pt idx="1150">
                  <c:v>2016.57650273</c:v>
                </c:pt>
                <c:pt idx="1151">
                  <c:v>2016.58469945</c:v>
                </c:pt>
                <c:pt idx="1152">
                  <c:v>2016.58743169</c:v>
                </c:pt>
                <c:pt idx="1153">
                  <c:v>2016.59016393</c:v>
                </c:pt>
                <c:pt idx="1154">
                  <c:v>2016.59289617</c:v>
                </c:pt>
                <c:pt idx="1155">
                  <c:v>2016.59562842</c:v>
                </c:pt>
                <c:pt idx="1156">
                  <c:v>2016.60382514</c:v>
                </c:pt>
                <c:pt idx="1157">
                  <c:v>2016.60655738</c:v>
                </c:pt>
                <c:pt idx="1158">
                  <c:v>2016.60928962</c:v>
                </c:pt>
                <c:pt idx="1159">
                  <c:v>2016.61202186</c:v>
                </c:pt>
                <c:pt idx="1160">
                  <c:v>2016.6147541</c:v>
                </c:pt>
                <c:pt idx="1161">
                  <c:v>2016.62295082</c:v>
                </c:pt>
                <c:pt idx="1162">
                  <c:v>2016.62568306</c:v>
                </c:pt>
                <c:pt idx="1163">
                  <c:v>2016.6284153</c:v>
                </c:pt>
                <c:pt idx="1164">
                  <c:v>2016.63114754</c:v>
                </c:pt>
                <c:pt idx="1165">
                  <c:v>2016.63387978</c:v>
                </c:pt>
                <c:pt idx="1166">
                  <c:v>2016.6420765</c:v>
                </c:pt>
                <c:pt idx="1167">
                  <c:v>2016.64480874</c:v>
                </c:pt>
                <c:pt idx="1168">
                  <c:v>2016.64754098</c:v>
                </c:pt>
                <c:pt idx="1169">
                  <c:v>2016.65027322</c:v>
                </c:pt>
                <c:pt idx="1170">
                  <c:v>2016.65300546</c:v>
                </c:pt>
                <c:pt idx="1171">
                  <c:v>2016.66120219</c:v>
                </c:pt>
                <c:pt idx="1172">
                  <c:v>2016.66393443</c:v>
                </c:pt>
                <c:pt idx="1173">
                  <c:v>2016.66666667</c:v>
                </c:pt>
                <c:pt idx="1174">
                  <c:v>2016.66939891</c:v>
                </c:pt>
                <c:pt idx="1175">
                  <c:v>2016.67213115</c:v>
                </c:pt>
                <c:pt idx="1176">
                  <c:v>2016.68306011</c:v>
                </c:pt>
                <c:pt idx="1177">
                  <c:v>2016.68579235</c:v>
                </c:pt>
                <c:pt idx="1178">
                  <c:v>2016.68852459</c:v>
                </c:pt>
                <c:pt idx="1179">
                  <c:v>2016.69125683</c:v>
                </c:pt>
                <c:pt idx="1180">
                  <c:v>2016.69945355</c:v>
                </c:pt>
                <c:pt idx="1181">
                  <c:v>2016.70218579</c:v>
                </c:pt>
                <c:pt idx="1182">
                  <c:v>2016.70491803</c:v>
                </c:pt>
                <c:pt idx="1183">
                  <c:v>2016.70765027</c:v>
                </c:pt>
                <c:pt idx="1184">
                  <c:v>2016.71038251</c:v>
                </c:pt>
                <c:pt idx="1185">
                  <c:v>2016.71857923</c:v>
                </c:pt>
                <c:pt idx="1186">
                  <c:v>2016.72131148</c:v>
                </c:pt>
                <c:pt idx="1187">
                  <c:v>2016.72404372</c:v>
                </c:pt>
                <c:pt idx="1188">
                  <c:v>2016.72677596</c:v>
                </c:pt>
                <c:pt idx="1189">
                  <c:v>2016.7295082</c:v>
                </c:pt>
                <c:pt idx="1190">
                  <c:v>2016.73770492</c:v>
                </c:pt>
                <c:pt idx="1191">
                  <c:v>2016.74043716</c:v>
                </c:pt>
                <c:pt idx="1192">
                  <c:v>2016.7431694</c:v>
                </c:pt>
                <c:pt idx="1193">
                  <c:v>2016.74590164</c:v>
                </c:pt>
                <c:pt idx="1194">
                  <c:v>2016.74863388</c:v>
                </c:pt>
                <c:pt idx="1195">
                  <c:v>2016.7568306</c:v>
                </c:pt>
                <c:pt idx="1196">
                  <c:v>2016.75956284</c:v>
                </c:pt>
                <c:pt idx="1197">
                  <c:v>2016.76229508</c:v>
                </c:pt>
                <c:pt idx="1198">
                  <c:v>2016.76502732</c:v>
                </c:pt>
                <c:pt idx="1199">
                  <c:v>2016.76775956</c:v>
                </c:pt>
                <c:pt idx="1200">
                  <c:v>2016.77595628</c:v>
                </c:pt>
                <c:pt idx="1201">
                  <c:v>2016.77868852</c:v>
                </c:pt>
                <c:pt idx="1202">
                  <c:v>2016.78142077</c:v>
                </c:pt>
                <c:pt idx="1203">
                  <c:v>2016.78415301</c:v>
                </c:pt>
                <c:pt idx="1204">
                  <c:v>2016.78688525</c:v>
                </c:pt>
                <c:pt idx="1205">
                  <c:v>2016.79508197</c:v>
                </c:pt>
                <c:pt idx="1206">
                  <c:v>2016.79781421</c:v>
                </c:pt>
                <c:pt idx="1207">
                  <c:v>2016.80054645</c:v>
                </c:pt>
                <c:pt idx="1208">
                  <c:v>2016.80327869</c:v>
                </c:pt>
                <c:pt idx="1209">
                  <c:v>2016.80601093</c:v>
                </c:pt>
                <c:pt idx="1210">
                  <c:v>2016.81420765</c:v>
                </c:pt>
                <c:pt idx="1211">
                  <c:v>2016.81693989</c:v>
                </c:pt>
                <c:pt idx="1212">
                  <c:v>2016.81967213</c:v>
                </c:pt>
                <c:pt idx="1213">
                  <c:v>2016.82240437</c:v>
                </c:pt>
                <c:pt idx="1214">
                  <c:v>2016.82513661</c:v>
                </c:pt>
                <c:pt idx="1215">
                  <c:v>2016.83333333</c:v>
                </c:pt>
                <c:pt idx="1216">
                  <c:v>2016.83606557</c:v>
                </c:pt>
                <c:pt idx="1217">
                  <c:v>2016.83879781</c:v>
                </c:pt>
                <c:pt idx="1218">
                  <c:v>2016.84153005</c:v>
                </c:pt>
                <c:pt idx="1219">
                  <c:v>2016.8442623</c:v>
                </c:pt>
                <c:pt idx="1220">
                  <c:v>2016.85245902</c:v>
                </c:pt>
                <c:pt idx="1221">
                  <c:v>2016.85519126</c:v>
                </c:pt>
                <c:pt idx="1222">
                  <c:v>2016.8579235</c:v>
                </c:pt>
                <c:pt idx="1223">
                  <c:v>2016.86065574</c:v>
                </c:pt>
                <c:pt idx="1224">
                  <c:v>2016.86338798</c:v>
                </c:pt>
                <c:pt idx="1225">
                  <c:v>2016.8715847</c:v>
                </c:pt>
                <c:pt idx="1226">
                  <c:v>2016.87431694</c:v>
                </c:pt>
                <c:pt idx="1227">
                  <c:v>2016.87704918</c:v>
                </c:pt>
                <c:pt idx="1228">
                  <c:v>2016.87978142</c:v>
                </c:pt>
                <c:pt idx="1229">
                  <c:v>2016.88251366</c:v>
                </c:pt>
                <c:pt idx="1230">
                  <c:v>2016.89071038</c:v>
                </c:pt>
                <c:pt idx="1231">
                  <c:v>2016.89344262</c:v>
                </c:pt>
                <c:pt idx="1232">
                  <c:v>2016.89617486</c:v>
                </c:pt>
                <c:pt idx="1233">
                  <c:v>2016.90163934</c:v>
                </c:pt>
                <c:pt idx="1234">
                  <c:v>2016.90983607</c:v>
                </c:pt>
                <c:pt idx="1235">
                  <c:v>2016.91256831</c:v>
                </c:pt>
                <c:pt idx="1236">
                  <c:v>2016.91530055</c:v>
                </c:pt>
                <c:pt idx="1237">
                  <c:v>2016.91803279</c:v>
                </c:pt>
                <c:pt idx="1238">
                  <c:v>2016.92076503</c:v>
                </c:pt>
                <c:pt idx="1239">
                  <c:v>2016.92896175</c:v>
                </c:pt>
                <c:pt idx="1240">
                  <c:v>2016.93169399</c:v>
                </c:pt>
                <c:pt idx="1241">
                  <c:v>2016.93442623</c:v>
                </c:pt>
                <c:pt idx="1242">
                  <c:v>2016.93715847</c:v>
                </c:pt>
                <c:pt idx="1243">
                  <c:v>2016.93989071</c:v>
                </c:pt>
                <c:pt idx="1244">
                  <c:v>2016.94808743</c:v>
                </c:pt>
                <c:pt idx="1245">
                  <c:v>2016.95081967</c:v>
                </c:pt>
                <c:pt idx="1246">
                  <c:v>2016.95355191</c:v>
                </c:pt>
                <c:pt idx="1247">
                  <c:v>2016.95628415</c:v>
                </c:pt>
                <c:pt idx="1248">
                  <c:v>2016.95901639</c:v>
                </c:pt>
                <c:pt idx="1249">
                  <c:v>2016.96721311</c:v>
                </c:pt>
                <c:pt idx="1250">
                  <c:v>2016.96994536</c:v>
                </c:pt>
                <c:pt idx="1251">
                  <c:v>2016.9726776</c:v>
                </c:pt>
                <c:pt idx="1252">
                  <c:v>2016.97540984</c:v>
                </c:pt>
                <c:pt idx="1253">
                  <c:v>2016.97814208</c:v>
                </c:pt>
                <c:pt idx="1254">
                  <c:v>2016.98907104</c:v>
                </c:pt>
                <c:pt idx="1255">
                  <c:v>2016.99180328</c:v>
                </c:pt>
                <c:pt idx="1256">
                  <c:v>2016.99453552</c:v>
                </c:pt>
                <c:pt idx="1257">
                  <c:v>2016.99726776</c:v>
                </c:pt>
                <c:pt idx="1258">
                  <c:v>2017.00821918</c:v>
                </c:pt>
                <c:pt idx="1259">
                  <c:v>2017.0109589</c:v>
                </c:pt>
                <c:pt idx="1260">
                  <c:v>2017.01369863</c:v>
                </c:pt>
                <c:pt idx="1261">
                  <c:v>2017.01643836</c:v>
                </c:pt>
                <c:pt idx="1262">
                  <c:v>2017.02465753</c:v>
                </c:pt>
                <c:pt idx="1263">
                  <c:v>2017.02739726</c:v>
                </c:pt>
                <c:pt idx="1264">
                  <c:v>2017.03013699</c:v>
                </c:pt>
                <c:pt idx="1265">
                  <c:v>2017.03287671</c:v>
                </c:pt>
                <c:pt idx="1266">
                  <c:v>2017.03561644</c:v>
                </c:pt>
                <c:pt idx="1267">
                  <c:v>2017.04657534</c:v>
                </c:pt>
                <c:pt idx="1268">
                  <c:v>2017.04931507</c:v>
                </c:pt>
                <c:pt idx="1269">
                  <c:v>2017.05205479</c:v>
                </c:pt>
                <c:pt idx="1270">
                  <c:v>2017.05479452</c:v>
                </c:pt>
                <c:pt idx="1271">
                  <c:v>2017.0630137</c:v>
                </c:pt>
                <c:pt idx="1272">
                  <c:v>2017.06575342</c:v>
                </c:pt>
                <c:pt idx="1273">
                  <c:v>2017.06849315</c:v>
                </c:pt>
                <c:pt idx="1274">
                  <c:v>2017.07123288</c:v>
                </c:pt>
                <c:pt idx="1275">
                  <c:v>2017.0739726</c:v>
                </c:pt>
                <c:pt idx="1276">
                  <c:v>2017.08219178</c:v>
                </c:pt>
                <c:pt idx="1277">
                  <c:v>2017.08493151</c:v>
                </c:pt>
                <c:pt idx="1278">
                  <c:v>2017.08767123</c:v>
                </c:pt>
                <c:pt idx="1279">
                  <c:v>2017.09041096</c:v>
                </c:pt>
                <c:pt idx="1280">
                  <c:v>2017.09315068</c:v>
                </c:pt>
                <c:pt idx="1281">
                  <c:v>2017.10136986</c:v>
                </c:pt>
                <c:pt idx="1282">
                  <c:v>2017.10410959</c:v>
                </c:pt>
                <c:pt idx="1283">
                  <c:v>2017.10684932</c:v>
                </c:pt>
                <c:pt idx="1284">
                  <c:v>2017.10958904</c:v>
                </c:pt>
                <c:pt idx="1285">
                  <c:v>2017.11232877</c:v>
                </c:pt>
                <c:pt idx="1286">
                  <c:v>2017.12054795</c:v>
                </c:pt>
                <c:pt idx="1287">
                  <c:v>2017.12328767</c:v>
                </c:pt>
                <c:pt idx="1288">
                  <c:v>2017.1260274</c:v>
                </c:pt>
                <c:pt idx="1289">
                  <c:v>2017.12876712</c:v>
                </c:pt>
                <c:pt idx="1290">
                  <c:v>2017.13150685</c:v>
                </c:pt>
                <c:pt idx="1291">
                  <c:v>2017.14246575</c:v>
                </c:pt>
                <c:pt idx="1292">
                  <c:v>2017.14520548</c:v>
                </c:pt>
                <c:pt idx="1293">
                  <c:v>2017.14794521</c:v>
                </c:pt>
                <c:pt idx="1294">
                  <c:v>2017.15068493</c:v>
                </c:pt>
                <c:pt idx="1295">
                  <c:v>2017.15890411</c:v>
                </c:pt>
                <c:pt idx="1296">
                  <c:v>2017.16164384</c:v>
                </c:pt>
                <c:pt idx="1297">
                  <c:v>2017.16438356</c:v>
                </c:pt>
                <c:pt idx="1298">
                  <c:v>2017.16712329</c:v>
                </c:pt>
                <c:pt idx="1299">
                  <c:v>2017.16986301</c:v>
                </c:pt>
                <c:pt idx="1300">
                  <c:v>2017.17808219</c:v>
                </c:pt>
                <c:pt idx="1301">
                  <c:v>2017.18082192</c:v>
                </c:pt>
                <c:pt idx="1302">
                  <c:v>2017.18356164</c:v>
                </c:pt>
                <c:pt idx="1303">
                  <c:v>2017.18630137</c:v>
                </c:pt>
                <c:pt idx="1304">
                  <c:v>2017.1890411</c:v>
                </c:pt>
                <c:pt idx="1305">
                  <c:v>2017.19726027</c:v>
                </c:pt>
                <c:pt idx="1306">
                  <c:v>2017.2</c:v>
                </c:pt>
                <c:pt idx="1307">
                  <c:v>2017.20273973</c:v>
                </c:pt>
                <c:pt idx="1308">
                  <c:v>2017.20547945</c:v>
                </c:pt>
                <c:pt idx="1309">
                  <c:v>2017.20821918</c:v>
                </c:pt>
                <c:pt idx="1310">
                  <c:v>2017.21643836</c:v>
                </c:pt>
                <c:pt idx="1311">
                  <c:v>2017.21917808</c:v>
                </c:pt>
                <c:pt idx="1312">
                  <c:v>2017.22191781</c:v>
                </c:pt>
                <c:pt idx="1313">
                  <c:v>2017.22465753</c:v>
                </c:pt>
                <c:pt idx="1314">
                  <c:v>2017.22739726</c:v>
                </c:pt>
                <c:pt idx="1315">
                  <c:v>2017.23561644</c:v>
                </c:pt>
                <c:pt idx="1316">
                  <c:v>2017.23835616</c:v>
                </c:pt>
                <c:pt idx="1317">
                  <c:v>2017.24109589</c:v>
                </c:pt>
                <c:pt idx="1318">
                  <c:v>2017.24383562</c:v>
                </c:pt>
                <c:pt idx="1319">
                  <c:v>2017.24657534</c:v>
                </c:pt>
                <c:pt idx="1320">
                  <c:v>2017.25479452</c:v>
                </c:pt>
                <c:pt idx="1321">
                  <c:v>2017.25753425</c:v>
                </c:pt>
                <c:pt idx="1322">
                  <c:v>2017.26027397</c:v>
                </c:pt>
                <c:pt idx="1323">
                  <c:v>2017.2630137</c:v>
                </c:pt>
                <c:pt idx="1324">
                  <c:v>2017.26575342</c:v>
                </c:pt>
                <c:pt idx="1325">
                  <c:v>2017.2739726</c:v>
                </c:pt>
                <c:pt idx="1326">
                  <c:v>2017.27671233</c:v>
                </c:pt>
                <c:pt idx="1327">
                  <c:v>2017.27945205</c:v>
                </c:pt>
                <c:pt idx="1328">
                  <c:v>2017.28219178</c:v>
                </c:pt>
                <c:pt idx="1329">
                  <c:v>2017.29315068</c:v>
                </c:pt>
                <c:pt idx="1330">
                  <c:v>2017.29589041</c:v>
                </c:pt>
                <c:pt idx="1331">
                  <c:v>2017.29863014</c:v>
                </c:pt>
                <c:pt idx="1332">
                  <c:v>2017.30136986</c:v>
                </c:pt>
                <c:pt idx="1333">
                  <c:v>2017.30410959</c:v>
                </c:pt>
                <c:pt idx="1334">
                  <c:v>2017.31232877</c:v>
                </c:pt>
                <c:pt idx="1335">
                  <c:v>2017.31506849</c:v>
                </c:pt>
                <c:pt idx="1336">
                  <c:v>2017.31780822</c:v>
                </c:pt>
                <c:pt idx="1337">
                  <c:v>2017.32054795</c:v>
                </c:pt>
                <c:pt idx="1338">
                  <c:v>2017.32328767</c:v>
                </c:pt>
                <c:pt idx="1339">
                  <c:v>2017.33150685</c:v>
                </c:pt>
                <c:pt idx="1340">
                  <c:v>2017.33424658</c:v>
                </c:pt>
                <c:pt idx="1341">
                  <c:v>2017.3369863</c:v>
                </c:pt>
                <c:pt idx="1342">
                  <c:v>2017.33972603</c:v>
                </c:pt>
                <c:pt idx="1343">
                  <c:v>2017.34246575</c:v>
                </c:pt>
                <c:pt idx="1344">
                  <c:v>2017.35068493</c:v>
                </c:pt>
                <c:pt idx="1345">
                  <c:v>2017.35342466</c:v>
                </c:pt>
                <c:pt idx="1346">
                  <c:v>2017.35616438</c:v>
                </c:pt>
                <c:pt idx="1347">
                  <c:v>2017.35890411</c:v>
                </c:pt>
                <c:pt idx="1348">
                  <c:v>2017.36164384</c:v>
                </c:pt>
                <c:pt idx="1349">
                  <c:v>2017.36986301</c:v>
                </c:pt>
                <c:pt idx="1350">
                  <c:v>2017.37260274</c:v>
                </c:pt>
                <c:pt idx="1351">
                  <c:v>2017.37534247</c:v>
                </c:pt>
                <c:pt idx="1352">
                  <c:v>2017.37808219</c:v>
                </c:pt>
                <c:pt idx="1353">
                  <c:v>2017.38082192</c:v>
                </c:pt>
                <c:pt idx="1354">
                  <c:v>2017.3890411</c:v>
                </c:pt>
                <c:pt idx="1355">
                  <c:v>2017.39178082</c:v>
                </c:pt>
                <c:pt idx="1356">
                  <c:v>2017.39452055</c:v>
                </c:pt>
                <c:pt idx="1357">
                  <c:v>2017.39726027</c:v>
                </c:pt>
                <c:pt idx="1358">
                  <c:v>2017.4</c:v>
                </c:pt>
                <c:pt idx="1359">
                  <c:v>2017.4109589</c:v>
                </c:pt>
                <c:pt idx="1360">
                  <c:v>2017.41369863</c:v>
                </c:pt>
                <c:pt idx="1361">
                  <c:v>2017.41643836</c:v>
                </c:pt>
                <c:pt idx="1362">
                  <c:v>2017.41917808</c:v>
                </c:pt>
                <c:pt idx="1363">
                  <c:v>2017.42739726</c:v>
                </c:pt>
                <c:pt idx="1364">
                  <c:v>2017.43013699</c:v>
                </c:pt>
                <c:pt idx="1365">
                  <c:v>2017.43287671</c:v>
                </c:pt>
                <c:pt idx="1366">
                  <c:v>2017.43561644</c:v>
                </c:pt>
                <c:pt idx="1367">
                  <c:v>2017.43835616</c:v>
                </c:pt>
                <c:pt idx="1368">
                  <c:v>2017.44657534</c:v>
                </c:pt>
                <c:pt idx="1369">
                  <c:v>2017.44931507</c:v>
                </c:pt>
                <c:pt idx="1370">
                  <c:v>2017.45205479</c:v>
                </c:pt>
                <c:pt idx="1371">
                  <c:v>2017.45479452</c:v>
                </c:pt>
                <c:pt idx="1372">
                  <c:v>2017.45753425</c:v>
                </c:pt>
                <c:pt idx="1373">
                  <c:v>2017.46575342</c:v>
                </c:pt>
                <c:pt idx="1374">
                  <c:v>2017.46849315</c:v>
                </c:pt>
                <c:pt idx="1375">
                  <c:v>2017.47123288</c:v>
                </c:pt>
                <c:pt idx="1376">
                  <c:v>2017.4739726</c:v>
                </c:pt>
                <c:pt idx="1377">
                  <c:v>2017.47671233</c:v>
                </c:pt>
                <c:pt idx="1378">
                  <c:v>2017.48493151</c:v>
                </c:pt>
                <c:pt idx="1379">
                  <c:v>2017.48767123</c:v>
                </c:pt>
                <c:pt idx="1380">
                  <c:v>2017.49041096</c:v>
                </c:pt>
                <c:pt idx="1381">
                  <c:v>2017.49315068</c:v>
                </c:pt>
                <c:pt idx="1382">
                  <c:v>2017.49589041</c:v>
                </c:pt>
                <c:pt idx="1383">
                  <c:v>2017.50410959</c:v>
                </c:pt>
                <c:pt idx="1384">
                  <c:v>2017.50958904</c:v>
                </c:pt>
                <c:pt idx="1385">
                  <c:v>2017.51232877</c:v>
                </c:pt>
                <c:pt idx="1386">
                  <c:v>2017.51506849</c:v>
                </c:pt>
                <c:pt idx="1387">
                  <c:v>2017.52328767</c:v>
                </c:pt>
                <c:pt idx="1388">
                  <c:v>2017.5260274</c:v>
                </c:pt>
                <c:pt idx="1389">
                  <c:v>2017.52876712</c:v>
                </c:pt>
                <c:pt idx="1390">
                  <c:v>2017.53150685</c:v>
                </c:pt>
                <c:pt idx="1391">
                  <c:v>2017.53424658</c:v>
                </c:pt>
                <c:pt idx="1392">
                  <c:v>2017.54246575</c:v>
                </c:pt>
                <c:pt idx="1393">
                  <c:v>2017.54520548</c:v>
                </c:pt>
                <c:pt idx="1394">
                  <c:v>2017.54794521</c:v>
                </c:pt>
                <c:pt idx="1395">
                  <c:v>2017.55068493</c:v>
                </c:pt>
                <c:pt idx="1396">
                  <c:v>2017.55342466</c:v>
                </c:pt>
                <c:pt idx="1397">
                  <c:v>2017.56164384</c:v>
                </c:pt>
                <c:pt idx="1398">
                  <c:v>2017.56438356</c:v>
                </c:pt>
                <c:pt idx="1399">
                  <c:v>2017.56712329</c:v>
                </c:pt>
                <c:pt idx="1400">
                  <c:v>2017.56986301</c:v>
                </c:pt>
                <c:pt idx="1401">
                  <c:v>2017.57260274</c:v>
                </c:pt>
                <c:pt idx="1402">
                  <c:v>2017.58082192</c:v>
                </c:pt>
                <c:pt idx="1403">
                  <c:v>2017.58356164</c:v>
                </c:pt>
                <c:pt idx="1404">
                  <c:v>2017.58630137</c:v>
                </c:pt>
                <c:pt idx="1405">
                  <c:v>2017.5890411</c:v>
                </c:pt>
                <c:pt idx="1406">
                  <c:v>2017.59178082</c:v>
                </c:pt>
                <c:pt idx="1407">
                  <c:v>2017.6</c:v>
                </c:pt>
                <c:pt idx="1408">
                  <c:v>2017.60273973</c:v>
                </c:pt>
                <c:pt idx="1409">
                  <c:v>2017.60547945</c:v>
                </c:pt>
                <c:pt idx="1410">
                  <c:v>2017.60821918</c:v>
                </c:pt>
                <c:pt idx="1411">
                  <c:v>2017.6109589</c:v>
                </c:pt>
                <c:pt idx="1412">
                  <c:v>2017.61917808</c:v>
                </c:pt>
                <c:pt idx="1413">
                  <c:v>2017.62191781</c:v>
                </c:pt>
                <c:pt idx="1414">
                  <c:v>2017.62465753</c:v>
                </c:pt>
                <c:pt idx="1415">
                  <c:v>2017.62739726</c:v>
                </c:pt>
                <c:pt idx="1416">
                  <c:v>2017.63013699</c:v>
                </c:pt>
                <c:pt idx="1417">
                  <c:v>2017.63835616</c:v>
                </c:pt>
                <c:pt idx="1418">
                  <c:v>2017.64109589</c:v>
                </c:pt>
                <c:pt idx="1419">
                  <c:v>2017.64383562</c:v>
                </c:pt>
                <c:pt idx="1420">
                  <c:v>2017.64657534</c:v>
                </c:pt>
                <c:pt idx="1421">
                  <c:v>2017.64931507</c:v>
                </c:pt>
                <c:pt idx="1422">
                  <c:v>2017.65753425</c:v>
                </c:pt>
                <c:pt idx="1423">
                  <c:v>2017.66027397</c:v>
                </c:pt>
                <c:pt idx="1424">
                  <c:v>2017.6630137</c:v>
                </c:pt>
                <c:pt idx="1425">
                  <c:v>2017.66575342</c:v>
                </c:pt>
                <c:pt idx="1426">
                  <c:v>2017.66849315</c:v>
                </c:pt>
                <c:pt idx="1427">
                  <c:v>2017.67945205</c:v>
                </c:pt>
                <c:pt idx="1428">
                  <c:v>2017.68219178</c:v>
                </c:pt>
                <c:pt idx="1429">
                  <c:v>2017.68493151</c:v>
                </c:pt>
                <c:pt idx="1430">
                  <c:v>2017.68767123</c:v>
                </c:pt>
                <c:pt idx="1431">
                  <c:v>2017.69589041</c:v>
                </c:pt>
                <c:pt idx="1432">
                  <c:v>2017.69863014</c:v>
                </c:pt>
                <c:pt idx="1433">
                  <c:v>2017.70136986</c:v>
                </c:pt>
                <c:pt idx="1434">
                  <c:v>2017.70410959</c:v>
                </c:pt>
                <c:pt idx="1435">
                  <c:v>2017.70684932</c:v>
                </c:pt>
                <c:pt idx="1436">
                  <c:v>2017.71506849</c:v>
                </c:pt>
                <c:pt idx="1437">
                  <c:v>2017.71780822</c:v>
                </c:pt>
                <c:pt idx="1438">
                  <c:v>2017.72054795</c:v>
                </c:pt>
                <c:pt idx="1439">
                  <c:v>2017.72328767</c:v>
                </c:pt>
                <c:pt idx="1440">
                  <c:v>2017.7260274</c:v>
                </c:pt>
                <c:pt idx="1441">
                  <c:v>2017.73424658</c:v>
                </c:pt>
                <c:pt idx="1442">
                  <c:v>2017.7369863</c:v>
                </c:pt>
                <c:pt idx="1443">
                  <c:v>2017.73972603</c:v>
                </c:pt>
                <c:pt idx="1444">
                  <c:v>2017.74246575</c:v>
                </c:pt>
                <c:pt idx="1445">
                  <c:v>2017.74520548</c:v>
                </c:pt>
                <c:pt idx="1446">
                  <c:v>2017.75342466</c:v>
                </c:pt>
                <c:pt idx="1447">
                  <c:v>2017.75616438</c:v>
                </c:pt>
                <c:pt idx="1448">
                  <c:v>2017.75890411</c:v>
                </c:pt>
                <c:pt idx="1449">
                  <c:v>2017.76164384</c:v>
                </c:pt>
                <c:pt idx="1450">
                  <c:v>2017.76438356</c:v>
                </c:pt>
                <c:pt idx="1451">
                  <c:v>2017.77260274</c:v>
                </c:pt>
                <c:pt idx="1452">
                  <c:v>2017.77534247</c:v>
                </c:pt>
                <c:pt idx="1453">
                  <c:v>2017.77808219</c:v>
                </c:pt>
                <c:pt idx="1454">
                  <c:v>2017.78082192</c:v>
                </c:pt>
                <c:pt idx="1455">
                  <c:v>2017.78356164</c:v>
                </c:pt>
                <c:pt idx="1456">
                  <c:v>2017.79178082</c:v>
                </c:pt>
                <c:pt idx="1457">
                  <c:v>2017.79452055</c:v>
                </c:pt>
                <c:pt idx="1458">
                  <c:v>2017.79726027</c:v>
                </c:pt>
                <c:pt idx="1459">
                  <c:v>2017.8</c:v>
                </c:pt>
                <c:pt idx="1460">
                  <c:v>2017.80273973</c:v>
                </c:pt>
                <c:pt idx="1461">
                  <c:v>2017.8109589</c:v>
                </c:pt>
                <c:pt idx="1462">
                  <c:v>2017.81369863</c:v>
                </c:pt>
                <c:pt idx="1463">
                  <c:v>2017.81643836</c:v>
                </c:pt>
                <c:pt idx="1464">
                  <c:v>2017.81917808</c:v>
                </c:pt>
                <c:pt idx="1465">
                  <c:v>2017.82191781</c:v>
                </c:pt>
                <c:pt idx="1466">
                  <c:v>2017.83013699</c:v>
                </c:pt>
                <c:pt idx="1467">
                  <c:v>2017.83287671</c:v>
                </c:pt>
                <c:pt idx="1468">
                  <c:v>2017.83561644</c:v>
                </c:pt>
                <c:pt idx="1469">
                  <c:v>2017.83835616</c:v>
                </c:pt>
                <c:pt idx="1470">
                  <c:v>2017.84109589</c:v>
                </c:pt>
                <c:pt idx="1471">
                  <c:v>2017.84931507</c:v>
                </c:pt>
                <c:pt idx="1472">
                  <c:v>2017.85205479</c:v>
                </c:pt>
                <c:pt idx="1473">
                  <c:v>2017.85479452</c:v>
                </c:pt>
                <c:pt idx="1474">
                  <c:v>2017.85753425</c:v>
                </c:pt>
                <c:pt idx="1475">
                  <c:v>2017.86027397</c:v>
                </c:pt>
                <c:pt idx="1476">
                  <c:v>2017.86849315</c:v>
                </c:pt>
                <c:pt idx="1477">
                  <c:v>2017.87123288</c:v>
                </c:pt>
                <c:pt idx="1478">
                  <c:v>2017.8739726</c:v>
                </c:pt>
                <c:pt idx="1479">
                  <c:v>2017.87671233</c:v>
                </c:pt>
                <c:pt idx="1480">
                  <c:v>2017.87945205</c:v>
                </c:pt>
                <c:pt idx="1481">
                  <c:v>2017.88767123</c:v>
                </c:pt>
                <c:pt idx="1482">
                  <c:v>2017.89041096</c:v>
                </c:pt>
                <c:pt idx="1483">
                  <c:v>2017.89315068</c:v>
                </c:pt>
                <c:pt idx="1484">
                  <c:v>2017.89863014</c:v>
                </c:pt>
                <c:pt idx="1485">
                  <c:v>2017.90684932</c:v>
                </c:pt>
                <c:pt idx="1486">
                  <c:v>2017.90958904</c:v>
                </c:pt>
                <c:pt idx="1487">
                  <c:v>2017.91232877</c:v>
                </c:pt>
                <c:pt idx="1488">
                  <c:v>2017.91506849</c:v>
                </c:pt>
                <c:pt idx="1489">
                  <c:v>2017.91780822</c:v>
                </c:pt>
                <c:pt idx="1490">
                  <c:v>2017.9260274</c:v>
                </c:pt>
                <c:pt idx="1491">
                  <c:v>2017.92876712</c:v>
                </c:pt>
                <c:pt idx="1492">
                  <c:v>2017.93150685</c:v>
                </c:pt>
                <c:pt idx="1493">
                  <c:v>2017.93424658</c:v>
                </c:pt>
                <c:pt idx="1494">
                  <c:v>2017.9369863</c:v>
                </c:pt>
                <c:pt idx="1495">
                  <c:v>2017.94520548</c:v>
                </c:pt>
                <c:pt idx="1496">
                  <c:v>2017.94794521</c:v>
                </c:pt>
                <c:pt idx="1497">
                  <c:v>2017.95068493</c:v>
                </c:pt>
                <c:pt idx="1498">
                  <c:v>2017.95342466</c:v>
                </c:pt>
                <c:pt idx="1499">
                  <c:v>2017.95616438</c:v>
                </c:pt>
                <c:pt idx="1500">
                  <c:v>2017.96438356</c:v>
                </c:pt>
                <c:pt idx="1501">
                  <c:v>2017.96712329</c:v>
                </c:pt>
                <c:pt idx="1502">
                  <c:v>2017.96986301</c:v>
                </c:pt>
                <c:pt idx="1503">
                  <c:v>2017.97260274</c:v>
                </c:pt>
                <c:pt idx="1504">
                  <c:v>2017.97534247</c:v>
                </c:pt>
                <c:pt idx="1505">
                  <c:v>2017.98630137</c:v>
                </c:pt>
                <c:pt idx="1506">
                  <c:v>2017.9890411</c:v>
                </c:pt>
                <c:pt idx="1507">
                  <c:v>2017.99178082</c:v>
                </c:pt>
                <c:pt idx="1508">
                  <c:v>2017.99452055</c:v>
                </c:pt>
                <c:pt idx="1509">
                  <c:v>2018.00547945</c:v>
                </c:pt>
                <c:pt idx="1510">
                  <c:v>2018.00821918</c:v>
                </c:pt>
                <c:pt idx="1511">
                  <c:v>2018.0109589</c:v>
                </c:pt>
                <c:pt idx="1512">
                  <c:v>2018.01369863</c:v>
                </c:pt>
                <c:pt idx="1513">
                  <c:v>2018.02191781</c:v>
                </c:pt>
                <c:pt idx="1514">
                  <c:v>2018.02465753</c:v>
                </c:pt>
                <c:pt idx="1515">
                  <c:v>2018.02739726</c:v>
                </c:pt>
                <c:pt idx="1516">
                  <c:v>2018.03013699</c:v>
                </c:pt>
                <c:pt idx="1517">
                  <c:v>2018.03287671</c:v>
                </c:pt>
                <c:pt idx="1518">
                  <c:v>2018.04383562</c:v>
                </c:pt>
                <c:pt idx="1519">
                  <c:v>2018.04657534</c:v>
                </c:pt>
                <c:pt idx="1520">
                  <c:v>2018.04931507</c:v>
                </c:pt>
                <c:pt idx="1521">
                  <c:v>2018.05205479</c:v>
                </c:pt>
                <c:pt idx="1522">
                  <c:v>2018.06027397</c:v>
                </c:pt>
                <c:pt idx="1523">
                  <c:v>2018.0630137</c:v>
                </c:pt>
                <c:pt idx="1524">
                  <c:v>2018.06575342</c:v>
                </c:pt>
                <c:pt idx="1525">
                  <c:v>2018.06849315</c:v>
                </c:pt>
                <c:pt idx="1526">
                  <c:v>2018.07123288</c:v>
                </c:pt>
                <c:pt idx="1527">
                  <c:v>2018.07945205</c:v>
                </c:pt>
                <c:pt idx="1528">
                  <c:v>2018.08219178</c:v>
                </c:pt>
                <c:pt idx="1529">
                  <c:v>2018.08493151</c:v>
                </c:pt>
                <c:pt idx="1530">
                  <c:v>2018.08767123</c:v>
                </c:pt>
                <c:pt idx="1531">
                  <c:v>2018.09041096</c:v>
                </c:pt>
                <c:pt idx="1532">
                  <c:v>2018.09863014</c:v>
                </c:pt>
                <c:pt idx="1533">
                  <c:v>2018.10136986</c:v>
                </c:pt>
                <c:pt idx="1534">
                  <c:v>2018.10410959</c:v>
                </c:pt>
                <c:pt idx="1535">
                  <c:v>2018.10684932</c:v>
                </c:pt>
                <c:pt idx="1536">
                  <c:v>2018.10958904</c:v>
                </c:pt>
                <c:pt idx="1537">
                  <c:v>2018.11780822</c:v>
                </c:pt>
                <c:pt idx="1538">
                  <c:v>2018.12054795</c:v>
                </c:pt>
                <c:pt idx="1539">
                  <c:v>2018.12328767</c:v>
                </c:pt>
                <c:pt idx="1540">
                  <c:v>2018.1260274</c:v>
                </c:pt>
                <c:pt idx="1541">
                  <c:v>2018.12876712</c:v>
                </c:pt>
                <c:pt idx="1542">
                  <c:v>2018.13972603</c:v>
                </c:pt>
                <c:pt idx="1543">
                  <c:v>2018.14246575</c:v>
                </c:pt>
                <c:pt idx="1544">
                  <c:v>2018.14520548</c:v>
                </c:pt>
                <c:pt idx="1545">
                  <c:v>2018.14794521</c:v>
                </c:pt>
                <c:pt idx="1546">
                  <c:v>2018.15616438</c:v>
                </c:pt>
                <c:pt idx="1547">
                  <c:v>2018.15890411</c:v>
                </c:pt>
                <c:pt idx="1548">
                  <c:v>2018.16164384</c:v>
                </c:pt>
                <c:pt idx="1549">
                  <c:v>2018.16438356</c:v>
                </c:pt>
                <c:pt idx="1550">
                  <c:v>2018.16712329</c:v>
                </c:pt>
                <c:pt idx="1551">
                  <c:v>2018.17534247</c:v>
                </c:pt>
                <c:pt idx="1552">
                  <c:v>2018.17808219</c:v>
                </c:pt>
                <c:pt idx="1553">
                  <c:v>2018.18082192</c:v>
                </c:pt>
                <c:pt idx="1554">
                  <c:v>2018.18356164</c:v>
                </c:pt>
                <c:pt idx="1555">
                  <c:v>2018.18630137</c:v>
                </c:pt>
                <c:pt idx="1556">
                  <c:v>2018.19452055</c:v>
                </c:pt>
                <c:pt idx="1557">
                  <c:v>2018.19726027</c:v>
                </c:pt>
                <c:pt idx="1558">
                  <c:v>2018.2</c:v>
                </c:pt>
                <c:pt idx="1559">
                  <c:v>2018.20273973</c:v>
                </c:pt>
                <c:pt idx="1560">
                  <c:v>2018.20547945</c:v>
                </c:pt>
                <c:pt idx="1561">
                  <c:v>2018.21369863</c:v>
                </c:pt>
                <c:pt idx="1562">
                  <c:v>2018.21643836</c:v>
                </c:pt>
                <c:pt idx="1563">
                  <c:v>2018.21917808</c:v>
                </c:pt>
                <c:pt idx="1564">
                  <c:v>2018.22191781</c:v>
                </c:pt>
                <c:pt idx="1565">
                  <c:v>2018.22465753</c:v>
                </c:pt>
                <c:pt idx="1566">
                  <c:v>2018.23287671</c:v>
                </c:pt>
                <c:pt idx="1567">
                  <c:v>2018.23561644</c:v>
                </c:pt>
                <c:pt idx="1568">
                  <c:v>2018.23835616</c:v>
                </c:pt>
                <c:pt idx="1569">
                  <c:v>2018.24109589</c:v>
                </c:pt>
                <c:pt idx="1570">
                  <c:v>2018.25205479</c:v>
                </c:pt>
                <c:pt idx="1571">
                  <c:v>2018.25479452</c:v>
                </c:pt>
                <c:pt idx="1572">
                  <c:v>2018.25753425</c:v>
                </c:pt>
                <c:pt idx="1573">
                  <c:v>2018.26027397</c:v>
                </c:pt>
                <c:pt idx="1574">
                  <c:v>2018.2630137</c:v>
                </c:pt>
                <c:pt idx="1575">
                  <c:v>2018.27123288</c:v>
                </c:pt>
                <c:pt idx="1576">
                  <c:v>2018.2739726</c:v>
                </c:pt>
                <c:pt idx="1577">
                  <c:v>2018.27671233</c:v>
                </c:pt>
                <c:pt idx="1578">
                  <c:v>2018.27945205</c:v>
                </c:pt>
                <c:pt idx="1579">
                  <c:v>2018.28219178</c:v>
                </c:pt>
                <c:pt idx="1580">
                  <c:v>2018.29041096</c:v>
                </c:pt>
                <c:pt idx="1581">
                  <c:v>2018.29315068</c:v>
                </c:pt>
                <c:pt idx="1582">
                  <c:v>2018.29589041</c:v>
                </c:pt>
                <c:pt idx="1583">
                  <c:v>2018.29863014</c:v>
                </c:pt>
                <c:pt idx="1584">
                  <c:v>2018.30136986</c:v>
                </c:pt>
                <c:pt idx="1585">
                  <c:v>2018.30958904</c:v>
                </c:pt>
                <c:pt idx="1586">
                  <c:v>2018.31232877</c:v>
                </c:pt>
                <c:pt idx="1587">
                  <c:v>2018.31506849</c:v>
                </c:pt>
                <c:pt idx="1588">
                  <c:v>2018.31780822</c:v>
                </c:pt>
                <c:pt idx="1589">
                  <c:v>2018.32054795</c:v>
                </c:pt>
                <c:pt idx="1590">
                  <c:v>2018.32876712</c:v>
                </c:pt>
                <c:pt idx="1591">
                  <c:v>2018.33150685</c:v>
                </c:pt>
                <c:pt idx="1592">
                  <c:v>2018.33424658</c:v>
                </c:pt>
                <c:pt idx="1593">
                  <c:v>2018.3369863</c:v>
                </c:pt>
                <c:pt idx="1594">
                  <c:v>2018.33972603</c:v>
                </c:pt>
                <c:pt idx="1595">
                  <c:v>2018.34794521</c:v>
                </c:pt>
                <c:pt idx="1596">
                  <c:v>2018.35068493</c:v>
                </c:pt>
                <c:pt idx="1597">
                  <c:v>2018.35342466</c:v>
                </c:pt>
                <c:pt idx="1598">
                  <c:v>2018.35616438</c:v>
                </c:pt>
                <c:pt idx="1599">
                  <c:v>2018.35890411</c:v>
                </c:pt>
                <c:pt idx="1600">
                  <c:v>2018.36712329</c:v>
                </c:pt>
                <c:pt idx="1601">
                  <c:v>2018.36986301</c:v>
                </c:pt>
                <c:pt idx="1602">
                  <c:v>2018.37260274</c:v>
                </c:pt>
                <c:pt idx="1603">
                  <c:v>2018.37534247</c:v>
                </c:pt>
                <c:pt idx="1604">
                  <c:v>2018.37808219</c:v>
                </c:pt>
                <c:pt idx="1605">
                  <c:v>2018.38630137</c:v>
                </c:pt>
                <c:pt idx="1606">
                  <c:v>2018.3890411</c:v>
                </c:pt>
                <c:pt idx="1607">
                  <c:v>2018.39178082</c:v>
                </c:pt>
                <c:pt idx="1608">
                  <c:v>2018.39452055</c:v>
                </c:pt>
                <c:pt idx="1609">
                  <c:v>2018.39726027</c:v>
                </c:pt>
                <c:pt idx="1610">
                  <c:v>2018.40821918</c:v>
                </c:pt>
                <c:pt idx="1611">
                  <c:v>2018.4109589</c:v>
                </c:pt>
                <c:pt idx="1612">
                  <c:v>2018.41369863</c:v>
                </c:pt>
                <c:pt idx="1613">
                  <c:v>2018.41643836</c:v>
                </c:pt>
                <c:pt idx="1614">
                  <c:v>2018.42465753</c:v>
                </c:pt>
                <c:pt idx="1615">
                  <c:v>2018.42739726</c:v>
                </c:pt>
                <c:pt idx="1616">
                  <c:v>2018.43013699</c:v>
                </c:pt>
                <c:pt idx="1617">
                  <c:v>2018.43287671</c:v>
                </c:pt>
                <c:pt idx="1618">
                  <c:v>2018.43561644</c:v>
                </c:pt>
                <c:pt idx="1619">
                  <c:v>2018.44383562</c:v>
                </c:pt>
                <c:pt idx="1620">
                  <c:v>2018.44657534</c:v>
                </c:pt>
                <c:pt idx="1621">
                  <c:v>2018.44931507</c:v>
                </c:pt>
                <c:pt idx="1622">
                  <c:v>2018.45205479</c:v>
                </c:pt>
                <c:pt idx="1623">
                  <c:v>2018.45479452</c:v>
                </c:pt>
                <c:pt idx="1624">
                  <c:v>2018.4630137</c:v>
                </c:pt>
                <c:pt idx="1625">
                  <c:v>2018.46575342</c:v>
                </c:pt>
                <c:pt idx="1626">
                  <c:v>2018.46849315</c:v>
                </c:pt>
                <c:pt idx="1627">
                  <c:v>2018.47123288</c:v>
                </c:pt>
                <c:pt idx="1628">
                  <c:v>2018.4739726</c:v>
                </c:pt>
                <c:pt idx="1629">
                  <c:v>2018.48219178</c:v>
                </c:pt>
                <c:pt idx="1630">
                  <c:v>2018.48493151</c:v>
                </c:pt>
                <c:pt idx="1631">
                  <c:v>2018.48767123</c:v>
                </c:pt>
                <c:pt idx="1632">
                  <c:v>2018.49041096</c:v>
                </c:pt>
                <c:pt idx="1633">
                  <c:v>2018.49315068</c:v>
                </c:pt>
                <c:pt idx="1634">
                  <c:v>2018.50136986</c:v>
                </c:pt>
                <c:pt idx="1635">
                  <c:v>2018.50410959</c:v>
                </c:pt>
                <c:pt idx="1636">
                  <c:v>2018.50958904</c:v>
                </c:pt>
                <c:pt idx="1637">
                  <c:v>2018.51232877</c:v>
                </c:pt>
                <c:pt idx="1638">
                  <c:v>2018.52054795</c:v>
                </c:pt>
                <c:pt idx="1639">
                  <c:v>2018.52328767</c:v>
                </c:pt>
                <c:pt idx="1640">
                  <c:v>2018.5260274</c:v>
                </c:pt>
                <c:pt idx="1641">
                  <c:v>2018.52876712</c:v>
                </c:pt>
                <c:pt idx="1642">
                  <c:v>2018.53150685</c:v>
                </c:pt>
                <c:pt idx="1643">
                  <c:v>2018.53972603</c:v>
                </c:pt>
                <c:pt idx="1644">
                  <c:v>2018.54246575</c:v>
                </c:pt>
                <c:pt idx="1645">
                  <c:v>2018.54520548</c:v>
                </c:pt>
                <c:pt idx="1646">
                  <c:v>2018.54794521</c:v>
                </c:pt>
                <c:pt idx="1647">
                  <c:v>2018.55068493</c:v>
                </c:pt>
                <c:pt idx="1648">
                  <c:v>2018.55890411</c:v>
                </c:pt>
                <c:pt idx="1649">
                  <c:v>2018.56164384</c:v>
                </c:pt>
                <c:pt idx="1650">
                  <c:v>2018.56438356</c:v>
                </c:pt>
                <c:pt idx="1651">
                  <c:v>2018.56712329</c:v>
                </c:pt>
                <c:pt idx="1652">
                  <c:v>2018.56986301</c:v>
                </c:pt>
                <c:pt idx="1653">
                  <c:v>2018.57808219</c:v>
                </c:pt>
                <c:pt idx="1654">
                  <c:v>2018.58082192</c:v>
                </c:pt>
                <c:pt idx="1655">
                  <c:v>2018.58356164</c:v>
                </c:pt>
                <c:pt idx="1656">
                  <c:v>2018.58630137</c:v>
                </c:pt>
                <c:pt idx="1657">
                  <c:v>2018.5890411</c:v>
                </c:pt>
                <c:pt idx="1658">
                  <c:v>2018.59726027</c:v>
                </c:pt>
                <c:pt idx="1659">
                  <c:v>2018.6</c:v>
                </c:pt>
                <c:pt idx="1660">
                  <c:v>2018.60273973</c:v>
                </c:pt>
                <c:pt idx="1661">
                  <c:v>2018.60547945</c:v>
                </c:pt>
                <c:pt idx="1662">
                  <c:v>2018.60821918</c:v>
                </c:pt>
                <c:pt idx="1663">
                  <c:v>2018.61643836</c:v>
                </c:pt>
                <c:pt idx="1664">
                  <c:v>2018.61917808</c:v>
                </c:pt>
                <c:pt idx="1665">
                  <c:v>2018.62191781</c:v>
                </c:pt>
                <c:pt idx="1666">
                  <c:v>2018.62465753</c:v>
                </c:pt>
                <c:pt idx="1667">
                  <c:v>2018.62739726</c:v>
                </c:pt>
                <c:pt idx="1668">
                  <c:v>2018.63561644</c:v>
                </c:pt>
                <c:pt idx="1669">
                  <c:v>2018.63835616</c:v>
                </c:pt>
                <c:pt idx="1670">
                  <c:v>2018.64109589</c:v>
                </c:pt>
                <c:pt idx="1671">
                  <c:v>2018.64383562</c:v>
                </c:pt>
                <c:pt idx="1672">
                  <c:v>2018.64657534</c:v>
                </c:pt>
                <c:pt idx="1673">
                  <c:v>2018.65479452</c:v>
                </c:pt>
                <c:pt idx="1674">
                  <c:v>2018.65753425</c:v>
                </c:pt>
                <c:pt idx="1675">
                  <c:v>2018.66027397</c:v>
                </c:pt>
                <c:pt idx="1676">
                  <c:v>2018.6630137</c:v>
                </c:pt>
                <c:pt idx="1677">
                  <c:v>2018.66575342</c:v>
                </c:pt>
                <c:pt idx="1678">
                  <c:v>2018.67671233</c:v>
                </c:pt>
                <c:pt idx="1679">
                  <c:v>2018.67945205</c:v>
                </c:pt>
                <c:pt idx="1680">
                  <c:v>2018.68219178</c:v>
                </c:pt>
                <c:pt idx="1681">
                  <c:v>2018.68493151</c:v>
                </c:pt>
                <c:pt idx="1682">
                  <c:v>2018.69315068</c:v>
                </c:pt>
                <c:pt idx="1683">
                  <c:v>2018.69589041</c:v>
                </c:pt>
                <c:pt idx="1684">
                  <c:v>2018.69863014</c:v>
                </c:pt>
                <c:pt idx="1685">
                  <c:v>2018.70136986</c:v>
                </c:pt>
                <c:pt idx="1686">
                  <c:v>2018.70410959</c:v>
                </c:pt>
                <c:pt idx="1687">
                  <c:v>2018.71232877</c:v>
                </c:pt>
                <c:pt idx="1688">
                  <c:v>2018.71506849</c:v>
                </c:pt>
                <c:pt idx="1689">
                  <c:v>2018.71780822</c:v>
                </c:pt>
                <c:pt idx="1690">
                  <c:v>2018.72054795</c:v>
                </c:pt>
                <c:pt idx="1691">
                  <c:v>2018.72328767</c:v>
                </c:pt>
                <c:pt idx="1692">
                  <c:v>2018.73150685</c:v>
                </c:pt>
                <c:pt idx="1693">
                  <c:v>2018.73424658</c:v>
                </c:pt>
                <c:pt idx="1694">
                  <c:v>2018.7369863</c:v>
                </c:pt>
                <c:pt idx="1695">
                  <c:v>2018.73972603</c:v>
                </c:pt>
                <c:pt idx="1696">
                  <c:v>2018.74246575</c:v>
                </c:pt>
                <c:pt idx="1697">
                  <c:v>2018.75068493</c:v>
                </c:pt>
                <c:pt idx="1698">
                  <c:v>2018.75342466</c:v>
                </c:pt>
                <c:pt idx="1699">
                  <c:v>2018.75616438</c:v>
                </c:pt>
                <c:pt idx="1700">
                  <c:v>2018.75890411</c:v>
                </c:pt>
                <c:pt idx="1701">
                  <c:v>2018.76164384</c:v>
                </c:pt>
                <c:pt idx="1702">
                  <c:v>2018.76986301</c:v>
                </c:pt>
                <c:pt idx="1703">
                  <c:v>2018.77260274</c:v>
                </c:pt>
                <c:pt idx="1704">
                  <c:v>2018.77534247</c:v>
                </c:pt>
                <c:pt idx="1705">
                  <c:v>2018.77808219</c:v>
                </c:pt>
                <c:pt idx="1706">
                  <c:v>2018.78082192</c:v>
                </c:pt>
                <c:pt idx="1707">
                  <c:v>2018.7890411</c:v>
                </c:pt>
                <c:pt idx="1708">
                  <c:v>2018.79178082</c:v>
                </c:pt>
                <c:pt idx="1709">
                  <c:v>2018.79452055</c:v>
                </c:pt>
                <c:pt idx="1710">
                  <c:v>2018.79726027</c:v>
                </c:pt>
                <c:pt idx="1711">
                  <c:v>2018.8</c:v>
                </c:pt>
                <c:pt idx="1712">
                  <c:v>2018.80821918</c:v>
                </c:pt>
                <c:pt idx="1713">
                  <c:v>2018.8109589</c:v>
                </c:pt>
                <c:pt idx="1714">
                  <c:v>2018.81369863</c:v>
                </c:pt>
                <c:pt idx="1715">
                  <c:v>2018.81643836</c:v>
                </c:pt>
                <c:pt idx="1716">
                  <c:v>2018.81917808</c:v>
                </c:pt>
                <c:pt idx="1717">
                  <c:v>2018.82739726</c:v>
                </c:pt>
                <c:pt idx="1718">
                  <c:v>2018.83013699</c:v>
                </c:pt>
                <c:pt idx="1719">
                  <c:v>2018.83287671</c:v>
                </c:pt>
                <c:pt idx="1720">
                  <c:v>2018.83561644</c:v>
                </c:pt>
                <c:pt idx="1721">
                  <c:v>2018.83835616</c:v>
                </c:pt>
                <c:pt idx="1722">
                  <c:v>2018.84657534</c:v>
                </c:pt>
                <c:pt idx="1723">
                  <c:v>2018.84931507</c:v>
                </c:pt>
                <c:pt idx="1724">
                  <c:v>2018.85205479</c:v>
                </c:pt>
                <c:pt idx="1725">
                  <c:v>2018.85479452</c:v>
                </c:pt>
                <c:pt idx="1726">
                  <c:v>2018.85753425</c:v>
                </c:pt>
                <c:pt idx="1727">
                  <c:v>2018.86575342</c:v>
                </c:pt>
                <c:pt idx="1728">
                  <c:v>2018.86849315</c:v>
                </c:pt>
                <c:pt idx="1729">
                  <c:v>2018.87123288</c:v>
                </c:pt>
                <c:pt idx="1730">
                  <c:v>2018.8739726</c:v>
                </c:pt>
                <c:pt idx="1731">
                  <c:v>2018.87671233</c:v>
                </c:pt>
                <c:pt idx="1732">
                  <c:v>2018.88493151</c:v>
                </c:pt>
                <c:pt idx="1733">
                  <c:v>2018.88767123</c:v>
                </c:pt>
                <c:pt idx="1734">
                  <c:v>2018.89041096</c:v>
                </c:pt>
                <c:pt idx="1735">
                  <c:v>2018.89589041</c:v>
                </c:pt>
                <c:pt idx="1736">
                  <c:v>2018.90410959</c:v>
                </c:pt>
                <c:pt idx="1737">
                  <c:v>2018.90684932</c:v>
                </c:pt>
                <c:pt idx="1738">
                  <c:v>2018.90958904</c:v>
                </c:pt>
                <c:pt idx="1739">
                  <c:v>2018.91232877</c:v>
                </c:pt>
                <c:pt idx="1740">
                  <c:v>2018.91506849</c:v>
                </c:pt>
                <c:pt idx="1741">
                  <c:v>2018.92328767</c:v>
                </c:pt>
                <c:pt idx="1742">
                  <c:v>2018.9260274</c:v>
                </c:pt>
                <c:pt idx="1743">
                  <c:v>2018.93150685</c:v>
                </c:pt>
                <c:pt idx="1744">
                  <c:v>2018.93424658</c:v>
                </c:pt>
                <c:pt idx="1745">
                  <c:v>2018.94246575</c:v>
                </c:pt>
                <c:pt idx="1746">
                  <c:v>2018.94520548</c:v>
                </c:pt>
                <c:pt idx="1747">
                  <c:v>2018.94794521</c:v>
                </c:pt>
                <c:pt idx="1748">
                  <c:v>2018.95068493</c:v>
                </c:pt>
                <c:pt idx="1749">
                  <c:v>2018.95342466</c:v>
                </c:pt>
                <c:pt idx="1750">
                  <c:v>2018.96164384</c:v>
                </c:pt>
                <c:pt idx="1751">
                  <c:v>2018.96438356</c:v>
                </c:pt>
                <c:pt idx="1752">
                  <c:v>2018.96712329</c:v>
                </c:pt>
                <c:pt idx="1753">
                  <c:v>2018.96986301</c:v>
                </c:pt>
                <c:pt idx="1754">
                  <c:v>2018.97260274</c:v>
                </c:pt>
                <c:pt idx="1755">
                  <c:v>2018.98082192</c:v>
                </c:pt>
                <c:pt idx="1756">
                  <c:v>2018.98630137</c:v>
                </c:pt>
                <c:pt idx="1757">
                  <c:v>2018.9890411</c:v>
                </c:pt>
                <c:pt idx="1758">
                  <c:v>2018.99178082</c:v>
                </c:pt>
                <c:pt idx="1759">
                  <c:v>2019</c:v>
                </c:pt>
                <c:pt idx="1760">
                  <c:v>2019.00547945</c:v>
                </c:pt>
                <c:pt idx="1761">
                  <c:v>2019.00821918</c:v>
                </c:pt>
                <c:pt idx="1762">
                  <c:v>2019.0109589</c:v>
                </c:pt>
                <c:pt idx="1763">
                  <c:v>2019.01917808</c:v>
                </c:pt>
                <c:pt idx="1764">
                  <c:v>2019.02191781</c:v>
                </c:pt>
                <c:pt idx="1765">
                  <c:v>2019.02465753</c:v>
                </c:pt>
                <c:pt idx="1766">
                  <c:v>2019.02739726</c:v>
                </c:pt>
                <c:pt idx="1767">
                  <c:v>2019.03013699</c:v>
                </c:pt>
                <c:pt idx="1768">
                  <c:v>2019.03835616</c:v>
                </c:pt>
                <c:pt idx="1769">
                  <c:v>2019.04109589</c:v>
                </c:pt>
                <c:pt idx="1770">
                  <c:v>2019.04383562</c:v>
                </c:pt>
                <c:pt idx="1771">
                  <c:v>2019.04657534</c:v>
                </c:pt>
                <c:pt idx="1772">
                  <c:v>2019.04931507</c:v>
                </c:pt>
                <c:pt idx="1773">
                  <c:v>2019.06027397</c:v>
                </c:pt>
                <c:pt idx="1774">
                  <c:v>2019.0630137</c:v>
                </c:pt>
                <c:pt idx="1775">
                  <c:v>2019.06575342</c:v>
                </c:pt>
                <c:pt idx="1776">
                  <c:v>2019.06849315</c:v>
                </c:pt>
                <c:pt idx="1777">
                  <c:v>2019.07671233</c:v>
                </c:pt>
                <c:pt idx="1778">
                  <c:v>2019.07945205</c:v>
                </c:pt>
                <c:pt idx="1779">
                  <c:v>2019.08219178</c:v>
                </c:pt>
                <c:pt idx="1780">
                  <c:v>2019.08493151</c:v>
                </c:pt>
                <c:pt idx="1781">
                  <c:v>2019.08767123</c:v>
                </c:pt>
                <c:pt idx="1782">
                  <c:v>2019.09589041</c:v>
                </c:pt>
                <c:pt idx="1783">
                  <c:v>2019.09863014</c:v>
                </c:pt>
                <c:pt idx="1784">
                  <c:v>2019.10136986</c:v>
                </c:pt>
                <c:pt idx="1785">
                  <c:v>2019.10410959</c:v>
                </c:pt>
                <c:pt idx="1786">
                  <c:v>2019.10684932</c:v>
                </c:pt>
                <c:pt idx="1787">
                  <c:v>2019.11506849</c:v>
                </c:pt>
                <c:pt idx="1788">
                  <c:v>2019.11780822</c:v>
                </c:pt>
                <c:pt idx="1789">
                  <c:v>2019.12054795</c:v>
                </c:pt>
                <c:pt idx="1790">
                  <c:v>2019.12328767</c:v>
                </c:pt>
                <c:pt idx="1791">
                  <c:v>2019.1260274</c:v>
                </c:pt>
                <c:pt idx="1792">
                  <c:v>2019.1369863</c:v>
                </c:pt>
                <c:pt idx="1793">
                  <c:v>2019.13972603</c:v>
                </c:pt>
                <c:pt idx="1794">
                  <c:v>2019.14246575</c:v>
                </c:pt>
                <c:pt idx="1795">
                  <c:v>2019.14520548</c:v>
                </c:pt>
                <c:pt idx="1796">
                  <c:v>2019.15342466</c:v>
                </c:pt>
                <c:pt idx="1797">
                  <c:v>2019.15616438</c:v>
                </c:pt>
                <c:pt idx="1798">
                  <c:v>2019.15890411</c:v>
                </c:pt>
                <c:pt idx="1799">
                  <c:v>2019.16164384</c:v>
                </c:pt>
                <c:pt idx="1800">
                  <c:v>2019.16438356</c:v>
                </c:pt>
                <c:pt idx="1801">
                  <c:v>2019.17260274</c:v>
                </c:pt>
                <c:pt idx="1802">
                  <c:v>2019.17534247</c:v>
                </c:pt>
                <c:pt idx="1803">
                  <c:v>2019.17808219</c:v>
                </c:pt>
                <c:pt idx="1804">
                  <c:v>2019.18082192</c:v>
                </c:pt>
                <c:pt idx="1805">
                  <c:v>2019.18356164</c:v>
                </c:pt>
                <c:pt idx="1806">
                  <c:v>2019.19178082</c:v>
                </c:pt>
                <c:pt idx="1807">
                  <c:v>2019.19452055</c:v>
                </c:pt>
                <c:pt idx="1808">
                  <c:v>2019.19726027</c:v>
                </c:pt>
                <c:pt idx="1809">
                  <c:v>2019.2</c:v>
                </c:pt>
                <c:pt idx="1810">
                  <c:v>2019.20273973</c:v>
                </c:pt>
                <c:pt idx="1811">
                  <c:v>2019.2109589</c:v>
                </c:pt>
                <c:pt idx="1812">
                  <c:v>2019.21369863</c:v>
                </c:pt>
                <c:pt idx="1813">
                  <c:v>2019.21643836</c:v>
                </c:pt>
                <c:pt idx="1814">
                  <c:v>2019.21917808</c:v>
                </c:pt>
                <c:pt idx="1815">
                  <c:v>2019.22191781</c:v>
                </c:pt>
                <c:pt idx="1816">
                  <c:v>2019.23013699</c:v>
                </c:pt>
                <c:pt idx="1817">
                  <c:v>2019.23287671</c:v>
                </c:pt>
                <c:pt idx="1818">
                  <c:v>2019.23561644</c:v>
                </c:pt>
                <c:pt idx="1819">
                  <c:v>2019.23835616</c:v>
                </c:pt>
                <c:pt idx="1820">
                  <c:v>2019.24109589</c:v>
                </c:pt>
                <c:pt idx="1821">
                  <c:v>2019.24931507</c:v>
                </c:pt>
                <c:pt idx="1822">
                  <c:v>2019.25205479</c:v>
                </c:pt>
                <c:pt idx="1823">
                  <c:v>2019.25479452</c:v>
                </c:pt>
                <c:pt idx="1824">
                  <c:v>2019.25753425</c:v>
                </c:pt>
                <c:pt idx="1825">
                  <c:v>2019.26027397</c:v>
                </c:pt>
                <c:pt idx="1826">
                  <c:v>2019.26849315</c:v>
                </c:pt>
                <c:pt idx="1827">
                  <c:v>2019.27123288</c:v>
                </c:pt>
                <c:pt idx="1828">
                  <c:v>2019.2739726</c:v>
                </c:pt>
                <c:pt idx="1829">
                  <c:v>2019.27671233</c:v>
                </c:pt>
                <c:pt idx="1830">
                  <c:v>2019.27945205</c:v>
                </c:pt>
                <c:pt idx="1831">
                  <c:v>2019.28767123</c:v>
                </c:pt>
                <c:pt idx="1832">
                  <c:v>2019.29041096</c:v>
                </c:pt>
                <c:pt idx="1833">
                  <c:v>2019.29315068</c:v>
                </c:pt>
                <c:pt idx="1834">
                  <c:v>2019.29589041</c:v>
                </c:pt>
                <c:pt idx="1835">
                  <c:v>2019.30684932</c:v>
                </c:pt>
                <c:pt idx="1836">
                  <c:v>2019.30958904</c:v>
                </c:pt>
                <c:pt idx="1837">
                  <c:v>2019.31232877</c:v>
                </c:pt>
                <c:pt idx="1838">
                  <c:v>2019.31506849</c:v>
                </c:pt>
                <c:pt idx="1839">
                  <c:v>2019.31780822</c:v>
                </c:pt>
                <c:pt idx="1840">
                  <c:v>2019.3260274</c:v>
                </c:pt>
                <c:pt idx="1841">
                  <c:v>2019.32876712</c:v>
                </c:pt>
                <c:pt idx="1842">
                  <c:v>2019.33150685</c:v>
                </c:pt>
                <c:pt idx="1843">
                  <c:v>2019.33424658</c:v>
                </c:pt>
                <c:pt idx="1844">
                  <c:v>2019.3369863</c:v>
                </c:pt>
                <c:pt idx="1845">
                  <c:v>2019.34520548</c:v>
                </c:pt>
                <c:pt idx="1846">
                  <c:v>2019.34794521</c:v>
                </c:pt>
                <c:pt idx="1847">
                  <c:v>2019.35068493</c:v>
                </c:pt>
                <c:pt idx="1848">
                  <c:v>2019.35342466</c:v>
                </c:pt>
                <c:pt idx="1849">
                  <c:v>2019.35616438</c:v>
                </c:pt>
                <c:pt idx="1850">
                  <c:v>2019.36438356</c:v>
                </c:pt>
                <c:pt idx="1851">
                  <c:v>2019.36712329</c:v>
                </c:pt>
                <c:pt idx="1852">
                  <c:v>2019.36986301</c:v>
                </c:pt>
                <c:pt idx="1853">
                  <c:v>2019.37260274</c:v>
                </c:pt>
                <c:pt idx="1854">
                  <c:v>2019.37534247</c:v>
                </c:pt>
                <c:pt idx="1855">
                  <c:v>2019.38356164</c:v>
                </c:pt>
                <c:pt idx="1856">
                  <c:v>2019.38630137</c:v>
                </c:pt>
                <c:pt idx="1857">
                  <c:v>2019.3890411</c:v>
                </c:pt>
                <c:pt idx="1858">
                  <c:v>2019.39178082</c:v>
                </c:pt>
                <c:pt idx="1859">
                  <c:v>2019.39452055</c:v>
                </c:pt>
                <c:pt idx="1860">
                  <c:v>2019.40547945</c:v>
                </c:pt>
                <c:pt idx="1861">
                  <c:v>2019.40821918</c:v>
                </c:pt>
                <c:pt idx="1862">
                  <c:v>2019.4109589</c:v>
                </c:pt>
                <c:pt idx="1863">
                  <c:v>2019.41369863</c:v>
                </c:pt>
                <c:pt idx="1864">
                  <c:v>2019.42191781</c:v>
                </c:pt>
                <c:pt idx="1865">
                  <c:v>2019.42465753</c:v>
                </c:pt>
                <c:pt idx="1866">
                  <c:v>2019.42739726</c:v>
                </c:pt>
                <c:pt idx="1867">
                  <c:v>2019.43013699</c:v>
                </c:pt>
                <c:pt idx="1868">
                  <c:v>2019.43287671</c:v>
                </c:pt>
                <c:pt idx="1869">
                  <c:v>2019.44109589</c:v>
                </c:pt>
                <c:pt idx="1870">
                  <c:v>2019.44383562</c:v>
                </c:pt>
                <c:pt idx="1871">
                  <c:v>2019.44657534</c:v>
                </c:pt>
                <c:pt idx="1872">
                  <c:v>2019.44931507</c:v>
                </c:pt>
                <c:pt idx="1873">
                  <c:v>2019.45205479</c:v>
                </c:pt>
                <c:pt idx="1874">
                  <c:v>2019.46027397</c:v>
                </c:pt>
                <c:pt idx="1875">
                  <c:v>2019.4630137</c:v>
                </c:pt>
                <c:pt idx="1876">
                  <c:v>2019.46575342</c:v>
                </c:pt>
                <c:pt idx="1877">
                  <c:v>2019.46849315</c:v>
                </c:pt>
                <c:pt idx="1878">
                  <c:v>2019.47123288</c:v>
                </c:pt>
                <c:pt idx="1879">
                  <c:v>2019.47945205</c:v>
                </c:pt>
                <c:pt idx="1880">
                  <c:v>2019.48219178</c:v>
                </c:pt>
                <c:pt idx="1881">
                  <c:v>2019.48493151</c:v>
                </c:pt>
                <c:pt idx="1882">
                  <c:v>2019.48767123</c:v>
                </c:pt>
                <c:pt idx="1883">
                  <c:v>2019.49041096</c:v>
                </c:pt>
                <c:pt idx="1884">
                  <c:v>2019.49863014</c:v>
                </c:pt>
                <c:pt idx="1885">
                  <c:v>2019.50136986</c:v>
                </c:pt>
                <c:pt idx="1886">
                  <c:v>2019.50410959</c:v>
                </c:pt>
                <c:pt idx="1887">
                  <c:v>2019.50958904</c:v>
                </c:pt>
                <c:pt idx="1888">
                  <c:v>2019.51780822</c:v>
                </c:pt>
                <c:pt idx="1889">
                  <c:v>2019.52054795</c:v>
                </c:pt>
                <c:pt idx="1890">
                  <c:v>2019.52328767</c:v>
                </c:pt>
                <c:pt idx="1891">
                  <c:v>2019.5260274</c:v>
                </c:pt>
                <c:pt idx="1892">
                  <c:v>2019.52876712</c:v>
                </c:pt>
                <c:pt idx="1893">
                  <c:v>2019.5369863</c:v>
                </c:pt>
                <c:pt idx="1894">
                  <c:v>2019.53972603</c:v>
                </c:pt>
                <c:pt idx="1895">
                  <c:v>2019.54246575</c:v>
                </c:pt>
                <c:pt idx="1896">
                  <c:v>2019.54520548</c:v>
                </c:pt>
                <c:pt idx="1897">
                  <c:v>2019.54794521</c:v>
                </c:pt>
                <c:pt idx="1898">
                  <c:v>2019.55616438</c:v>
                </c:pt>
                <c:pt idx="1899">
                  <c:v>2019.55890411</c:v>
                </c:pt>
                <c:pt idx="1900">
                  <c:v>2019.56164384</c:v>
                </c:pt>
                <c:pt idx="1901">
                  <c:v>2019.56438356</c:v>
                </c:pt>
                <c:pt idx="1902">
                  <c:v>2019.56712329</c:v>
                </c:pt>
                <c:pt idx="1903">
                  <c:v>2019.57534247</c:v>
                </c:pt>
                <c:pt idx="1904">
                  <c:v>2019.57808219</c:v>
                </c:pt>
                <c:pt idx="1905">
                  <c:v>2019.58082192</c:v>
                </c:pt>
                <c:pt idx="1906">
                  <c:v>2019.58356164</c:v>
                </c:pt>
                <c:pt idx="1907">
                  <c:v>2019.58630137</c:v>
                </c:pt>
                <c:pt idx="1908">
                  <c:v>2019.59452055</c:v>
                </c:pt>
                <c:pt idx="1909">
                  <c:v>2019.59726027</c:v>
                </c:pt>
                <c:pt idx="1910">
                  <c:v>2019.6</c:v>
                </c:pt>
                <c:pt idx="1911">
                  <c:v>2019.60273973</c:v>
                </c:pt>
                <c:pt idx="1912">
                  <c:v>2019.60547945</c:v>
                </c:pt>
                <c:pt idx="1913">
                  <c:v>2019.61369863</c:v>
                </c:pt>
                <c:pt idx="1914">
                  <c:v>2019.61643836</c:v>
                </c:pt>
                <c:pt idx="1915">
                  <c:v>2019.61917808</c:v>
                </c:pt>
                <c:pt idx="1916">
                  <c:v>2019.62191781</c:v>
                </c:pt>
                <c:pt idx="1917">
                  <c:v>2019.62465753</c:v>
                </c:pt>
                <c:pt idx="1918">
                  <c:v>2019.63287671</c:v>
                </c:pt>
                <c:pt idx="1919">
                  <c:v>2019.63561644</c:v>
                </c:pt>
                <c:pt idx="1920">
                  <c:v>2019.63835616</c:v>
                </c:pt>
                <c:pt idx="1921">
                  <c:v>2019.64109589</c:v>
                </c:pt>
                <c:pt idx="1922">
                  <c:v>2019.64383562</c:v>
                </c:pt>
                <c:pt idx="1923">
                  <c:v>2019.65205479</c:v>
                </c:pt>
                <c:pt idx="1924">
                  <c:v>2019.65479452</c:v>
                </c:pt>
                <c:pt idx="1925">
                  <c:v>2019.65753425</c:v>
                </c:pt>
                <c:pt idx="1926">
                  <c:v>2019.66027397</c:v>
                </c:pt>
                <c:pt idx="1927">
                  <c:v>2019.6630137</c:v>
                </c:pt>
                <c:pt idx="1928">
                  <c:v>2019.6739726</c:v>
                </c:pt>
                <c:pt idx="1929">
                  <c:v>2019.67671233</c:v>
                </c:pt>
                <c:pt idx="1930">
                  <c:v>2019.67945205</c:v>
                </c:pt>
                <c:pt idx="1931">
                  <c:v>2019.68219178</c:v>
                </c:pt>
                <c:pt idx="1932">
                  <c:v>2019.69041096</c:v>
                </c:pt>
                <c:pt idx="1933">
                  <c:v>2019.69315068</c:v>
                </c:pt>
                <c:pt idx="1934">
                  <c:v>2019.69589041</c:v>
                </c:pt>
                <c:pt idx="1935">
                  <c:v>2019.69863014</c:v>
                </c:pt>
                <c:pt idx="1936">
                  <c:v>2019.70136986</c:v>
                </c:pt>
                <c:pt idx="1937">
                  <c:v>2019.70958904</c:v>
                </c:pt>
                <c:pt idx="1938">
                  <c:v>2019.71232877</c:v>
                </c:pt>
                <c:pt idx="1939">
                  <c:v>2019.71506849</c:v>
                </c:pt>
                <c:pt idx="1940">
                  <c:v>2019.71780822</c:v>
                </c:pt>
                <c:pt idx="1941">
                  <c:v>2019.72054795</c:v>
                </c:pt>
                <c:pt idx="1942">
                  <c:v>2019.72876712</c:v>
                </c:pt>
                <c:pt idx="1943">
                  <c:v>2019.73150685</c:v>
                </c:pt>
                <c:pt idx="1944">
                  <c:v>2019.73424658</c:v>
                </c:pt>
                <c:pt idx="1945">
                  <c:v>2019.7369863</c:v>
                </c:pt>
                <c:pt idx="1946">
                  <c:v>2019.73972603</c:v>
                </c:pt>
                <c:pt idx="1947">
                  <c:v>2019.74794521</c:v>
                </c:pt>
                <c:pt idx="1948">
                  <c:v>2019.75068493</c:v>
                </c:pt>
                <c:pt idx="1949">
                  <c:v>2019.75342466</c:v>
                </c:pt>
                <c:pt idx="1950">
                  <c:v>2019.75616438</c:v>
                </c:pt>
                <c:pt idx="1951">
                  <c:v>2019.75890411</c:v>
                </c:pt>
                <c:pt idx="1952">
                  <c:v>2019.76712329</c:v>
                </c:pt>
                <c:pt idx="1953">
                  <c:v>2019.76986301</c:v>
                </c:pt>
                <c:pt idx="1954">
                  <c:v>2019.77260274</c:v>
                </c:pt>
                <c:pt idx="1955">
                  <c:v>2019.77534247</c:v>
                </c:pt>
                <c:pt idx="1956">
                  <c:v>2019.77808219</c:v>
                </c:pt>
                <c:pt idx="1957">
                  <c:v>2019.78630137</c:v>
                </c:pt>
                <c:pt idx="1958">
                  <c:v>2019.7890411</c:v>
                </c:pt>
                <c:pt idx="1959">
                  <c:v>2019.79178082</c:v>
                </c:pt>
                <c:pt idx="1960">
                  <c:v>2019.79452055</c:v>
                </c:pt>
                <c:pt idx="1961">
                  <c:v>2019.79726027</c:v>
                </c:pt>
                <c:pt idx="1962">
                  <c:v>2019.80547945</c:v>
                </c:pt>
                <c:pt idx="1963">
                  <c:v>2019.80821918</c:v>
                </c:pt>
                <c:pt idx="1964">
                  <c:v>2019.8109589</c:v>
                </c:pt>
                <c:pt idx="1965">
                  <c:v>2019.81369863</c:v>
                </c:pt>
                <c:pt idx="1966">
                  <c:v>2019.81643836</c:v>
                </c:pt>
                <c:pt idx="1967">
                  <c:v>2019.82465753</c:v>
                </c:pt>
                <c:pt idx="1968">
                  <c:v>2019.82739726</c:v>
                </c:pt>
                <c:pt idx="1969">
                  <c:v>2019.83013699</c:v>
                </c:pt>
                <c:pt idx="1970">
                  <c:v>2019.83287671</c:v>
                </c:pt>
                <c:pt idx="1971">
                  <c:v>2019.83561644</c:v>
                </c:pt>
                <c:pt idx="1972">
                  <c:v>2019.84383562</c:v>
                </c:pt>
                <c:pt idx="1973">
                  <c:v>2019.84657534</c:v>
                </c:pt>
                <c:pt idx="1974">
                  <c:v>2019.84931507</c:v>
                </c:pt>
                <c:pt idx="1975">
                  <c:v>2019.85205479</c:v>
                </c:pt>
                <c:pt idx="1976">
                  <c:v>2019.85479452</c:v>
                </c:pt>
                <c:pt idx="1977">
                  <c:v>2019.8630137</c:v>
                </c:pt>
                <c:pt idx="1978">
                  <c:v>2019.86575342</c:v>
                </c:pt>
                <c:pt idx="1979">
                  <c:v>2019.86849315</c:v>
                </c:pt>
                <c:pt idx="1980">
                  <c:v>2019.87123288</c:v>
                </c:pt>
                <c:pt idx="1981">
                  <c:v>2019.8739726</c:v>
                </c:pt>
                <c:pt idx="1982">
                  <c:v>2019.88219178</c:v>
                </c:pt>
                <c:pt idx="1983">
                  <c:v>2019.88493151</c:v>
                </c:pt>
                <c:pt idx="1984">
                  <c:v>2019.88767123</c:v>
                </c:pt>
                <c:pt idx="1985">
                  <c:v>2019.89041096</c:v>
                </c:pt>
                <c:pt idx="1986">
                  <c:v>2019.89315068</c:v>
                </c:pt>
                <c:pt idx="1987">
                  <c:v>2019.90136986</c:v>
                </c:pt>
                <c:pt idx="1988">
                  <c:v>2019.90410959</c:v>
                </c:pt>
                <c:pt idx="1989">
                  <c:v>2019.90684932</c:v>
                </c:pt>
                <c:pt idx="1990">
                  <c:v>2019.91232877</c:v>
                </c:pt>
                <c:pt idx="1991">
                  <c:v>2019.92054795</c:v>
                </c:pt>
                <c:pt idx="1992">
                  <c:v>2019.92328767</c:v>
                </c:pt>
                <c:pt idx="1993">
                  <c:v>2019.9260274</c:v>
                </c:pt>
                <c:pt idx="1994">
                  <c:v>2019.92876712</c:v>
                </c:pt>
                <c:pt idx="1995">
                  <c:v>2019.93150685</c:v>
                </c:pt>
                <c:pt idx="1996">
                  <c:v>2019.93972603</c:v>
                </c:pt>
                <c:pt idx="1997">
                  <c:v>2019.94246575</c:v>
                </c:pt>
                <c:pt idx="1998">
                  <c:v>2019.94520548</c:v>
                </c:pt>
                <c:pt idx="1999">
                  <c:v>2019.94794521</c:v>
                </c:pt>
                <c:pt idx="2000">
                  <c:v>2019.95068493</c:v>
                </c:pt>
                <c:pt idx="2001">
                  <c:v>2019.95890411</c:v>
                </c:pt>
                <c:pt idx="2002">
                  <c:v>2019.96164384</c:v>
                </c:pt>
                <c:pt idx="2003">
                  <c:v>2019.96438356</c:v>
                </c:pt>
                <c:pt idx="2004">
                  <c:v>2019.96712329</c:v>
                </c:pt>
                <c:pt idx="2005">
                  <c:v>2019.96986301</c:v>
                </c:pt>
                <c:pt idx="2006">
                  <c:v>2019.97808219</c:v>
                </c:pt>
                <c:pt idx="2007">
                  <c:v>2019.98082192</c:v>
                </c:pt>
                <c:pt idx="2008">
                  <c:v>2019.98630137</c:v>
                </c:pt>
                <c:pt idx="2009">
                  <c:v>2019.9890411</c:v>
                </c:pt>
                <c:pt idx="2010">
                  <c:v>2019.99726027</c:v>
                </c:pt>
                <c:pt idx="2011">
                  <c:v>2020</c:v>
                </c:pt>
                <c:pt idx="2012">
                  <c:v>2020.00546448</c:v>
                </c:pt>
                <c:pt idx="2013">
                  <c:v>2020.00819672</c:v>
                </c:pt>
                <c:pt idx="2014">
                  <c:v>2020.01639344</c:v>
                </c:pt>
                <c:pt idx="2015">
                  <c:v>2020.01912568</c:v>
                </c:pt>
                <c:pt idx="2016">
                  <c:v>2020.02185792</c:v>
                </c:pt>
                <c:pt idx="2017">
                  <c:v>2020.02459016</c:v>
                </c:pt>
                <c:pt idx="2018">
                  <c:v>2020.0273224</c:v>
                </c:pt>
                <c:pt idx="2019">
                  <c:v>2020.03551913</c:v>
                </c:pt>
                <c:pt idx="2020">
                  <c:v>2020.03825137</c:v>
                </c:pt>
                <c:pt idx="2021">
                  <c:v>2020.04098361</c:v>
                </c:pt>
                <c:pt idx="2022">
                  <c:v>2020.04371585</c:v>
                </c:pt>
                <c:pt idx="2023">
                  <c:v>2020.04644809</c:v>
                </c:pt>
                <c:pt idx="2024">
                  <c:v>2020.05737705</c:v>
                </c:pt>
                <c:pt idx="2025">
                  <c:v>2020.06010929</c:v>
                </c:pt>
                <c:pt idx="2026">
                  <c:v>2020.06284153</c:v>
                </c:pt>
                <c:pt idx="2027">
                  <c:v>2020.06557377</c:v>
                </c:pt>
                <c:pt idx="2028">
                  <c:v>2020.07377049</c:v>
                </c:pt>
                <c:pt idx="2029">
                  <c:v>2020.07650273</c:v>
                </c:pt>
                <c:pt idx="2030">
                  <c:v>2020.07923497</c:v>
                </c:pt>
                <c:pt idx="2031">
                  <c:v>2020.08196721</c:v>
                </c:pt>
                <c:pt idx="2032">
                  <c:v>2020.08469945</c:v>
                </c:pt>
                <c:pt idx="2033">
                  <c:v>2020.09289617</c:v>
                </c:pt>
                <c:pt idx="2034">
                  <c:v>2020.09562842</c:v>
                </c:pt>
                <c:pt idx="2035">
                  <c:v>2020.09836066</c:v>
                </c:pt>
                <c:pt idx="2036">
                  <c:v>2020.1010929</c:v>
                </c:pt>
                <c:pt idx="2037">
                  <c:v>2020.10382514</c:v>
                </c:pt>
                <c:pt idx="2038">
                  <c:v>2020.11202186</c:v>
                </c:pt>
                <c:pt idx="2039">
                  <c:v>2020.1147541</c:v>
                </c:pt>
                <c:pt idx="2040">
                  <c:v>2020.11748634</c:v>
                </c:pt>
                <c:pt idx="2041">
                  <c:v>2020.12021858</c:v>
                </c:pt>
                <c:pt idx="2042">
                  <c:v>2020.12295082</c:v>
                </c:pt>
                <c:pt idx="2043">
                  <c:v>2020.13387978</c:v>
                </c:pt>
                <c:pt idx="2044">
                  <c:v>2020.13661202</c:v>
                </c:pt>
                <c:pt idx="2045">
                  <c:v>2020.13934426</c:v>
                </c:pt>
                <c:pt idx="2046">
                  <c:v>2020.1420765</c:v>
                </c:pt>
                <c:pt idx="2047">
                  <c:v>2020.15027322</c:v>
                </c:pt>
                <c:pt idx="2048">
                  <c:v>2020.15300546</c:v>
                </c:pt>
                <c:pt idx="2049">
                  <c:v>2020.1557377</c:v>
                </c:pt>
                <c:pt idx="2050">
                  <c:v>2020.15846995</c:v>
                </c:pt>
                <c:pt idx="2051">
                  <c:v>2020.16120219</c:v>
                </c:pt>
                <c:pt idx="2052">
                  <c:v>2020.16939891</c:v>
                </c:pt>
                <c:pt idx="2053">
                  <c:v>2020.17213115</c:v>
                </c:pt>
                <c:pt idx="2054">
                  <c:v>2020.17486339</c:v>
                </c:pt>
                <c:pt idx="2055">
                  <c:v>2020.17759563</c:v>
                </c:pt>
                <c:pt idx="2056">
                  <c:v>2020.18032787</c:v>
                </c:pt>
                <c:pt idx="2057">
                  <c:v>2020.18852459</c:v>
                </c:pt>
                <c:pt idx="2058">
                  <c:v>2020.19125683</c:v>
                </c:pt>
                <c:pt idx="2059">
                  <c:v>2020.19398907</c:v>
                </c:pt>
                <c:pt idx="2060">
                  <c:v>2020.19672131</c:v>
                </c:pt>
                <c:pt idx="2061">
                  <c:v>2020.19945355</c:v>
                </c:pt>
                <c:pt idx="2062">
                  <c:v>2020.20765027</c:v>
                </c:pt>
                <c:pt idx="2063">
                  <c:v>2020.21038251</c:v>
                </c:pt>
                <c:pt idx="2064">
                  <c:v>2020.21311475</c:v>
                </c:pt>
                <c:pt idx="2065">
                  <c:v>2020.21584699</c:v>
                </c:pt>
                <c:pt idx="2066">
                  <c:v>2020.21857923</c:v>
                </c:pt>
                <c:pt idx="2067">
                  <c:v>2020.22677596</c:v>
                </c:pt>
                <c:pt idx="2068">
                  <c:v>2020.2295082</c:v>
                </c:pt>
                <c:pt idx="2069">
                  <c:v>2020.23224044</c:v>
                </c:pt>
                <c:pt idx="2070">
                  <c:v>2020.23497268</c:v>
                </c:pt>
                <c:pt idx="2071">
                  <c:v>2020.23770492</c:v>
                </c:pt>
                <c:pt idx="2072">
                  <c:v>2020.24590164</c:v>
                </c:pt>
                <c:pt idx="2073">
                  <c:v>2020.24863388</c:v>
                </c:pt>
                <c:pt idx="2074">
                  <c:v>2020.25136612</c:v>
                </c:pt>
                <c:pt idx="2075">
                  <c:v>2020.25409836</c:v>
                </c:pt>
                <c:pt idx="2076">
                  <c:v>2020.2568306</c:v>
                </c:pt>
                <c:pt idx="2077">
                  <c:v>2020.26502732</c:v>
                </c:pt>
                <c:pt idx="2078">
                  <c:v>2020.26775956</c:v>
                </c:pt>
                <c:pt idx="2079">
                  <c:v>2020.2704918</c:v>
                </c:pt>
                <c:pt idx="2080">
                  <c:v>2020.27322404</c:v>
                </c:pt>
                <c:pt idx="2081">
                  <c:v>2020.28415301</c:v>
                </c:pt>
                <c:pt idx="2082">
                  <c:v>2020.28688525</c:v>
                </c:pt>
                <c:pt idx="2083">
                  <c:v>2020.28961749</c:v>
                </c:pt>
                <c:pt idx="2084">
                  <c:v>2020.29234973</c:v>
                </c:pt>
                <c:pt idx="2085">
                  <c:v>2020.29508197</c:v>
                </c:pt>
                <c:pt idx="2086">
                  <c:v>2020.30327869</c:v>
                </c:pt>
                <c:pt idx="2087">
                  <c:v>2020.30601093</c:v>
                </c:pt>
                <c:pt idx="2088">
                  <c:v>2020.30874317</c:v>
                </c:pt>
                <c:pt idx="2089">
                  <c:v>2020.31147541</c:v>
                </c:pt>
                <c:pt idx="2090">
                  <c:v>2020.31420765</c:v>
                </c:pt>
                <c:pt idx="2091">
                  <c:v>2020.32240437</c:v>
                </c:pt>
                <c:pt idx="2092">
                  <c:v>2020.32513661</c:v>
                </c:pt>
                <c:pt idx="2093">
                  <c:v>2020.32786885</c:v>
                </c:pt>
                <c:pt idx="2094">
                  <c:v>2020.33060109</c:v>
                </c:pt>
                <c:pt idx="2095">
                  <c:v>2020.33333333</c:v>
                </c:pt>
                <c:pt idx="2096">
                  <c:v>2020.34153005</c:v>
                </c:pt>
                <c:pt idx="2097">
                  <c:v>2020.3442623</c:v>
                </c:pt>
                <c:pt idx="2098">
                  <c:v>2020.34699454</c:v>
                </c:pt>
                <c:pt idx="2099">
                  <c:v>2020.34972678</c:v>
                </c:pt>
                <c:pt idx="2100">
                  <c:v>2020.35245902</c:v>
                </c:pt>
                <c:pt idx="2101">
                  <c:v>2020.36065574</c:v>
                </c:pt>
                <c:pt idx="2102">
                  <c:v>2020.36338798</c:v>
                </c:pt>
                <c:pt idx="2103">
                  <c:v>2020.36612022</c:v>
                </c:pt>
                <c:pt idx="2104">
                  <c:v>2020.36885246</c:v>
                </c:pt>
                <c:pt idx="2105">
                  <c:v>2020.3715847</c:v>
                </c:pt>
                <c:pt idx="2106">
                  <c:v>2020.37978142</c:v>
                </c:pt>
                <c:pt idx="2107">
                  <c:v>2020.38251366</c:v>
                </c:pt>
                <c:pt idx="2108">
                  <c:v>2020.3852459</c:v>
                </c:pt>
                <c:pt idx="2109">
                  <c:v>2020.38797814</c:v>
                </c:pt>
                <c:pt idx="2110">
                  <c:v>2020.39071038</c:v>
                </c:pt>
                <c:pt idx="2111">
                  <c:v>2020.40163934</c:v>
                </c:pt>
                <c:pt idx="2112">
                  <c:v>2020.40437158</c:v>
                </c:pt>
                <c:pt idx="2113">
                  <c:v>2020.40710383</c:v>
                </c:pt>
                <c:pt idx="2114">
                  <c:v>2020.40983607</c:v>
                </c:pt>
                <c:pt idx="2115">
                  <c:v>2020.41803279</c:v>
                </c:pt>
                <c:pt idx="2116">
                  <c:v>2020.42076503</c:v>
                </c:pt>
                <c:pt idx="2117">
                  <c:v>2020.42349727</c:v>
                </c:pt>
                <c:pt idx="2118">
                  <c:v>2020.42622951</c:v>
                </c:pt>
                <c:pt idx="2119">
                  <c:v>2020.42896175</c:v>
                </c:pt>
                <c:pt idx="2120">
                  <c:v>2020.43715847</c:v>
                </c:pt>
                <c:pt idx="2121">
                  <c:v>2020.43989071</c:v>
                </c:pt>
                <c:pt idx="2122">
                  <c:v>2020.44262295</c:v>
                </c:pt>
                <c:pt idx="2123">
                  <c:v>2020.44535519</c:v>
                </c:pt>
                <c:pt idx="2124">
                  <c:v>2020.44808743</c:v>
                </c:pt>
                <c:pt idx="2125">
                  <c:v>2020.45628415</c:v>
                </c:pt>
                <c:pt idx="2126">
                  <c:v>2020.45901639</c:v>
                </c:pt>
                <c:pt idx="2127">
                  <c:v>2020.46174863</c:v>
                </c:pt>
                <c:pt idx="2128">
                  <c:v>2020.46448087</c:v>
                </c:pt>
                <c:pt idx="2129">
                  <c:v>2020.46721311</c:v>
                </c:pt>
                <c:pt idx="2130">
                  <c:v>2020.47540984</c:v>
                </c:pt>
                <c:pt idx="2131">
                  <c:v>2020.47814208</c:v>
                </c:pt>
                <c:pt idx="2132">
                  <c:v>2020.48087432</c:v>
                </c:pt>
                <c:pt idx="2133">
                  <c:v>2020.48360656</c:v>
                </c:pt>
                <c:pt idx="2134">
                  <c:v>2020.4863388</c:v>
                </c:pt>
                <c:pt idx="2135">
                  <c:v>2020.49453552</c:v>
                </c:pt>
                <c:pt idx="2136">
                  <c:v>2020.49726776</c:v>
                </c:pt>
                <c:pt idx="2137">
                  <c:v>2020.5</c:v>
                </c:pt>
                <c:pt idx="2138">
                  <c:v>2020.50273224</c:v>
                </c:pt>
                <c:pt idx="2139">
                  <c:v>2020.5136612</c:v>
                </c:pt>
                <c:pt idx="2140">
                  <c:v>2020.51639344</c:v>
                </c:pt>
                <c:pt idx="2141">
                  <c:v>2020.51912568</c:v>
                </c:pt>
                <c:pt idx="2142">
                  <c:v>2020.52185792</c:v>
                </c:pt>
                <c:pt idx="2143">
                  <c:v>2020.52459016</c:v>
                </c:pt>
                <c:pt idx="2144">
                  <c:v>2020.53278689</c:v>
                </c:pt>
                <c:pt idx="2145">
                  <c:v>2020.53551913</c:v>
                </c:pt>
                <c:pt idx="2146">
                  <c:v>2020.53825137</c:v>
                </c:pt>
                <c:pt idx="2147">
                  <c:v>2020.54098361</c:v>
                </c:pt>
                <c:pt idx="2148">
                  <c:v>2020.54371585</c:v>
                </c:pt>
                <c:pt idx="2149">
                  <c:v>2020.55191257</c:v>
                </c:pt>
                <c:pt idx="2150">
                  <c:v>2020.55464481</c:v>
                </c:pt>
                <c:pt idx="2151">
                  <c:v>2020.55737705</c:v>
                </c:pt>
                <c:pt idx="2152">
                  <c:v>2020.56010929</c:v>
                </c:pt>
                <c:pt idx="2153">
                  <c:v>2020.56284153</c:v>
                </c:pt>
                <c:pt idx="2154">
                  <c:v>2020.57103825</c:v>
                </c:pt>
                <c:pt idx="2155">
                  <c:v>2020.57377049</c:v>
                </c:pt>
                <c:pt idx="2156">
                  <c:v>2020.57650273</c:v>
                </c:pt>
                <c:pt idx="2157">
                  <c:v>2020.57923497</c:v>
                </c:pt>
                <c:pt idx="2158">
                  <c:v>2020.58196721</c:v>
                </c:pt>
                <c:pt idx="2159">
                  <c:v>2020.59016393</c:v>
                </c:pt>
                <c:pt idx="2160">
                  <c:v>2020.59289617</c:v>
                </c:pt>
                <c:pt idx="2161">
                  <c:v>2020.59562842</c:v>
                </c:pt>
                <c:pt idx="2162">
                  <c:v>2020.59836066</c:v>
                </c:pt>
                <c:pt idx="2163">
                  <c:v>2020.6010929</c:v>
                </c:pt>
                <c:pt idx="2164">
                  <c:v>2020.60928962</c:v>
                </c:pt>
                <c:pt idx="2165">
                  <c:v>2020.61202186</c:v>
                </c:pt>
                <c:pt idx="2166">
                  <c:v>2020.6147541</c:v>
                </c:pt>
                <c:pt idx="2167">
                  <c:v>2020.61748634</c:v>
                </c:pt>
                <c:pt idx="2168">
                  <c:v>2020.62021858</c:v>
                </c:pt>
                <c:pt idx="2169">
                  <c:v>2020.6284153</c:v>
                </c:pt>
                <c:pt idx="2170">
                  <c:v>2020.63114754</c:v>
                </c:pt>
                <c:pt idx="2171">
                  <c:v>2020.63387978</c:v>
                </c:pt>
                <c:pt idx="2172">
                  <c:v>2020.63661202</c:v>
                </c:pt>
                <c:pt idx="2173">
                  <c:v>2020.63934426</c:v>
                </c:pt>
                <c:pt idx="2174">
                  <c:v>2020.64754098</c:v>
                </c:pt>
                <c:pt idx="2175">
                  <c:v>2020.65027322</c:v>
                </c:pt>
                <c:pt idx="2176">
                  <c:v>2020.65300546</c:v>
                </c:pt>
                <c:pt idx="2177">
                  <c:v>2020.6557377</c:v>
                </c:pt>
                <c:pt idx="2178">
                  <c:v>2020.65846995</c:v>
                </c:pt>
                <c:pt idx="2179">
                  <c:v>2020.66666667</c:v>
                </c:pt>
                <c:pt idx="2180">
                  <c:v>2020.66939891</c:v>
                </c:pt>
                <c:pt idx="2181">
                  <c:v>2020.67213115</c:v>
                </c:pt>
                <c:pt idx="2182">
                  <c:v>2020.67486339</c:v>
                </c:pt>
                <c:pt idx="2183">
                  <c:v>2020.67759563</c:v>
                </c:pt>
                <c:pt idx="2184">
                  <c:v>2020.68852459</c:v>
                </c:pt>
                <c:pt idx="2185">
                  <c:v>2020.69125683</c:v>
                </c:pt>
                <c:pt idx="2186">
                  <c:v>2020.69398907</c:v>
                </c:pt>
                <c:pt idx="2187">
                  <c:v>2020.69672131</c:v>
                </c:pt>
                <c:pt idx="2188">
                  <c:v>2020.70491803</c:v>
                </c:pt>
                <c:pt idx="2189">
                  <c:v>2020.70765027</c:v>
                </c:pt>
                <c:pt idx="2190">
                  <c:v>2020.71038251</c:v>
                </c:pt>
                <c:pt idx="2191">
                  <c:v>2020.71311475</c:v>
                </c:pt>
                <c:pt idx="2192">
                  <c:v>2020.71584699</c:v>
                </c:pt>
                <c:pt idx="2193">
                  <c:v>2020.72404372</c:v>
                </c:pt>
                <c:pt idx="2194">
                  <c:v>2020.72677596</c:v>
                </c:pt>
                <c:pt idx="2195">
                  <c:v>2020.7295082</c:v>
                </c:pt>
                <c:pt idx="2196">
                  <c:v>2020.73224044</c:v>
                </c:pt>
                <c:pt idx="2197">
                  <c:v>2020.73497268</c:v>
                </c:pt>
                <c:pt idx="2198">
                  <c:v>2020.7431694</c:v>
                </c:pt>
                <c:pt idx="2199">
                  <c:v>2020.74590164</c:v>
                </c:pt>
                <c:pt idx="2200">
                  <c:v>2020.74863388</c:v>
                </c:pt>
                <c:pt idx="2201">
                  <c:v>2020.75136612</c:v>
                </c:pt>
                <c:pt idx="2202">
                  <c:v>2020.75409836</c:v>
                </c:pt>
                <c:pt idx="2203">
                  <c:v>2020.76229508</c:v>
                </c:pt>
                <c:pt idx="2204">
                  <c:v>2020.76502732</c:v>
                </c:pt>
                <c:pt idx="2205">
                  <c:v>2020.76775956</c:v>
                </c:pt>
                <c:pt idx="2206">
                  <c:v>2020.7704918</c:v>
                </c:pt>
                <c:pt idx="2207">
                  <c:v>2020.77322404</c:v>
                </c:pt>
                <c:pt idx="2208">
                  <c:v>2020.78142077</c:v>
                </c:pt>
                <c:pt idx="2209">
                  <c:v>2020.78415301</c:v>
                </c:pt>
                <c:pt idx="2210">
                  <c:v>2020.78688525</c:v>
                </c:pt>
                <c:pt idx="2211">
                  <c:v>2020.78961749</c:v>
                </c:pt>
                <c:pt idx="2212">
                  <c:v>2020.79234973</c:v>
                </c:pt>
                <c:pt idx="2213">
                  <c:v>2020.80054645</c:v>
                </c:pt>
                <c:pt idx="2214">
                  <c:v>2020.80327869</c:v>
                </c:pt>
                <c:pt idx="2215">
                  <c:v>2020.80601093</c:v>
                </c:pt>
                <c:pt idx="2216">
                  <c:v>2020.80874317</c:v>
                </c:pt>
                <c:pt idx="2217">
                  <c:v>2020.81147541</c:v>
                </c:pt>
                <c:pt idx="2218">
                  <c:v>2020.81967213</c:v>
                </c:pt>
                <c:pt idx="2219">
                  <c:v>2020.82240437</c:v>
                </c:pt>
                <c:pt idx="2220">
                  <c:v>2020.82513661</c:v>
                </c:pt>
                <c:pt idx="2221">
                  <c:v>2020.82786885</c:v>
                </c:pt>
                <c:pt idx="2222">
                  <c:v>2020.83060109</c:v>
                </c:pt>
                <c:pt idx="2223">
                  <c:v>2020.83879781</c:v>
                </c:pt>
                <c:pt idx="2224">
                  <c:v>2020.84153005</c:v>
                </c:pt>
                <c:pt idx="2225">
                  <c:v>2020.8442623</c:v>
                </c:pt>
                <c:pt idx="2226">
                  <c:v>2020.84699454</c:v>
                </c:pt>
                <c:pt idx="2227">
                  <c:v>2020.84972678</c:v>
                </c:pt>
                <c:pt idx="2228">
                  <c:v>2020.8579235</c:v>
                </c:pt>
                <c:pt idx="2229">
                  <c:v>2020.86065574</c:v>
                </c:pt>
                <c:pt idx="2230">
                  <c:v>2020.86338798</c:v>
                </c:pt>
                <c:pt idx="2231">
                  <c:v>2020.86612022</c:v>
                </c:pt>
                <c:pt idx="2232">
                  <c:v>2020.86885246</c:v>
                </c:pt>
                <c:pt idx="2233">
                  <c:v>2020.87704918</c:v>
                </c:pt>
                <c:pt idx="2234">
                  <c:v>2020.87978142</c:v>
                </c:pt>
                <c:pt idx="2235">
                  <c:v>2020.88251366</c:v>
                </c:pt>
                <c:pt idx="2236">
                  <c:v>2020.8852459</c:v>
                </c:pt>
                <c:pt idx="2237">
                  <c:v>2020.88797814</c:v>
                </c:pt>
                <c:pt idx="2238">
                  <c:v>2020.89617486</c:v>
                </c:pt>
                <c:pt idx="2239">
                  <c:v>2020.8989071</c:v>
                </c:pt>
                <c:pt idx="2240">
                  <c:v>2020.90163934</c:v>
                </c:pt>
                <c:pt idx="2241">
                  <c:v>2020.90710383</c:v>
                </c:pt>
                <c:pt idx="2242">
                  <c:v>2020.91530055</c:v>
                </c:pt>
                <c:pt idx="2243">
                  <c:v>2020.91803279</c:v>
                </c:pt>
                <c:pt idx="2244">
                  <c:v>2020.92076503</c:v>
                </c:pt>
                <c:pt idx="2245">
                  <c:v>2020.92349727</c:v>
                </c:pt>
                <c:pt idx="2246">
                  <c:v>2020.92622951</c:v>
                </c:pt>
                <c:pt idx="2247">
                  <c:v>2020.93442623</c:v>
                </c:pt>
                <c:pt idx="2248">
                  <c:v>2020.93715847</c:v>
                </c:pt>
                <c:pt idx="2249">
                  <c:v>2020.93989071</c:v>
                </c:pt>
                <c:pt idx="2250">
                  <c:v>2020.94262295</c:v>
                </c:pt>
                <c:pt idx="2251">
                  <c:v>2020.94535519</c:v>
                </c:pt>
                <c:pt idx="2252">
                  <c:v>2020.95355191</c:v>
                </c:pt>
                <c:pt idx="2253">
                  <c:v>2020.95628415</c:v>
                </c:pt>
                <c:pt idx="2254">
                  <c:v>2020.95901639</c:v>
                </c:pt>
                <c:pt idx="2255">
                  <c:v>2020.96174863</c:v>
                </c:pt>
                <c:pt idx="2256">
                  <c:v>2020.96448087</c:v>
                </c:pt>
                <c:pt idx="2257">
                  <c:v>2020.9726776</c:v>
                </c:pt>
                <c:pt idx="2258">
                  <c:v>2020.97540984</c:v>
                </c:pt>
                <c:pt idx="2259">
                  <c:v>2020.97814208</c:v>
                </c:pt>
                <c:pt idx="2260">
                  <c:v>2020.98087432</c:v>
                </c:pt>
                <c:pt idx="2261">
                  <c:v>2020.99180328</c:v>
                </c:pt>
                <c:pt idx="2262">
                  <c:v>2020.99453552</c:v>
                </c:pt>
                <c:pt idx="2263">
                  <c:v>2020.99726776</c:v>
                </c:pt>
                <c:pt idx="2264">
                  <c:v>2021</c:v>
                </c:pt>
                <c:pt idx="2265">
                  <c:v>2021.0109589</c:v>
                </c:pt>
                <c:pt idx="2266">
                  <c:v>2021.01369863</c:v>
                </c:pt>
                <c:pt idx="2267">
                  <c:v>2021.01643836</c:v>
                </c:pt>
                <c:pt idx="2268">
                  <c:v>2021.01917808</c:v>
                </c:pt>
                <c:pt idx="2269">
                  <c:v>2021.02191781</c:v>
                </c:pt>
                <c:pt idx="2270">
                  <c:v>2021.03013699</c:v>
                </c:pt>
                <c:pt idx="2271">
                  <c:v>2021.03287671</c:v>
                </c:pt>
                <c:pt idx="2272">
                  <c:v>2021.03561644</c:v>
                </c:pt>
                <c:pt idx="2273">
                  <c:v>2021.03835616</c:v>
                </c:pt>
                <c:pt idx="2274">
                  <c:v>2021.04109589</c:v>
                </c:pt>
                <c:pt idx="2275">
                  <c:v>2021.05205479</c:v>
                </c:pt>
                <c:pt idx="2276">
                  <c:v>2021.05479452</c:v>
                </c:pt>
                <c:pt idx="2277">
                  <c:v>2021.05753425</c:v>
                </c:pt>
                <c:pt idx="2278">
                  <c:v>2021.06027397</c:v>
                </c:pt>
                <c:pt idx="2279">
                  <c:v>2021.06849315</c:v>
                </c:pt>
                <c:pt idx="2280">
                  <c:v>2021.07123288</c:v>
                </c:pt>
                <c:pt idx="2281">
                  <c:v>2021.0739726</c:v>
                </c:pt>
                <c:pt idx="2282">
                  <c:v>2021.07671233</c:v>
                </c:pt>
                <c:pt idx="2283">
                  <c:v>2021.07945205</c:v>
                </c:pt>
                <c:pt idx="2284">
                  <c:v>2021.08767123</c:v>
                </c:pt>
                <c:pt idx="2285">
                  <c:v>2021.09041096</c:v>
                </c:pt>
                <c:pt idx="2286">
                  <c:v>2021.09315068</c:v>
                </c:pt>
                <c:pt idx="2287">
                  <c:v>2021.09589041</c:v>
                </c:pt>
                <c:pt idx="2288">
                  <c:v>2021.09863014</c:v>
                </c:pt>
                <c:pt idx="2289">
                  <c:v>2021.10684932</c:v>
                </c:pt>
                <c:pt idx="2290">
                  <c:v>2021.10958904</c:v>
                </c:pt>
                <c:pt idx="2291">
                  <c:v>2021.11232877</c:v>
                </c:pt>
                <c:pt idx="2292">
                  <c:v>2021.11506849</c:v>
                </c:pt>
                <c:pt idx="2293">
                  <c:v>2021.11780822</c:v>
                </c:pt>
                <c:pt idx="2294">
                  <c:v>2021.12876712</c:v>
                </c:pt>
                <c:pt idx="2295">
                  <c:v>2021.13150685</c:v>
                </c:pt>
                <c:pt idx="2296">
                  <c:v>2021.13424658</c:v>
                </c:pt>
                <c:pt idx="2297">
                  <c:v>2021.1369863</c:v>
                </c:pt>
                <c:pt idx="2298">
                  <c:v>2021.14520548</c:v>
                </c:pt>
                <c:pt idx="2299">
                  <c:v>2021.14794521</c:v>
                </c:pt>
                <c:pt idx="2300">
                  <c:v>2021.15068493</c:v>
                </c:pt>
                <c:pt idx="2301">
                  <c:v>2021.15342466</c:v>
                </c:pt>
                <c:pt idx="2302">
                  <c:v>2021.15616438</c:v>
                </c:pt>
                <c:pt idx="2303">
                  <c:v>2021.16438356</c:v>
                </c:pt>
                <c:pt idx="2304">
                  <c:v>2021.16712329</c:v>
                </c:pt>
                <c:pt idx="2305">
                  <c:v>2021.16986301</c:v>
                </c:pt>
                <c:pt idx="2306">
                  <c:v>2021.17260274</c:v>
                </c:pt>
                <c:pt idx="2307">
                  <c:v>2021.17534247</c:v>
                </c:pt>
                <c:pt idx="2308">
                  <c:v>2021.18356164</c:v>
                </c:pt>
                <c:pt idx="2309">
                  <c:v>2021.18630137</c:v>
                </c:pt>
                <c:pt idx="2310">
                  <c:v>2021.1890411</c:v>
                </c:pt>
                <c:pt idx="2311">
                  <c:v>2021.19178082</c:v>
                </c:pt>
                <c:pt idx="2312">
                  <c:v>2021.19452055</c:v>
                </c:pt>
                <c:pt idx="2313">
                  <c:v>2021.20273973</c:v>
                </c:pt>
                <c:pt idx="2314">
                  <c:v>2021.20547945</c:v>
                </c:pt>
                <c:pt idx="2315">
                  <c:v>2021.20821918</c:v>
                </c:pt>
                <c:pt idx="2316">
                  <c:v>2021.2109589</c:v>
                </c:pt>
                <c:pt idx="2317">
                  <c:v>2021.21369863</c:v>
                </c:pt>
                <c:pt idx="2318">
                  <c:v>2021.22191781</c:v>
                </c:pt>
                <c:pt idx="2319">
                  <c:v>2021.22465753</c:v>
                </c:pt>
                <c:pt idx="2320">
                  <c:v>2021.22739726</c:v>
                </c:pt>
                <c:pt idx="2321">
                  <c:v>2021.23013699</c:v>
                </c:pt>
                <c:pt idx="2322">
                  <c:v>2021.23287671</c:v>
                </c:pt>
                <c:pt idx="2323">
                  <c:v>2021.24109589</c:v>
                </c:pt>
                <c:pt idx="2324">
                  <c:v>2021.24383562</c:v>
                </c:pt>
                <c:pt idx="2325">
                  <c:v>2021.24657534</c:v>
                </c:pt>
                <c:pt idx="2326">
                  <c:v>2021.24931507</c:v>
                </c:pt>
                <c:pt idx="2327">
                  <c:v>2021.26027397</c:v>
                </c:pt>
                <c:pt idx="2328">
                  <c:v>2021.2630137</c:v>
                </c:pt>
                <c:pt idx="2329">
                  <c:v>2021.26575342</c:v>
                </c:pt>
                <c:pt idx="2330">
                  <c:v>2021.26849315</c:v>
                </c:pt>
                <c:pt idx="2331">
                  <c:v>2021.27123288</c:v>
                </c:pt>
                <c:pt idx="2332">
                  <c:v>2021.27945205</c:v>
                </c:pt>
                <c:pt idx="2333">
                  <c:v>2021.28219178</c:v>
                </c:pt>
                <c:pt idx="2334">
                  <c:v>2021.28493151</c:v>
                </c:pt>
                <c:pt idx="2335">
                  <c:v>2021.28767123</c:v>
                </c:pt>
                <c:pt idx="2336">
                  <c:v>2021.29041096</c:v>
                </c:pt>
                <c:pt idx="2337">
                  <c:v>2021.29863014</c:v>
                </c:pt>
                <c:pt idx="2338">
                  <c:v>2021.30136986</c:v>
                </c:pt>
                <c:pt idx="2339">
                  <c:v>2021.30410959</c:v>
                </c:pt>
                <c:pt idx="2340">
                  <c:v>2021.30684932</c:v>
                </c:pt>
                <c:pt idx="2341">
                  <c:v>2021.30958904</c:v>
                </c:pt>
                <c:pt idx="2342">
                  <c:v>2021.31780822</c:v>
                </c:pt>
                <c:pt idx="2343">
                  <c:v>2021.32054795</c:v>
                </c:pt>
                <c:pt idx="2344">
                  <c:v>2021.32328767</c:v>
                </c:pt>
                <c:pt idx="2345">
                  <c:v>2021.3260274</c:v>
                </c:pt>
                <c:pt idx="2346">
                  <c:v>2021.32876712</c:v>
                </c:pt>
                <c:pt idx="2347">
                  <c:v>2021.3369863</c:v>
                </c:pt>
                <c:pt idx="2348">
                  <c:v>2021.33972603</c:v>
                </c:pt>
                <c:pt idx="2349">
                  <c:v>2021.34246575</c:v>
                </c:pt>
                <c:pt idx="2350">
                  <c:v>2021.34520548</c:v>
                </c:pt>
                <c:pt idx="2351">
                  <c:v>2021.34794521</c:v>
                </c:pt>
                <c:pt idx="2352">
                  <c:v>2021.35616438</c:v>
                </c:pt>
                <c:pt idx="2353">
                  <c:v>2021.35890411</c:v>
                </c:pt>
                <c:pt idx="2354">
                  <c:v>2021.36164384</c:v>
                </c:pt>
                <c:pt idx="2355">
                  <c:v>2021.36438356</c:v>
                </c:pt>
                <c:pt idx="2356">
                  <c:v>2021.36712329</c:v>
                </c:pt>
                <c:pt idx="2357">
                  <c:v>2021.37534247</c:v>
                </c:pt>
                <c:pt idx="2358">
                  <c:v>2021.37808219</c:v>
                </c:pt>
                <c:pt idx="2359">
                  <c:v>2021.38082192</c:v>
                </c:pt>
                <c:pt idx="2360">
                  <c:v>2021.38356164</c:v>
                </c:pt>
                <c:pt idx="2361">
                  <c:v>2021.38630137</c:v>
                </c:pt>
                <c:pt idx="2362">
                  <c:v>2021.39452055</c:v>
                </c:pt>
                <c:pt idx="2363">
                  <c:v>2021.39726027</c:v>
                </c:pt>
                <c:pt idx="2364">
                  <c:v>2021.4</c:v>
                </c:pt>
                <c:pt idx="2365">
                  <c:v>2021.40273973</c:v>
                </c:pt>
                <c:pt idx="2366">
                  <c:v>2021.40547945</c:v>
                </c:pt>
                <c:pt idx="2367">
                  <c:v>2021.41643836</c:v>
                </c:pt>
                <c:pt idx="2368">
                  <c:v>2021.41917808</c:v>
                </c:pt>
                <c:pt idx="2369">
                  <c:v>2021.42191781</c:v>
                </c:pt>
                <c:pt idx="2370">
                  <c:v>2021.42465753</c:v>
                </c:pt>
                <c:pt idx="2371">
                  <c:v>2021.43287671</c:v>
                </c:pt>
                <c:pt idx="2372">
                  <c:v>2021.43561644</c:v>
                </c:pt>
                <c:pt idx="2373">
                  <c:v>2021.43835616</c:v>
                </c:pt>
                <c:pt idx="2374">
                  <c:v>2021.44109589</c:v>
                </c:pt>
                <c:pt idx="2375">
                  <c:v>2021.44383562</c:v>
                </c:pt>
                <c:pt idx="2376">
                  <c:v>2021.45205479</c:v>
                </c:pt>
                <c:pt idx="2377">
                  <c:v>2021.45479452</c:v>
                </c:pt>
                <c:pt idx="2378">
                  <c:v>2021.45753425</c:v>
                </c:pt>
                <c:pt idx="2379">
                  <c:v>2021.46027397</c:v>
                </c:pt>
                <c:pt idx="2380">
                  <c:v>2021.4630137</c:v>
                </c:pt>
                <c:pt idx="2381">
                  <c:v>2021.47123288</c:v>
                </c:pt>
                <c:pt idx="2382">
                  <c:v>2021.4739726</c:v>
                </c:pt>
                <c:pt idx="2383">
                  <c:v>2021.47671233</c:v>
                </c:pt>
                <c:pt idx="2384">
                  <c:v>2021.47945205</c:v>
                </c:pt>
                <c:pt idx="2385">
                  <c:v>2021.48219178</c:v>
                </c:pt>
                <c:pt idx="2386">
                  <c:v>2021.49041096</c:v>
                </c:pt>
                <c:pt idx="2387">
                  <c:v>2021.49315068</c:v>
                </c:pt>
                <c:pt idx="2388">
                  <c:v>2021.49589041</c:v>
                </c:pt>
                <c:pt idx="2389">
                  <c:v>2021.49863014</c:v>
                </c:pt>
                <c:pt idx="2390">
                  <c:v>2021.50136986</c:v>
                </c:pt>
                <c:pt idx="2391">
                  <c:v>2021.51232877</c:v>
                </c:pt>
                <c:pt idx="2392">
                  <c:v>2021.51506849</c:v>
                </c:pt>
                <c:pt idx="2393">
                  <c:v>2021.51780822</c:v>
                </c:pt>
                <c:pt idx="2394">
                  <c:v>2021.52054795</c:v>
                </c:pt>
                <c:pt idx="2395">
                  <c:v>2021.52876712</c:v>
                </c:pt>
                <c:pt idx="2396">
                  <c:v>2021.53150685</c:v>
                </c:pt>
                <c:pt idx="2397">
                  <c:v>2021.53424658</c:v>
                </c:pt>
                <c:pt idx="2398">
                  <c:v>2021.5369863</c:v>
                </c:pt>
                <c:pt idx="2399">
                  <c:v>2021.53972603</c:v>
                </c:pt>
                <c:pt idx="2400">
                  <c:v>2021.54794521</c:v>
                </c:pt>
                <c:pt idx="2401">
                  <c:v>2021.55068493</c:v>
                </c:pt>
                <c:pt idx="2402">
                  <c:v>2021.55342466</c:v>
                </c:pt>
                <c:pt idx="2403">
                  <c:v>2021.55616438</c:v>
                </c:pt>
                <c:pt idx="2404">
                  <c:v>2021.55890411</c:v>
                </c:pt>
                <c:pt idx="2405">
                  <c:v>2021.56712329</c:v>
                </c:pt>
                <c:pt idx="2406">
                  <c:v>2021.56986301</c:v>
                </c:pt>
                <c:pt idx="2407">
                  <c:v>2021.57260274</c:v>
                </c:pt>
                <c:pt idx="2408">
                  <c:v>2021.57534247</c:v>
                </c:pt>
                <c:pt idx="2409">
                  <c:v>2021.57808219</c:v>
                </c:pt>
                <c:pt idx="2410">
                  <c:v>2021.58630137</c:v>
                </c:pt>
                <c:pt idx="2411">
                  <c:v>2021.5890411</c:v>
                </c:pt>
                <c:pt idx="2412">
                  <c:v>2021.59178082</c:v>
                </c:pt>
                <c:pt idx="2413">
                  <c:v>2021.59452055</c:v>
                </c:pt>
                <c:pt idx="2414">
                  <c:v>2021.59726027</c:v>
                </c:pt>
                <c:pt idx="2415">
                  <c:v>2021.60547945</c:v>
                </c:pt>
                <c:pt idx="2416">
                  <c:v>2021.60821918</c:v>
                </c:pt>
                <c:pt idx="2417">
                  <c:v>2021.6109589</c:v>
                </c:pt>
                <c:pt idx="2418">
                  <c:v>2021.61369863</c:v>
                </c:pt>
                <c:pt idx="2419">
                  <c:v>2021.61643836</c:v>
                </c:pt>
                <c:pt idx="2420">
                  <c:v>2021.62465753</c:v>
                </c:pt>
                <c:pt idx="2421">
                  <c:v>2021.62739726</c:v>
                </c:pt>
                <c:pt idx="2422">
                  <c:v>2021.63013699</c:v>
                </c:pt>
                <c:pt idx="2423">
                  <c:v>2021.63287671</c:v>
                </c:pt>
                <c:pt idx="2424">
                  <c:v>2021.63561644</c:v>
                </c:pt>
                <c:pt idx="2425">
                  <c:v>2021.64383562</c:v>
                </c:pt>
                <c:pt idx="2426">
                  <c:v>2021.64657534</c:v>
                </c:pt>
                <c:pt idx="2427">
                  <c:v>2021.64931507</c:v>
                </c:pt>
                <c:pt idx="2428">
                  <c:v>2021.65205479</c:v>
                </c:pt>
                <c:pt idx="2429">
                  <c:v>2021.65479452</c:v>
                </c:pt>
                <c:pt idx="2430">
                  <c:v>2021.6630137</c:v>
                </c:pt>
                <c:pt idx="2431">
                  <c:v>2021.66575342</c:v>
                </c:pt>
                <c:pt idx="2432">
                  <c:v>2021.66849315</c:v>
                </c:pt>
                <c:pt idx="2433">
                  <c:v>2021.67123288</c:v>
                </c:pt>
                <c:pt idx="2434">
                  <c:v>2021.6739726</c:v>
                </c:pt>
                <c:pt idx="2435">
                  <c:v>2021.68493151</c:v>
                </c:pt>
                <c:pt idx="2436">
                  <c:v>2021.68767123</c:v>
                </c:pt>
                <c:pt idx="2437">
                  <c:v>2021.69041096</c:v>
                </c:pt>
                <c:pt idx="2438">
                  <c:v>2021.69315068</c:v>
                </c:pt>
                <c:pt idx="2439">
                  <c:v>2021.70136986</c:v>
                </c:pt>
                <c:pt idx="2440">
                  <c:v>2021.70410959</c:v>
                </c:pt>
                <c:pt idx="2441">
                  <c:v>2021.70684932</c:v>
                </c:pt>
                <c:pt idx="2442">
                  <c:v>2021.70958904</c:v>
                </c:pt>
                <c:pt idx="2443">
                  <c:v>2021.71232877</c:v>
                </c:pt>
                <c:pt idx="2444">
                  <c:v>2021.72054795</c:v>
                </c:pt>
                <c:pt idx="2445">
                  <c:v>2021.72328767</c:v>
                </c:pt>
                <c:pt idx="2446">
                  <c:v>2021.7260274</c:v>
                </c:pt>
                <c:pt idx="2447">
                  <c:v>2021.72876712</c:v>
                </c:pt>
                <c:pt idx="2448">
                  <c:v>2021.73150685</c:v>
                </c:pt>
                <c:pt idx="2449">
                  <c:v>2021.73972603</c:v>
                </c:pt>
                <c:pt idx="2450">
                  <c:v>2021.74246575</c:v>
                </c:pt>
                <c:pt idx="2451">
                  <c:v>2021.74520548</c:v>
                </c:pt>
                <c:pt idx="2452">
                  <c:v>2021.74794521</c:v>
                </c:pt>
                <c:pt idx="2453">
                  <c:v>2021.75068493</c:v>
                </c:pt>
                <c:pt idx="2454">
                  <c:v>2021.75890411</c:v>
                </c:pt>
                <c:pt idx="2455">
                  <c:v>2021.76164384</c:v>
                </c:pt>
                <c:pt idx="2456">
                  <c:v>2021.76438356</c:v>
                </c:pt>
                <c:pt idx="2457">
                  <c:v>2021.76712329</c:v>
                </c:pt>
                <c:pt idx="2458">
                  <c:v>2021.76986301</c:v>
                </c:pt>
                <c:pt idx="2459">
                  <c:v>2021.77808219</c:v>
                </c:pt>
                <c:pt idx="2460">
                  <c:v>2021.78082192</c:v>
                </c:pt>
                <c:pt idx="2461">
                  <c:v>2021.78356164</c:v>
                </c:pt>
                <c:pt idx="2462">
                  <c:v>2021.78630137</c:v>
                </c:pt>
                <c:pt idx="2463">
                  <c:v>2021.7890411</c:v>
                </c:pt>
                <c:pt idx="2464">
                  <c:v>2021.79726027</c:v>
                </c:pt>
                <c:pt idx="2465">
                  <c:v>2021.8</c:v>
                </c:pt>
                <c:pt idx="2466">
                  <c:v>2021.80273973</c:v>
                </c:pt>
                <c:pt idx="2467">
                  <c:v>2021.80547945</c:v>
                </c:pt>
                <c:pt idx="2468">
                  <c:v>2021.80821918</c:v>
                </c:pt>
                <c:pt idx="2469">
                  <c:v>2021.81643836</c:v>
                </c:pt>
                <c:pt idx="2470">
                  <c:v>2021.81917808</c:v>
                </c:pt>
                <c:pt idx="2471">
                  <c:v>2021.82191781</c:v>
                </c:pt>
                <c:pt idx="2472">
                  <c:v>2021.82465753</c:v>
                </c:pt>
                <c:pt idx="2473">
                  <c:v>2021.82739726</c:v>
                </c:pt>
                <c:pt idx="2474">
                  <c:v>2021.83561644</c:v>
                </c:pt>
                <c:pt idx="2475">
                  <c:v>2021.83835616</c:v>
                </c:pt>
                <c:pt idx="2476">
                  <c:v>2021.84109589</c:v>
                </c:pt>
                <c:pt idx="2477">
                  <c:v>2021.84383562</c:v>
                </c:pt>
                <c:pt idx="2478">
                  <c:v>2021.84657534</c:v>
                </c:pt>
                <c:pt idx="2479">
                  <c:v>2021.85479452</c:v>
                </c:pt>
                <c:pt idx="2480">
                  <c:v>2021.85753425</c:v>
                </c:pt>
                <c:pt idx="2481">
                  <c:v>2021.86027397</c:v>
                </c:pt>
                <c:pt idx="2482">
                  <c:v>2021.8630137</c:v>
                </c:pt>
                <c:pt idx="2483">
                  <c:v>2021.86575342</c:v>
                </c:pt>
                <c:pt idx="2484">
                  <c:v>2021.8739726</c:v>
                </c:pt>
                <c:pt idx="2485">
                  <c:v>2021.87671233</c:v>
                </c:pt>
                <c:pt idx="2486">
                  <c:v>2021.87945205</c:v>
                </c:pt>
                <c:pt idx="2487">
                  <c:v>2021.88219178</c:v>
                </c:pt>
                <c:pt idx="2488">
                  <c:v>2021.88493151</c:v>
                </c:pt>
                <c:pt idx="2489">
                  <c:v>2021.89315068</c:v>
                </c:pt>
                <c:pt idx="2490">
                  <c:v>2021.89589041</c:v>
                </c:pt>
                <c:pt idx="2491">
                  <c:v>2021.89863014</c:v>
                </c:pt>
                <c:pt idx="2492">
                  <c:v>2021.90410959</c:v>
                </c:pt>
                <c:pt idx="2493">
                  <c:v>2021.91232877</c:v>
                </c:pt>
                <c:pt idx="2494">
                  <c:v>2021.91506849</c:v>
                </c:pt>
                <c:pt idx="2495">
                  <c:v>2021.91780822</c:v>
                </c:pt>
                <c:pt idx="2496">
                  <c:v>2021.92054795</c:v>
                </c:pt>
                <c:pt idx="2497">
                  <c:v>2021.92328767</c:v>
                </c:pt>
                <c:pt idx="2498">
                  <c:v>2021.93150685</c:v>
                </c:pt>
                <c:pt idx="2499">
                  <c:v>2021.93424658</c:v>
                </c:pt>
                <c:pt idx="2500">
                  <c:v>2021.9369863</c:v>
                </c:pt>
                <c:pt idx="2501">
                  <c:v>2021.93972603</c:v>
                </c:pt>
                <c:pt idx="2502">
                  <c:v>2021.94246575</c:v>
                </c:pt>
                <c:pt idx="2503">
                  <c:v>2021.95068493</c:v>
                </c:pt>
                <c:pt idx="2504">
                  <c:v>2021.95342466</c:v>
                </c:pt>
                <c:pt idx="2505">
                  <c:v>2021.95616438</c:v>
                </c:pt>
                <c:pt idx="2506">
                  <c:v>2021.95890411</c:v>
                </c:pt>
                <c:pt idx="2507">
                  <c:v>2021.96164384</c:v>
                </c:pt>
                <c:pt idx="2508">
                  <c:v>2021.96986301</c:v>
                </c:pt>
                <c:pt idx="2509">
                  <c:v>2021.97260274</c:v>
                </c:pt>
                <c:pt idx="2510">
                  <c:v>2021.97534247</c:v>
                </c:pt>
                <c:pt idx="2511">
                  <c:v>2021.97808219</c:v>
                </c:pt>
                <c:pt idx="2512">
                  <c:v>2021.9890411</c:v>
                </c:pt>
                <c:pt idx="2513">
                  <c:v>2021.99178082</c:v>
                </c:pt>
                <c:pt idx="2514">
                  <c:v>2021.99452055</c:v>
                </c:pt>
                <c:pt idx="2515">
                  <c:v>2021.99726027</c:v>
                </c:pt>
                <c:pt idx="2516">
                  <c:v>2022</c:v>
                </c:pt>
                <c:pt idx="2517">
                  <c:v>2022.00821918</c:v>
                </c:pt>
                <c:pt idx="2518">
                  <c:v>2022.0109589</c:v>
                </c:pt>
                <c:pt idx="2519">
                  <c:v>2022.01369863</c:v>
                </c:pt>
                <c:pt idx="2520">
                  <c:v>2022.01643836</c:v>
                </c:pt>
                <c:pt idx="2521">
                  <c:v>2022.01917808</c:v>
                </c:pt>
                <c:pt idx="2522">
                  <c:v>2022.02739726</c:v>
                </c:pt>
                <c:pt idx="2523">
                  <c:v>2022.03013699</c:v>
                </c:pt>
                <c:pt idx="2524">
                  <c:v>2022.03287671</c:v>
                </c:pt>
                <c:pt idx="2525">
                  <c:v>2022.03561644</c:v>
                </c:pt>
                <c:pt idx="2526">
                  <c:v>2022.03835616</c:v>
                </c:pt>
                <c:pt idx="2527">
                  <c:v>2022.04931507</c:v>
                </c:pt>
                <c:pt idx="2528">
                  <c:v>2022.05205479</c:v>
                </c:pt>
                <c:pt idx="2529">
                  <c:v>2022.05479452</c:v>
                </c:pt>
                <c:pt idx="2530">
                  <c:v>2022.05753425</c:v>
                </c:pt>
                <c:pt idx="2531">
                  <c:v>2022.06575342</c:v>
                </c:pt>
                <c:pt idx="2532">
                  <c:v>2022.06849315</c:v>
                </c:pt>
                <c:pt idx="2533">
                  <c:v>2022.07123288</c:v>
                </c:pt>
                <c:pt idx="2534">
                  <c:v>2022.0739726</c:v>
                </c:pt>
                <c:pt idx="2535">
                  <c:v>2022.07671233</c:v>
                </c:pt>
                <c:pt idx="2536">
                  <c:v>2022.08493151</c:v>
                </c:pt>
                <c:pt idx="2537">
                  <c:v>2022.08767123</c:v>
                </c:pt>
                <c:pt idx="2538">
                  <c:v>2022.09041096</c:v>
                </c:pt>
                <c:pt idx="2539">
                  <c:v>2022.09315068</c:v>
                </c:pt>
                <c:pt idx="2540">
                  <c:v>2022.09589041</c:v>
                </c:pt>
                <c:pt idx="2541">
                  <c:v>2022.10410959</c:v>
                </c:pt>
                <c:pt idx="2542">
                  <c:v>2022.10684932</c:v>
                </c:pt>
                <c:pt idx="2543">
                  <c:v>2022.10958904</c:v>
                </c:pt>
                <c:pt idx="2544">
                  <c:v>2022.11232877</c:v>
                </c:pt>
                <c:pt idx="2545">
                  <c:v>2022.11506849</c:v>
                </c:pt>
                <c:pt idx="2546">
                  <c:v>2022.12328767</c:v>
                </c:pt>
                <c:pt idx="2547">
                  <c:v>2022.1260274</c:v>
                </c:pt>
                <c:pt idx="2548">
                  <c:v>2022.12876712</c:v>
                </c:pt>
                <c:pt idx="2549">
                  <c:v>2022.13150685</c:v>
                </c:pt>
                <c:pt idx="2550">
                  <c:v>2022.13424658</c:v>
                </c:pt>
                <c:pt idx="2551">
                  <c:v>2022.14520548</c:v>
                </c:pt>
                <c:pt idx="2552">
                  <c:v>2022.14794521</c:v>
                </c:pt>
                <c:pt idx="2553">
                  <c:v>2022.15068493</c:v>
                </c:pt>
                <c:pt idx="2554">
                  <c:v>2022.15342466</c:v>
                </c:pt>
                <c:pt idx="2555">
                  <c:v>2022.16164384</c:v>
                </c:pt>
                <c:pt idx="2556">
                  <c:v>2022.16438356</c:v>
                </c:pt>
                <c:pt idx="2557">
                  <c:v>2022.16712329</c:v>
                </c:pt>
                <c:pt idx="2558">
                  <c:v>2022.16986301</c:v>
                </c:pt>
                <c:pt idx="2559">
                  <c:v>2022.17260274</c:v>
                </c:pt>
                <c:pt idx="2560">
                  <c:v>2022.18082192</c:v>
                </c:pt>
                <c:pt idx="2561">
                  <c:v>2022.18356164</c:v>
                </c:pt>
                <c:pt idx="2562">
                  <c:v>2022.18630137</c:v>
                </c:pt>
                <c:pt idx="2563">
                  <c:v>2022.1890411</c:v>
                </c:pt>
                <c:pt idx="2564">
                  <c:v>2022.19178082</c:v>
                </c:pt>
                <c:pt idx="2565">
                  <c:v>2022.2</c:v>
                </c:pt>
                <c:pt idx="2566">
                  <c:v>2022.20273973</c:v>
                </c:pt>
                <c:pt idx="2567">
                  <c:v>2022.20547945</c:v>
                </c:pt>
                <c:pt idx="2568">
                  <c:v>2022.20821918</c:v>
                </c:pt>
                <c:pt idx="2569">
                  <c:v>2022.2109589</c:v>
                </c:pt>
                <c:pt idx="2570">
                  <c:v>2022.21917808</c:v>
                </c:pt>
                <c:pt idx="2571">
                  <c:v>2022.22191781</c:v>
                </c:pt>
                <c:pt idx="2572">
                  <c:v>2022.22465753</c:v>
                </c:pt>
                <c:pt idx="2573">
                  <c:v>2022.22739726</c:v>
                </c:pt>
                <c:pt idx="2574">
                  <c:v>2022.23013699</c:v>
                </c:pt>
                <c:pt idx="2575">
                  <c:v>2022.23835616</c:v>
                </c:pt>
                <c:pt idx="2576">
                  <c:v>2022.24109589</c:v>
                </c:pt>
                <c:pt idx="2577">
                  <c:v>2022.24383562</c:v>
                </c:pt>
                <c:pt idx="2578">
                  <c:v>2022.24657534</c:v>
                </c:pt>
                <c:pt idx="2579">
                  <c:v>2022.24931507</c:v>
                </c:pt>
                <c:pt idx="2580">
                  <c:v>2022.25753425</c:v>
                </c:pt>
                <c:pt idx="2581">
                  <c:v>2022.26027397</c:v>
                </c:pt>
                <c:pt idx="2582">
                  <c:v>2022.2630137</c:v>
                </c:pt>
                <c:pt idx="2583">
                  <c:v>2022.26575342</c:v>
                </c:pt>
                <c:pt idx="2584">
                  <c:v>2022.26849315</c:v>
                </c:pt>
                <c:pt idx="2585">
                  <c:v>2022.27671233</c:v>
                </c:pt>
                <c:pt idx="2586">
                  <c:v>2022.27945205</c:v>
                </c:pt>
                <c:pt idx="2587">
                  <c:v>2022.28219178</c:v>
                </c:pt>
                <c:pt idx="2588">
                  <c:v>2022.28493151</c:v>
                </c:pt>
                <c:pt idx="2589">
                  <c:v>2022.29589041</c:v>
                </c:pt>
                <c:pt idx="2590">
                  <c:v>2022.29863014</c:v>
                </c:pt>
                <c:pt idx="2591">
                  <c:v>2022.30136986</c:v>
                </c:pt>
                <c:pt idx="2592">
                  <c:v>2022.30410959</c:v>
                </c:pt>
                <c:pt idx="2593">
                  <c:v>2022.30684932</c:v>
                </c:pt>
                <c:pt idx="2594">
                  <c:v>2022.31506849</c:v>
                </c:pt>
                <c:pt idx="2595">
                  <c:v>2022.31780822</c:v>
                </c:pt>
                <c:pt idx="2596">
                  <c:v>2022.32054795</c:v>
                </c:pt>
                <c:pt idx="2597">
                  <c:v>2022.32328767</c:v>
                </c:pt>
                <c:pt idx="2598">
                  <c:v>2022.3260274</c:v>
                </c:pt>
                <c:pt idx="2599">
                  <c:v>2022.33424658</c:v>
                </c:pt>
                <c:pt idx="2600">
                  <c:v>2022.3369863</c:v>
                </c:pt>
                <c:pt idx="2601">
                  <c:v>2022.33972603</c:v>
                </c:pt>
                <c:pt idx="2602">
                  <c:v>2022.34246575</c:v>
                </c:pt>
                <c:pt idx="2603">
                  <c:v>2022.34520548</c:v>
                </c:pt>
                <c:pt idx="2604">
                  <c:v>2022.35342466</c:v>
                </c:pt>
                <c:pt idx="2605">
                  <c:v>2022.35616438</c:v>
                </c:pt>
                <c:pt idx="2606">
                  <c:v>2022.35890411</c:v>
                </c:pt>
                <c:pt idx="2607">
                  <c:v>2022.36164384</c:v>
                </c:pt>
                <c:pt idx="2608">
                  <c:v>2022.36438356</c:v>
                </c:pt>
                <c:pt idx="2609">
                  <c:v>2022.37260274</c:v>
                </c:pt>
                <c:pt idx="2610">
                  <c:v>2022.37534247</c:v>
                </c:pt>
                <c:pt idx="2611">
                  <c:v>2022.37808219</c:v>
                </c:pt>
                <c:pt idx="2612">
                  <c:v>2022.38082192</c:v>
                </c:pt>
                <c:pt idx="2613">
                  <c:v>2022.38356164</c:v>
                </c:pt>
                <c:pt idx="2614">
                  <c:v>2022.39178082</c:v>
                </c:pt>
                <c:pt idx="2615">
                  <c:v>2022.39452055</c:v>
                </c:pt>
                <c:pt idx="2616">
                  <c:v>2022.39726027</c:v>
                </c:pt>
                <c:pt idx="2617">
                  <c:v>2022.4</c:v>
                </c:pt>
                <c:pt idx="2618">
                  <c:v>2022.40273973</c:v>
                </c:pt>
                <c:pt idx="2619">
                  <c:v>2022.41369863</c:v>
                </c:pt>
                <c:pt idx="2620">
                  <c:v>2022.41643836</c:v>
                </c:pt>
                <c:pt idx="2621">
                  <c:v>2022.41917808</c:v>
                </c:pt>
                <c:pt idx="2622">
                  <c:v>2022.42191781</c:v>
                </c:pt>
                <c:pt idx="2623">
                  <c:v>2022.43013699</c:v>
                </c:pt>
                <c:pt idx="2624">
                  <c:v>2022.43287671</c:v>
                </c:pt>
                <c:pt idx="2625">
                  <c:v>2022.43561644</c:v>
                </c:pt>
                <c:pt idx="2626">
                  <c:v>2022.43835616</c:v>
                </c:pt>
                <c:pt idx="2627">
                  <c:v>2022.44109589</c:v>
                </c:pt>
                <c:pt idx="2628">
                  <c:v>2022.44931507</c:v>
                </c:pt>
                <c:pt idx="2629">
                  <c:v>2022.45205479</c:v>
                </c:pt>
                <c:pt idx="2630">
                  <c:v>2022.45479452</c:v>
                </c:pt>
                <c:pt idx="2631">
                  <c:v>2022.45753425</c:v>
                </c:pt>
                <c:pt idx="2632">
                  <c:v>2022.46027397</c:v>
                </c:pt>
                <c:pt idx="2633">
                  <c:v>2022.47123288</c:v>
                </c:pt>
                <c:pt idx="2634">
                  <c:v>2022.4739726</c:v>
                </c:pt>
                <c:pt idx="2635">
                  <c:v>2022.47671233</c:v>
                </c:pt>
                <c:pt idx="2636">
                  <c:v>2022.47945205</c:v>
                </c:pt>
                <c:pt idx="2637">
                  <c:v>2022.48767123</c:v>
                </c:pt>
                <c:pt idx="2638">
                  <c:v>2022.49041096</c:v>
                </c:pt>
                <c:pt idx="2639">
                  <c:v>2022.49315068</c:v>
                </c:pt>
                <c:pt idx="2640">
                  <c:v>2022.49589041</c:v>
                </c:pt>
                <c:pt idx="2641">
                  <c:v>2022.49863014</c:v>
                </c:pt>
                <c:pt idx="2642">
                  <c:v>2022.50958904</c:v>
                </c:pt>
                <c:pt idx="2643">
                  <c:v>2022.51232877</c:v>
                </c:pt>
                <c:pt idx="2644">
                  <c:v>2022.51506849</c:v>
                </c:pt>
                <c:pt idx="2645">
                  <c:v>2022.51780822</c:v>
                </c:pt>
                <c:pt idx="2646">
                  <c:v>2022.5260274</c:v>
                </c:pt>
                <c:pt idx="2647">
                  <c:v>2022.52876712</c:v>
                </c:pt>
                <c:pt idx="2648">
                  <c:v>2022.53150685</c:v>
                </c:pt>
                <c:pt idx="2649">
                  <c:v>2022.53424658</c:v>
                </c:pt>
                <c:pt idx="2650">
                  <c:v>2022.5369863</c:v>
                </c:pt>
                <c:pt idx="2651">
                  <c:v>2022.54520548</c:v>
                </c:pt>
                <c:pt idx="2652">
                  <c:v>2022.54794521</c:v>
                </c:pt>
                <c:pt idx="2653">
                  <c:v>2022.55068493</c:v>
                </c:pt>
                <c:pt idx="2654">
                  <c:v>2022.55342466</c:v>
                </c:pt>
                <c:pt idx="2655">
                  <c:v>2022.55616438</c:v>
                </c:pt>
                <c:pt idx="2656">
                  <c:v>2022.56438356</c:v>
                </c:pt>
                <c:pt idx="2657">
                  <c:v>2022.56712329</c:v>
                </c:pt>
                <c:pt idx="2658">
                  <c:v>2022.56986301</c:v>
                </c:pt>
                <c:pt idx="2659">
                  <c:v>2022.57260274</c:v>
                </c:pt>
                <c:pt idx="2660">
                  <c:v>2022.57534247</c:v>
                </c:pt>
                <c:pt idx="2661">
                  <c:v>2022.58356164</c:v>
                </c:pt>
                <c:pt idx="2662">
                  <c:v>2022.58630137</c:v>
                </c:pt>
                <c:pt idx="2663">
                  <c:v>2022.5890411</c:v>
                </c:pt>
                <c:pt idx="2664">
                  <c:v>2022.59178082</c:v>
                </c:pt>
                <c:pt idx="2665">
                  <c:v>2022.59452055</c:v>
                </c:pt>
                <c:pt idx="2666">
                  <c:v>2022.60273973</c:v>
                </c:pt>
                <c:pt idx="2667">
                  <c:v>2022.60547945</c:v>
                </c:pt>
                <c:pt idx="2668">
                  <c:v>2022.60821918</c:v>
                </c:pt>
                <c:pt idx="2669">
                  <c:v>2022.6109589</c:v>
                </c:pt>
                <c:pt idx="2670">
                  <c:v>2022.61369863</c:v>
                </c:pt>
                <c:pt idx="2671">
                  <c:v>2022.62191781</c:v>
                </c:pt>
                <c:pt idx="2672">
                  <c:v>2022.62465753</c:v>
                </c:pt>
                <c:pt idx="2673">
                  <c:v>2022.62739726</c:v>
                </c:pt>
                <c:pt idx="2674">
                  <c:v>2022.63013699</c:v>
                </c:pt>
                <c:pt idx="2675">
                  <c:v>2022.63287671</c:v>
                </c:pt>
                <c:pt idx="2676">
                  <c:v>2022.64109589</c:v>
                </c:pt>
                <c:pt idx="2677">
                  <c:v>2022.64383562</c:v>
                </c:pt>
                <c:pt idx="2678">
                  <c:v>2022.64657534</c:v>
                </c:pt>
                <c:pt idx="2679">
                  <c:v>2022.64931507</c:v>
                </c:pt>
                <c:pt idx="2680">
                  <c:v>2022.65205479</c:v>
                </c:pt>
                <c:pt idx="2681">
                  <c:v>2022.66027397</c:v>
                </c:pt>
                <c:pt idx="2682">
                  <c:v>2022.6630137</c:v>
                </c:pt>
                <c:pt idx="2683">
                  <c:v>2022.66575342</c:v>
                </c:pt>
                <c:pt idx="2684">
                  <c:v>2022.66849315</c:v>
                </c:pt>
                <c:pt idx="2685">
                  <c:v>2022.67123288</c:v>
                </c:pt>
                <c:pt idx="2686">
                  <c:v>2022.68219178</c:v>
                </c:pt>
                <c:pt idx="2687">
                  <c:v>2022.68493151</c:v>
                </c:pt>
                <c:pt idx="2688">
                  <c:v>2022.68767123</c:v>
                </c:pt>
                <c:pt idx="2689">
                  <c:v>2022.69041096</c:v>
                </c:pt>
                <c:pt idx="2690">
                  <c:v>2022.69863014</c:v>
                </c:pt>
                <c:pt idx="2691">
                  <c:v>2022.70136986</c:v>
                </c:pt>
                <c:pt idx="2692">
                  <c:v>2022.70410959</c:v>
                </c:pt>
                <c:pt idx="2693">
                  <c:v>2022.70684932</c:v>
                </c:pt>
                <c:pt idx="2694">
                  <c:v>2022.70958904</c:v>
                </c:pt>
                <c:pt idx="2695">
                  <c:v>2022.71780822</c:v>
                </c:pt>
                <c:pt idx="2696">
                  <c:v>2022.72054795</c:v>
                </c:pt>
                <c:pt idx="2697">
                  <c:v>2022.72328767</c:v>
                </c:pt>
                <c:pt idx="2698">
                  <c:v>2022.7260274</c:v>
                </c:pt>
                <c:pt idx="2699">
                  <c:v>2022.72876712</c:v>
                </c:pt>
                <c:pt idx="2700">
                  <c:v>2022.7369863</c:v>
                </c:pt>
                <c:pt idx="2701">
                  <c:v>2022.73972603</c:v>
                </c:pt>
                <c:pt idx="2702">
                  <c:v>2022.74246575</c:v>
                </c:pt>
                <c:pt idx="2703">
                  <c:v>2022.74520548</c:v>
                </c:pt>
                <c:pt idx="2704">
                  <c:v>2022.74794521</c:v>
                </c:pt>
                <c:pt idx="2705">
                  <c:v>2022.75616438</c:v>
                </c:pt>
                <c:pt idx="2706">
                  <c:v>2022.75890411</c:v>
                </c:pt>
                <c:pt idx="2707">
                  <c:v>2022.76164384</c:v>
                </c:pt>
                <c:pt idx="2708">
                  <c:v>2022.76438356</c:v>
                </c:pt>
                <c:pt idx="2709">
                  <c:v>2022.76712329</c:v>
                </c:pt>
                <c:pt idx="2710">
                  <c:v>2022.77534247</c:v>
                </c:pt>
                <c:pt idx="2711">
                  <c:v>2022.77808219</c:v>
                </c:pt>
                <c:pt idx="2712">
                  <c:v>2022.78082192</c:v>
                </c:pt>
                <c:pt idx="2713">
                  <c:v>2022.78356164</c:v>
                </c:pt>
                <c:pt idx="2714">
                  <c:v>2022.78630137</c:v>
                </c:pt>
                <c:pt idx="2715">
                  <c:v>2022.79452055</c:v>
                </c:pt>
                <c:pt idx="2716">
                  <c:v>2022.79726027</c:v>
                </c:pt>
                <c:pt idx="2717">
                  <c:v>2022.8</c:v>
                </c:pt>
                <c:pt idx="2718">
                  <c:v>2022.80273973</c:v>
                </c:pt>
                <c:pt idx="2719">
                  <c:v>2022.80547945</c:v>
                </c:pt>
                <c:pt idx="2720">
                  <c:v>2022.81369863</c:v>
                </c:pt>
                <c:pt idx="2721">
                  <c:v>2022.81643836</c:v>
                </c:pt>
                <c:pt idx="2722">
                  <c:v>2022.81917808</c:v>
                </c:pt>
                <c:pt idx="2723">
                  <c:v>2022.82191781</c:v>
                </c:pt>
                <c:pt idx="2724">
                  <c:v>2022.82465753</c:v>
                </c:pt>
                <c:pt idx="2725">
                  <c:v>2022.83287671</c:v>
                </c:pt>
                <c:pt idx="2726">
                  <c:v>2022.83561644</c:v>
                </c:pt>
                <c:pt idx="2727">
                  <c:v>2022.83835616</c:v>
                </c:pt>
                <c:pt idx="2728">
                  <c:v>2022.84109589</c:v>
                </c:pt>
                <c:pt idx="2729">
                  <c:v>2022.84383562</c:v>
                </c:pt>
                <c:pt idx="2730">
                  <c:v>2022.85205479</c:v>
                </c:pt>
                <c:pt idx="2731">
                  <c:v>2022.85479452</c:v>
                </c:pt>
                <c:pt idx="2732">
                  <c:v>2022.85753425</c:v>
                </c:pt>
                <c:pt idx="2733">
                  <c:v>2022.86027397</c:v>
                </c:pt>
                <c:pt idx="2734">
                  <c:v>2022.8630137</c:v>
                </c:pt>
                <c:pt idx="2735">
                  <c:v>2022.87123288</c:v>
                </c:pt>
                <c:pt idx="2736">
                  <c:v>2022.8739726</c:v>
                </c:pt>
                <c:pt idx="2737">
                  <c:v>2022.87671233</c:v>
                </c:pt>
                <c:pt idx="2738">
                  <c:v>2022.87945205</c:v>
                </c:pt>
                <c:pt idx="2739">
                  <c:v>2022.88219178</c:v>
                </c:pt>
                <c:pt idx="2740">
                  <c:v>2022.89041096</c:v>
                </c:pt>
                <c:pt idx="2741">
                  <c:v>2022.89315068</c:v>
                </c:pt>
                <c:pt idx="2742">
                  <c:v>2022.89589041</c:v>
                </c:pt>
                <c:pt idx="2743">
                  <c:v>2022.90136986</c:v>
                </c:pt>
                <c:pt idx="2744">
                  <c:v>2022.90958904</c:v>
                </c:pt>
                <c:pt idx="2745">
                  <c:v>2022.91232877</c:v>
                </c:pt>
                <c:pt idx="2746">
                  <c:v>2022.91506849</c:v>
                </c:pt>
                <c:pt idx="2747">
                  <c:v>2022.91780822</c:v>
                </c:pt>
                <c:pt idx="2748">
                  <c:v>2022.92054795</c:v>
                </c:pt>
                <c:pt idx="2749">
                  <c:v>2022.92876712</c:v>
                </c:pt>
                <c:pt idx="2750">
                  <c:v>2022.93150685</c:v>
                </c:pt>
                <c:pt idx="2751">
                  <c:v>2022.93424658</c:v>
                </c:pt>
                <c:pt idx="2752">
                  <c:v>2022.9369863</c:v>
                </c:pt>
                <c:pt idx="2753">
                  <c:v>2022.93972603</c:v>
                </c:pt>
                <c:pt idx="2754">
                  <c:v>2022.94794521</c:v>
                </c:pt>
                <c:pt idx="2755">
                  <c:v>2022.95068493</c:v>
                </c:pt>
                <c:pt idx="2756">
                  <c:v>2022.95342466</c:v>
                </c:pt>
                <c:pt idx="2757">
                  <c:v>2022.95616438</c:v>
                </c:pt>
                <c:pt idx="2758">
                  <c:v>2022.95890411</c:v>
                </c:pt>
                <c:pt idx="2759">
                  <c:v>2022.96712329</c:v>
                </c:pt>
                <c:pt idx="2760">
                  <c:v>2022.96986301</c:v>
                </c:pt>
                <c:pt idx="2761">
                  <c:v>2022.97260274</c:v>
                </c:pt>
                <c:pt idx="2762">
                  <c:v>2022.97534247</c:v>
                </c:pt>
                <c:pt idx="2763">
                  <c:v>2022.97808219</c:v>
                </c:pt>
                <c:pt idx="2764">
                  <c:v>2022.9890411</c:v>
                </c:pt>
                <c:pt idx="2765">
                  <c:v>2022.99178082</c:v>
                </c:pt>
                <c:pt idx="2766">
                  <c:v>2022.99452055</c:v>
                </c:pt>
                <c:pt idx="2767">
                  <c:v>2022.99726027</c:v>
                </c:pt>
                <c:pt idx="2768">
                  <c:v>2023.00821918</c:v>
                </c:pt>
                <c:pt idx="2769">
                  <c:v>2023.0109589</c:v>
                </c:pt>
                <c:pt idx="2770">
                  <c:v>2023.01369863</c:v>
                </c:pt>
                <c:pt idx="2771">
                  <c:v>2023.01643836</c:v>
                </c:pt>
                <c:pt idx="2772">
                  <c:v>2023.02465753</c:v>
                </c:pt>
                <c:pt idx="2773">
                  <c:v>2023.02739726</c:v>
                </c:pt>
                <c:pt idx="2774">
                  <c:v>2023.03013699</c:v>
                </c:pt>
                <c:pt idx="2775">
                  <c:v>2023.03287671</c:v>
                </c:pt>
                <c:pt idx="2776">
                  <c:v>2023.03561644</c:v>
                </c:pt>
                <c:pt idx="2777">
                  <c:v>2023.04657534</c:v>
                </c:pt>
                <c:pt idx="2778">
                  <c:v>2023.04931507</c:v>
                </c:pt>
                <c:pt idx="2779">
                  <c:v>2023.05205479</c:v>
                </c:pt>
                <c:pt idx="2780">
                  <c:v>2023.05479452</c:v>
                </c:pt>
                <c:pt idx="2781">
                  <c:v>2023.0630137</c:v>
                </c:pt>
                <c:pt idx="2782">
                  <c:v>2023.06575342</c:v>
                </c:pt>
                <c:pt idx="2783">
                  <c:v>2023.06849315</c:v>
                </c:pt>
                <c:pt idx="2784">
                  <c:v>2023.07123288</c:v>
                </c:pt>
                <c:pt idx="2785">
                  <c:v>2023.0739726</c:v>
                </c:pt>
                <c:pt idx="2786">
                  <c:v>2023.08219178</c:v>
                </c:pt>
                <c:pt idx="2787">
                  <c:v>2023.08493151</c:v>
                </c:pt>
                <c:pt idx="2788">
                  <c:v>2023.08767123</c:v>
                </c:pt>
                <c:pt idx="2789">
                  <c:v>2023.09041096</c:v>
                </c:pt>
                <c:pt idx="2790">
                  <c:v>2023.09315068</c:v>
                </c:pt>
                <c:pt idx="2791">
                  <c:v>2023.10136986</c:v>
                </c:pt>
                <c:pt idx="2792">
                  <c:v>2023.10410959</c:v>
                </c:pt>
                <c:pt idx="2793">
                  <c:v>2023.10684932</c:v>
                </c:pt>
                <c:pt idx="2794">
                  <c:v>2023.10958904</c:v>
                </c:pt>
                <c:pt idx="2795">
                  <c:v>2023.11232877</c:v>
                </c:pt>
                <c:pt idx="2796">
                  <c:v>2023.12054795</c:v>
                </c:pt>
                <c:pt idx="2797">
                  <c:v>2023.12328767</c:v>
                </c:pt>
                <c:pt idx="2798">
                  <c:v>2023.1260274</c:v>
                </c:pt>
                <c:pt idx="2799">
                  <c:v>2023.12876712</c:v>
                </c:pt>
                <c:pt idx="2800">
                  <c:v>2023.13150685</c:v>
                </c:pt>
                <c:pt idx="2801">
                  <c:v>2023.14246575</c:v>
                </c:pt>
                <c:pt idx="2802">
                  <c:v>2023.14520548</c:v>
                </c:pt>
                <c:pt idx="2803">
                  <c:v>2023.14794521</c:v>
                </c:pt>
                <c:pt idx="2804">
                  <c:v>2023.15068493</c:v>
                </c:pt>
                <c:pt idx="2805">
                  <c:v>2023.15890411</c:v>
                </c:pt>
                <c:pt idx="2806">
                  <c:v>2023.16164384</c:v>
                </c:pt>
                <c:pt idx="2807">
                  <c:v>2023.16438356</c:v>
                </c:pt>
                <c:pt idx="2808">
                  <c:v>2023.16712329</c:v>
                </c:pt>
                <c:pt idx="2809">
                  <c:v>2023.16986301</c:v>
                </c:pt>
                <c:pt idx="2810">
                  <c:v>2023.17808219</c:v>
                </c:pt>
                <c:pt idx="2811">
                  <c:v>2023.18082192</c:v>
                </c:pt>
                <c:pt idx="2812">
                  <c:v>2023.18356164</c:v>
                </c:pt>
                <c:pt idx="2813">
                  <c:v>2023.18630137</c:v>
                </c:pt>
                <c:pt idx="2814">
                  <c:v>2023.1890411</c:v>
                </c:pt>
                <c:pt idx="2815">
                  <c:v>2023.19726027</c:v>
                </c:pt>
                <c:pt idx="2816">
                  <c:v>2023.2</c:v>
                </c:pt>
                <c:pt idx="2817">
                  <c:v>2023.20273973</c:v>
                </c:pt>
                <c:pt idx="2818">
                  <c:v>2023.20547945</c:v>
                </c:pt>
                <c:pt idx="2819">
                  <c:v>2023.20821918</c:v>
                </c:pt>
                <c:pt idx="2820">
                  <c:v>2023.21643836</c:v>
                </c:pt>
                <c:pt idx="2821">
                  <c:v>2023.21917808</c:v>
                </c:pt>
                <c:pt idx="2822">
                  <c:v>2023.22191781</c:v>
                </c:pt>
                <c:pt idx="2823">
                  <c:v>2023.22465753</c:v>
                </c:pt>
                <c:pt idx="2824">
                  <c:v>2023.22739726</c:v>
                </c:pt>
                <c:pt idx="2825">
                  <c:v>2023.23561644</c:v>
                </c:pt>
                <c:pt idx="2826">
                  <c:v>2023.23835616</c:v>
                </c:pt>
                <c:pt idx="2827">
                  <c:v>2023.24109589</c:v>
                </c:pt>
                <c:pt idx="2828">
                  <c:v>2023.24383562</c:v>
                </c:pt>
                <c:pt idx="2829">
                  <c:v>2023.24657534</c:v>
                </c:pt>
                <c:pt idx="2830">
                  <c:v>2023.25479452</c:v>
                </c:pt>
                <c:pt idx="2831">
                  <c:v>2023.25753425</c:v>
                </c:pt>
                <c:pt idx="2832">
                  <c:v>2023.26027397</c:v>
                </c:pt>
                <c:pt idx="2833">
                  <c:v>2023.2630137</c:v>
                </c:pt>
                <c:pt idx="2834">
                  <c:v>2023.2739726</c:v>
                </c:pt>
                <c:pt idx="2835">
                  <c:v>2023.27671233</c:v>
                </c:pt>
                <c:pt idx="2836">
                  <c:v>2023.27945205</c:v>
                </c:pt>
                <c:pt idx="2837">
                  <c:v>2023.28219178</c:v>
                </c:pt>
                <c:pt idx="2838">
                  <c:v>2023.28493151</c:v>
                </c:pt>
                <c:pt idx="2839">
                  <c:v>2023.29315068</c:v>
                </c:pt>
                <c:pt idx="2840">
                  <c:v>2023.29589041</c:v>
                </c:pt>
                <c:pt idx="2841">
                  <c:v>2023.29863014</c:v>
                </c:pt>
                <c:pt idx="2842">
                  <c:v>2023.30136986</c:v>
                </c:pt>
                <c:pt idx="2843">
                  <c:v>2023.30410959</c:v>
                </c:pt>
                <c:pt idx="2844">
                  <c:v>2023.31232877</c:v>
                </c:pt>
                <c:pt idx="2845">
                  <c:v>2023.31506849</c:v>
                </c:pt>
                <c:pt idx="2846">
                  <c:v>2023.31780822</c:v>
                </c:pt>
                <c:pt idx="2847">
                  <c:v>2023.32054795</c:v>
                </c:pt>
                <c:pt idx="2848">
                  <c:v>2023.32328767</c:v>
                </c:pt>
                <c:pt idx="2849">
                  <c:v>2023.33150685</c:v>
                </c:pt>
                <c:pt idx="2850">
                  <c:v>2023.33424658</c:v>
                </c:pt>
                <c:pt idx="2851">
                  <c:v>2023.3369863</c:v>
                </c:pt>
                <c:pt idx="2852">
                  <c:v>2023.33972603</c:v>
                </c:pt>
                <c:pt idx="2853">
                  <c:v>2023.34246575</c:v>
                </c:pt>
                <c:pt idx="2854">
                  <c:v>2023.35068493</c:v>
                </c:pt>
                <c:pt idx="2855">
                  <c:v>2023.35342466</c:v>
                </c:pt>
                <c:pt idx="2856">
                  <c:v>2023.35616438</c:v>
                </c:pt>
                <c:pt idx="2857">
                  <c:v>2023.35890411</c:v>
                </c:pt>
                <c:pt idx="2858">
                  <c:v>2023.36164384</c:v>
                </c:pt>
                <c:pt idx="2859">
                  <c:v>2023.36986301</c:v>
                </c:pt>
                <c:pt idx="2860">
                  <c:v>2023.37260274</c:v>
                </c:pt>
                <c:pt idx="2861">
                  <c:v>2023.37534247</c:v>
                </c:pt>
                <c:pt idx="2862">
                  <c:v>2023.37808219</c:v>
                </c:pt>
                <c:pt idx="2863">
                  <c:v>2023.38082192</c:v>
                </c:pt>
                <c:pt idx="2864">
                  <c:v>2023.3890411</c:v>
                </c:pt>
                <c:pt idx="2865">
                  <c:v>2023.39178082</c:v>
                </c:pt>
                <c:pt idx="2866">
                  <c:v>2023.39452055</c:v>
                </c:pt>
                <c:pt idx="2867">
                  <c:v>2023.39726027</c:v>
                </c:pt>
                <c:pt idx="2868">
                  <c:v>2023.4</c:v>
                </c:pt>
                <c:pt idx="2869">
                  <c:v>2023.4109589</c:v>
                </c:pt>
                <c:pt idx="2870">
                  <c:v>2023.41369863</c:v>
                </c:pt>
                <c:pt idx="2871">
                  <c:v>2023.41643836</c:v>
                </c:pt>
                <c:pt idx="2872">
                  <c:v>2023.41917808</c:v>
                </c:pt>
                <c:pt idx="2873">
                  <c:v>2023.42739726</c:v>
                </c:pt>
                <c:pt idx="2874">
                  <c:v>2023.43013699</c:v>
                </c:pt>
                <c:pt idx="2875">
                  <c:v>2023.43287671</c:v>
                </c:pt>
                <c:pt idx="2876">
                  <c:v>2023.43561644</c:v>
                </c:pt>
                <c:pt idx="2877">
                  <c:v>2023.43835616</c:v>
                </c:pt>
                <c:pt idx="2878">
                  <c:v>2023.44657534</c:v>
                </c:pt>
                <c:pt idx="2879">
                  <c:v>2023.44931507</c:v>
                </c:pt>
                <c:pt idx="2880">
                  <c:v>2023.45205479</c:v>
                </c:pt>
                <c:pt idx="2881">
                  <c:v>2023.45479452</c:v>
                </c:pt>
                <c:pt idx="2882">
                  <c:v>2023.45753425</c:v>
                </c:pt>
                <c:pt idx="2883">
                  <c:v>2023.46849315</c:v>
                </c:pt>
                <c:pt idx="2884">
                  <c:v>2023.47123288</c:v>
                </c:pt>
                <c:pt idx="2885">
                  <c:v>2023.4739726</c:v>
                </c:pt>
                <c:pt idx="2886">
                  <c:v>2023.47671233</c:v>
                </c:pt>
                <c:pt idx="2887">
                  <c:v>2023.48493151</c:v>
                </c:pt>
                <c:pt idx="2888">
                  <c:v>2023.48767123</c:v>
                </c:pt>
                <c:pt idx="2889">
                  <c:v>2023.49041096</c:v>
                </c:pt>
                <c:pt idx="2890">
                  <c:v>2023.49315068</c:v>
                </c:pt>
                <c:pt idx="2891">
                  <c:v>2023.49589041</c:v>
                </c:pt>
                <c:pt idx="2892">
                  <c:v>2023.50410959</c:v>
                </c:pt>
                <c:pt idx="2893">
                  <c:v>2023.50958904</c:v>
                </c:pt>
                <c:pt idx="2894">
                  <c:v>2023.51232877</c:v>
                </c:pt>
                <c:pt idx="2895">
                  <c:v>2023.51506849</c:v>
                </c:pt>
                <c:pt idx="2896">
                  <c:v>2023.52328767</c:v>
                </c:pt>
                <c:pt idx="2897">
                  <c:v>2023.5260274</c:v>
                </c:pt>
                <c:pt idx="2898">
                  <c:v>2023.52876712</c:v>
                </c:pt>
                <c:pt idx="2899">
                  <c:v>2023.53150685</c:v>
                </c:pt>
                <c:pt idx="2900">
                  <c:v>2023.53424658</c:v>
                </c:pt>
                <c:pt idx="2901">
                  <c:v>2023.54246575</c:v>
                </c:pt>
                <c:pt idx="2902">
                  <c:v>2023.54520548</c:v>
                </c:pt>
                <c:pt idx="2903">
                  <c:v>2023.54794521</c:v>
                </c:pt>
                <c:pt idx="2904">
                  <c:v>2023.55068493</c:v>
                </c:pt>
                <c:pt idx="2905">
                  <c:v>2023.55342466</c:v>
                </c:pt>
                <c:pt idx="2906">
                  <c:v>2023.56164384</c:v>
                </c:pt>
                <c:pt idx="2907">
                  <c:v>2023.56438356</c:v>
                </c:pt>
                <c:pt idx="2908">
                  <c:v>2023.56712329</c:v>
                </c:pt>
                <c:pt idx="2909">
                  <c:v>2023.56986301</c:v>
                </c:pt>
                <c:pt idx="2910">
                  <c:v>2023.57260274</c:v>
                </c:pt>
                <c:pt idx="2911">
                  <c:v>2023.58082192</c:v>
                </c:pt>
                <c:pt idx="2912">
                  <c:v>2023.58356164</c:v>
                </c:pt>
                <c:pt idx="2913">
                  <c:v>2023.58630137</c:v>
                </c:pt>
                <c:pt idx="2914">
                  <c:v>2023.5890411</c:v>
                </c:pt>
                <c:pt idx="2915">
                  <c:v>2023.59178082</c:v>
                </c:pt>
                <c:pt idx="2916">
                  <c:v>2023.6</c:v>
                </c:pt>
                <c:pt idx="2917">
                  <c:v>2023.60273973</c:v>
                </c:pt>
                <c:pt idx="2918">
                  <c:v>2023.60547945</c:v>
                </c:pt>
                <c:pt idx="2919">
                  <c:v>2023.60821918</c:v>
                </c:pt>
                <c:pt idx="2920">
                  <c:v>2023.6109589</c:v>
                </c:pt>
                <c:pt idx="2921">
                  <c:v>2023.61917808</c:v>
                </c:pt>
                <c:pt idx="2922">
                  <c:v>2023.62191781</c:v>
                </c:pt>
                <c:pt idx="2923">
                  <c:v>2023.62465753</c:v>
                </c:pt>
                <c:pt idx="2924">
                  <c:v>2023.62739726</c:v>
                </c:pt>
                <c:pt idx="2925">
                  <c:v>2023.63013699</c:v>
                </c:pt>
                <c:pt idx="2926">
                  <c:v>2023.63835616</c:v>
                </c:pt>
                <c:pt idx="2927">
                  <c:v>2023.64109589</c:v>
                </c:pt>
                <c:pt idx="2928">
                  <c:v>2023.64383562</c:v>
                </c:pt>
                <c:pt idx="2929">
                  <c:v>2023.64657534</c:v>
                </c:pt>
                <c:pt idx="2930">
                  <c:v>2023.64931507</c:v>
                </c:pt>
                <c:pt idx="2931">
                  <c:v>2023.65753425</c:v>
                </c:pt>
                <c:pt idx="2932">
                  <c:v>2023.66027397</c:v>
                </c:pt>
                <c:pt idx="2933">
                  <c:v>2023.6630137</c:v>
                </c:pt>
                <c:pt idx="2934">
                  <c:v>2023.66575342</c:v>
                </c:pt>
                <c:pt idx="2935">
                  <c:v>2023.66849315</c:v>
                </c:pt>
                <c:pt idx="2936">
                  <c:v>2023.67945205</c:v>
                </c:pt>
                <c:pt idx="2937">
                  <c:v>2023.68219178</c:v>
                </c:pt>
                <c:pt idx="2938">
                  <c:v>2023.68493151</c:v>
                </c:pt>
                <c:pt idx="2939">
                  <c:v>2023.68767123</c:v>
                </c:pt>
                <c:pt idx="2940">
                  <c:v>2023.69589041</c:v>
                </c:pt>
                <c:pt idx="2941">
                  <c:v>2023.69863014</c:v>
                </c:pt>
                <c:pt idx="2942">
                  <c:v>2023.70136986</c:v>
                </c:pt>
                <c:pt idx="2943">
                  <c:v>2023.70410959</c:v>
                </c:pt>
                <c:pt idx="2944">
                  <c:v>2023.70684932</c:v>
                </c:pt>
                <c:pt idx="2945">
                  <c:v>2023.71506849</c:v>
                </c:pt>
                <c:pt idx="2946">
                  <c:v>2023.71780822</c:v>
                </c:pt>
                <c:pt idx="2947">
                  <c:v>2023.72054795</c:v>
                </c:pt>
                <c:pt idx="2948">
                  <c:v>2023.72328767</c:v>
                </c:pt>
                <c:pt idx="2949">
                  <c:v>2023.7260274</c:v>
                </c:pt>
                <c:pt idx="2950">
                  <c:v>2023.73424658</c:v>
                </c:pt>
                <c:pt idx="2951">
                  <c:v>2023.7369863</c:v>
                </c:pt>
                <c:pt idx="2952">
                  <c:v>2023.73972603</c:v>
                </c:pt>
                <c:pt idx="2953">
                  <c:v>2023.74246575</c:v>
                </c:pt>
                <c:pt idx="2954">
                  <c:v>2023.74520548</c:v>
                </c:pt>
                <c:pt idx="2955">
                  <c:v>2023.75342466</c:v>
                </c:pt>
                <c:pt idx="2956">
                  <c:v>2023.75616438</c:v>
                </c:pt>
                <c:pt idx="2957">
                  <c:v>2023.75890411</c:v>
                </c:pt>
                <c:pt idx="2958">
                  <c:v>2023.76164384</c:v>
                </c:pt>
                <c:pt idx="2959">
                  <c:v>2023.76438356</c:v>
                </c:pt>
                <c:pt idx="2960">
                  <c:v>2023.77260274</c:v>
                </c:pt>
                <c:pt idx="2961">
                  <c:v>2023.77534247</c:v>
                </c:pt>
                <c:pt idx="2962">
                  <c:v>2023.77808219</c:v>
                </c:pt>
                <c:pt idx="2963">
                  <c:v>2023.78082192</c:v>
                </c:pt>
                <c:pt idx="2964">
                  <c:v>2023.78356164</c:v>
                </c:pt>
                <c:pt idx="2965">
                  <c:v>2023.79178082</c:v>
                </c:pt>
                <c:pt idx="2966">
                  <c:v>2023.79452055</c:v>
                </c:pt>
                <c:pt idx="2967">
                  <c:v>2023.79726027</c:v>
                </c:pt>
                <c:pt idx="2968">
                  <c:v>2023.8</c:v>
                </c:pt>
                <c:pt idx="2969">
                  <c:v>2023.80273973</c:v>
                </c:pt>
                <c:pt idx="2970">
                  <c:v>2023.8109589</c:v>
                </c:pt>
                <c:pt idx="2971">
                  <c:v>2023.81369863</c:v>
                </c:pt>
                <c:pt idx="2972">
                  <c:v>2023.81643836</c:v>
                </c:pt>
                <c:pt idx="2973">
                  <c:v>2023.81917808</c:v>
                </c:pt>
                <c:pt idx="2974">
                  <c:v>2023.82191781</c:v>
                </c:pt>
                <c:pt idx="2975">
                  <c:v>2023.83013699</c:v>
                </c:pt>
                <c:pt idx="2976">
                  <c:v>2023.83287671</c:v>
                </c:pt>
                <c:pt idx="2977">
                  <c:v>2023.83561644</c:v>
                </c:pt>
                <c:pt idx="2978">
                  <c:v>2023.83835616</c:v>
                </c:pt>
                <c:pt idx="2979">
                  <c:v>2023.84109589</c:v>
                </c:pt>
                <c:pt idx="2980">
                  <c:v>2023.84931507</c:v>
                </c:pt>
                <c:pt idx="2981">
                  <c:v>2023.85205479</c:v>
                </c:pt>
                <c:pt idx="2982">
                  <c:v>2023.85479452</c:v>
                </c:pt>
                <c:pt idx="2983">
                  <c:v>2023.85753425</c:v>
                </c:pt>
                <c:pt idx="2984">
                  <c:v>2023.86027397</c:v>
                </c:pt>
                <c:pt idx="2985">
                  <c:v>2023.86849315</c:v>
                </c:pt>
                <c:pt idx="2986">
                  <c:v>2023.87123288</c:v>
                </c:pt>
                <c:pt idx="2987">
                  <c:v>2023.8739726</c:v>
                </c:pt>
                <c:pt idx="2988">
                  <c:v>2023.87671233</c:v>
                </c:pt>
                <c:pt idx="2989">
                  <c:v>2023.87945205</c:v>
                </c:pt>
                <c:pt idx="2990">
                  <c:v>2023.88767123</c:v>
                </c:pt>
                <c:pt idx="2991">
                  <c:v>2023.89041096</c:v>
                </c:pt>
                <c:pt idx="2992">
                  <c:v>2023.89315068</c:v>
                </c:pt>
                <c:pt idx="2993">
                  <c:v>2023.89863014</c:v>
                </c:pt>
                <c:pt idx="2994">
                  <c:v>2023.90684932</c:v>
                </c:pt>
                <c:pt idx="2995">
                  <c:v>2023.90958904</c:v>
                </c:pt>
                <c:pt idx="2996">
                  <c:v>2023.91232877</c:v>
                </c:pt>
                <c:pt idx="2997">
                  <c:v>2023.91506849</c:v>
                </c:pt>
                <c:pt idx="2998">
                  <c:v>2023.91780822</c:v>
                </c:pt>
                <c:pt idx="2999">
                  <c:v>2023.9260274</c:v>
                </c:pt>
                <c:pt idx="3000">
                  <c:v>2023.92876712</c:v>
                </c:pt>
                <c:pt idx="3001">
                  <c:v>2023.93150685</c:v>
                </c:pt>
                <c:pt idx="3002">
                  <c:v>2023.93424658</c:v>
                </c:pt>
                <c:pt idx="3003">
                  <c:v>2023.9369863</c:v>
                </c:pt>
                <c:pt idx="3004">
                  <c:v>2023.94520548</c:v>
                </c:pt>
                <c:pt idx="3005">
                  <c:v>2023.94794521</c:v>
                </c:pt>
                <c:pt idx="3006">
                  <c:v>2023.95068493</c:v>
                </c:pt>
                <c:pt idx="3007">
                  <c:v>2023.95342466</c:v>
                </c:pt>
                <c:pt idx="3008">
                  <c:v>2023.95616438</c:v>
                </c:pt>
                <c:pt idx="3009">
                  <c:v>2023.96438356</c:v>
                </c:pt>
                <c:pt idx="3010">
                  <c:v>2023.96712329</c:v>
                </c:pt>
                <c:pt idx="3011">
                  <c:v>2023.96986301</c:v>
                </c:pt>
                <c:pt idx="3012">
                  <c:v>2023.97260274</c:v>
                </c:pt>
                <c:pt idx="3013">
                  <c:v>2023.97534247</c:v>
                </c:pt>
                <c:pt idx="3014">
                  <c:v>2023.98630137</c:v>
                </c:pt>
                <c:pt idx="3015">
                  <c:v>2023.9890411</c:v>
                </c:pt>
                <c:pt idx="3016">
                  <c:v>2023.99178082</c:v>
                </c:pt>
                <c:pt idx="3017">
                  <c:v>2023.99452055</c:v>
                </c:pt>
                <c:pt idx="3018">
                  <c:v>2024.00546448</c:v>
                </c:pt>
                <c:pt idx="3019">
                  <c:v>2024.00819672</c:v>
                </c:pt>
                <c:pt idx="3020">
                  <c:v>2024.01092896</c:v>
                </c:pt>
                <c:pt idx="3021">
                  <c:v>2024.0136612</c:v>
                </c:pt>
                <c:pt idx="3022">
                  <c:v>2024.02185792</c:v>
                </c:pt>
                <c:pt idx="3023">
                  <c:v>2024.02459016</c:v>
                </c:pt>
                <c:pt idx="3024">
                  <c:v>2024.0273224</c:v>
                </c:pt>
                <c:pt idx="3025">
                  <c:v>2024.03005464</c:v>
                </c:pt>
                <c:pt idx="3026">
                  <c:v>2024.03278689</c:v>
                </c:pt>
                <c:pt idx="3027">
                  <c:v>2024.04371585</c:v>
                </c:pt>
                <c:pt idx="3028">
                  <c:v>2024.04644809</c:v>
                </c:pt>
                <c:pt idx="3029">
                  <c:v>2024.04918033</c:v>
                </c:pt>
                <c:pt idx="3030">
                  <c:v>2024.05191257</c:v>
                </c:pt>
                <c:pt idx="3031">
                  <c:v>2024.06010929</c:v>
                </c:pt>
                <c:pt idx="3032">
                  <c:v>2024.06284153</c:v>
                </c:pt>
                <c:pt idx="3033">
                  <c:v>2024.06557377</c:v>
                </c:pt>
                <c:pt idx="3034">
                  <c:v>2024.06830601</c:v>
                </c:pt>
                <c:pt idx="3035">
                  <c:v>2024.07103825</c:v>
                </c:pt>
                <c:pt idx="3036">
                  <c:v>2024.07923497</c:v>
                </c:pt>
                <c:pt idx="3037">
                  <c:v>2024.08196721</c:v>
                </c:pt>
                <c:pt idx="3038">
                  <c:v>2024.08469945</c:v>
                </c:pt>
                <c:pt idx="3039">
                  <c:v>2024.08743169</c:v>
                </c:pt>
                <c:pt idx="3040">
                  <c:v>2024.09016393</c:v>
                </c:pt>
                <c:pt idx="3041">
                  <c:v>2024.09836066</c:v>
                </c:pt>
                <c:pt idx="3042">
                  <c:v>2024.1010929</c:v>
                </c:pt>
                <c:pt idx="3043">
                  <c:v>2024.10382514</c:v>
                </c:pt>
                <c:pt idx="3044">
                  <c:v>2024.10655738</c:v>
                </c:pt>
                <c:pt idx="3045">
                  <c:v>2024.10928962</c:v>
                </c:pt>
                <c:pt idx="3046">
                  <c:v>2024.11748634</c:v>
                </c:pt>
                <c:pt idx="3047">
                  <c:v>2024.12021858</c:v>
                </c:pt>
                <c:pt idx="3048">
                  <c:v>2024.12295082</c:v>
                </c:pt>
                <c:pt idx="3049">
                  <c:v>2024.12568306</c:v>
                </c:pt>
                <c:pt idx="3050">
                  <c:v>2024.1284153</c:v>
                </c:pt>
                <c:pt idx="3051">
                  <c:v>2024.13934426</c:v>
                </c:pt>
                <c:pt idx="3052">
                  <c:v>2024.1420765</c:v>
                </c:pt>
                <c:pt idx="3053">
                  <c:v>2024.14480874</c:v>
                </c:pt>
                <c:pt idx="3054">
                  <c:v>2024.14754098</c:v>
                </c:pt>
                <c:pt idx="3055">
                  <c:v>2024.1557377</c:v>
                </c:pt>
                <c:pt idx="3056">
                  <c:v>2024.15846995</c:v>
                </c:pt>
                <c:pt idx="3057">
                  <c:v>2024.16120219</c:v>
                </c:pt>
                <c:pt idx="3058">
                  <c:v>2024.16393443</c:v>
                </c:pt>
                <c:pt idx="3059">
                  <c:v>2024.16666667</c:v>
                </c:pt>
                <c:pt idx="3060">
                  <c:v>2024.17486339</c:v>
                </c:pt>
                <c:pt idx="3061">
                  <c:v>2024.17759563</c:v>
                </c:pt>
                <c:pt idx="3062">
                  <c:v>2024.18032787</c:v>
                </c:pt>
                <c:pt idx="3063">
                  <c:v>2024.18306011</c:v>
                </c:pt>
                <c:pt idx="3064">
                  <c:v>2024.18579235</c:v>
                </c:pt>
                <c:pt idx="3065">
                  <c:v>2024.19398907</c:v>
                </c:pt>
                <c:pt idx="3066">
                  <c:v>2024.19672131</c:v>
                </c:pt>
                <c:pt idx="3067">
                  <c:v>2024.19945355</c:v>
                </c:pt>
                <c:pt idx="3068">
                  <c:v>2024.20218579</c:v>
                </c:pt>
                <c:pt idx="3069">
                  <c:v>2024.20491803</c:v>
                </c:pt>
                <c:pt idx="3070">
                  <c:v>2024.21311475</c:v>
                </c:pt>
                <c:pt idx="3071">
                  <c:v>2024.21584699</c:v>
                </c:pt>
                <c:pt idx="3072">
                  <c:v>2024.21857923</c:v>
                </c:pt>
                <c:pt idx="3073">
                  <c:v>2024.22131148</c:v>
                </c:pt>
                <c:pt idx="3074">
                  <c:v>2024.22404372</c:v>
                </c:pt>
                <c:pt idx="3075">
                  <c:v>2024.23224044</c:v>
                </c:pt>
                <c:pt idx="3076">
                  <c:v>2024.23497268</c:v>
                </c:pt>
                <c:pt idx="3077">
                  <c:v>2024.23770492</c:v>
                </c:pt>
                <c:pt idx="3078">
                  <c:v>2024.24043716</c:v>
                </c:pt>
                <c:pt idx="3079">
                  <c:v>2024.25136612</c:v>
                </c:pt>
                <c:pt idx="3080">
                  <c:v>2024.25409836</c:v>
                </c:pt>
                <c:pt idx="3081">
                  <c:v>2024.2568306</c:v>
                </c:pt>
                <c:pt idx="3082">
                  <c:v>2024.25956284</c:v>
                </c:pt>
                <c:pt idx="3083">
                  <c:v>2024.26229508</c:v>
                </c:pt>
                <c:pt idx="3084">
                  <c:v>2024.2704918</c:v>
                </c:pt>
                <c:pt idx="3085">
                  <c:v>2024.27322404</c:v>
                </c:pt>
                <c:pt idx="3086">
                  <c:v>2024.27595628</c:v>
                </c:pt>
                <c:pt idx="3087">
                  <c:v>2024.27868852</c:v>
                </c:pt>
                <c:pt idx="3088">
                  <c:v>2024.28142077</c:v>
                </c:pt>
                <c:pt idx="3089">
                  <c:v>2024.28961749</c:v>
                </c:pt>
                <c:pt idx="3090">
                  <c:v>2024.29234973</c:v>
                </c:pt>
                <c:pt idx="3091">
                  <c:v>2024.29508197</c:v>
                </c:pt>
                <c:pt idx="3092">
                  <c:v>2024.29781421</c:v>
                </c:pt>
                <c:pt idx="3093">
                  <c:v>2024.30054645</c:v>
                </c:pt>
                <c:pt idx="3094">
                  <c:v>2024.30874317</c:v>
                </c:pt>
                <c:pt idx="3095">
                  <c:v>2024.31147541</c:v>
                </c:pt>
                <c:pt idx="3096">
                  <c:v>2024.31420765</c:v>
                </c:pt>
                <c:pt idx="3097">
                  <c:v>2024.31693989</c:v>
                </c:pt>
                <c:pt idx="3098">
                  <c:v>2024.31967213</c:v>
                </c:pt>
                <c:pt idx="3099">
                  <c:v>2024.32786885</c:v>
                </c:pt>
                <c:pt idx="3100">
                  <c:v>2024.33060109</c:v>
                </c:pt>
                <c:pt idx="3101">
                  <c:v>2024.33333333</c:v>
                </c:pt>
                <c:pt idx="3102">
                  <c:v>2024.33606557</c:v>
                </c:pt>
                <c:pt idx="3103">
                  <c:v>2024.33879781</c:v>
                </c:pt>
                <c:pt idx="3104">
                  <c:v>2024.34699454</c:v>
                </c:pt>
                <c:pt idx="3105">
                  <c:v>2024.34972678</c:v>
                </c:pt>
                <c:pt idx="3106">
                  <c:v>2024.35245902</c:v>
                </c:pt>
                <c:pt idx="3107">
                  <c:v>2024.35519126</c:v>
                </c:pt>
                <c:pt idx="3108">
                  <c:v>2024.3579235</c:v>
                </c:pt>
                <c:pt idx="3109">
                  <c:v>2024.36612022</c:v>
                </c:pt>
                <c:pt idx="3110">
                  <c:v>2024.36885246</c:v>
                </c:pt>
                <c:pt idx="3111">
                  <c:v>2024.3715847</c:v>
                </c:pt>
                <c:pt idx="3112">
                  <c:v>2024.37431694</c:v>
                </c:pt>
                <c:pt idx="3113">
                  <c:v>2024.37704918</c:v>
                </c:pt>
                <c:pt idx="3114">
                  <c:v>2024.3852459</c:v>
                </c:pt>
                <c:pt idx="3115">
                  <c:v>2024.38797814</c:v>
                </c:pt>
                <c:pt idx="3116">
                  <c:v>2024.39071038</c:v>
                </c:pt>
                <c:pt idx="3117">
                  <c:v>2024.39344262</c:v>
                </c:pt>
                <c:pt idx="3118">
                  <c:v>2024.39617486</c:v>
                </c:pt>
                <c:pt idx="3119">
                  <c:v>2024.40710383</c:v>
                </c:pt>
                <c:pt idx="3120">
                  <c:v>2024.40983607</c:v>
                </c:pt>
                <c:pt idx="3121">
                  <c:v>2024.41256831</c:v>
                </c:pt>
                <c:pt idx="3122">
                  <c:v>2024.41530055</c:v>
                </c:pt>
                <c:pt idx="3123">
                  <c:v>2024.42349727</c:v>
                </c:pt>
                <c:pt idx="3124">
                  <c:v>2024.42622951</c:v>
                </c:pt>
                <c:pt idx="3125">
                  <c:v>2024.42896175</c:v>
                </c:pt>
                <c:pt idx="3126">
                  <c:v>2024.43169399</c:v>
                </c:pt>
                <c:pt idx="3127">
                  <c:v>2024.43442623</c:v>
                </c:pt>
                <c:pt idx="3128">
                  <c:v>2024.44262295</c:v>
                </c:pt>
                <c:pt idx="3129">
                  <c:v>2024.44535519</c:v>
                </c:pt>
                <c:pt idx="3130">
                  <c:v>2024.44808743</c:v>
                </c:pt>
                <c:pt idx="3131">
                  <c:v>2024.45081967</c:v>
                </c:pt>
                <c:pt idx="3132">
                  <c:v>2024.45355191</c:v>
                </c:pt>
                <c:pt idx="3133">
                  <c:v>2024.46174863</c:v>
                </c:pt>
                <c:pt idx="3134">
                  <c:v>2024.46448087</c:v>
                </c:pt>
                <c:pt idx="3135">
                  <c:v>2024.46994536</c:v>
                </c:pt>
                <c:pt idx="3136">
                  <c:v>2024.4726776</c:v>
                </c:pt>
                <c:pt idx="3137">
                  <c:v>2024.48087432</c:v>
                </c:pt>
                <c:pt idx="3138">
                  <c:v>2024.48360656</c:v>
                </c:pt>
                <c:pt idx="3139">
                  <c:v>2024.4863388</c:v>
                </c:pt>
                <c:pt idx="3140">
                  <c:v>2024.48907104</c:v>
                </c:pt>
                <c:pt idx="3141">
                  <c:v>2024.49180328</c:v>
                </c:pt>
                <c:pt idx="3142">
                  <c:v>2024.5</c:v>
                </c:pt>
                <c:pt idx="3143">
                  <c:v>2024.50273224</c:v>
                </c:pt>
                <c:pt idx="3144">
                  <c:v>2024.50546448</c:v>
                </c:pt>
                <c:pt idx="3145">
                  <c:v>2024.51092896</c:v>
                </c:pt>
                <c:pt idx="3146">
                  <c:v>2024.51912568</c:v>
                </c:pt>
                <c:pt idx="3147">
                  <c:v>2024.52185792</c:v>
                </c:pt>
                <c:pt idx="3148">
                  <c:v>2024.52459016</c:v>
                </c:pt>
                <c:pt idx="3149">
                  <c:v>2024.5273224</c:v>
                </c:pt>
                <c:pt idx="3150">
                  <c:v>2024.53005464</c:v>
                </c:pt>
                <c:pt idx="3151">
                  <c:v>2024.53825137</c:v>
                </c:pt>
                <c:pt idx="3152">
                  <c:v>2024.54098361</c:v>
                </c:pt>
                <c:pt idx="3153">
                  <c:v>2024.54371585</c:v>
                </c:pt>
                <c:pt idx="3154">
                  <c:v>2024.54644809</c:v>
                </c:pt>
                <c:pt idx="3155">
                  <c:v>2024.54918033</c:v>
                </c:pt>
                <c:pt idx="3156">
                  <c:v>2024.55737705</c:v>
                </c:pt>
                <c:pt idx="3157">
                  <c:v>2024.56010929</c:v>
                </c:pt>
                <c:pt idx="3158">
                  <c:v>2024.56284153</c:v>
                </c:pt>
                <c:pt idx="3159">
                  <c:v>2024.56557377</c:v>
                </c:pt>
                <c:pt idx="3160">
                  <c:v>2024.56830601</c:v>
                </c:pt>
                <c:pt idx="3161">
                  <c:v>2024.57650273</c:v>
                </c:pt>
                <c:pt idx="3162">
                  <c:v>2024.57923497</c:v>
                </c:pt>
                <c:pt idx="3163">
                  <c:v>2024.58196721</c:v>
                </c:pt>
                <c:pt idx="3164">
                  <c:v>2024.58469945</c:v>
                </c:pt>
                <c:pt idx="3165">
                  <c:v>2024.58743169</c:v>
                </c:pt>
                <c:pt idx="3166">
                  <c:v>2024.59562842</c:v>
                </c:pt>
                <c:pt idx="3167">
                  <c:v>2024.59836066</c:v>
                </c:pt>
                <c:pt idx="3168">
                  <c:v>2024.6010929</c:v>
                </c:pt>
                <c:pt idx="3169">
                  <c:v>2024.60382514</c:v>
                </c:pt>
                <c:pt idx="3170">
                  <c:v>2024.60655738</c:v>
                </c:pt>
                <c:pt idx="3171">
                  <c:v>2024.6147541</c:v>
                </c:pt>
                <c:pt idx="3172">
                  <c:v>2024.61748634</c:v>
                </c:pt>
                <c:pt idx="3173">
                  <c:v>2024.62021858</c:v>
                </c:pt>
                <c:pt idx="3174">
                  <c:v>2024.62295082</c:v>
                </c:pt>
                <c:pt idx="3175">
                  <c:v>2024.62568306</c:v>
                </c:pt>
                <c:pt idx="3176">
                  <c:v>2024.63387978</c:v>
                </c:pt>
                <c:pt idx="3177">
                  <c:v>2024.63661202</c:v>
                </c:pt>
                <c:pt idx="3178">
                  <c:v>2024.63934426</c:v>
                </c:pt>
                <c:pt idx="3179">
                  <c:v>2024.6420765</c:v>
                </c:pt>
                <c:pt idx="3180">
                  <c:v>2024.64480874</c:v>
                </c:pt>
                <c:pt idx="3181">
                  <c:v>2024.65300546</c:v>
                </c:pt>
                <c:pt idx="3182">
                  <c:v>2024.6557377</c:v>
                </c:pt>
                <c:pt idx="3183">
                  <c:v>2024.65846995</c:v>
                </c:pt>
                <c:pt idx="3184">
                  <c:v>2024.66120219</c:v>
                </c:pt>
                <c:pt idx="3185">
                  <c:v>2024.66393443</c:v>
                </c:pt>
                <c:pt idx="3186">
                  <c:v>2024.67486339</c:v>
                </c:pt>
                <c:pt idx="3187">
                  <c:v>2024.67759563</c:v>
                </c:pt>
                <c:pt idx="3188">
                  <c:v>2024.68032787</c:v>
                </c:pt>
                <c:pt idx="3189">
                  <c:v>2024.68306011</c:v>
                </c:pt>
                <c:pt idx="3190">
                  <c:v>2024.69125683</c:v>
                </c:pt>
                <c:pt idx="3191">
                  <c:v>2024.69398907</c:v>
                </c:pt>
                <c:pt idx="3192">
                  <c:v>2024.69672131</c:v>
                </c:pt>
                <c:pt idx="3193">
                  <c:v>2024.69945355</c:v>
                </c:pt>
                <c:pt idx="3194">
                  <c:v>2024.70218579</c:v>
                </c:pt>
                <c:pt idx="3195">
                  <c:v>2024.71038251</c:v>
                </c:pt>
                <c:pt idx="3196">
                  <c:v>2024.71311475</c:v>
                </c:pt>
                <c:pt idx="3197">
                  <c:v>2024.71584699</c:v>
                </c:pt>
                <c:pt idx="3198">
                  <c:v>2024.71857923</c:v>
                </c:pt>
                <c:pt idx="3199">
                  <c:v>2024.72131148</c:v>
                </c:pt>
                <c:pt idx="3200">
                  <c:v>2024.7295082</c:v>
                </c:pt>
                <c:pt idx="3201">
                  <c:v>2024.73224044</c:v>
                </c:pt>
                <c:pt idx="3202">
                  <c:v>2024.73497268</c:v>
                </c:pt>
                <c:pt idx="3203">
                  <c:v>2024.73770492</c:v>
                </c:pt>
                <c:pt idx="3204">
                  <c:v>2024.74043716</c:v>
                </c:pt>
                <c:pt idx="3205">
                  <c:v>2024.74863388</c:v>
                </c:pt>
                <c:pt idx="3206">
                  <c:v>2024.75136612</c:v>
                </c:pt>
                <c:pt idx="3207">
                  <c:v>2024.75409836</c:v>
                </c:pt>
                <c:pt idx="3208">
                  <c:v>2024.7568306</c:v>
                </c:pt>
                <c:pt idx="3209">
                  <c:v>2024.75956284</c:v>
                </c:pt>
                <c:pt idx="3210">
                  <c:v>2024.76775956</c:v>
                </c:pt>
                <c:pt idx="3211">
                  <c:v>2024.7704918</c:v>
                </c:pt>
                <c:pt idx="3212">
                  <c:v>2024.77322404</c:v>
                </c:pt>
                <c:pt idx="3213">
                  <c:v>2024.77595628</c:v>
                </c:pt>
                <c:pt idx="3214">
                  <c:v>2024.77868852</c:v>
                </c:pt>
                <c:pt idx="3215">
                  <c:v>2024.78688525</c:v>
                </c:pt>
                <c:pt idx="3216">
                  <c:v>2024.78961749</c:v>
                </c:pt>
                <c:pt idx="3217">
                  <c:v>2024.79234973</c:v>
                </c:pt>
                <c:pt idx="3218">
                  <c:v>2024.79508197</c:v>
                </c:pt>
                <c:pt idx="3219">
                  <c:v>2024.79781421</c:v>
                </c:pt>
                <c:pt idx="3220">
                  <c:v>2024.80601093</c:v>
                </c:pt>
                <c:pt idx="3221">
                  <c:v>2024.80874317</c:v>
                </c:pt>
                <c:pt idx="3222">
                  <c:v>2024.81147541</c:v>
                </c:pt>
                <c:pt idx="3223">
                  <c:v>2024.81420765</c:v>
                </c:pt>
                <c:pt idx="3224">
                  <c:v>2024.81693989</c:v>
                </c:pt>
                <c:pt idx="3225">
                  <c:v>2024.82513661</c:v>
                </c:pt>
                <c:pt idx="3226">
                  <c:v>2024.82786885</c:v>
                </c:pt>
                <c:pt idx="3227">
                  <c:v>2024.83060109</c:v>
                </c:pt>
                <c:pt idx="3228">
                  <c:v>2024.83333333</c:v>
                </c:pt>
                <c:pt idx="3229">
                  <c:v>2024.83606557</c:v>
                </c:pt>
                <c:pt idx="3230">
                  <c:v>2024.8442623</c:v>
                </c:pt>
                <c:pt idx="3231">
                  <c:v>2024.84699454</c:v>
                </c:pt>
                <c:pt idx="3232">
                  <c:v>2024.84972678</c:v>
                </c:pt>
                <c:pt idx="3233">
                  <c:v>2024.85245902</c:v>
                </c:pt>
                <c:pt idx="3234">
                  <c:v>2024.85519126</c:v>
                </c:pt>
                <c:pt idx="3235">
                  <c:v>2024.86338798</c:v>
                </c:pt>
                <c:pt idx="3236">
                  <c:v>2024.86612022</c:v>
                </c:pt>
                <c:pt idx="3237">
                  <c:v>2024.86885246</c:v>
                </c:pt>
                <c:pt idx="3238">
                  <c:v>2024.8715847</c:v>
                </c:pt>
                <c:pt idx="3239">
                  <c:v>2024.87431694</c:v>
                </c:pt>
                <c:pt idx="3240">
                  <c:v>2024.88251366</c:v>
                </c:pt>
                <c:pt idx="3241">
                  <c:v>2024.8852459</c:v>
                </c:pt>
                <c:pt idx="3242">
                  <c:v>2024.88797814</c:v>
                </c:pt>
                <c:pt idx="3243">
                  <c:v>2024.89071038</c:v>
                </c:pt>
                <c:pt idx="3244">
                  <c:v>2024.89344262</c:v>
                </c:pt>
                <c:pt idx="3245">
                  <c:v>2024.90163934</c:v>
                </c:pt>
                <c:pt idx="3246">
                  <c:v>2024.90437158</c:v>
                </c:pt>
                <c:pt idx="3247">
                  <c:v>2024.90710383</c:v>
                </c:pt>
                <c:pt idx="3248">
                  <c:v>2024.91256831</c:v>
                </c:pt>
                <c:pt idx="3249">
                  <c:v>2024.92076503</c:v>
                </c:pt>
                <c:pt idx="3250">
                  <c:v>2024.92349727</c:v>
                </c:pt>
                <c:pt idx="3251">
                  <c:v>2024.92622951</c:v>
                </c:pt>
                <c:pt idx="3252">
                  <c:v>2024.92896175</c:v>
                </c:pt>
                <c:pt idx="3253">
                  <c:v>2024.93169399</c:v>
                </c:pt>
                <c:pt idx="3254">
                  <c:v>2024.93989071</c:v>
                </c:pt>
                <c:pt idx="3255">
                  <c:v>2024.94262295</c:v>
                </c:pt>
                <c:pt idx="3256">
                  <c:v>2024.94535519</c:v>
                </c:pt>
                <c:pt idx="3257">
                  <c:v>2024.94808743</c:v>
                </c:pt>
                <c:pt idx="3258">
                  <c:v>2024.95081967</c:v>
                </c:pt>
                <c:pt idx="3259">
                  <c:v>2024.95901639</c:v>
                </c:pt>
                <c:pt idx="3260">
                  <c:v>2024.96174863</c:v>
                </c:pt>
                <c:pt idx="3261">
                  <c:v>2024.96448087</c:v>
                </c:pt>
                <c:pt idx="3262">
                  <c:v>2024.96721311</c:v>
                </c:pt>
                <c:pt idx="3263">
                  <c:v>2024.96994536</c:v>
                </c:pt>
                <c:pt idx="3264">
                  <c:v>2024.97814208</c:v>
                </c:pt>
                <c:pt idx="3265">
                  <c:v>2024.98087432</c:v>
                </c:pt>
                <c:pt idx="3266">
                  <c:v>2024.9863388</c:v>
                </c:pt>
                <c:pt idx="3267">
                  <c:v>2024.98907104</c:v>
                </c:pt>
                <c:pt idx="3268">
                  <c:v>2024.99726776</c:v>
                </c:pt>
                <c:pt idx="3269">
                  <c:v>2025</c:v>
                </c:pt>
                <c:pt idx="3270">
                  <c:v>2025.00547945</c:v>
                </c:pt>
                <c:pt idx="3271">
                  <c:v>2025.00821918</c:v>
                </c:pt>
                <c:pt idx="3272">
                  <c:v>2025.01643836</c:v>
                </c:pt>
                <c:pt idx="3273">
                  <c:v>2025.01917808</c:v>
                </c:pt>
                <c:pt idx="3274">
                  <c:v>2025.02191781</c:v>
                </c:pt>
                <c:pt idx="3275">
                  <c:v>2025.02739726</c:v>
                </c:pt>
                <c:pt idx="3276">
                  <c:v>2025.03561644</c:v>
                </c:pt>
                <c:pt idx="3277">
                  <c:v>2025.03835616</c:v>
                </c:pt>
                <c:pt idx="3278">
                  <c:v>2025.04109589</c:v>
                </c:pt>
                <c:pt idx="3279">
                  <c:v>2025.04383562</c:v>
                </c:pt>
                <c:pt idx="3280">
                  <c:v>2025.04657534</c:v>
                </c:pt>
                <c:pt idx="3281">
                  <c:v>2025.05753425</c:v>
                </c:pt>
                <c:pt idx="3282">
                  <c:v>2025.06027397</c:v>
                </c:pt>
                <c:pt idx="3283">
                  <c:v>2025.0630137</c:v>
                </c:pt>
                <c:pt idx="3284">
                  <c:v>2025.06575342</c:v>
                </c:pt>
                <c:pt idx="3285">
                  <c:v>2025.0739726</c:v>
                </c:pt>
                <c:pt idx="3286">
                  <c:v>2025.07671233</c:v>
                </c:pt>
                <c:pt idx="3287">
                  <c:v>2025.07945205</c:v>
                </c:pt>
                <c:pt idx="3288">
                  <c:v>2025.08219178</c:v>
                </c:pt>
                <c:pt idx="3289">
                  <c:v>2025.08493151</c:v>
                </c:pt>
                <c:pt idx="3290">
                  <c:v>2025.09315068</c:v>
                </c:pt>
                <c:pt idx="3291">
                  <c:v>2025.09589041</c:v>
                </c:pt>
                <c:pt idx="3292">
                  <c:v>2025.09863014</c:v>
                </c:pt>
                <c:pt idx="3293">
                  <c:v>2025.10136986</c:v>
                </c:pt>
                <c:pt idx="3294">
                  <c:v>2025.10410959</c:v>
                </c:pt>
                <c:pt idx="3295">
                  <c:v>2025.11232877</c:v>
                </c:pt>
                <c:pt idx="3296">
                  <c:v>2025.11506849</c:v>
                </c:pt>
                <c:pt idx="3297">
                  <c:v>2025.11780822</c:v>
                </c:pt>
                <c:pt idx="3298">
                  <c:v>2025.12054795</c:v>
                </c:pt>
                <c:pt idx="3299">
                  <c:v>2025.12328767</c:v>
                </c:pt>
                <c:pt idx="3300">
                  <c:v>2025.13424658</c:v>
                </c:pt>
                <c:pt idx="3301">
                  <c:v>2025.1369863</c:v>
                </c:pt>
                <c:pt idx="3302">
                  <c:v>2025.13972603</c:v>
                </c:pt>
                <c:pt idx="3303">
                  <c:v>2025.14246575</c:v>
                </c:pt>
                <c:pt idx="3304">
                  <c:v>2025.15068493</c:v>
                </c:pt>
                <c:pt idx="3305">
                  <c:v>2025.15342466</c:v>
                </c:pt>
                <c:pt idx="3306">
                  <c:v>2025.15616438</c:v>
                </c:pt>
                <c:pt idx="3307">
                  <c:v>2025.15890411</c:v>
                </c:pt>
                <c:pt idx="3308">
                  <c:v>2025.16164384</c:v>
                </c:pt>
                <c:pt idx="3309">
                  <c:v>2025.16986301</c:v>
                </c:pt>
                <c:pt idx="3310">
                  <c:v>2025.17260274</c:v>
                </c:pt>
                <c:pt idx="3311">
                  <c:v>2025.17534247</c:v>
                </c:pt>
                <c:pt idx="3312">
                  <c:v>2025.17808219</c:v>
                </c:pt>
                <c:pt idx="3313">
                  <c:v>2025.18082192</c:v>
                </c:pt>
                <c:pt idx="3314">
                  <c:v>2025.1890411</c:v>
                </c:pt>
                <c:pt idx="3315">
                  <c:v>2025.19178082</c:v>
                </c:pt>
                <c:pt idx="3316">
                  <c:v>2025.19452055</c:v>
                </c:pt>
                <c:pt idx="3317">
                  <c:v>2025.19726027</c:v>
                </c:pt>
                <c:pt idx="3318">
                  <c:v>2025.2</c:v>
                </c:pt>
                <c:pt idx="3319">
                  <c:v>2025.20821918</c:v>
                </c:pt>
                <c:pt idx="3320">
                  <c:v>2025.2109589</c:v>
                </c:pt>
                <c:pt idx="3321">
                  <c:v>2025.21369863</c:v>
                </c:pt>
                <c:pt idx="3322">
                  <c:v>2025.21643836</c:v>
                </c:pt>
                <c:pt idx="3323">
                  <c:v>2025.21917808</c:v>
                </c:pt>
                <c:pt idx="3324">
                  <c:v>2025.22739726</c:v>
                </c:pt>
                <c:pt idx="3325">
                  <c:v>2025.23013699</c:v>
                </c:pt>
                <c:pt idx="3326">
                  <c:v>2025.23287671</c:v>
                </c:pt>
                <c:pt idx="3327">
                  <c:v>2025.23561644</c:v>
                </c:pt>
                <c:pt idx="3328">
                  <c:v>2025.23835616</c:v>
                </c:pt>
                <c:pt idx="3329">
                  <c:v>2025.24657534</c:v>
                </c:pt>
                <c:pt idx="3330">
                  <c:v>2025.24931507</c:v>
                </c:pt>
                <c:pt idx="3331">
                  <c:v>2025.25205479</c:v>
                </c:pt>
                <c:pt idx="3332">
                  <c:v>2025.25479452</c:v>
                </c:pt>
                <c:pt idx="3333">
                  <c:v>2025.25753425</c:v>
                </c:pt>
                <c:pt idx="3334">
                  <c:v>2025.26575342</c:v>
                </c:pt>
                <c:pt idx="3335">
                  <c:v>2025.26849315</c:v>
                </c:pt>
                <c:pt idx="3336">
                  <c:v>2025.27123288</c:v>
                </c:pt>
                <c:pt idx="3337">
                  <c:v>2025.2739726</c:v>
                </c:pt>
                <c:pt idx="3338">
                  <c:v>2025.27671233</c:v>
                </c:pt>
                <c:pt idx="3339">
                  <c:v>2025.28493151</c:v>
                </c:pt>
                <c:pt idx="3340">
                  <c:v>2025.28767123</c:v>
                </c:pt>
                <c:pt idx="3341">
                  <c:v>2025.29041096</c:v>
                </c:pt>
                <c:pt idx="3342">
                  <c:v>2025.29315068</c:v>
                </c:pt>
                <c:pt idx="3343">
                  <c:v>2025.30410959</c:v>
                </c:pt>
                <c:pt idx="3344">
                  <c:v>2025.30684932</c:v>
                </c:pt>
                <c:pt idx="3345">
                  <c:v>2025.30958904</c:v>
                </c:pt>
                <c:pt idx="3346">
                  <c:v>2025.31232877</c:v>
                </c:pt>
                <c:pt idx="3347">
                  <c:v>2025.31506849</c:v>
                </c:pt>
                <c:pt idx="3348">
                  <c:v>2025.32328767</c:v>
                </c:pt>
                <c:pt idx="3349">
                  <c:v>2025.3260274</c:v>
                </c:pt>
                <c:pt idx="3350">
                  <c:v>2025.32876712</c:v>
                </c:pt>
                <c:pt idx="3351">
                  <c:v>2025.33150685</c:v>
                </c:pt>
                <c:pt idx="3352">
                  <c:v>2025.33424658</c:v>
                </c:pt>
                <c:pt idx="3353">
                  <c:v>2025.34246575</c:v>
                </c:pt>
                <c:pt idx="3354">
                  <c:v>2025.34520548</c:v>
                </c:pt>
                <c:pt idx="3355">
                  <c:v>2025.34794521</c:v>
                </c:pt>
                <c:pt idx="3356">
                  <c:v>2025.35068493</c:v>
                </c:pt>
                <c:pt idx="3357">
                  <c:v>2025.35342466</c:v>
                </c:pt>
                <c:pt idx="3358">
                  <c:v>2025.36164384</c:v>
                </c:pt>
                <c:pt idx="3359">
                  <c:v>2025.36438356</c:v>
                </c:pt>
                <c:pt idx="3360">
                  <c:v>2025.36712329</c:v>
                </c:pt>
                <c:pt idx="3361">
                  <c:v>2025.36986301</c:v>
                </c:pt>
                <c:pt idx="3362">
                  <c:v>2025.37260274</c:v>
                </c:pt>
                <c:pt idx="3363">
                  <c:v>2025.38082192</c:v>
                </c:pt>
                <c:pt idx="3364">
                  <c:v>2025.38356164</c:v>
                </c:pt>
                <c:pt idx="3365">
                  <c:v>2025.38630137</c:v>
                </c:pt>
                <c:pt idx="3366">
                  <c:v>2025.3890411</c:v>
                </c:pt>
                <c:pt idx="3367">
                  <c:v>2025.39178082</c:v>
                </c:pt>
                <c:pt idx="3368">
                  <c:v>2025.40273973</c:v>
                </c:pt>
                <c:pt idx="3369">
                  <c:v>2025.40547945</c:v>
                </c:pt>
                <c:pt idx="3370">
                  <c:v>2025.40821918</c:v>
                </c:pt>
                <c:pt idx="3371">
                  <c:v>2025.4109589</c:v>
                </c:pt>
                <c:pt idx="3372">
                  <c:v>2025.41917808</c:v>
                </c:pt>
                <c:pt idx="3373">
                  <c:v>2025.42191781</c:v>
                </c:pt>
                <c:pt idx="3374">
                  <c:v>2025.42465753</c:v>
                </c:pt>
                <c:pt idx="3375">
                  <c:v>2025.42739726</c:v>
                </c:pt>
                <c:pt idx="3376">
                  <c:v>2025.43013699</c:v>
                </c:pt>
                <c:pt idx="3377">
                  <c:v>2025.43835616</c:v>
                </c:pt>
                <c:pt idx="3378">
                  <c:v>2025.44109589</c:v>
                </c:pt>
                <c:pt idx="3379">
                  <c:v>2025.44383562</c:v>
                </c:pt>
                <c:pt idx="3380">
                  <c:v>2025.44657534</c:v>
                </c:pt>
                <c:pt idx="3381">
                  <c:v>2025.44931507</c:v>
                </c:pt>
                <c:pt idx="3382">
                  <c:v>2025.45753425</c:v>
                </c:pt>
                <c:pt idx="3383">
                  <c:v>2025.46027397</c:v>
                </c:pt>
                <c:pt idx="3384">
                  <c:v>2025.4630137</c:v>
                </c:pt>
                <c:pt idx="3385">
                  <c:v>2025.46849315</c:v>
                </c:pt>
                <c:pt idx="3386">
                  <c:v>2025.47671233</c:v>
                </c:pt>
                <c:pt idx="3387">
                  <c:v>2025.47945205</c:v>
                </c:pt>
                <c:pt idx="3388">
                  <c:v>2025.48219178</c:v>
                </c:pt>
                <c:pt idx="3389">
                  <c:v>2025.48493151</c:v>
                </c:pt>
                <c:pt idx="3390">
                  <c:v>2025.48767123</c:v>
                </c:pt>
                <c:pt idx="3391">
                  <c:v>2025.49589041</c:v>
                </c:pt>
                <c:pt idx="3392">
                  <c:v>2025.49863014</c:v>
                </c:pt>
                <c:pt idx="3393">
                  <c:v>2025.50136986</c:v>
                </c:pt>
                <c:pt idx="3394">
                  <c:v>2025.50410959</c:v>
                </c:pt>
                <c:pt idx="3395">
                  <c:v>2025.51506849</c:v>
                </c:pt>
                <c:pt idx="3396">
                  <c:v>2025.51780822</c:v>
                </c:pt>
                <c:pt idx="3397">
                  <c:v>2025.52054795</c:v>
                </c:pt>
                <c:pt idx="3398">
                  <c:v>2025.52328767</c:v>
                </c:pt>
                <c:pt idx="3399">
                  <c:v>2025.5260274</c:v>
                </c:pt>
                <c:pt idx="3400">
                  <c:v>2025.53424658</c:v>
                </c:pt>
                <c:pt idx="3401">
                  <c:v>2025.5369863</c:v>
                </c:pt>
                <c:pt idx="3402">
                  <c:v>2025.53972603</c:v>
                </c:pt>
                <c:pt idx="3403">
                  <c:v>2025.54246575</c:v>
                </c:pt>
                <c:pt idx="3404">
                  <c:v>2025.54520548</c:v>
                </c:pt>
                <c:pt idx="3405">
                  <c:v>2025.55342466</c:v>
                </c:pt>
                <c:pt idx="3406">
                  <c:v>2025.55616438</c:v>
                </c:pt>
                <c:pt idx="3407">
                  <c:v>2025.55890411</c:v>
                </c:pt>
                <c:pt idx="3408">
                  <c:v>2025.56164384</c:v>
                </c:pt>
                <c:pt idx="3409">
                  <c:v>2025.56438356</c:v>
                </c:pt>
                <c:pt idx="3410">
                  <c:v>2025.57260274</c:v>
                </c:pt>
                <c:pt idx="3411">
                  <c:v>2025.57534247</c:v>
                </c:pt>
                <c:pt idx="3412">
                  <c:v>2025.57808219</c:v>
                </c:pt>
                <c:pt idx="3413">
                  <c:v>2025.58082192</c:v>
                </c:pt>
                <c:pt idx="3414">
                  <c:v>2025.58356164</c:v>
                </c:pt>
                <c:pt idx="3415">
                  <c:v>2025.59178082</c:v>
                </c:pt>
                <c:pt idx="3416">
                  <c:v>2025.59452055</c:v>
                </c:pt>
                <c:pt idx="3417">
                  <c:v>2025.59726027</c:v>
                </c:pt>
                <c:pt idx="3418">
                  <c:v>2025.6</c:v>
                </c:pt>
                <c:pt idx="3419">
                  <c:v>2025.60273973</c:v>
                </c:pt>
                <c:pt idx="3420">
                  <c:v>2025.6109589</c:v>
                </c:pt>
                <c:pt idx="3421">
                  <c:v>2025.61369863</c:v>
                </c:pt>
                <c:pt idx="3422">
                  <c:v>2025.61643836</c:v>
                </c:pt>
                <c:pt idx="3423">
                  <c:v>2025.61917808</c:v>
                </c:pt>
                <c:pt idx="3424">
                  <c:v>2025.62191781</c:v>
                </c:pt>
                <c:pt idx="3425">
                  <c:v>2025.63013699</c:v>
                </c:pt>
                <c:pt idx="3426">
                  <c:v>2025.63287671</c:v>
                </c:pt>
                <c:pt idx="3427">
                  <c:v>2025.63561644</c:v>
                </c:pt>
                <c:pt idx="3428">
                  <c:v>2025.63835616</c:v>
                </c:pt>
                <c:pt idx="3429">
                  <c:v>2025.64109589</c:v>
                </c:pt>
                <c:pt idx="3430">
                  <c:v>2025.64931507</c:v>
                </c:pt>
                <c:pt idx="3431">
                  <c:v>2025.65205479</c:v>
                </c:pt>
                <c:pt idx="3432">
                  <c:v>2025.65479452</c:v>
                </c:pt>
                <c:pt idx="3433">
                  <c:v>2025.65753425</c:v>
                </c:pt>
                <c:pt idx="3434">
                  <c:v>2025.66027397</c:v>
                </c:pt>
                <c:pt idx="3435">
                  <c:v>2025.67123288</c:v>
                </c:pt>
                <c:pt idx="3436">
                  <c:v>2025.6739726</c:v>
                </c:pt>
                <c:pt idx="3437">
                  <c:v>2025.67671233</c:v>
                </c:pt>
                <c:pt idx="3438">
                  <c:v>2025.67945205</c:v>
                </c:pt>
                <c:pt idx="3439">
                  <c:v>2025.68767123</c:v>
                </c:pt>
                <c:pt idx="3440">
                  <c:v>2025.69041096</c:v>
                </c:pt>
                <c:pt idx="3441">
                  <c:v>2025.69315068</c:v>
                </c:pt>
                <c:pt idx="3442">
                  <c:v>2025.69589041</c:v>
                </c:pt>
                <c:pt idx="3443">
                  <c:v>2025.69863014</c:v>
                </c:pt>
                <c:pt idx="3444">
                  <c:v>2025.70684932</c:v>
                </c:pt>
                <c:pt idx="3445">
                  <c:v>2025.70958904</c:v>
                </c:pt>
                <c:pt idx="3446">
                  <c:v>2025.71232877</c:v>
                </c:pt>
                <c:pt idx="3447">
                  <c:v>2025.71506849</c:v>
                </c:pt>
                <c:pt idx="3448">
                  <c:v>2025.71780822</c:v>
                </c:pt>
                <c:pt idx="3449">
                  <c:v>2025.7260274</c:v>
                </c:pt>
                <c:pt idx="3450">
                  <c:v>2025.72876712</c:v>
                </c:pt>
                <c:pt idx="3451">
                  <c:v>2025.73150685</c:v>
                </c:pt>
                <c:pt idx="3452">
                  <c:v>2025.73424658</c:v>
                </c:pt>
                <c:pt idx="3453">
                  <c:v>2025.7369863</c:v>
                </c:pt>
                <c:pt idx="3454">
                  <c:v>2025.74520548</c:v>
                </c:pt>
                <c:pt idx="3455">
                  <c:v>2025.74794521</c:v>
                </c:pt>
                <c:pt idx="3456">
                  <c:v>2025.75068493</c:v>
                </c:pt>
                <c:pt idx="3457">
                  <c:v>2025.75342466</c:v>
                </c:pt>
                <c:pt idx="3458">
                  <c:v>2025.75616438</c:v>
                </c:pt>
                <c:pt idx="3459">
                  <c:v>2025.76438356</c:v>
                </c:pt>
                <c:pt idx="3460">
                  <c:v>2025.76712329</c:v>
                </c:pt>
                <c:pt idx="3461">
                  <c:v>2025.76986301</c:v>
                </c:pt>
                <c:pt idx="3462">
                  <c:v>2025.77260274</c:v>
                </c:pt>
                <c:pt idx="3463">
                  <c:v>2025.77534247</c:v>
                </c:pt>
                <c:pt idx="3464">
                  <c:v>2025.78356164</c:v>
                </c:pt>
                <c:pt idx="3465">
                  <c:v>2025.78630137</c:v>
                </c:pt>
                <c:pt idx="3466">
                  <c:v>2025.7890411</c:v>
                </c:pt>
                <c:pt idx="3467">
                  <c:v>2025.79178082</c:v>
                </c:pt>
                <c:pt idx="3468">
                  <c:v>2025.79452055</c:v>
                </c:pt>
                <c:pt idx="3469">
                  <c:v>2025.80273973</c:v>
                </c:pt>
                <c:pt idx="3470">
                  <c:v>2025.80547945</c:v>
                </c:pt>
                <c:pt idx="3471">
                  <c:v>2025.80821918</c:v>
                </c:pt>
                <c:pt idx="3472">
                  <c:v>2025.8109589</c:v>
                </c:pt>
                <c:pt idx="3473">
                  <c:v>2025.81369863</c:v>
                </c:pt>
                <c:pt idx="3474">
                  <c:v>2025.82191781</c:v>
                </c:pt>
                <c:pt idx="3475">
                  <c:v>2025.82465753</c:v>
                </c:pt>
                <c:pt idx="3476">
                  <c:v>2025.82739726</c:v>
                </c:pt>
                <c:pt idx="3477">
                  <c:v>2025.83013699</c:v>
                </c:pt>
                <c:pt idx="3478">
                  <c:v>2025.83287671</c:v>
                </c:pt>
                <c:pt idx="3479">
                  <c:v>2025.84109589</c:v>
                </c:pt>
                <c:pt idx="3480">
                  <c:v>2025.84383562</c:v>
                </c:pt>
                <c:pt idx="3481">
                  <c:v>2025.84657534</c:v>
                </c:pt>
                <c:pt idx="3482">
                  <c:v>2025.84931507</c:v>
                </c:pt>
                <c:pt idx="3483">
                  <c:v>2025.85205479</c:v>
                </c:pt>
                <c:pt idx="3484">
                  <c:v>2025.86027397</c:v>
                </c:pt>
                <c:pt idx="3485">
                  <c:v>2025.8630137</c:v>
                </c:pt>
                <c:pt idx="3486">
                  <c:v>2025.86575342</c:v>
                </c:pt>
                <c:pt idx="3487">
                  <c:v>2025.86849315</c:v>
                </c:pt>
                <c:pt idx="3488">
                  <c:v>2025.87123288</c:v>
                </c:pt>
                <c:pt idx="3489">
                  <c:v>2025.87945205</c:v>
                </c:pt>
                <c:pt idx="3490">
                  <c:v>2025.88219178</c:v>
                </c:pt>
                <c:pt idx="3491">
                  <c:v>2025.88493151</c:v>
                </c:pt>
                <c:pt idx="3492">
                  <c:v>2025.88767123</c:v>
                </c:pt>
                <c:pt idx="3493">
                  <c:v>2025.89041096</c:v>
                </c:pt>
                <c:pt idx="3494">
                  <c:v>2025.89863014</c:v>
                </c:pt>
                <c:pt idx="3495">
                  <c:v>2025.90136986</c:v>
                </c:pt>
                <c:pt idx="3496">
                  <c:v>2025.90410959</c:v>
                </c:pt>
                <c:pt idx="3497">
                  <c:v>2025.90958904</c:v>
                </c:pt>
                <c:pt idx="3498">
                  <c:v>2025.91780822</c:v>
                </c:pt>
                <c:pt idx="3499">
                  <c:v>2025.92054795</c:v>
                </c:pt>
                <c:pt idx="3500">
                  <c:v>2025.92328767</c:v>
                </c:pt>
                <c:pt idx="3501">
                  <c:v>2025.9260274</c:v>
                </c:pt>
                <c:pt idx="3502">
                  <c:v>2025.92876712</c:v>
                </c:pt>
                <c:pt idx="3503">
                  <c:v>2025.9369863</c:v>
                </c:pt>
                <c:pt idx="3504">
                  <c:v>2025.93972603</c:v>
                </c:pt>
                <c:pt idx="3505">
                  <c:v>2025.94246575</c:v>
                </c:pt>
                <c:pt idx="3506">
                  <c:v>2025.94520548</c:v>
                </c:pt>
                <c:pt idx="3507">
                  <c:v>2025.94794521</c:v>
                </c:pt>
                <c:pt idx="3508">
                  <c:v>2025.95616438</c:v>
                </c:pt>
                <c:pt idx="3509">
                  <c:v>2025.95890411</c:v>
                </c:pt>
                <c:pt idx="3510">
                  <c:v>2025.96164384</c:v>
                </c:pt>
                <c:pt idx="3511">
                  <c:v>2025.96438356</c:v>
                </c:pt>
                <c:pt idx="3512">
                  <c:v>2025.96712329</c:v>
                </c:pt>
                <c:pt idx="3513">
                  <c:v>2025.97534247</c:v>
                </c:pt>
                <c:pt idx="3514">
                  <c:v>2025.97808219</c:v>
                </c:pt>
                <c:pt idx="3515">
                  <c:v>2025.98082192</c:v>
                </c:pt>
                <c:pt idx="3516">
                  <c:v>2025.98630137</c:v>
                </c:pt>
                <c:pt idx="3517">
                  <c:v>2025.99452055</c:v>
                </c:pt>
                <c:pt idx="3518">
                  <c:v>2025.99726027</c:v>
                </c:pt>
                <c:pt idx="3519">
                  <c:v>2026</c:v>
                </c:pt>
                <c:pt idx="3520">
                  <c:v>2026.00547945</c:v>
                </c:pt>
                <c:pt idx="3521">
                  <c:v>2026.01369863</c:v>
                </c:pt>
                <c:pt idx="3522">
                  <c:v>2026.01643836</c:v>
                </c:pt>
                <c:pt idx="3523">
                  <c:v>2026.01917808</c:v>
                </c:pt>
                <c:pt idx="3524">
                  <c:v>2026.02191781</c:v>
                </c:pt>
                <c:pt idx="3525">
                  <c:v>2026.02465753</c:v>
                </c:pt>
                <c:pt idx="3526">
                  <c:v>2026.03287671</c:v>
                </c:pt>
                <c:pt idx="3527">
                  <c:v>2026.03561644</c:v>
                </c:pt>
                <c:pt idx="3528">
                  <c:v>2026.03835616</c:v>
                </c:pt>
                <c:pt idx="3529">
                  <c:v>2026.04109589</c:v>
                </c:pt>
                <c:pt idx="3530">
                  <c:v>2026.04383562</c:v>
                </c:pt>
                <c:pt idx="3531">
                  <c:v>2026.05479452</c:v>
                </c:pt>
                <c:pt idx="3532">
                  <c:v>2026.05753425</c:v>
                </c:pt>
                <c:pt idx="3533">
                  <c:v>2026.06027397</c:v>
                </c:pt>
                <c:pt idx="3534">
                  <c:v>2026.0630137</c:v>
                </c:pt>
                <c:pt idx="3535">
                  <c:v>2026.07123288</c:v>
                </c:pt>
                <c:pt idx="3536">
                  <c:v>2026.0739726</c:v>
                </c:pt>
                <c:pt idx="3537">
                  <c:v>2026.07671233</c:v>
                </c:pt>
                <c:pt idx="3538">
                  <c:v>2026.07945205</c:v>
                </c:pt>
                <c:pt idx="3539">
                  <c:v>2026.08219178</c:v>
                </c:pt>
                <c:pt idx="3540">
                  <c:v>2026.09041096</c:v>
                </c:pt>
                <c:pt idx="3541">
                  <c:v>2026.09315068</c:v>
                </c:pt>
                <c:pt idx="3542">
                  <c:v>2026.09589041</c:v>
                </c:pt>
                <c:pt idx="3543">
                  <c:v>2026.09863014</c:v>
                </c:pt>
                <c:pt idx="3544">
                  <c:v>2026.10136986</c:v>
                </c:pt>
                <c:pt idx="3545">
                  <c:v>2026.10958904</c:v>
                </c:pt>
                <c:pt idx="3546">
                  <c:v>2026.11232877</c:v>
                </c:pt>
                <c:pt idx="3547">
                  <c:v>2026.11506849</c:v>
                </c:pt>
                <c:pt idx="3548">
                  <c:v>2026.11780822</c:v>
                </c:pt>
                <c:pt idx="3549">
                  <c:v>2026.12054795</c:v>
                </c:pt>
                <c:pt idx="3550">
                  <c:v>2026.13150685</c:v>
                </c:pt>
                <c:pt idx="3551">
                  <c:v>2026.13424658</c:v>
                </c:pt>
                <c:pt idx="3552">
                  <c:v>2026.1369863</c:v>
                </c:pt>
                <c:pt idx="3553">
                  <c:v>2026.13972603</c:v>
                </c:pt>
                <c:pt idx="3554">
                  <c:v>2026.14794521</c:v>
                </c:pt>
                <c:pt idx="3555">
                  <c:v>2026.15068493</c:v>
                </c:pt>
                <c:pt idx="3556">
                  <c:v>2026.15342466</c:v>
                </c:pt>
                <c:pt idx="3557">
                  <c:v>2026.15616438</c:v>
                </c:pt>
                <c:pt idx="3558">
                  <c:v>2026.15890411</c:v>
                </c:pt>
                <c:pt idx="3559">
                  <c:v>2026.16712329</c:v>
                </c:pt>
                <c:pt idx="3560">
                  <c:v>2026.16986301</c:v>
                </c:pt>
                <c:pt idx="3561">
                  <c:v>2026.17260274</c:v>
                </c:pt>
                <c:pt idx="3562">
                  <c:v>2026.17534247</c:v>
                </c:pt>
                <c:pt idx="3563">
                  <c:v>2026.17808219</c:v>
                </c:pt>
                <c:pt idx="3564">
                  <c:v>2026.18630137</c:v>
                </c:pt>
                <c:pt idx="3565">
                  <c:v>2026.1890411</c:v>
                </c:pt>
                <c:pt idx="3566">
                  <c:v>2026.19178082</c:v>
                </c:pt>
                <c:pt idx="3567">
                  <c:v>2026.19452055</c:v>
                </c:pt>
                <c:pt idx="3568">
                  <c:v>2026.19726027</c:v>
                </c:pt>
                <c:pt idx="3569">
                  <c:v>2026.20547945</c:v>
                </c:pt>
                <c:pt idx="3570">
                  <c:v>2026.20821918</c:v>
                </c:pt>
                <c:pt idx="3571">
                  <c:v>2026.2109589</c:v>
                </c:pt>
                <c:pt idx="3572">
                  <c:v>2026.21369863</c:v>
                </c:pt>
                <c:pt idx="3573">
                  <c:v>2026.21643836</c:v>
                </c:pt>
                <c:pt idx="3574">
                  <c:v>2026.22465753</c:v>
                </c:pt>
                <c:pt idx="3575">
                  <c:v>2026.22739726</c:v>
                </c:pt>
                <c:pt idx="3576">
                  <c:v>2026.23013699</c:v>
                </c:pt>
                <c:pt idx="3577">
                  <c:v>2026.23287671</c:v>
                </c:pt>
                <c:pt idx="3578">
                  <c:v>2026.23561644</c:v>
                </c:pt>
                <c:pt idx="3579">
                  <c:v>2026.24383562</c:v>
                </c:pt>
                <c:pt idx="3580">
                  <c:v>2026.24657534</c:v>
                </c:pt>
                <c:pt idx="3581">
                  <c:v>2026.24931507</c:v>
                </c:pt>
                <c:pt idx="3582">
                  <c:v>2026.25205479</c:v>
                </c:pt>
                <c:pt idx="3583">
                  <c:v>2026.2630137</c:v>
                </c:pt>
                <c:pt idx="3584">
                  <c:v>2026.26575342</c:v>
                </c:pt>
                <c:pt idx="3585">
                  <c:v>2026.26849315</c:v>
                </c:pt>
                <c:pt idx="3586">
                  <c:v>2026.27123288</c:v>
                </c:pt>
                <c:pt idx="3587">
                  <c:v>2026.2739726</c:v>
                </c:pt>
                <c:pt idx="3588">
                  <c:v>2026.28219178</c:v>
                </c:pt>
                <c:pt idx="3589">
                  <c:v>2026.28493151</c:v>
                </c:pt>
                <c:pt idx="3590">
                  <c:v>2026.28767123</c:v>
                </c:pt>
                <c:pt idx="3591">
                  <c:v>2026.29041096</c:v>
                </c:pt>
                <c:pt idx="3592">
                  <c:v>2026.29315068</c:v>
                </c:pt>
                <c:pt idx="3593">
                  <c:v>2026.30136986</c:v>
                </c:pt>
                <c:pt idx="3594">
                  <c:v>2026.30410959</c:v>
                </c:pt>
                <c:pt idx="3595">
                  <c:v>2026.30684932</c:v>
                </c:pt>
                <c:pt idx="3596">
                  <c:v>2026.30958904</c:v>
                </c:pt>
                <c:pt idx="3597">
                  <c:v>2026.31232877</c:v>
                </c:pt>
                <c:pt idx="3598">
                  <c:v>2026.32054795</c:v>
                </c:pt>
                <c:pt idx="3599">
                  <c:v>2026.32328767</c:v>
                </c:pt>
                <c:pt idx="3600">
                  <c:v>2026.3260274</c:v>
                </c:pt>
                <c:pt idx="3601">
                  <c:v>2026.32876712</c:v>
                </c:pt>
                <c:pt idx="3602">
                  <c:v>2026.33150685</c:v>
                </c:pt>
                <c:pt idx="3603">
                  <c:v>2026.33972603</c:v>
                </c:pt>
                <c:pt idx="3604">
                  <c:v>2026.34246575</c:v>
                </c:pt>
                <c:pt idx="3605">
                  <c:v>2026.34520548</c:v>
                </c:pt>
                <c:pt idx="3606">
                  <c:v>2026.34794521</c:v>
                </c:pt>
                <c:pt idx="3607">
                  <c:v>2026.35068493</c:v>
                </c:pt>
                <c:pt idx="3608">
                  <c:v>2026.35890411</c:v>
                </c:pt>
                <c:pt idx="3609">
                  <c:v>2026.36164384</c:v>
                </c:pt>
                <c:pt idx="3610">
                  <c:v>2026.36438356</c:v>
                </c:pt>
                <c:pt idx="3611">
                  <c:v>2026.36712329</c:v>
                </c:pt>
                <c:pt idx="3612">
                  <c:v>2026.36986301</c:v>
                </c:pt>
                <c:pt idx="3613">
                  <c:v>2026.37808219</c:v>
                </c:pt>
                <c:pt idx="3614">
                  <c:v>2026.38082192</c:v>
                </c:pt>
                <c:pt idx="3615">
                  <c:v>2026.38356164</c:v>
                </c:pt>
                <c:pt idx="3616">
                  <c:v>2026.38630137</c:v>
                </c:pt>
                <c:pt idx="3617">
                  <c:v>2026.3890411</c:v>
                </c:pt>
                <c:pt idx="3618">
                  <c:v>2026.4</c:v>
                </c:pt>
                <c:pt idx="3619">
                  <c:v>2026.40273973</c:v>
                </c:pt>
                <c:pt idx="3620">
                  <c:v>2026.40547945</c:v>
                </c:pt>
                <c:pt idx="3621">
                  <c:v>2026.40821918</c:v>
                </c:pt>
                <c:pt idx="3622">
                  <c:v>2026.41643836</c:v>
                </c:pt>
                <c:pt idx="3623">
                  <c:v>2026.41917808</c:v>
                </c:pt>
                <c:pt idx="3624">
                  <c:v>2026.42191781</c:v>
                </c:pt>
                <c:pt idx="3625">
                  <c:v>2026.42465753</c:v>
                </c:pt>
                <c:pt idx="3626">
                  <c:v>2026.42739726</c:v>
                </c:pt>
                <c:pt idx="3627">
                  <c:v>2026.43561644</c:v>
                </c:pt>
                <c:pt idx="3628">
                  <c:v>2026.43835616</c:v>
                </c:pt>
                <c:pt idx="3629">
                  <c:v>2026.44109589</c:v>
                </c:pt>
                <c:pt idx="3630">
                  <c:v>2026.44383562</c:v>
                </c:pt>
                <c:pt idx="3631">
                  <c:v>2026.44657534</c:v>
                </c:pt>
                <c:pt idx="3632">
                  <c:v>2026.45479452</c:v>
                </c:pt>
                <c:pt idx="3633">
                  <c:v>2026.45753425</c:v>
                </c:pt>
                <c:pt idx="3634">
                  <c:v>2026.46027397</c:v>
                </c:pt>
                <c:pt idx="3635">
                  <c:v>2026.4630137</c:v>
                </c:pt>
                <c:pt idx="3636">
                  <c:v>2026.4739726</c:v>
                </c:pt>
                <c:pt idx="3637">
                  <c:v>2026.47671233</c:v>
                </c:pt>
                <c:pt idx="3638">
                  <c:v>2026.47945205</c:v>
                </c:pt>
                <c:pt idx="3639">
                  <c:v>2026.48219178</c:v>
                </c:pt>
                <c:pt idx="3640">
                  <c:v>2026.48493151</c:v>
                </c:pt>
                <c:pt idx="3641">
                  <c:v>2026.49315068</c:v>
                </c:pt>
                <c:pt idx="3642">
                  <c:v>2026.49589041</c:v>
                </c:pt>
                <c:pt idx="3643">
                  <c:v>2026.49863014</c:v>
                </c:pt>
                <c:pt idx="3644">
                  <c:v>2026.50136986</c:v>
                </c:pt>
                <c:pt idx="3645">
                  <c:v>2026.51232877</c:v>
                </c:pt>
                <c:pt idx="3646">
                  <c:v>2026.51506849</c:v>
                </c:pt>
                <c:pt idx="3647">
                  <c:v>2026.51780822</c:v>
                </c:pt>
                <c:pt idx="3648">
                  <c:v>2026.52054795</c:v>
                </c:pt>
                <c:pt idx="3649">
                  <c:v>2026.52328767</c:v>
                </c:pt>
                <c:pt idx="3650">
                  <c:v>2026.53150685</c:v>
                </c:pt>
                <c:pt idx="3651">
                  <c:v>2026.53424658</c:v>
                </c:pt>
                <c:pt idx="3652">
                  <c:v>2026.5369863</c:v>
                </c:pt>
                <c:pt idx="3653">
                  <c:v>2026.53972603</c:v>
                </c:pt>
                <c:pt idx="3654">
                  <c:v>2026.54246575</c:v>
                </c:pt>
                <c:pt idx="3655">
                  <c:v>2026.55068493</c:v>
                </c:pt>
                <c:pt idx="3656">
                  <c:v>2026.55342466</c:v>
                </c:pt>
                <c:pt idx="3657">
                  <c:v>2026.55616438</c:v>
                </c:pt>
                <c:pt idx="3658">
                  <c:v>2026.55890411</c:v>
                </c:pt>
                <c:pt idx="3659">
                  <c:v>2026.56164384</c:v>
                </c:pt>
                <c:pt idx="3660">
                  <c:v>2026.56986301</c:v>
                </c:pt>
                <c:pt idx="3661">
                  <c:v>2026.57260274</c:v>
                </c:pt>
                <c:pt idx="3662">
                  <c:v>2026.57534247</c:v>
                </c:pt>
                <c:pt idx="3663">
                  <c:v>2026.57808219</c:v>
                </c:pt>
                <c:pt idx="3664">
                  <c:v>2026.58082192</c:v>
                </c:pt>
                <c:pt idx="3665">
                  <c:v>2026.5890411</c:v>
                </c:pt>
                <c:pt idx="3666">
                  <c:v>2026.59178082</c:v>
                </c:pt>
                <c:pt idx="3667">
                  <c:v>2026.59452055</c:v>
                </c:pt>
                <c:pt idx="3668">
                  <c:v>2026.59726027</c:v>
                </c:pt>
                <c:pt idx="3669">
                  <c:v>2026.6</c:v>
                </c:pt>
                <c:pt idx="3670">
                  <c:v>2026.60821918</c:v>
                </c:pt>
                <c:pt idx="3671">
                  <c:v>2026.6109589</c:v>
                </c:pt>
                <c:pt idx="3672">
                  <c:v>2026.61369863</c:v>
                </c:pt>
                <c:pt idx="3673">
                  <c:v>2026.61643836</c:v>
                </c:pt>
                <c:pt idx="3674">
                  <c:v>2026.61917808</c:v>
                </c:pt>
                <c:pt idx="3675">
                  <c:v>2026.62739726</c:v>
                </c:pt>
                <c:pt idx="3676">
                  <c:v>2026.63013699</c:v>
                </c:pt>
                <c:pt idx="3677">
                  <c:v>2026.63287671</c:v>
                </c:pt>
                <c:pt idx="3678">
                  <c:v>2026.63561644</c:v>
                </c:pt>
                <c:pt idx="3679">
                  <c:v>2026.63835616</c:v>
                </c:pt>
                <c:pt idx="3680">
                  <c:v>2026.64657534</c:v>
                </c:pt>
                <c:pt idx="3681">
                  <c:v>2026.64931507</c:v>
                </c:pt>
                <c:pt idx="3682">
                  <c:v>2026.65205479</c:v>
                </c:pt>
                <c:pt idx="3683">
                  <c:v>2026.65479452</c:v>
                </c:pt>
                <c:pt idx="3684">
                  <c:v>2026.65753425</c:v>
                </c:pt>
                <c:pt idx="3685">
                  <c:v>2026.66575342</c:v>
                </c:pt>
              </c:numCache>
            </c:numRef>
          </c:xVal>
          <c:yVal>
            <c:numRef>
              <c:f>'Chart Data'!$D$2:$D$3687</c:f>
              <c:numCache>
                <c:formatCode>#,##0</c:formatCode>
                <c:ptCount val="3686"/>
                <c:pt idx="0">
                  <c:v>100</c:v>
                </c:pt>
                <c:pt idx="1">
                  <c:v>100.71802937</c:v>
                </c:pt>
                <c:pt idx="2">
                  <c:v>102.182342326</c:v>
                </c:pt>
                <c:pt idx="3">
                  <c:v>102.643507215</c:v>
                </c:pt>
                <c:pt idx="4">
                  <c:v>102.20836364</c:v>
                </c:pt>
                <c:pt idx="5">
                  <c:v>103.758420915</c:v>
                </c:pt>
                <c:pt idx="6">
                  <c:v>104.049466685</c:v>
                </c:pt>
                <c:pt idx="7">
                  <c:v>104.839615921</c:v>
                </c:pt>
                <c:pt idx="8">
                  <c:v>103.884472538</c:v>
                </c:pt>
                <c:pt idx="9">
                  <c:v>105.831696261</c:v>
                </c:pt>
                <c:pt idx="10">
                  <c:v>108.793307193</c:v>
                </c:pt>
                <c:pt idx="11">
                  <c:v>110.329093657</c:v>
                </c:pt>
                <c:pt idx="12">
                  <c:v>110.095873931</c:v>
                </c:pt>
                <c:pt idx="13">
                  <c:v>110.087534473</c:v>
                </c:pt>
                <c:pt idx="14">
                  <c:v>109.657995804</c:v>
                </c:pt>
                <c:pt idx="15">
                  <c:v>112.538816659</c:v>
                </c:pt>
                <c:pt idx="16">
                  <c:v>111.627518457</c:v>
                </c:pt>
                <c:pt idx="17">
                  <c:v>112.147210955</c:v>
                </c:pt>
                <c:pt idx="18">
                  <c:v>112.127850065</c:v>
                </c:pt>
                <c:pt idx="19">
                  <c:v>112.302678749</c:v>
                </c:pt>
                <c:pt idx="20">
                  <c:v>114.249978268</c:v>
                </c:pt>
                <c:pt idx="21">
                  <c:v>114.973081668</c:v>
                </c:pt>
                <c:pt idx="22">
                  <c:v>118.204872466</c:v>
                </c:pt>
                <c:pt idx="23">
                  <c:v>118.10089378</c:v>
                </c:pt>
                <c:pt idx="24">
                  <c:v>118.496454654</c:v>
                </c:pt>
                <c:pt idx="25">
                  <c:v>119.698910949</c:v>
                </c:pt>
                <c:pt idx="26">
                  <c:v>121.31100157</c:v>
                </c:pt>
                <c:pt idx="27">
                  <c:v>119.449120625</c:v>
                </c:pt>
                <c:pt idx="28">
                  <c:v>121.63217477</c:v>
                </c:pt>
                <c:pt idx="29">
                  <c:v>122.291589608</c:v>
                </c:pt>
                <c:pt idx="30">
                  <c:v>120.353665237</c:v>
                </c:pt>
                <c:pt idx="31">
                  <c:v>123.839923912</c:v>
                </c:pt>
                <c:pt idx="32">
                  <c:v>123.470630859</c:v>
                </c:pt>
                <c:pt idx="33">
                  <c:v>123.985778784</c:v>
                </c:pt>
                <c:pt idx="34">
                  <c:v>122.893508637</c:v>
                </c:pt>
                <c:pt idx="35">
                  <c:v>124.531830427</c:v>
                </c:pt>
                <c:pt idx="36">
                  <c:v>125.411610976</c:v>
                </c:pt>
                <c:pt idx="37">
                  <c:v>125.808803084</c:v>
                </c:pt>
                <c:pt idx="38">
                  <c:v>128.328399002</c:v>
                </c:pt>
                <c:pt idx="39">
                  <c:v>127.087243527</c:v>
                </c:pt>
                <c:pt idx="40">
                  <c:v>129.104975797</c:v>
                </c:pt>
                <c:pt idx="41">
                  <c:v>128.758458546</c:v>
                </c:pt>
                <c:pt idx="42">
                  <c:v>126.293348436</c:v>
                </c:pt>
                <c:pt idx="43">
                  <c:v>123.545455607</c:v>
                </c:pt>
                <c:pt idx="44">
                  <c:v>125.458430893</c:v>
                </c:pt>
                <c:pt idx="45">
                  <c:v>128.1358107</c:v>
                </c:pt>
                <c:pt idx="46">
                  <c:v>129.175566443</c:v>
                </c:pt>
                <c:pt idx="47">
                  <c:v>129.525561057</c:v>
                </c:pt>
                <c:pt idx="48">
                  <c:v>134.506920484</c:v>
                </c:pt>
                <c:pt idx="49">
                  <c:v>135.313592445</c:v>
                </c:pt>
                <c:pt idx="50">
                  <c:v>136.099073791</c:v>
                </c:pt>
                <c:pt idx="51">
                  <c:v>135.916643072</c:v>
                </c:pt>
                <c:pt idx="52">
                  <c:v>137.843703546</c:v>
                </c:pt>
                <c:pt idx="53">
                  <c:v>138.140561482</c:v>
                </c:pt>
                <c:pt idx="54">
                  <c:v>138.035764274</c:v>
                </c:pt>
                <c:pt idx="55">
                  <c:v>137.271703308</c:v>
                </c:pt>
                <c:pt idx="56">
                  <c:v>137.26846743</c:v>
                </c:pt>
                <c:pt idx="57">
                  <c:v>142.318556976</c:v>
                </c:pt>
                <c:pt idx="58">
                  <c:v>142.6236439</c:v>
                </c:pt>
                <c:pt idx="59">
                  <c:v>141.326799821</c:v>
                </c:pt>
                <c:pt idx="60">
                  <c:v>140.509082629</c:v>
                </c:pt>
                <c:pt idx="61">
                  <c:v>140.066216538</c:v>
                </c:pt>
                <c:pt idx="62">
                  <c:v>143.025728506</c:v>
                </c:pt>
                <c:pt idx="63">
                  <c:v>142.767853794</c:v>
                </c:pt>
                <c:pt idx="64">
                  <c:v>138.960842051</c:v>
                </c:pt>
                <c:pt idx="65">
                  <c:v>140.382889804</c:v>
                </c:pt>
                <c:pt idx="66">
                  <c:v>137.863734212</c:v>
                </c:pt>
                <c:pt idx="67">
                  <c:v>133.115070544</c:v>
                </c:pt>
                <c:pt idx="68">
                  <c:v>134.589248906</c:v>
                </c:pt>
                <c:pt idx="69">
                  <c:v>137.771100891</c:v>
                </c:pt>
                <c:pt idx="70">
                  <c:v>133.646957983</c:v>
                </c:pt>
                <c:pt idx="71">
                  <c:v>131.434383704</c:v>
                </c:pt>
                <c:pt idx="72">
                  <c:v>136.500663002</c:v>
                </c:pt>
                <c:pt idx="73">
                  <c:v>135.77328341</c:v>
                </c:pt>
                <c:pt idx="74">
                  <c:v>132.939775461</c:v>
                </c:pt>
                <c:pt idx="75">
                  <c:v>132.376349189</c:v>
                </c:pt>
                <c:pt idx="76">
                  <c:v>129.952747896</c:v>
                </c:pt>
                <c:pt idx="77">
                  <c:v>128.78673113</c:v>
                </c:pt>
                <c:pt idx="78">
                  <c:v>135.101057154</c:v>
                </c:pt>
                <c:pt idx="79">
                  <c:v>136.853643429</c:v>
                </c:pt>
                <c:pt idx="80">
                  <c:v>138.285969627</c:v>
                </c:pt>
                <c:pt idx="81">
                  <c:v>136.472226955</c:v>
                </c:pt>
                <c:pt idx="82">
                  <c:v>137.152890866</c:v>
                </c:pt>
                <c:pt idx="83">
                  <c:v>137.617602918</c:v>
                </c:pt>
                <c:pt idx="84">
                  <c:v>134.887928129</c:v>
                </c:pt>
                <c:pt idx="85">
                  <c:v>128.410846487</c:v>
                </c:pt>
                <c:pt idx="86">
                  <c:v>128.498420877</c:v>
                </c:pt>
                <c:pt idx="87">
                  <c:v>127.539379074</c:v>
                </c:pt>
                <c:pt idx="88">
                  <c:v>126.700716303</c:v>
                </c:pt>
                <c:pt idx="89">
                  <c:v>126.126714954</c:v>
                </c:pt>
                <c:pt idx="90">
                  <c:v>126.055367289</c:v>
                </c:pt>
                <c:pt idx="91">
                  <c:v>123.681720001</c:v>
                </c:pt>
                <c:pt idx="92">
                  <c:v>122.890684297</c:v>
                </c:pt>
                <c:pt idx="93">
                  <c:v>121.375499032</c:v>
                </c:pt>
                <c:pt idx="94">
                  <c:v>116.565528897</c:v>
                </c:pt>
                <c:pt idx="95">
                  <c:v>113.600622656</c:v>
                </c:pt>
                <c:pt idx="96">
                  <c:v>119.284667893</c:v>
                </c:pt>
                <c:pt idx="97">
                  <c:v>119.080867267</c:v>
                </c:pt>
                <c:pt idx="98">
                  <c:v>119.393657388</c:v>
                </c:pt>
                <c:pt idx="99">
                  <c:v>118.54579471</c:v>
                </c:pt>
                <c:pt idx="100">
                  <c:v>117.958581647</c:v>
                </c:pt>
                <c:pt idx="101">
                  <c:v>120.839319697</c:v>
                </c:pt>
                <c:pt idx="102">
                  <c:v>118.587902682</c:v>
                </c:pt>
                <c:pt idx="103">
                  <c:v>117.624926973</c:v>
                </c:pt>
                <c:pt idx="104">
                  <c:v>111.477917905</c:v>
                </c:pt>
                <c:pt idx="105">
                  <c:v>112.912379092</c:v>
                </c:pt>
                <c:pt idx="106">
                  <c:v>113.988475487</c:v>
                </c:pt>
                <c:pt idx="107">
                  <c:v>119.519637967</c:v>
                </c:pt>
                <c:pt idx="108">
                  <c:v>118.945255213</c:v>
                </c:pt>
                <c:pt idx="109">
                  <c:v>121.36848845</c:v>
                </c:pt>
                <c:pt idx="110">
                  <c:v>117.443972719</c:v>
                </c:pt>
                <c:pt idx="111">
                  <c:v>120.14838256</c:v>
                </c:pt>
                <c:pt idx="112">
                  <c:v>118.494260361</c:v>
                </c:pt>
                <c:pt idx="113">
                  <c:v>119.782221521</c:v>
                </c:pt>
                <c:pt idx="114">
                  <c:v>122.848003852</c:v>
                </c:pt>
                <c:pt idx="115">
                  <c:v>124.870051544</c:v>
                </c:pt>
                <c:pt idx="116">
                  <c:v>127.743853229</c:v>
                </c:pt>
                <c:pt idx="117">
                  <c:v>127.808542259</c:v>
                </c:pt>
                <c:pt idx="118">
                  <c:v>120.999717641</c:v>
                </c:pt>
                <c:pt idx="119">
                  <c:v>123.566139228</c:v>
                </c:pt>
                <c:pt idx="120">
                  <c:v>118.42768929</c:v>
                </c:pt>
                <c:pt idx="121">
                  <c:v>120.018219766</c:v>
                </c:pt>
                <c:pt idx="122">
                  <c:v>121.749153776</c:v>
                </c:pt>
                <c:pt idx="123">
                  <c:v>119.022386083</c:v>
                </c:pt>
                <c:pt idx="124">
                  <c:v>127.140587257</c:v>
                </c:pt>
                <c:pt idx="125">
                  <c:v>127.7520859</c:v>
                </c:pt>
                <c:pt idx="126">
                  <c:v>129.740340979</c:v>
                </c:pt>
                <c:pt idx="127">
                  <c:v>129.895017649</c:v>
                </c:pt>
                <c:pt idx="128">
                  <c:v>126.652490494</c:v>
                </c:pt>
                <c:pt idx="129">
                  <c:v>126.330020602</c:v>
                </c:pt>
                <c:pt idx="130">
                  <c:v>123.988227996</c:v>
                </c:pt>
                <c:pt idx="131">
                  <c:v>122.989715831</c:v>
                </c:pt>
                <c:pt idx="132">
                  <c:v>120.982342294</c:v>
                </c:pt>
                <c:pt idx="133">
                  <c:v>124.572407352</c:v>
                </c:pt>
                <c:pt idx="134">
                  <c:v>123.959772006</c:v>
                </c:pt>
                <c:pt idx="135">
                  <c:v>125.381375578</c:v>
                </c:pt>
                <c:pt idx="136">
                  <c:v>128.605168576</c:v>
                </c:pt>
                <c:pt idx="137">
                  <c:v>131.137866187</c:v>
                </c:pt>
                <c:pt idx="138">
                  <c:v>127.871256135</c:v>
                </c:pt>
                <c:pt idx="139">
                  <c:v>124.737036932</c:v>
                </c:pt>
                <c:pt idx="140">
                  <c:v>122.68855175</c:v>
                </c:pt>
                <c:pt idx="141">
                  <c:v>121.358420713</c:v>
                </c:pt>
                <c:pt idx="142">
                  <c:v>124.805888834</c:v>
                </c:pt>
                <c:pt idx="143">
                  <c:v>130.718106648</c:v>
                </c:pt>
                <c:pt idx="144">
                  <c:v>130.378772814</c:v>
                </c:pt>
                <c:pt idx="145">
                  <c:v>130.178656015</c:v>
                </c:pt>
                <c:pt idx="146">
                  <c:v>129.344129798</c:v>
                </c:pt>
                <c:pt idx="147">
                  <c:v>128.058063199</c:v>
                </c:pt>
                <c:pt idx="148">
                  <c:v>133.190888089</c:v>
                </c:pt>
                <c:pt idx="149">
                  <c:v>134.941552426</c:v>
                </c:pt>
                <c:pt idx="150">
                  <c:v>137.08598568</c:v>
                </c:pt>
                <c:pt idx="151">
                  <c:v>137.057360713</c:v>
                </c:pt>
                <c:pt idx="152">
                  <c:v>137.704682417</c:v>
                </c:pt>
                <c:pt idx="153">
                  <c:v>138.239436926</c:v>
                </c:pt>
                <c:pt idx="154">
                  <c:v>138.687526247</c:v>
                </c:pt>
                <c:pt idx="155">
                  <c:v>138.937709869</c:v>
                </c:pt>
                <c:pt idx="156">
                  <c:v>139.568905445</c:v>
                </c:pt>
                <c:pt idx="157">
                  <c:v>142.913653557</c:v>
                </c:pt>
                <c:pt idx="158">
                  <c:v>144.154771863</c:v>
                </c:pt>
                <c:pt idx="159">
                  <c:v>144.470819192</c:v>
                </c:pt>
                <c:pt idx="160">
                  <c:v>143.194834686</c:v>
                </c:pt>
                <c:pt idx="161">
                  <c:v>144.029640025</c:v>
                </c:pt>
                <c:pt idx="162">
                  <c:v>141.681750244</c:v>
                </c:pt>
                <c:pt idx="163">
                  <c:v>143.639919648</c:v>
                </c:pt>
                <c:pt idx="164">
                  <c:v>144.066078342</c:v>
                </c:pt>
                <c:pt idx="165">
                  <c:v>144.069017116</c:v>
                </c:pt>
                <c:pt idx="166">
                  <c:v>144.026721851</c:v>
                </c:pt>
                <c:pt idx="167">
                  <c:v>140.967351173</c:v>
                </c:pt>
                <c:pt idx="168">
                  <c:v>143.122750235</c:v>
                </c:pt>
                <c:pt idx="169">
                  <c:v>142.554717393</c:v>
                </c:pt>
                <c:pt idx="170">
                  <c:v>142.084165839</c:v>
                </c:pt>
                <c:pt idx="171">
                  <c:v>148.652171351</c:v>
                </c:pt>
                <c:pt idx="172">
                  <c:v>148.181485001</c:v>
                </c:pt>
                <c:pt idx="173">
                  <c:v>144.573830382</c:v>
                </c:pt>
                <c:pt idx="174">
                  <c:v>144.317629477</c:v>
                </c:pt>
                <c:pt idx="175">
                  <c:v>144.969948898</c:v>
                </c:pt>
                <c:pt idx="176">
                  <c:v>149.196584012</c:v>
                </c:pt>
                <c:pt idx="177">
                  <c:v>151.586076274</c:v>
                </c:pt>
                <c:pt idx="178">
                  <c:v>151.715388837</c:v>
                </c:pt>
                <c:pt idx="179">
                  <c:v>151.90912829</c:v>
                </c:pt>
                <c:pt idx="180">
                  <c:v>152.511136308</c:v>
                </c:pt>
                <c:pt idx="181">
                  <c:v>152.314297497</c:v>
                </c:pt>
                <c:pt idx="182">
                  <c:v>152.314297497</c:v>
                </c:pt>
                <c:pt idx="183">
                  <c:v>150.678755849</c:v>
                </c:pt>
                <c:pt idx="184">
                  <c:v>146.59213064</c:v>
                </c:pt>
                <c:pt idx="185">
                  <c:v>144.061247562</c:v>
                </c:pt>
                <c:pt idx="186">
                  <c:v>148.024037528</c:v>
                </c:pt>
                <c:pt idx="187">
                  <c:v>145.626531961</c:v>
                </c:pt>
                <c:pt idx="188">
                  <c:v>145.432605976</c:v>
                </c:pt>
                <c:pt idx="189">
                  <c:v>145.935821415</c:v>
                </c:pt>
                <c:pt idx="190">
                  <c:v>147.718767223</c:v>
                </c:pt>
                <c:pt idx="191">
                  <c:v>149.061739154</c:v>
                </c:pt>
                <c:pt idx="192">
                  <c:v>147.783242063</c:v>
                </c:pt>
                <c:pt idx="193">
                  <c:v>145.346963845</c:v>
                </c:pt>
                <c:pt idx="194">
                  <c:v>140.452264451</c:v>
                </c:pt>
                <c:pt idx="195">
                  <c:v>138.950909946</c:v>
                </c:pt>
                <c:pt idx="196">
                  <c:v>138.228368365</c:v>
                </c:pt>
                <c:pt idx="197">
                  <c:v>138.173615422</c:v>
                </c:pt>
                <c:pt idx="198">
                  <c:v>140.32212939</c:v>
                </c:pt>
                <c:pt idx="199">
                  <c:v>144.375597415</c:v>
                </c:pt>
                <c:pt idx="200">
                  <c:v>144.276806986</c:v>
                </c:pt>
                <c:pt idx="201">
                  <c:v>141.418130865</c:v>
                </c:pt>
                <c:pt idx="202">
                  <c:v>134.657393516</c:v>
                </c:pt>
                <c:pt idx="203">
                  <c:v>135.776256593</c:v>
                </c:pt>
                <c:pt idx="204">
                  <c:v>132.691957074</c:v>
                </c:pt>
                <c:pt idx="205">
                  <c:v>131.799398494</c:v>
                </c:pt>
                <c:pt idx="206">
                  <c:v>132.081721894</c:v>
                </c:pt>
                <c:pt idx="207">
                  <c:v>132.741109076</c:v>
                </c:pt>
                <c:pt idx="208">
                  <c:v>131.362142159</c:v>
                </c:pt>
                <c:pt idx="209">
                  <c:v>134.904240502</c:v>
                </c:pt>
                <c:pt idx="210">
                  <c:v>131.474461999</c:v>
                </c:pt>
                <c:pt idx="211">
                  <c:v>133.405522057</c:v>
                </c:pt>
                <c:pt idx="212">
                  <c:v>134.305108141</c:v>
                </c:pt>
                <c:pt idx="213">
                  <c:v>127.616172128</c:v>
                </c:pt>
                <c:pt idx="214">
                  <c:v>123.52365405</c:v>
                </c:pt>
                <c:pt idx="215">
                  <c:v>124.354183517</c:v>
                </c:pt>
                <c:pt idx="216">
                  <c:v>124.479183503</c:v>
                </c:pt>
                <c:pt idx="217">
                  <c:v>122.878391457</c:v>
                </c:pt>
                <c:pt idx="218">
                  <c:v>119.719464431</c:v>
                </c:pt>
                <c:pt idx="219">
                  <c:v>118.924260206</c:v>
                </c:pt>
                <c:pt idx="220">
                  <c:v>119.927726546</c:v>
                </c:pt>
                <c:pt idx="221">
                  <c:v>125.525649036</c:v>
                </c:pt>
                <c:pt idx="222">
                  <c:v>125.578591405</c:v>
                </c:pt>
                <c:pt idx="223">
                  <c:v>126.207325544</c:v>
                </c:pt>
                <c:pt idx="224">
                  <c:v>130.234917983</c:v>
                </c:pt>
                <c:pt idx="225">
                  <c:v>131.10858292</c:v>
                </c:pt>
                <c:pt idx="226">
                  <c:v>130.077806733</c:v>
                </c:pt>
                <c:pt idx="227">
                  <c:v>132.555705199</c:v>
                </c:pt>
                <c:pt idx="228">
                  <c:v>134.034486417</c:v>
                </c:pt>
                <c:pt idx="229">
                  <c:v>133.934233405</c:v>
                </c:pt>
                <c:pt idx="230">
                  <c:v>133.147581771</c:v>
                </c:pt>
                <c:pt idx="231">
                  <c:v>132.630425584</c:v>
                </c:pt>
                <c:pt idx="232">
                  <c:v>130.350609407</c:v>
                </c:pt>
                <c:pt idx="233">
                  <c:v>131.989988179</c:v>
                </c:pt>
                <c:pt idx="234">
                  <c:v>130.914073164</c:v>
                </c:pt>
                <c:pt idx="235">
                  <c:v>131.635857522</c:v>
                </c:pt>
                <c:pt idx="236">
                  <c:v>134.894365039</c:v>
                </c:pt>
                <c:pt idx="237">
                  <c:v>134.234370656</c:v>
                </c:pt>
                <c:pt idx="238">
                  <c:v>132.14340007</c:v>
                </c:pt>
                <c:pt idx="239">
                  <c:v>129.866818799</c:v>
                </c:pt>
                <c:pt idx="240">
                  <c:v>133.169899017</c:v>
                </c:pt>
                <c:pt idx="241">
                  <c:v>137.284957409</c:v>
                </c:pt>
                <c:pt idx="242">
                  <c:v>135.742552821</c:v>
                </c:pt>
                <c:pt idx="243">
                  <c:v>136.046989962</c:v>
                </c:pt>
                <c:pt idx="244">
                  <c:v>133.113653381</c:v>
                </c:pt>
                <c:pt idx="245">
                  <c:v>132.232543171</c:v>
                </c:pt>
                <c:pt idx="246">
                  <c:v>130.112383207</c:v>
                </c:pt>
                <c:pt idx="247">
                  <c:v>129.62972629</c:v>
                </c:pt>
                <c:pt idx="248">
                  <c:v>126.800394451</c:v>
                </c:pt>
                <c:pt idx="249">
                  <c:v>132.340206028</c:v>
                </c:pt>
                <c:pt idx="250">
                  <c:v>140.824661769</c:v>
                </c:pt>
                <c:pt idx="251">
                  <c:v>139.561705296</c:v>
                </c:pt>
                <c:pt idx="252">
                  <c:v>139.032483138</c:v>
                </c:pt>
                <c:pt idx="253">
                  <c:v>138.927522503</c:v>
                </c:pt>
                <c:pt idx="254">
                  <c:v>138.255137727</c:v>
                </c:pt>
                <c:pt idx="255">
                  <c:v>139.344158496</c:v>
                </c:pt>
                <c:pt idx="256">
                  <c:v>141.157341314</c:v>
                </c:pt>
                <c:pt idx="257">
                  <c:v>141.509680275</c:v>
                </c:pt>
                <c:pt idx="258">
                  <c:v>140.575549322</c:v>
                </c:pt>
                <c:pt idx="259">
                  <c:v>139.453230847</c:v>
                </c:pt>
                <c:pt idx="260">
                  <c:v>140.301067581</c:v>
                </c:pt>
                <c:pt idx="261">
                  <c:v>142.14910642</c:v>
                </c:pt>
                <c:pt idx="262">
                  <c:v>141.768755594</c:v>
                </c:pt>
                <c:pt idx="263">
                  <c:v>142.22884235</c:v>
                </c:pt>
                <c:pt idx="264">
                  <c:v>143.680082254</c:v>
                </c:pt>
                <c:pt idx="265">
                  <c:v>140.49493309</c:v>
                </c:pt>
                <c:pt idx="266">
                  <c:v>141.971925511</c:v>
                </c:pt>
                <c:pt idx="267">
                  <c:v>142.569111382</c:v>
                </c:pt>
                <c:pt idx="268">
                  <c:v>142.89987257</c:v>
                </c:pt>
                <c:pt idx="269">
                  <c:v>142.203627319</c:v>
                </c:pt>
                <c:pt idx="270">
                  <c:v>141.393782714</c:v>
                </c:pt>
                <c:pt idx="271">
                  <c:v>144.676073004</c:v>
                </c:pt>
                <c:pt idx="272">
                  <c:v>139.701835229</c:v>
                </c:pt>
                <c:pt idx="273">
                  <c:v>143.761944158</c:v>
                </c:pt>
                <c:pt idx="274">
                  <c:v>143.058431808</c:v>
                </c:pt>
                <c:pt idx="275">
                  <c:v>143.250372707</c:v>
                </c:pt>
                <c:pt idx="276">
                  <c:v>145.978441898</c:v>
                </c:pt>
                <c:pt idx="277">
                  <c:v>145.929030224</c:v>
                </c:pt>
                <c:pt idx="278">
                  <c:v>144.999398843</c:v>
                </c:pt>
                <c:pt idx="279">
                  <c:v>145.971449863</c:v>
                </c:pt>
                <c:pt idx="280">
                  <c:v>145.82881518</c:v>
                </c:pt>
                <c:pt idx="281">
                  <c:v>145.132293152</c:v>
                </c:pt>
                <c:pt idx="282">
                  <c:v>147.434869136</c:v>
                </c:pt>
                <c:pt idx="283">
                  <c:v>142.994922267</c:v>
                </c:pt>
                <c:pt idx="284">
                  <c:v>140.101083843</c:v>
                </c:pt>
                <c:pt idx="285">
                  <c:v>142.93545689</c:v>
                </c:pt>
                <c:pt idx="286">
                  <c:v>139.017036836</c:v>
                </c:pt>
                <c:pt idx="287">
                  <c:v>140.399770981</c:v>
                </c:pt>
                <c:pt idx="288">
                  <c:v>143.516400894</c:v>
                </c:pt>
                <c:pt idx="289">
                  <c:v>143.065497405</c:v>
                </c:pt>
                <c:pt idx="290">
                  <c:v>144.137977118</c:v>
                </c:pt>
                <c:pt idx="291">
                  <c:v>145.534753577</c:v>
                </c:pt>
                <c:pt idx="292">
                  <c:v>149.796288213</c:v>
                </c:pt>
                <c:pt idx="293">
                  <c:v>149.272549423</c:v>
                </c:pt>
                <c:pt idx="294">
                  <c:v>150.104170642</c:v>
                </c:pt>
                <c:pt idx="295">
                  <c:v>150.455587478</c:v>
                </c:pt>
                <c:pt idx="296">
                  <c:v>151.571490772</c:v>
                </c:pt>
                <c:pt idx="297">
                  <c:v>150.422876378</c:v>
                </c:pt>
                <c:pt idx="298">
                  <c:v>150.264487614</c:v>
                </c:pt>
                <c:pt idx="299">
                  <c:v>151.365110671</c:v>
                </c:pt>
                <c:pt idx="300">
                  <c:v>150.36307147</c:v>
                </c:pt>
                <c:pt idx="301">
                  <c:v>149.507938583</c:v>
                </c:pt>
                <c:pt idx="302">
                  <c:v>149.274018093</c:v>
                </c:pt>
                <c:pt idx="303">
                  <c:v>151.453722637</c:v>
                </c:pt>
                <c:pt idx="304">
                  <c:v>148.241886036</c:v>
                </c:pt>
                <c:pt idx="305">
                  <c:v>151.192342709</c:v>
                </c:pt>
                <c:pt idx="306">
                  <c:v>150.05277383</c:v>
                </c:pt>
                <c:pt idx="307">
                  <c:v>151.991224436</c:v>
                </c:pt>
                <c:pt idx="308">
                  <c:v>152.479752759</c:v>
                </c:pt>
                <c:pt idx="309">
                  <c:v>153.260302567</c:v>
                </c:pt>
                <c:pt idx="310">
                  <c:v>151.313686154</c:v>
                </c:pt>
                <c:pt idx="311">
                  <c:v>153.612058356</c:v>
                </c:pt>
                <c:pt idx="312">
                  <c:v>150.655639381</c:v>
                </c:pt>
                <c:pt idx="313">
                  <c:v>150.911055907</c:v>
                </c:pt>
                <c:pt idx="314">
                  <c:v>148.464801616</c:v>
                </c:pt>
                <c:pt idx="315">
                  <c:v>150.140799726</c:v>
                </c:pt>
                <c:pt idx="316">
                  <c:v>152.207816693</c:v>
                </c:pt>
                <c:pt idx="317">
                  <c:v>158.107102408</c:v>
                </c:pt>
                <c:pt idx="318">
                  <c:v>158.035442169</c:v>
                </c:pt>
                <c:pt idx="319">
                  <c:v>157.910045025</c:v>
                </c:pt>
                <c:pt idx="320">
                  <c:v>150.883915576</c:v>
                </c:pt>
                <c:pt idx="321">
                  <c:v>155.428701217</c:v>
                </c:pt>
                <c:pt idx="322">
                  <c:v>149.438782783</c:v>
                </c:pt>
                <c:pt idx="323">
                  <c:v>145.462717823</c:v>
                </c:pt>
                <c:pt idx="324">
                  <c:v>149.730359193</c:v>
                </c:pt>
                <c:pt idx="325">
                  <c:v>152.773313807</c:v>
                </c:pt>
                <c:pt idx="326">
                  <c:v>155.976506449</c:v>
                </c:pt>
                <c:pt idx="327">
                  <c:v>155.59613754</c:v>
                </c:pt>
                <c:pt idx="328">
                  <c:v>157.210301271</c:v>
                </c:pt>
                <c:pt idx="329">
                  <c:v>156.367196131</c:v>
                </c:pt>
                <c:pt idx="330">
                  <c:v>159.254674807</c:v>
                </c:pt>
                <c:pt idx="331">
                  <c:v>161.47631687</c:v>
                </c:pt>
                <c:pt idx="332">
                  <c:v>159.765195983</c:v>
                </c:pt>
                <c:pt idx="333">
                  <c:v>163.805680244</c:v>
                </c:pt>
                <c:pt idx="334">
                  <c:v>167.82640199</c:v>
                </c:pt>
                <c:pt idx="335">
                  <c:v>169.093041408</c:v>
                </c:pt>
                <c:pt idx="336">
                  <c:v>169.115021316</c:v>
                </c:pt>
                <c:pt idx="337">
                  <c:v>170.777984457</c:v>
                </c:pt>
                <c:pt idx="338">
                  <c:v>170.326872788</c:v>
                </c:pt>
                <c:pt idx="339">
                  <c:v>172.27146375</c:v>
                </c:pt>
                <c:pt idx="340">
                  <c:v>172.74752411</c:v>
                </c:pt>
                <c:pt idx="341">
                  <c:v>175.014383441</c:v>
                </c:pt>
                <c:pt idx="342">
                  <c:v>176.329800784</c:v>
                </c:pt>
                <c:pt idx="343">
                  <c:v>175.49512193</c:v>
                </c:pt>
                <c:pt idx="344">
                  <c:v>179.168064765</c:v>
                </c:pt>
                <c:pt idx="345">
                  <c:v>178.60261999</c:v>
                </c:pt>
                <c:pt idx="346">
                  <c:v>179.176969529</c:v>
                </c:pt>
                <c:pt idx="347">
                  <c:v>176.08252084</c:v>
                </c:pt>
                <c:pt idx="348">
                  <c:v>174.714076223</c:v>
                </c:pt>
                <c:pt idx="349">
                  <c:v>174.792016347</c:v>
                </c:pt>
                <c:pt idx="350">
                  <c:v>177.3997034</c:v>
                </c:pt>
                <c:pt idx="351">
                  <c:v>174.945187263</c:v>
                </c:pt>
                <c:pt idx="352">
                  <c:v>176.815965036</c:v>
                </c:pt>
                <c:pt idx="353">
                  <c:v>172.754151175</c:v>
                </c:pt>
                <c:pt idx="354">
                  <c:v>173.997510024</c:v>
                </c:pt>
                <c:pt idx="355">
                  <c:v>172.097631579</c:v>
                </c:pt>
                <c:pt idx="356">
                  <c:v>167.284725735</c:v>
                </c:pt>
                <c:pt idx="357">
                  <c:v>168.887378858</c:v>
                </c:pt>
                <c:pt idx="358">
                  <c:v>174.007022565</c:v>
                </c:pt>
                <c:pt idx="359">
                  <c:v>174.029394965</c:v>
                </c:pt>
                <c:pt idx="360">
                  <c:v>170.510733942</c:v>
                </c:pt>
                <c:pt idx="361">
                  <c:v>166.482266656</c:v>
                </c:pt>
                <c:pt idx="362">
                  <c:v>170.759876703</c:v>
                </c:pt>
                <c:pt idx="363">
                  <c:v>168.706468958</c:v>
                </c:pt>
                <c:pt idx="364">
                  <c:v>171.966244435</c:v>
                </c:pt>
                <c:pt idx="365">
                  <c:v>174.860052613</c:v>
                </c:pt>
                <c:pt idx="366">
                  <c:v>170.507574439</c:v>
                </c:pt>
                <c:pt idx="367">
                  <c:v>161.346955781</c:v>
                </c:pt>
                <c:pt idx="368">
                  <c:v>160.459666571</c:v>
                </c:pt>
                <c:pt idx="369">
                  <c:v>157.043567844</c:v>
                </c:pt>
                <c:pt idx="370">
                  <c:v>159.311817097</c:v>
                </c:pt>
                <c:pt idx="371">
                  <c:v>162.650617562</c:v>
                </c:pt>
                <c:pt idx="372">
                  <c:v>163.951430804</c:v>
                </c:pt>
                <c:pt idx="373">
                  <c:v>163.833993209</c:v>
                </c:pt>
                <c:pt idx="374">
                  <c:v>166.283763667</c:v>
                </c:pt>
                <c:pt idx="375">
                  <c:v>166.226886618</c:v>
                </c:pt>
                <c:pt idx="376">
                  <c:v>167.580607234</c:v>
                </c:pt>
                <c:pt idx="377">
                  <c:v>170.3226498</c:v>
                </c:pt>
                <c:pt idx="378">
                  <c:v>171.105920502</c:v>
                </c:pt>
                <c:pt idx="379">
                  <c:v>173.55011416</c:v>
                </c:pt>
                <c:pt idx="380">
                  <c:v>175.371033132</c:v>
                </c:pt>
                <c:pt idx="381">
                  <c:v>183.056973246</c:v>
                </c:pt>
                <c:pt idx="382">
                  <c:v>184.248830657</c:v>
                </c:pt>
                <c:pt idx="383">
                  <c:v>185.368852654</c:v>
                </c:pt>
                <c:pt idx="384">
                  <c:v>184.670057251</c:v>
                </c:pt>
                <c:pt idx="385">
                  <c:v>185.635573325</c:v>
                </c:pt>
                <c:pt idx="386">
                  <c:v>184.94394076</c:v>
                </c:pt>
                <c:pt idx="387">
                  <c:v>181.406845176</c:v>
                </c:pt>
                <c:pt idx="388">
                  <c:v>182.195929377</c:v>
                </c:pt>
                <c:pt idx="389">
                  <c:v>179.780838084</c:v>
                </c:pt>
                <c:pt idx="390">
                  <c:v>180.603090244</c:v>
                </c:pt>
                <c:pt idx="391">
                  <c:v>182.679705055</c:v>
                </c:pt>
                <c:pt idx="392">
                  <c:v>184.623975085</c:v>
                </c:pt>
                <c:pt idx="393">
                  <c:v>183.91227435</c:v>
                </c:pt>
                <c:pt idx="394">
                  <c:v>185.720221423</c:v>
                </c:pt>
                <c:pt idx="395">
                  <c:v>186.496329288</c:v>
                </c:pt>
                <c:pt idx="396">
                  <c:v>190.641675272</c:v>
                </c:pt>
                <c:pt idx="397">
                  <c:v>192.592938747</c:v>
                </c:pt>
                <c:pt idx="398">
                  <c:v>192.710862943</c:v>
                </c:pt>
                <c:pt idx="399">
                  <c:v>190.459893645</c:v>
                </c:pt>
                <c:pt idx="400">
                  <c:v>189.628776221</c:v>
                </c:pt>
                <c:pt idx="401">
                  <c:v>191.389244415</c:v>
                </c:pt>
                <c:pt idx="402">
                  <c:v>189.862900964</c:v>
                </c:pt>
                <c:pt idx="403">
                  <c:v>190.373945423</c:v>
                </c:pt>
                <c:pt idx="404">
                  <c:v>192.435746428</c:v>
                </c:pt>
                <c:pt idx="405">
                  <c:v>190.610581006</c:v>
                </c:pt>
                <c:pt idx="406">
                  <c:v>183.670326118</c:v>
                </c:pt>
                <c:pt idx="407">
                  <c:v>183.059456726</c:v>
                </c:pt>
                <c:pt idx="408">
                  <c:v>182.384748482</c:v>
                </c:pt>
                <c:pt idx="409">
                  <c:v>183.896348989</c:v>
                </c:pt>
                <c:pt idx="410">
                  <c:v>182.266120635</c:v>
                </c:pt>
                <c:pt idx="411">
                  <c:v>185.914723711</c:v>
                </c:pt>
                <c:pt idx="412">
                  <c:v>188.855903964</c:v>
                </c:pt>
                <c:pt idx="413">
                  <c:v>188.511121211</c:v>
                </c:pt>
                <c:pt idx="414">
                  <c:v>180.380293343</c:v>
                </c:pt>
                <c:pt idx="415">
                  <c:v>182.015543855</c:v>
                </c:pt>
                <c:pt idx="416">
                  <c:v>184.292678088</c:v>
                </c:pt>
                <c:pt idx="417">
                  <c:v>182.063890083</c:v>
                </c:pt>
                <c:pt idx="418">
                  <c:v>183.827374687</c:v>
                </c:pt>
                <c:pt idx="419">
                  <c:v>188.005750195</c:v>
                </c:pt>
                <c:pt idx="420">
                  <c:v>188.459428331</c:v>
                </c:pt>
                <c:pt idx="421">
                  <c:v>188.874650679</c:v>
                </c:pt>
                <c:pt idx="422">
                  <c:v>193.584953098</c:v>
                </c:pt>
                <c:pt idx="423">
                  <c:v>195.963992903</c:v>
                </c:pt>
                <c:pt idx="424">
                  <c:v>195.711730015</c:v>
                </c:pt>
                <c:pt idx="425">
                  <c:v>195.015839414</c:v>
                </c:pt>
                <c:pt idx="426">
                  <c:v>195.871593956</c:v>
                </c:pt>
                <c:pt idx="427">
                  <c:v>195.440927131</c:v>
                </c:pt>
                <c:pt idx="428">
                  <c:v>198.089027628</c:v>
                </c:pt>
                <c:pt idx="429">
                  <c:v>203.437594824</c:v>
                </c:pt>
                <c:pt idx="430">
                  <c:v>204.257281344</c:v>
                </c:pt>
                <c:pt idx="431">
                  <c:v>202.182069616</c:v>
                </c:pt>
                <c:pt idx="432">
                  <c:v>201.186606719</c:v>
                </c:pt>
                <c:pt idx="433">
                  <c:v>201.034682404</c:v>
                </c:pt>
                <c:pt idx="434">
                  <c:v>199.4542547</c:v>
                </c:pt>
                <c:pt idx="435">
                  <c:v>202.479747708</c:v>
                </c:pt>
                <c:pt idx="436">
                  <c:v>201.45813199</c:v>
                </c:pt>
                <c:pt idx="437">
                  <c:v>200.220348155</c:v>
                </c:pt>
                <c:pt idx="438">
                  <c:v>204.301510693</c:v>
                </c:pt>
                <c:pt idx="439">
                  <c:v>203.811029397</c:v>
                </c:pt>
                <c:pt idx="440">
                  <c:v>198.85604169</c:v>
                </c:pt>
                <c:pt idx="441">
                  <c:v>202.232990742</c:v>
                </c:pt>
                <c:pt idx="442">
                  <c:v>198.77483186</c:v>
                </c:pt>
                <c:pt idx="443">
                  <c:v>191.509741085</c:v>
                </c:pt>
                <c:pt idx="444">
                  <c:v>190.329427517</c:v>
                </c:pt>
                <c:pt idx="445">
                  <c:v>199.02326761</c:v>
                </c:pt>
                <c:pt idx="446">
                  <c:v>202.197236268</c:v>
                </c:pt>
                <c:pt idx="447">
                  <c:v>204.995246979</c:v>
                </c:pt>
                <c:pt idx="448">
                  <c:v>203.08303628</c:v>
                </c:pt>
                <c:pt idx="449">
                  <c:v>208.160804309</c:v>
                </c:pt>
                <c:pt idx="450">
                  <c:v>210.883132862</c:v>
                </c:pt>
                <c:pt idx="451">
                  <c:v>217.195909364</c:v>
                </c:pt>
                <c:pt idx="452">
                  <c:v>217.841396989</c:v>
                </c:pt>
                <c:pt idx="453">
                  <c:v>218.90800353</c:v>
                </c:pt>
                <c:pt idx="454">
                  <c:v>216.644576875</c:v>
                </c:pt>
                <c:pt idx="455">
                  <c:v>218.58602968</c:v>
                </c:pt>
                <c:pt idx="456">
                  <c:v>221.823866911</c:v>
                </c:pt>
                <c:pt idx="457">
                  <c:v>222.536398838</c:v>
                </c:pt>
                <c:pt idx="458">
                  <c:v>223.825316533</c:v>
                </c:pt>
                <c:pt idx="459">
                  <c:v>222.809186638</c:v>
                </c:pt>
                <c:pt idx="460">
                  <c:v>221.899873015</c:v>
                </c:pt>
                <c:pt idx="461">
                  <c:v>221.993635146</c:v>
                </c:pt>
                <c:pt idx="462">
                  <c:v>222.939502113</c:v>
                </c:pt>
                <c:pt idx="463">
                  <c:v>223.431741925</c:v>
                </c:pt>
                <c:pt idx="464">
                  <c:v>224.05236651</c:v>
                </c:pt>
                <c:pt idx="465">
                  <c:v>215.582378898</c:v>
                </c:pt>
                <c:pt idx="466">
                  <c:v>221.389145758</c:v>
                </c:pt>
                <c:pt idx="467">
                  <c:v>220.757098612</c:v>
                </c:pt>
                <c:pt idx="468">
                  <c:v>221.27659466</c:v>
                </c:pt>
                <c:pt idx="469">
                  <c:v>226.523672856</c:v>
                </c:pt>
                <c:pt idx="470">
                  <c:v>228.158108704</c:v>
                </c:pt>
                <c:pt idx="471">
                  <c:v>229.363364343</c:v>
                </c:pt>
                <c:pt idx="472">
                  <c:v>225.357292022</c:v>
                </c:pt>
                <c:pt idx="473">
                  <c:v>223.903510527</c:v>
                </c:pt>
                <c:pt idx="474">
                  <c:v>222.673852813</c:v>
                </c:pt>
                <c:pt idx="475">
                  <c:v>227.250250423</c:v>
                </c:pt>
                <c:pt idx="476">
                  <c:v>229.780379248</c:v>
                </c:pt>
                <c:pt idx="477">
                  <c:v>230.545570462</c:v>
                </c:pt>
                <c:pt idx="478">
                  <c:v>232.678579674</c:v>
                </c:pt>
                <c:pt idx="479">
                  <c:v>235.616279658</c:v>
                </c:pt>
                <c:pt idx="480">
                  <c:v>237.914008419</c:v>
                </c:pt>
                <c:pt idx="481">
                  <c:v>236.561519308</c:v>
                </c:pt>
                <c:pt idx="482">
                  <c:v>236.016997735</c:v>
                </c:pt>
                <c:pt idx="483">
                  <c:v>236.091680891</c:v>
                </c:pt>
                <c:pt idx="484">
                  <c:v>235.259602327</c:v>
                </c:pt>
                <c:pt idx="485">
                  <c:v>239.516817854</c:v>
                </c:pt>
                <c:pt idx="486">
                  <c:v>241.350696554</c:v>
                </c:pt>
                <c:pt idx="487">
                  <c:v>240.536514262</c:v>
                </c:pt>
                <c:pt idx="488">
                  <c:v>234.325963442</c:v>
                </c:pt>
                <c:pt idx="489">
                  <c:v>232.503706051</c:v>
                </c:pt>
                <c:pt idx="490">
                  <c:v>231.787139454</c:v>
                </c:pt>
                <c:pt idx="491">
                  <c:v>234.639717716</c:v>
                </c:pt>
                <c:pt idx="492">
                  <c:v>233.514166525</c:v>
                </c:pt>
                <c:pt idx="493">
                  <c:v>239.898111282</c:v>
                </c:pt>
                <c:pt idx="494">
                  <c:v>238.490235578</c:v>
                </c:pt>
                <c:pt idx="495">
                  <c:v>243.363354343</c:v>
                </c:pt>
                <c:pt idx="496">
                  <c:v>248.252235409</c:v>
                </c:pt>
                <c:pt idx="497">
                  <c:v>248.782272859</c:v>
                </c:pt>
                <c:pt idx="498">
                  <c:v>250.959915686</c:v>
                </c:pt>
                <c:pt idx="499">
                  <c:v>249.858762622</c:v>
                </c:pt>
                <c:pt idx="500">
                  <c:v>249.083463419</c:v>
                </c:pt>
                <c:pt idx="501">
                  <c:v>252.341963124</c:v>
                </c:pt>
                <c:pt idx="502">
                  <c:v>247.748714255</c:v>
                </c:pt>
                <c:pt idx="503">
                  <c:v>244.64742576</c:v>
                </c:pt>
                <c:pt idx="504">
                  <c:v>242.747245098</c:v>
                </c:pt>
                <c:pt idx="505">
                  <c:v>247.021524976</c:v>
                </c:pt>
                <c:pt idx="506">
                  <c:v>247.770454869</c:v>
                </c:pt>
                <c:pt idx="507">
                  <c:v>246.401267951</c:v>
                </c:pt>
                <c:pt idx="508">
                  <c:v>248.173252896</c:v>
                </c:pt>
                <c:pt idx="509">
                  <c:v>240.361677161</c:v>
                </c:pt>
                <c:pt idx="510">
                  <c:v>249.339076917</c:v>
                </c:pt>
                <c:pt idx="511">
                  <c:v>253.064968871</c:v>
                </c:pt>
                <c:pt idx="512">
                  <c:v>253.411157666</c:v>
                </c:pt>
                <c:pt idx="513">
                  <c:v>250.185000364</c:v>
                </c:pt>
                <c:pt idx="514">
                  <c:v>253.651825585</c:v>
                </c:pt>
                <c:pt idx="515">
                  <c:v>255.250409183</c:v>
                </c:pt>
                <c:pt idx="516">
                  <c:v>252.364022015</c:v>
                </c:pt>
                <c:pt idx="517">
                  <c:v>241.534530477</c:v>
                </c:pt>
                <c:pt idx="518">
                  <c:v>237.042750286</c:v>
                </c:pt>
                <c:pt idx="519">
                  <c:v>237.56691324</c:v>
                </c:pt>
                <c:pt idx="520">
                  <c:v>232.117231752</c:v>
                </c:pt>
                <c:pt idx="521">
                  <c:v>239.686300347</c:v>
                </c:pt>
                <c:pt idx="522">
                  <c:v>238.161975499</c:v>
                </c:pt>
                <c:pt idx="523">
                  <c:v>226.470150342</c:v>
                </c:pt>
                <c:pt idx="524">
                  <c:v>229.283403945</c:v>
                </c:pt>
                <c:pt idx="525">
                  <c:v>227.979805806</c:v>
                </c:pt>
                <c:pt idx="526">
                  <c:v>234.165498419</c:v>
                </c:pt>
                <c:pt idx="527">
                  <c:v>242.840447995</c:v>
                </c:pt>
                <c:pt idx="528">
                  <c:v>245.806818808</c:v>
                </c:pt>
                <c:pt idx="529">
                  <c:v>252.07345181</c:v>
                </c:pt>
                <c:pt idx="530">
                  <c:v>252.877625393</c:v>
                </c:pt>
                <c:pt idx="531">
                  <c:v>257.303687663</c:v>
                </c:pt>
                <c:pt idx="532">
                  <c:v>258.468116878</c:v>
                </c:pt>
                <c:pt idx="533">
                  <c:v>260.757556808</c:v>
                </c:pt>
                <c:pt idx="534">
                  <c:v>256.649691686</c:v>
                </c:pt>
                <c:pt idx="535">
                  <c:v>259.718729591</c:v>
                </c:pt>
                <c:pt idx="536">
                  <c:v>258.628917122</c:v>
                </c:pt>
                <c:pt idx="537">
                  <c:v>262.011938068</c:v>
                </c:pt>
                <c:pt idx="538">
                  <c:v>261.516876557</c:v>
                </c:pt>
                <c:pt idx="539">
                  <c:v>260.965833237</c:v>
                </c:pt>
                <c:pt idx="540">
                  <c:v>264.698068826</c:v>
                </c:pt>
                <c:pt idx="541">
                  <c:v>264.296753505</c:v>
                </c:pt>
                <c:pt idx="542">
                  <c:v>259.904491918</c:v>
                </c:pt>
                <c:pt idx="543">
                  <c:v>267.620166655</c:v>
                </c:pt>
                <c:pt idx="544">
                  <c:v>268.635315746</c:v>
                </c:pt>
                <c:pt idx="545">
                  <c:v>268.045868864</c:v>
                </c:pt>
                <c:pt idx="546">
                  <c:v>266.003392879</c:v>
                </c:pt>
                <c:pt idx="547">
                  <c:v>266.27874286</c:v>
                </c:pt>
                <c:pt idx="548">
                  <c:v>263.964880235</c:v>
                </c:pt>
                <c:pt idx="549">
                  <c:v>265.920835056</c:v>
                </c:pt>
                <c:pt idx="550">
                  <c:v>257.974669432</c:v>
                </c:pt>
                <c:pt idx="551">
                  <c:v>254.725935436</c:v>
                </c:pt>
                <c:pt idx="552">
                  <c:v>259.665099945</c:v>
                </c:pt>
                <c:pt idx="553">
                  <c:v>265.746780944</c:v>
                </c:pt>
                <c:pt idx="554">
                  <c:v>262.445827303</c:v>
                </c:pt>
                <c:pt idx="555">
                  <c:v>264.171333552</c:v>
                </c:pt>
                <c:pt idx="556">
                  <c:v>258.201974127</c:v>
                </c:pt>
                <c:pt idx="557">
                  <c:v>254.257292005</c:v>
                </c:pt>
                <c:pt idx="558">
                  <c:v>256.33171151</c:v>
                </c:pt>
                <c:pt idx="559">
                  <c:v>250.195735997</c:v>
                </c:pt>
                <c:pt idx="560">
                  <c:v>247.743659077</c:v>
                </c:pt>
                <c:pt idx="561">
                  <c:v>249.279295918</c:v>
                </c:pt>
                <c:pt idx="562">
                  <c:v>252.856730145</c:v>
                </c:pt>
                <c:pt idx="563">
                  <c:v>261.054990972</c:v>
                </c:pt>
                <c:pt idx="564">
                  <c:v>262.627232018</c:v>
                </c:pt>
                <c:pt idx="565">
                  <c:v>259.016781349</c:v>
                </c:pt>
                <c:pt idx="566">
                  <c:v>245.962717949</c:v>
                </c:pt>
                <c:pt idx="567">
                  <c:v>241.113917632</c:v>
                </c:pt>
                <c:pt idx="568">
                  <c:v>245.325710067</c:v>
                </c:pt>
                <c:pt idx="569">
                  <c:v>253.314115103</c:v>
                </c:pt>
                <c:pt idx="570">
                  <c:v>238.110923786</c:v>
                </c:pt>
                <c:pt idx="571">
                  <c:v>232.746058629</c:v>
                </c:pt>
                <c:pt idx="572">
                  <c:v>236.321784101</c:v>
                </c:pt>
                <c:pt idx="573">
                  <c:v>238.414647242</c:v>
                </c:pt>
                <c:pt idx="574">
                  <c:v>244.541619297</c:v>
                </c:pt>
                <c:pt idx="575">
                  <c:v>245.179371948</c:v>
                </c:pt>
                <c:pt idx="576">
                  <c:v>248.601165373</c:v>
                </c:pt>
                <c:pt idx="577">
                  <c:v>252.078828114</c:v>
                </c:pt>
                <c:pt idx="578">
                  <c:v>247.863220014</c:v>
                </c:pt>
                <c:pt idx="579">
                  <c:v>251.872446935</c:v>
                </c:pt>
                <c:pt idx="580">
                  <c:v>244.392434107</c:v>
                </c:pt>
                <c:pt idx="581">
                  <c:v>246.937199339</c:v>
                </c:pt>
                <c:pt idx="582">
                  <c:v>250.084539145</c:v>
                </c:pt>
                <c:pt idx="583">
                  <c:v>251.592135214</c:v>
                </c:pt>
                <c:pt idx="584">
                  <c:v>252.516628982</c:v>
                </c:pt>
                <c:pt idx="585">
                  <c:v>251.79793712</c:v>
                </c:pt>
                <c:pt idx="586">
                  <c:v>253.908727905</c:v>
                </c:pt>
                <c:pt idx="587">
                  <c:v>247.392352767</c:v>
                </c:pt>
                <c:pt idx="588">
                  <c:v>246.889389638</c:v>
                </c:pt>
                <c:pt idx="589">
                  <c:v>246.446385085</c:v>
                </c:pt>
                <c:pt idx="590">
                  <c:v>248.354200623</c:v>
                </c:pt>
                <c:pt idx="591">
                  <c:v>255.977677184</c:v>
                </c:pt>
                <c:pt idx="592">
                  <c:v>256.46382372</c:v>
                </c:pt>
                <c:pt idx="593">
                  <c:v>253.850830189</c:v>
                </c:pt>
                <c:pt idx="594">
                  <c:v>249.368146911</c:v>
                </c:pt>
                <c:pt idx="595">
                  <c:v>252.480557629</c:v>
                </c:pt>
                <c:pt idx="596">
                  <c:v>255.68520759</c:v>
                </c:pt>
                <c:pt idx="597">
                  <c:v>253.451773342</c:v>
                </c:pt>
                <c:pt idx="598">
                  <c:v>258.512752437</c:v>
                </c:pt>
                <c:pt idx="599">
                  <c:v>260.506134231</c:v>
                </c:pt>
                <c:pt idx="600">
                  <c:v>264.278323295</c:v>
                </c:pt>
                <c:pt idx="601">
                  <c:v>270.613424549</c:v>
                </c:pt>
                <c:pt idx="602">
                  <c:v>268.995143314</c:v>
                </c:pt>
                <c:pt idx="603">
                  <c:v>272.810622718</c:v>
                </c:pt>
                <c:pt idx="604">
                  <c:v>273.095891635</c:v>
                </c:pt>
                <c:pt idx="605">
                  <c:v>272.630487256</c:v>
                </c:pt>
                <c:pt idx="606">
                  <c:v>272.189641438</c:v>
                </c:pt>
                <c:pt idx="607">
                  <c:v>273.860322066</c:v>
                </c:pt>
                <c:pt idx="608">
                  <c:v>278.844857962</c:v>
                </c:pt>
                <c:pt idx="609">
                  <c:v>281.896529548</c:v>
                </c:pt>
                <c:pt idx="610">
                  <c:v>281.756683998</c:v>
                </c:pt>
                <c:pt idx="611">
                  <c:v>282.798050552</c:v>
                </c:pt>
                <c:pt idx="612">
                  <c:v>282.0749933</c:v>
                </c:pt>
                <c:pt idx="613">
                  <c:v>276.931713148</c:v>
                </c:pt>
                <c:pt idx="614">
                  <c:v>278.657548179</c:v>
                </c:pt>
                <c:pt idx="615">
                  <c:v>279.798010472</c:v>
                </c:pt>
                <c:pt idx="616">
                  <c:v>280.095314137</c:v>
                </c:pt>
                <c:pt idx="617">
                  <c:v>283.908541102</c:v>
                </c:pt>
                <c:pt idx="618">
                  <c:v>283.552193664</c:v>
                </c:pt>
                <c:pt idx="619">
                  <c:v>284.491806435</c:v>
                </c:pt>
                <c:pt idx="620">
                  <c:v>284.565286339</c:v>
                </c:pt>
                <c:pt idx="621">
                  <c:v>283.42092313</c:v>
                </c:pt>
                <c:pt idx="622">
                  <c:v>286.883156151</c:v>
                </c:pt>
                <c:pt idx="623">
                  <c:v>287.132167735</c:v>
                </c:pt>
                <c:pt idx="624">
                  <c:v>289.057773807</c:v>
                </c:pt>
                <c:pt idx="625">
                  <c:v>290.060378416</c:v>
                </c:pt>
                <c:pt idx="626">
                  <c:v>296.584623475</c:v>
                </c:pt>
                <c:pt idx="627">
                  <c:v>297.46050739</c:v>
                </c:pt>
                <c:pt idx="628">
                  <c:v>301.477506501</c:v>
                </c:pt>
                <c:pt idx="629">
                  <c:v>299.542538908</c:v>
                </c:pt>
                <c:pt idx="630">
                  <c:v>292.824695157</c:v>
                </c:pt>
                <c:pt idx="631">
                  <c:v>297.101369924</c:v>
                </c:pt>
                <c:pt idx="632">
                  <c:v>295.235369518</c:v>
                </c:pt>
                <c:pt idx="633">
                  <c:v>298.328696579</c:v>
                </c:pt>
                <c:pt idx="634">
                  <c:v>302.28383101</c:v>
                </c:pt>
                <c:pt idx="635">
                  <c:v>300.218511277</c:v>
                </c:pt>
                <c:pt idx="636">
                  <c:v>303.254942089</c:v>
                </c:pt>
                <c:pt idx="637">
                  <c:v>294.721969132</c:v>
                </c:pt>
                <c:pt idx="638">
                  <c:v>303.867015695</c:v>
                </c:pt>
                <c:pt idx="639">
                  <c:v>303.045017922</c:v>
                </c:pt>
                <c:pt idx="640">
                  <c:v>306.89897098</c:v>
                </c:pt>
                <c:pt idx="641">
                  <c:v>310.398871709</c:v>
                </c:pt>
                <c:pt idx="642">
                  <c:v>309.669451269</c:v>
                </c:pt>
                <c:pt idx="643">
                  <c:v>306.881047128</c:v>
                </c:pt>
                <c:pt idx="644">
                  <c:v>306.926284747</c:v>
                </c:pt>
                <c:pt idx="645">
                  <c:v>305.457746473</c:v>
                </c:pt>
                <c:pt idx="646">
                  <c:v>307.197575258</c:v>
                </c:pt>
                <c:pt idx="647">
                  <c:v>293.463722338</c:v>
                </c:pt>
                <c:pt idx="648">
                  <c:v>291.129007991</c:v>
                </c:pt>
                <c:pt idx="649">
                  <c:v>295.296197239</c:v>
                </c:pt>
                <c:pt idx="650">
                  <c:v>290.036103454</c:v>
                </c:pt>
                <c:pt idx="651">
                  <c:v>289.955294502</c:v>
                </c:pt>
                <c:pt idx="652">
                  <c:v>287.753615688</c:v>
                </c:pt>
                <c:pt idx="653">
                  <c:v>292.664318587</c:v>
                </c:pt>
                <c:pt idx="654">
                  <c:v>296.100248865</c:v>
                </c:pt>
                <c:pt idx="655">
                  <c:v>295.62536137</c:v>
                </c:pt>
                <c:pt idx="656">
                  <c:v>302.141270281</c:v>
                </c:pt>
                <c:pt idx="657">
                  <c:v>305.326295337</c:v>
                </c:pt>
                <c:pt idx="658">
                  <c:v>307.933839142</c:v>
                </c:pt>
                <c:pt idx="659">
                  <c:v>313.327450642</c:v>
                </c:pt>
                <c:pt idx="660">
                  <c:v>317.203113045</c:v>
                </c:pt>
                <c:pt idx="661">
                  <c:v>317.606636452</c:v>
                </c:pt>
                <c:pt idx="662">
                  <c:v>319.102831137</c:v>
                </c:pt>
                <c:pt idx="663">
                  <c:v>319.510086064</c:v>
                </c:pt>
                <c:pt idx="664">
                  <c:v>322.137982107</c:v>
                </c:pt>
                <c:pt idx="665">
                  <c:v>322.88804281</c:v>
                </c:pt>
                <c:pt idx="666">
                  <c:v>323.004176387</c:v>
                </c:pt>
                <c:pt idx="667">
                  <c:v>322.147605607</c:v>
                </c:pt>
                <c:pt idx="668">
                  <c:v>324.788902036</c:v>
                </c:pt>
                <c:pt idx="669">
                  <c:v>326.085240807</c:v>
                </c:pt>
                <c:pt idx="670">
                  <c:v>322.928438777</c:v>
                </c:pt>
                <c:pt idx="671">
                  <c:v>322.41871999</c:v>
                </c:pt>
                <c:pt idx="672">
                  <c:v>325.990016516</c:v>
                </c:pt>
                <c:pt idx="673">
                  <c:v>326.567835568</c:v>
                </c:pt>
                <c:pt idx="674">
                  <c:v>321.208292886</c:v>
                </c:pt>
                <c:pt idx="675">
                  <c:v>325.904415607</c:v>
                </c:pt>
                <c:pt idx="676">
                  <c:v>325.852707507</c:v>
                </c:pt>
                <c:pt idx="677">
                  <c:v>321.970501805</c:v>
                </c:pt>
                <c:pt idx="678">
                  <c:v>316.628462195</c:v>
                </c:pt>
                <c:pt idx="679">
                  <c:v>322.607964314</c:v>
                </c:pt>
                <c:pt idx="680">
                  <c:v>323.713788411</c:v>
                </c:pt>
                <c:pt idx="681">
                  <c:v>328.529956802</c:v>
                </c:pt>
                <c:pt idx="682">
                  <c:v>328.531077851</c:v>
                </c:pt>
                <c:pt idx="683">
                  <c:v>322.478555216</c:v>
                </c:pt>
                <c:pt idx="684">
                  <c:v>319.907245395</c:v>
                </c:pt>
                <c:pt idx="685">
                  <c:v>327.084810132</c:v>
                </c:pt>
                <c:pt idx="686">
                  <c:v>313.004950886</c:v>
                </c:pt>
                <c:pt idx="687">
                  <c:v>319.628289235</c:v>
                </c:pt>
                <c:pt idx="688">
                  <c:v>318.928122702</c:v>
                </c:pt>
                <c:pt idx="689">
                  <c:v>319.186035298</c:v>
                </c:pt>
                <c:pt idx="690">
                  <c:v>308.481065364</c:v>
                </c:pt>
                <c:pt idx="691">
                  <c:v>308.164219882</c:v>
                </c:pt>
                <c:pt idx="692">
                  <c:v>314.871165908</c:v>
                </c:pt>
                <c:pt idx="693">
                  <c:v>313.665211032</c:v>
                </c:pt>
                <c:pt idx="694">
                  <c:v>304.01285837</c:v>
                </c:pt>
                <c:pt idx="695">
                  <c:v>316.396087709</c:v>
                </c:pt>
                <c:pt idx="696">
                  <c:v>304.610008967</c:v>
                </c:pt>
                <c:pt idx="697">
                  <c:v>289.901290383</c:v>
                </c:pt>
                <c:pt idx="698">
                  <c:v>280.328964523</c:v>
                </c:pt>
                <c:pt idx="699">
                  <c:v>280.718426838</c:v>
                </c:pt>
                <c:pt idx="700">
                  <c:v>276.567493296</c:v>
                </c:pt>
                <c:pt idx="701">
                  <c:v>273.729249809</c:v>
                </c:pt>
                <c:pt idx="702">
                  <c:v>281.25468224</c:v>
                </c:pt>
                <c:pt idx="703">
                  <c:v>289.234911449</c:v>
                </c:pt>
                <c:pt idx="704">
                  <c:v>304.065131777</c:v>
                </c:pt>
                <c:pt idx="705">
                  <c:v>300.608234474</c:v>
                </c:pt>
                <c:pt idx="706">
                  <c:v>309.607460818</c:v>
                </c:pt>
                <c:pt idx="707">
                  <c:v>315.033577779</c:v>
                </c:pt>
                <c:pt idx="708">
                  <c:v>315.817463463</c:v>
                </c:pt>
                <c:pt idx="709">
                  <c:v>325.448013775</c:v>
                </c:pt>
                <c:pt idx="710">
                  <c:v>323.238241716</c:v>
                </c:pt>
                <c:pt idx="711">
                  <c:v>324.863079089</c:v>
                </c:pt>
                <c:pt idx="712">
                  <c:v>334.620214354</c:v>
                </c:pt>
                <c:pt idx="713">
                  <c:v>336.569541643</c:v>
                </c:pt>
                <c:pt idx="714">
                  <c:v>334.772512346</c:v>
                </c:pt>
                <c:pt idx="715">
                  <c:v>335.385914679</c:v>
                </c:pt>
                <c:pt idx="716">
                  <c:v>337.632118021</c:v>
                </c:pt>
                <c:pt idx="717">
                  <c:v>337.349059229</c:v>
                </c:pt>
                <c:pt idx="718">
                  <c:v>339.660953771</c:v>
                </c:pt>
                <c:pt idx="719">
                  <c:v>341.514892826</c:v>
                </c:pt>
                <c:pt idx="720">
                  <c:v>342.725333547</c:v>
                </c:pt>
                <c:pt idx="721">
                  <c:v>345.513798079</c:v>
                </c:pt>
                <c:pt idx="722">
                  <c:v>347.367614048</c:v>
                </c:pt>
                <c:pt idx="723">
                  <c:v>345.659274725</c:v>
                </c:pt>
                <c:pt idx="724">
                  <c:v>350.59011085</c:v>
                </c:pt>
                <c:pt idx="725">
                  <c:v>348.187804047</c:v>
                </c:pt>
                <c:pt idx="726">
                  <c:v>351.193692431</c:v>
                </c:pt>
                <c:pt idx="727">
                  <c:v>353.276574359</c:v>
                </c:pt>
                <c:pt idx="728">
                  <c:v>357.475950899</c:v>
                </c:pt>
                <c:pt idx="729">
                  <c:v>358.037697096</c:v>
                </c:pt>
                <c:pt idx="730">
                  <c:v>362.842392156</c:v>
                </c:pt>
                <c:pt idx="731">
                  <c:v>366.043389195</c:v>
                </c:pt>
                <c:pt idx="732">
                  <c:v>357.632613886</c:v>
                </c:pt>
                <c:pt idx="733">
                  <c:v>360.645794558</c:v>
                </c:pt>
                <c:pt idx="734">
                  <c:v>362.789257599</c:v>
                </c:pt>
                <c:pt idx="735">
                  <c:v>361.885770692</c:v>
                </c:pt>
                <c:pt idx="736">
                  <c:v>362.140041941</c:v>
                </c:pt>
                <c:pt idx="737">
                  <c:v>356.362261986</c:v>
                </c:pt>
                <c:pt idx="738">
                  <c:v>357.619205015</c:v>
                </c:pt>
                <c:pt idx="739">
                  <c:v>345.119621504</c:v>
                </c:pt>
                <c:pt idx="740">
                  <c:v>348.900265481</c:v>
                </c:pt>
                <c:pt idx="741">
                  <c:v>339.739885543</c:v>
                </c:pt>
                <c:pt idx="742">
                  <c:v>333.090857147</c:v>
                </c:pt>
                <c:pt idx="743">
                  <c:v>322.85507722</c:v>
                </c:pt>
                <c:pt idx="744">
                  <c:v>335.243928694</c:v>
                </c:pt>
                <c:pt idx="745">
                  <c:v>352.753165024</c:v>
                </c:pt>
                <c:pt idx="746">
                  <c:v>355.489770549</c:v>
                </c:pt>
                <c:pt idx="747">
                  <c:v>358.324274661</c:v>
                </c:pt>
                <c:pt idx="748">
                  <c:v>356.879658073</c:v>
                </c:pt>
                <c:pt idx="749">
                  <c:v>357.145292269</c:v>
                </c:pt>
                <c:pt idx="750">
                  <c:v>361.673026558</c:v>
                </c:pt>
                <c:pt idx="751">
                  <c:v>361.429946719</c:v>
                </c:pt>
                <c:pt idx="752">
                  <c:v>356.304721544</c:v>
                </c:pt>
                <c:pt idx="753">
                  <c:v>348.252424385</c:v>
                </c:pt>
                <c:pt idx="754">
                  <c:v>346.406296462</c:v>
                </c:pt>
                <c:pt idx="755">
                  <c:v>335.102781199</c:v>
                </c:pt>
                <c:pt idx="756">
                  <c:v>326.396853282</c:v>
                </c:pt>
                <c:pt idx="757">
                  <c:v>335.330866452</c:v>
                </c:pt>
                <c:pt idx="758">
                  <c:v>349.1615036</c:v>
                </c:pt>
                <c:pt idx="759">
                  <c:v>343.846256561</c:v>
                </c:pt>
                <c:pt idx="760">
                  <c:v>336.779744766</c:v>
                </c:pt>
                <c:pt idx="761">
                  <c:v>336.294336015</c:v>
                </c:pt>
                <c:pt idx="762">
                  <c:v>332.579442345</c:v>
                </c:pt>
                <c:pt idx="763">
                  <c:v>324.294329494</c:v>
                </c:pt>
                <c:pt idx="764">
                  <c:v>332.826810627</c:v>
                </c:pt>
                <c:pt idx="765">
                  <c:v>337.266974978</c:v>
                </c:pt>
                <c:pt idx="766">
                  <c:v>340.912297477</c:v>
                </c:pt>
                <c:pt idx="767">
                  <c:v>353.77344384</c:v>
                </c:pt>
                <c:pt idx="768">
                  <c:v>353.417645114</c:v>
                </c:pt>
                <c:pt idx="769">
                  <c:v>353.083784311</c:v>
                </c:pt>
                <c:pt idx="770">
                  <c:v>334.402207552</c:v>
                </c:pt>
                <c:pt idx="771">
                  <c:v>329.229422439</c:v>
                </c:pt>
                <c:pt idx="772">
                  <c:v>336.164702816</c:v>
                </c:pt>
                <c:pt idx="773">
                  <c:v>329.391369167</c:v>
                </c:pt>
                <c:pt idx="774">
                  <c:v>336.381941823</c:v>
                </c:pt>
                <c:pt idx="775">
                  <c:v>343.987211836</c:v>
                </c:pt>
                <c:pt idx="776">
                  <c:v>343.101208917</c:v>
                </c:pt>
                <c:pt idx="777">
                  <c:v>349.928731018</c:v>
                </c:pt>
                <c:pt idx="778">
                  <c:v>345.896410435</c:v>
                </c:pt>
                <c:pt idx="779">
                  <c:v>342.94447956</c:v>
                </c:pt>
                <c:pt idx="780">
                  <c:v>354.221596362</c:v>
                </c:pt>
                <c:pt idx="781">
                  <c:v>356.650627724</c:v>
                </c:pt>
                <c:pt idx="782">
                  <c:v>365.384419943</c:v>
                </c:pt>
                <c:pt idx="783">
                  <c:v>371.603990183</c:v>
                </c:pt>
                <c:pt idx="784">
                  <c:v>372.164219766</c:v>
                </c:pt>
                <c:pt idx="785">
                  <c:v>372.852503388</c:v>
                </c:pt>
                <c:pt idx="786">
                  <c:v>376.12527074</c:v>
                </c:pt>
                <c:pt idx="787">
                  <c:v>381.160912715</c:v>
                </c:pt>
                <c:pt idx="788">
                  <c:v>381.840201528</c:v>
                </c:pt>
                <c:pt idx="789">
                  <c:v>383.026388487</c:v>
                </c:pt>
                <c:pt idx="790">
                  <c:v>381.074496458</c:v>
                </c:pt>
                <c:pt idx="791">
                  <c:v>384.499279463</c:v>
                </c:pt>
                <c:pt idx="792">
                  <c:v>381.027089876</c:v>
                </c:pt>
                <c:pt idx="793">
                  <c:v>388.143507783</c:v>
                </c:pt>
                <c:pt idx="794">
                  <c:v>384.003036296</c:v>
                </c:pt>
                <c:pt idx="795">
                  <c:v>380.619265319</c:v>
                </c:pt>
                <c:pt idx="796">
                  <c:v>381.579707487</c:v>
                </c:pt>
                <c:pt idx="797">
                  <c:v>371.300707118</c:v>
                </c:pt>
                <c:pt idx="798">
                  <c:v>374.028334916</c:v>
                </c:pt>
                <c:pt idx="799">
                  <c:v>359.438717442</c:v>
                </c:pt>
                <c:pt idx="800">
                  <c:v>355.294201752</c:v>
                </c:pt>
                <c:pt idx="801">
                  <c:v>360.540365525</c:v>
                </c:pt>
                <c:pt idx="802">
                  <c:v>357.107613902</c:v>
                </c:pt>
                <c:pt idx="803">
                  <c:v>366.765974871</c:v>
                </c:pt>
                <c:pt idx="804">
                  <c:v>367.207662338</c:v>
                </c:pt>
                <c:pt idx="805">
                  <c:v>375.116393926</c:v>
                </c:pt>
                <c:pt idx="806">
                  <c:v>375.245563843</c:v>
                </c:pt>
                <c:pt idx="807">
                  <c:v>381.412767172</c:v>
                </c:pt>
                <c:pt idx="808">
                  <c:v>379.688725575</c:v>
                </c:pt>
                <c:pt idx="809">
                  <c:v>376.390699864</c:v>
                </c:pt>
                <c:pt idx="810">
                  <c:v>358.712408613</c:v>
                </c:pt>
                <c:pt idx="811">
                  <c:v>356.732463547</c:v>
                </c:pt>
                <c:pt idx="812">
                  <c:v>359.265646254</c:v>
                </c:pt>
                <c:pt idx="813">
                  <c:v>368.5850632</c:v>
                </c:pt>
                <c:pt idx="814">
                  <c:v>360.769962365</c:v>
                </c:pt>
                <c:pt idx="815">
                  <c:v>356.358116084</c:v>
                </c:pt>
                <c:pt idx="816">
                  <c:v>356.971793819</c:v>
                </c:pt>
                <c:pt idx="817">
                  <c:v>363.2517672</c:v>
                </c:pt>
                <c:pt idx="818">
                  <c:v>362.2017753</c:v>
                </c:pt>
                <c:pt idx="819">
                  <c:v>367.396464142</c:v>
                </c:pt>
                <c:pt idx="820">
                  <c:v>372.102048106</c:v>
                </c:pt>
                <c:pt idx="821">
                  <c:v>375.444489977</c:v>
                </c:pt>
                <c:pt idx="822">
                  <c:v>373.006549099</c:v>
                </c:pt>
                <c:pt idx="823">
                  <c:v>371.47927351</c:v>
                </c:pt>
                <c:pt idx="824">
                  <c:v>376.291567946</c:v>
                </c:pt>
                <c:pt idx="825">
                  <c:v>375.234463549</c:v>
                </c:pt>
                <c:pt idx="826">
                  <c:v>362.922142012</c:v>
                </c:pt>
                <c:pt idx="827">
                  <c:v>374.247951095</c:v>
                </c:pt>
                <c:pt idx="828">
                  <c:v>376.892096988</c:v>
                </c:pt>
                <c:pt idx="829">
                  <c:v>381.269234939</c:v>
                </c:pt>
                <c:pt idx="830">
                  <c:v>384.098861574</c:v>
                </c:pt>
                <c:pt idx="831">
                  <c:v>393.83246478</c:v>
                </c:pt>
                <c:pt idx="832">
                  <c:v>391.848629303</c:v>
                </c:pt>
                <c:pt idx="833">
                  <c:v>390.934909377</c:v>
                </c:pt>
                <c:pt idx="834">
                  <c:v>385.57698408</c:v>
                </c:pt>
                <c:pt idx="835">
                  <c:v>373.136764414</c:v>
                </c:pt>
                <c:pt idx="836">
                  <c:v>383.637363149</c:v>
                </c:pt>
                <c:pt idx="837">
                  <c:v>384.607713385</c:v>
                </c:pt>
                <c:pt idx="838">
                  <c:v>372.27895207</c:v>
                </c:pt>
                <c:pt idx="839">
                  <c:v>366.967269649</c:v>
                </c:pt>
                <c:pt idx="840">
                  <c:v>371.124477975</c:v>
                </c:pt>
                <c:pt idx="841">
                  <c:v>381.106676132</c:v>
                </c:pt>
                <c:pt idx="842">
                  <c:v>377.924927463</c:v>
                </c:pt>
                <c:pt idx="843">
                  <c:v>374.56429215</c:v>
                </c:pt>
                <c:pt idx="844">
                  <c:v>375.861544593</c:v>
                </c:pt>
                <c:pt idx="845">
                  <c:v>387.3758735</c:v>
                </c:pt>
                <c:pt idx="846">
                  <c:v>387.623563117</c:v>
                </c:pt>
                <c:pt idx="847">
                  <c:v>390.406966183</c:v>
                </c:pt>
                <c:pt idx="848">
                  <c:v>389.349753698</c:v>
                </c:pt>
                <c:pt idx="849">
                  <c:v>389.738032065</c:v>
                </c:pt>
                <c:pt idx="850">
                  <c:v>393.665485227</c:v>
                </c:pt>
                <c:pt idx="851">
                  <c:v>392.245631067</c:v>
                </c:pt>
                <c:pt idx="852">
                  <c:v>382.651742852</c:v>
                </c:pt>
                <c:pt idx="853">
                  <c:v>394.758478191</c:v>
                </c:pt>
                <c:pt idx="854">
                  <c:v>392.866219556</c:v>
                </c:pt>
                <c:pt idx="855">
                  <c:v>388.170070598</c:v>
                </c:pt>
                <c:pt idx="856">
                  <c:v>390.110089424</c:v>
                </c:pt>
                <c:pt idx="857">
                  <c:v>387.779070114</c:v>
                </c:pt>
                <c:pt idx="858">
                  <c:v>389.774656143</c:v>
                </c:pt>
                <c:pt idx="859">
                  <c:v>383.191009293</c:v>
                </c:pt>
                <c:pt idx="860">
                  <c:v>380.558572204</c:v>
                </c:pt>
                <c:pt idx="861">
                  <c:v>372.943147826</c:v>
                </c:pt>
                <c:pt idx="862">
                  <c:v>371.933544339</c:v>
                </c:pt>
                <c:pt idx="863">
                  <c:v>382.259595675</c:v>
                </c:pt>
                <c:pt idx="864">
                  <c:v>383.978194034</c:v>
                </c:pt>
                <c:pt idx="865">
                  <c:v>376.904028547</c:v>
                </c:pt>
                <c:pt idx="866">
                  <c:v>372.843618798</c:v>
                </c:pt>
                <c:pt idx="867">
                  <c:v>377.068713122</c:v>
                </c:pt>
                <c:pt idx="868">
                  <c:v>379.450895065</c:v>
                </c:pt>
                <c:pt idx="869">
                  <c:v>390.50566124</c:v>
                </c:pt>
                <c:pt idx="870">
                  <c:v>386.137140157</c:v>
                </c:pt>
                <c:pt idx="871">
                  <c:v>392.766443494</c:v>
                </c:pt>
                <c:pt idx="872">
                  <c:v>393.074618867</c:v>
                </c:pt>
                <c:pt idx="873">
                  <c:v>388.28478127</c:v>
                </c:pt>
                <c:pt idx="874">
                  <c:v>386.280551094</c:v>
                </c:pt>
                <c:pt idx="875">
                  <c:v>381.92993278</c:v>
                </c:pt>
                <c:pt idx="876">
                  <c:v>362.974394512</c:v>
                </c:pt>
                <c:pt idx="877">
                  <c:v>365.273533778</c:v>
                </c:pt>
                <c:pt idx="878">
                  <c:v>370.678074953</c:v>
                </c:pt>
                <c:pt idx="879">
                  <c:v>371.479680635</c:v>
                </c:pt>
                <c:pt idx="880">
                  <c:v>369.056248307</c:v>
                </c:pt>
                <c:pt idx="881">
                  <c:v>371.644791932</c:v>
                </c:pt>
                <c:pt idx="882">
                  <c:v>358.575874838</c:v>
                </c:pt>
                <c:pt idx="883">
                  <c:v>357.961220275</c:v>
                </c:pt>
                <c:pt idx="884">
                  <c:v>369.254836856</c:v>
                </c:pt>
                <c:pt idx="885">
                  <c:v>382.138852518</c:v>
                </c:pt>
                <c:pt idx="886">
                  <c:v>387.174304321</c:v>
                </c:pt>
                <c:pt idx="887">
                  <c:v>387.839653914</c:v>
                </c:pt>
                <c:pt idx="888">
                  <c:v>398.082559945</c:v>
                </c:pt>
                <c:pt idx="889">
                  <c:v>408.679327458</c:v>
                </c:pt>
                <c:pt idx="890">
                  <c:v>411.491268235</c:v>
                </c:pt>
                <c:pt idx="891">
                  <c:v>409.658759587</c:v>
                </c:pt>
                <c:pt idx="892">
                  <c:v>400.422725305</c:v>
                </c:pt>
                <c:pt idx="893">
                  <c:v>396.75704416</c:v>
                </c:pt>
                <c:pt idx="894">
                  <c:v>388.073098502</c:v>
                </c:pt>
                <c:pt idx="895">
                  <c:v>381.249648696</c:v>
                </c:pt>
                <c:pt idx="896">
                  <c:v>389.573199473</c:v>
                </c:pt>
                <c:pt idx="897">
                  <c:v>393.35456719</c:v>
                </c:pt>
                <c:pt idx="898">
                  <c:v>396.640280079</c:v>
                </c:pt>
                <c:pt idx="899">
                  <c:v>395.343711801</c:v>
                </c:pt>
                <c:pt idx="900">
                  <c:v>392.543416576</c:v>
                </c:pt>
                <c:pt idx="901">
                  <c:v>390.984358337</c:v>
                </c:pt>
                <c:pt idx="902">
                  <c:v>397.201227867</c:v>
                </c:pt>
                <c:pt idx="903">
                  <c:v>384.76639161</c:v>
                </c:pt>
                <c:pt idx="904">
                  <c:v>383.164747563</c:v>
                </c:pt>
                <c:pt idx="905">
                  <c:v>392.836615847</c:v>
                </c:pt>
                <c:pt idx="906">
                  <c:v>382.822902622</c:v>
                </c:pt>
                <c:pt idx="907">
                  <c:v>385.304483706</c:v>
                </c:pt>
                <c:pt idx="908">
                  <c:v>383.789001042</c:v>
                </c:pt>
                <c:pt idx="909">
                  <c:v>385.583579899</c:v>
                </c:pt>
                <c:pt idx="910">
                  <c:v>391.673337017</c:v>
                </c:pt>
                <c:pt idx="911">
                  <c:v>387.415642336</c:v>
                </c:pt>
                <c:pt idx="912">
                  <c:v>381.62684022</c:v>
                </c:pt>
                <c:pt idx="913">
                  <c:v>360.847190458</c:v>
                </c:pt>
                <c:pt idx="914">
                  <c:v>330.725206133</c:v>
                </c:pt>
                <c:pt idx="915">
                  <c:v>303.697011397</c:v>
                </c:pt>
                <c:pt idx="916">
                  <c:v>299.136034021</c:v>
                </c:pt>
                <c:pt idx="917">
                  <c:v>327.037252956</c:v>
                </c:pt>
                <c:pt idx="918">
                  <c:v>344.321693366</c:v>
                </c:pt>
                <c:pt idx="919">
                  <c:v>344.32733035</c:v>
                </c:pt>
                <c:pt idx="920">
                  <c:v>336.29379514</c:v>
                </c:pt>
                <c:pt idx="921">
                  <c:v>315.077792179</c:v>
                </c:pt>
                <c:pt idx="922">
                  <c:v>328.155254967</c:v>
                </c:pt>
                <c:pt idx="923">
                  <c:v>326.813638878</c:v>
                </c:pt>
                <c:pt idx="924">
                  <c:v>319.385553828</c:v>
                </c:pt>
                <c:pt idx="925">
                  <c:v>334.547024859</c:v>
                </c:pt>
                <c:pt idx="926">
                  <c:v>326.789633973</c:v>
                </c:pt>
                <c:pt idx="927">
                  <c:v>331.47950757</c:v>
                </c:pt>
                <c:pt idx="928">
                  <c:v>334.439509986</c:v>
                </c:pt>
                <c:pt idx="929">
                  <c:v>332.248007208</c:v>
                </c:pt>
                <c:pt idx="930">
                  <c:v>339.64561434</c:v>
                </c:pt>
                <c:pt idx="931">
                  <c:v>343.766494598</c:v>
                </c:pt>
                <c:pt idx="932">
                  <c:v>344.095946644</c:v>
                </c:pt>
                <c:pt idx="933">
                  <c:v>334.908616327</c:v>
                </c:pt>
                <c:pt idx="934">
                  <c:v>337.215265011</c:v>
                </c:pt>
                <c:pt idx="935">
                  <c:v>329.18697046</c:v>
                </c:pt>
                <c:pt idx="936">
                  <c:v>328.891013577</c:v>
                </c:pt>
                <c:pt idx="937">
                  <c:v>327.337292218</c:v>
                </c:pt>
                <c:pt idx="938">
                  <c:v>324.789579544</c:v>
                </c:pt>
                <c:pt idx="939">
                  <c:v>310.849682259</c:v>
                </c:pt>
                <c:pt idx="940">
                  <c:v>309.884687465</c:v>
                </c:pt>
                <c:pt idx="941">
                  <c:v>320.387480618</c:v>
                </c:pt>
                <c:pt idx="942">
                  <c:v>321.641153759</c:v>
                </c:pt>
                <c:pt idx="943">
                  <c:v>332.955332509</c:v>
                </c:pt>
                <c:pt idx="944">
                  <c:v>344.061850742</c:v>
                </c:pt>
                <c:pt idx="945">
                  <c:v>341.771289935</c:v>
                </c:pt>
                <c:pt idx="946">
                  <c:v>346.16772864</c:v>
                </c:pt>
                <c:pt idx="947">
                  <c:v>350.187591036</c:v>
                </c:pt>
                <c:pt idx="948">
                  <c:v>352.493546303</c:v>
                </c:pt>
                <c:pt idx="949">
                  <c:v>353.769512378</c:v>
                </c:pt>
                <c:pt idx="950">
                  <c:v>349.138491407</c:v>
                </c:pt>
                <c:pt idx="951">
                  <c:v>347.781885742</c:v>
                </c:pt>
                <c:pt idx="952">
                  <c:v>358.569575311</c:v>
                </c:pt>
                <c:pt idx="953">
                  <c:v>361.916985058</c:v>
                </c:pt>
                <c:pt idx="954">
                  <c:v>365.256765576</c:v>
                </c:pt>
                <c:pt idx="955">
                  <c:v>361.57890379</c:v>
                </c:pt>
                <c:pt idx="956">
                  <c:v>357.927847749</c:v>
                </c:pt>
                <c:pt idx="957">
                  <c:v>373.56160586</c:v>
                </c:pt>
                <c:pt idx="958">
                  <c:v>392.516072705</c:v>
                </c:pt>
                <c:pt idx="959">
                  <c:v>392.765950507</c:v>
                </c:pt>
                <c:pt idx="960">
                  <c:v>393.61158819</c:v>
                </c:pt>
                <c:pt idx="961">
                  <c:v>400.394695908</c:v>
                </c:pt>
                <c:pt idx="962">
                  <c:v>399.064971742</c:v>
                </c:pt>
                <c:pt idx="963">
                  <c:v>395.198737032</c:v>
                </c:pt>
                <c:pt idx="964">
                  <c:v>404.797741493</c:v>
                </c:pt>
                <c:pt idx="965">
                  <c:v>407.646736049</c:v>
                </c:pt>
                <c:pt idx="966">
                  <c:v>407.212041722</c:v>
                </c:pt>
                <c:pt idx="967">
                  <c:v>404.315466406</c:v>
                </c:pt>
                <c:pt idx="968">
                  <c:v>404.710488069</c:v>
                </c:pt>
                <c:pt idx="969">
                  <c:v>395.138018516</c:v>
                </c:pt>
                <c:pt idx="970">
                  <c:v>393.633451371</c:v>
                </c:pt>
                <c:pt idx="971">
                  <c:v>392.511042619</c:v>
                </c:pt>
                <c:pt idx="972">
                  <c:v>383.526501202</c:v>
                </c:pt>
                <c:pt idx="973">
                  <c:v>368.805176837</c:v>
                </c:pt>
                <c:pt idx="974">
                  <c:v>380.237583311</c:v>
                </c:pt>
                <c:pt idx="975">
                  <c:v>381.085060648</c:v>
                </c:pt>
                <c:pt idx="976">
                  <c:v>395.420616258</c:v>
                </c:pt>
                <c:pt idx="977">
                  <c:v>396.142709535</c:v>
                </c:pt>
                <c:pt idx="978">
                  <c:v>400.915933527</c:v>
                </c:pt>
                <c:pt idx="979">
                  <c:v>399.218459909</c:v>
                </c:pt>
                <c:pt idx="980">
                  <c:v>399.169238615</c:v>
                </c:pt>
                <c:pt idx="981">
                  <c:v>399.494354141</c:v>
                </c:pt>
                <c:pt idx="982">
                  <c:v>400.480943311</c:v>
                </c:pt>
                <c:pt idx="983">
                  <c:v>398.600793627</c:v>
                </c:pt>
                <c:pt idx="984">
                  <c:v>407.013013539</c:v>
                </c:pt>
                <c:pt idx="985">
                  <c:v>401.13078118</c:v>
                </c:pt>
                <c:pt idx="986">
                  <c:v>386.967463563</c:v>
                </c:pt>
                <c:pt idx="987">
                  <c:v>405.482089612</c:v>
                </c:pt>
                <c:pt idx="988">
                  <c:v>401.725780001</c:v>
                </c:pt>
                <c:pt idx="989">
                  <c:v>400.263214935</c:v>
                </c:pt>
                <c:pt idx="990">
                  <c:v>388.577973406</c:v>
                </c:pt>
                <c:pt idx="991">
                  <c:v>392.360905894</c:v>
                </c:pt>
                <c:pt idx="992">
                  <c:v>373.841182537</c:v>
                </c:pt>
                <c:pt idx="993">
                  <c:v>379.887360983</c:v>
                </c:pt>
                <c:pt idx="994">
                  <c:v>385.126060401</c:v>
                </c:pt>
                <c:pt idx="995">
                  <c:v>396.876675979</c:v>
                </c:pt>
                <c:pt idx="996">
                  <c:v>384.829577007</c:v>
                </c:pt>
                <c:pt idx="997">
                  <c:v>369.747106278</c:v>
                </c:pt>
                <c:pt idx="998">
                  <c:v>377.277459569</c:v>
                </c:pt>
                <c:pt idx="999">
                  <c:v>383.084112939</c:v>
                </c:pt>
                <c:pt idx="1000">
                  <c:v>390.22255476</c:v>
                </c:pt>
                <c:pt idx="1001">
                  <c:v>389.338276134</c:v>
                </c:pt>
                <c:pt idx="1002">
                  <c:v>388.823439855</c:v>
                </c:pt>
                <c:pt idx="1003">
                  <c:v>400.829765899</c:v>
                </c:pt>
                <c:pt idx="1004">
                  <c:v>393.832626231</c:v>
                </c:pt>
                <c:pt idx="1005">
                  <c:v>383.3995213</c:v>
                </c:pt>
                <c:pt idx="1006">
                  <c:v>367.889526743</c:v>
                </c:pt>
                <c:pt idx="1007">
                  <c:v>366.785846445</c:v>
                </c:pt>
                <c:pt idx="1008">
                  <c:v>359.167065649</c:v>
                </c:pt>
                <c:pt idx="1009">
                  <c:v>335.976028402</c:v>
                </c:pt>
                <c:pt idx="1010">
                  <c:v>329.899193326</c:v>
                </c:pt>
                <c:pt idx="1011">
                  <c:v>331.807111293</c:v>
                </c:pt>
                <c:pt idx="1012">
                  <c:v>339.021006076</c:v>
                </c:pt>
                <c:pt idx="1013">
                  <c:v>315.876349795</c:v>
                </c:pt>
                <c:pt idx="1014">
                  <c:v>329.536756547</c:v>
                </c:pt>
                <c:pt idx="1015">
                  <c:v>309.468768124</c:v>
                </c:pt>
                <c:pt idx="1016">
                  <c:v>310.340099766</c:v>
                </c:pt>
                <c:pt idx="1017">
                  <c:v>306.661786682</c:v>
                </c:pt>
                <c:pt idx="1018">
                  <c:v>308.484181606</c:v>
                </c:pt>
                <c:pt idx="1019">
                  <c:v>325.607571387</c:v>
                </c:pt>
                <c:pt idx="1020">
                  <c:v>315.811378765</c:v>
                </c:pt>
                <c:pt idx="1021">
                  <c:v>323.177432679</c:v>
                </c:pt>
                <c:pt idx="1022">
                  <c:v>308.99300852</c:v>
                </c:pt>
                <c:pt idx="1023">
                  <c:v>316.567294321</c:v>
                </c:pt>
                <c:pt idx="1024">
                  <c:v>331.10463008</c:v>
                </c:pt>
                <c:pt idx="1025">
                  <c:v>331.929327632</c:v>
                </c:pt>
                <c:pt idx="1026">
                  <c:v>320.06224669</c:v>
                </c:pt>
                <c:pt idx="1027">
                  <c:v>319.873545687</c:v>
                </c:pt>
                <c:pt idx="1028">
                  <c:v>319.695825962</c:v>
                </c:pt>
                <c:pt idx="1029">
                  <c:v>304.518089186</c:v>
                </c:pt>
                <c:pt idx="1030">
                  <c:v>298.933945167</c:v>
                </c:pt>
                <c:pt idx="1031">
                  <c:v>297.357649648</c:v>
                </c:pt>
                <c:pt idx="1032">
                  <c:v>297.613091236</c:v>
                </c:pt>
                <c:pt idx="1033">
                  <c:v>295.400761847</c:v>
                </c:pt>
                <c:pt idx="1034">
                  <c:v>303.025094216</c:v>
                </c:pt>
                <c:pt idx="1035">
                  <c:v>312.899261769</c:v>
                </c:pt>
                <c:pt idx="1036">
                  <c:v>324.045607468</c:v>
                </c:pt>
                <c:pt idx="1037">
                  <c:v>319.69749027</c:v>
                </c:pt>
                <c:pt idx="1038">
                  <c:v>320.687610106</c:v>
                </c:pt>
                <c:pt idx="1039">
                  <c:v>328.818871331</c:v>
                </c:pt>
                <c:pt idx="1040">
                  <c:v>320.626502563</c:v>
                </c:pt>
                <c:pt idx="1041">
                  <c:v>325.242810446</c:v>
                </c:pt>
                <c:pt idx="1042">
                  <c:v>331.027052894</c:v>
                </c:pt>
                <c:pt idx="1043">
                  <c:v>329.436863719</c:v>
                </c:pt>
                <c:pt idx="1044">
                  <c:v>324.381768786</c:v>
                </c:pt>
                <c:pt idx="1045">
                  <c:v>340.14044242</c:v>
                </c:pt>
                <c:pt idx="1046">
                  <c:v>341.128170253</c:v>
                </c:pt>
                <c:pt idx="1047">
                  <c:v>340.504845285</c:v>
                </c:pt>
                <c:pt idx="1048">
                  <c:v>341.440469977</c:v>
                </c:pt>
                <c:pt idx="1049">
                  <c:v>338.676677717</c:v>
                </c:pt>
                <c:pt idx="1050">
                  <c:v>333.0560868</c:v>
                </c:pt>
                <c:pt idx="1051">
                  <c:v>337.436673924</c:v>
                </c:pt>
                <c:pt idx="1052">
                  <c:v>336.78279172</c:v>
                </c:pt>
                <c:pt idx="1053">
                  <c:v>347.484295856</c:v>
                </c:pt>
                <c:pt idx="1054">
                  <c:v>348.249012826</c:v>
                </c:pt>
                <c:pt idx="1055">
                  <c:v>348.175457073</c:v>
                </c:pt>
                <c:pt idx="1056">
                  <c:v>353.750887507</c:v>
                </c:pt>
                <c:pt idx="1057">
                  <c:v>354.677412474</c:v>
                </c:pt>
                <c:pt idx="1058">
                  <c:v>356.047552108</c:v>
                </c:pt>
                <c:pt idx="1059">
                  <c:v>358.523192007</c:v>
                </c:pt>
                <c:pt idx="1060">
                  <c:v>359.878218943</c:v>
                </c:pt>
                <c:pt idx="1061">
                  <c:v>354.392267213</c:v>
                </c:pt>
                <c:pt idx="1062">
                  <c:v>354.461097252</c:v>
                </c:pt>
                <c:pt idx="1063">
                  <c:v>353.830036737</c:v>
                </c:pt>
                <c:pt idx="1064">
                  <c:v>364.211020446</c:v>
                </c:pt>
                <c:pt idx="1065">
                  <c:v>367.514005391</c:v>
                </c:pt>
                <c:pt idx="1066">
                  <c:v>366.022533309</c:v>
                </c:pt>
                <c:pt idx="1067">
                  <c:v>373.193992452</c:v>
                </c:pt>
                <c:pt idx="1068">
                  <c:v>370.050978704</c:v>
                </c:pt>
                <c:pt idx="1069">
                  <c:v>363.400362426</c:v>
                </c:pt>
                <c:pt idx="1070">
                  <c:v>374.892167774</c:v>
                </c:pt>
                <c:pt idx="1071">
                  <c:v>363.786208003</c:v>
                </c:pt>
                <c:pt idx="1072">
                  <c:v>363.834829295</c:v>
                </c:pt>
                <c:pt idx="1073">
                  <c:v>360.971880931</c:v>
                </c:pt>
                <c:pt idx="1074">
                  <c:v>367.168616663</c:v>
                </c:pt>
                <c:pt idx="1075">
                  <c:v>376.305465435</c:v>
                </c:pt>
                <c:pt idx="1076">
                  <c:v>376.19384096</c:v>
                </c:pt>
                <c:pt idx="1077">
                  <c:v>374.495931564</c:v>
                </c:pt>
                <c:pt idx="1078">
                  <c:v>378.819465138</c:v>
                </c:pt>
                <c:pt idx="1079">
                  <c:v>375.106337309</c:v>
                </c:pt>
                <c:pt idx="1080">
                  <c:v>375.174298932</c:v>
                </c:pt>
                <c:pt idx="1081">
                  <c:v>374.27333158</c:v>
                </c:pt>
                <c:pt idx="1082">
                  <c:v>364.05832822</c:v>
                </c:pt>
                <c:pt idx="1083">
                  <c:v>363.963289273</c:v>
                </c:pt>
                <c:pt idx="1084">
                  <c:v>361.244545757</c:v>
                </c:pt>
                <c:pt idx="1085">
                  <c:v>357.167781763</c:v>
                </c:pt>
                <c:pt idx="1086">
                  <c:v>348.511113801</c:v>
                </c:pt>
                <c:pt idx="1087">
                  <c:v>344.409850502</c:v>
                </c:pt>
                <c:pt idx="1088">
                  <c:v>350.455965691</c:v>
                </c:pt>
                <c:pt idx="1089">
                  <c:v>344.128625721</c:v>
                </c:pt>
                <c:pt idx="1090">
                  <c:v>339.558505867</c:v>
                </c:pt>
                <c:pt idx="1091">
                  <c:v>339.517607973</c:v>
                </c:pt>
                <c:pt idx="1092">
                  <c:v>343.181218959</c:v>
                </c:pt>
                <c:pt idx="1093">
                  <c:v>344.972862171</c:v>
                </c:pt>
                <c:pt idx="1094">
                  <c:v>355.144126989</c:v>
                </c:pt>
                <c:pt idx="1095">
                  <c:v>348.225250113</c:v>
                </c:pt>
                <c:pt idx="1096">
                  <c:v>345.688555697</c:v>
                </c:pt>
                <c:pt idx="1097">
                  <c:v>341.783581539</c:v>
                </c:pt>
                <c:pt idx="1098">
                  <c:v>350.845074733</c:v>
                </c:pt>
                <c:pt idx="1099">
                  <c:v>341.413688779</c:v>
                </c:pt>
                <c:pt idx="1100">
                  <c:v>342.878260168</c:v>
                </c:pt>
                <c:pt idx="1101">
                  <c:v>339.509698978</c:v>
                </c:pt>
                <c:pt idx="1102">
                  <c:v>346.756079965</c:v>
                </c:pt>
                <c:pt idx="1103">
                  <c:v>345.599439541</c:v>
                </c:pt>
                <c:pt idx="1104">
                  <c:v>359.910191302</c:v>
                </c:pt>
                <c:pt idx="1105">
                  <c:v>365.514164093</c:v>
                </c:pt>
                <c:pt idx="1106">
                  <c:v>367.568232207</c:v>
                </c:pt>
                <c:pt idx="1107">
                  <c:v>371.357700144</c:v>
                </c:pt>
                <c:pt idx="1108">
                  <c:v>372.450439981</c:v>
                </c:pt>
                <c:pt idx="1109">
                  <c:v>372.831301752</c:v>
                </c:pt>
                <c:pt idx="1110">
                  <c:v>374.240420812</c:v>
                </c:pt>
                <c:pt idx="1111">
                  <c:v>371.378882883</c:v>
                </c:pt>
                <c:pt idx="1112">
                  <c:v>374.597535503</c:v>
                </c:pt>
                <c:pt idx="1113">
                  <c:v>373.56402521</c:v>
                </c:pt>
                <c:pt idx="1114">
                  <c:v>375.024983243</c:v>
                </c:pt>
                <c:pt idx="1115">
                  <c:v>374.114008283</c:v>
                </c:pt>
                <c:pt idx="1116">
                  <c:v>365.964168104</c:v>
                </c:pt>
                <c:pt idx="1117">
                  <c:v>359.26977726</c:v>
                </c:pt>
                <c:pt idx="1118">
                  <c:v>359.450103946</c:v>
                </c:pt>
                <c:pt idx="1119">
                  <c:v>357.310188442</c:v>
                </c:pt>
                <c:pt idx="1120">
                  <c:v>359.651526676</c:v>
                </c:pt>
                <c:pt idx="1121">
                  <c:v>352.152692936</c:v>
                </c:pt>
                <c:pt idx="1122">
                  <c:v>356.925099978</c:v>
                </c:pt>
                <c:pt idx="1123">
                  <c:v>359.348970307</c:v>
                </c:pt>
                <c:pt idx="1124">
                  <c:v>357.631311701</c:v>
                </c:pt>
                <c:pt idx="1125">
                  <c:v>368.151431143</c:v>
                </c:pt>
                <c:pt idx="1126">
                  <c:v>337.463864934</c:v>
                </c:pt>
                <c:pt idx="1127">
                  <c:v>324.505885506</c:v>
                </c:pt>
                <c:pt idx="1128">
                  <c:v>337.502748046</c:v>
                </c:pt>
                <c:pt idx="1129">
                  <c:v>349.4314126</c:v>
                </c:pt>
                <c:pt idx="1130">
                  <c:v>359.251204043</c:v>
                </c:pt>
                <c:pt idx="1131">
                  <c:v>362.205863253</c:v>
                </c:pt>
                <c:pt idx="1132">
                  <c:v>358.07629897</c:v>
                </c:pt>
                <c:pt idx="1133">
                  <c:v>363.305933534</c:v>
                </c:pt>
                <c:pt idx="1134">
                  <c:v>365.005769967</c:v>
                </c:pt>
                <c:pt idx="1135">
                  <c:v>376.628186209</c:v>
                </c:pt>
                <c:pt idx="1136">
                  <c:v>381.033108526</c:v>
                </c:pt>
                <c:pt idx="1137">
                  <c:v>385.324925946</c:v>
                </c:pt>
                <c:pt idx="1138">
                  <c:v>384.152619055</c:v>
                </c:pt>
                <c:pt idx="1139">
                  <c:v>389.290215909</c:v>
                </c:pt>
                <c:pt idx="1140">
                  <c:v>387.94706605</c:v>
                </c:pt>
                <c:pt idx="1141">
                  <c:v>392.563958168</c:v>
                </c:pt>
                <c:pt idx="1142">
                  <c:v>390.235933662</c:v>
                </c:pt>
                <c:pt idx="1143">
                  <c:v>398.555480915</c:v>
                </c:pt>
                <c:pt idx="1144">
                  <c:v>396.587943502</c:v>
                </c:pt>
                <c:pt idx="1145">
                  <c:v>400.247893902</c:v>
                </c:pt>
                <c:pt idx="1146">
                  <c:v>400.109360381</c:v>
                </c:pt>
                <c:pt idx="1147">
                  <c:v>401.013468178</c:v>
                </c:pt>
                <c:pt idx="1148">
                  <c:v>404.737267883</c:v>
                </c:pt>
                <c:pt idx="1149">
                  <c:v>407.006776902</c:v>
                </c:pt>
                <c:pt idx="1150">
                  <c:v>408.874292562</c:v>
                </c:pt>
                <c:pt idx="1151">
                  <c:v>412.208826284</c:v>
                </c:pt>
                <c:pt idx="1152">
                  <c:v>405.589728664</c:v>
                </c:pt>
                <c:pt idx="1153">
                  <c:v>407.957659473</c:v>
                </c:pt>
                <c:pt idx="1154">
                  <c:v>410.416701723</c:v>
                </c:pt>
                <c:pt idx="1155">
                  <c:v>418.467081649</c:v>
                </c:pt>
                <c:pt idx="1156">
                  <c:v>417.662308994</c:v>
                </c:pt>
                <c:pt idx="1157">
                  <c:v>419.411234968</c:v>
                </c:pt>
                <c:pt idx="1158">
                  <c:v>417.412174511</c:v>
                </c:pt>
                <c:pt idx="1159">
                  <c:v>421.564897042</c:v>
                </c:pt>
                <c:pt idx="1160">
                  <c:v>421.923061723</c:v>
                </c:pt>
                <c:pt idx="1161">
                  <c:v>425.607723073</c:v>
                </c:pt>
                <c:pt idx="1162">
                  <c:v>420.551983322</c:v>
                </c:pt>
                <c:pt idx="1163">
                  <c:v>422.020485096</c:v>
                </c:pt>
                <c:pt idx="1164">
                  <c:v>422.772511759</c:v>
                </c:pt>
                <c:pt idx="1165">
                  <c:v>421.839644893</c:v>
                </c:pt>
                <c:pt idx="1166">
                  <c:v>421.893271082</c:v>
                </c:pt>
                <c:pt idx="1167">
                  <c:v>423.808294088</c:v>
                </c:pt>
                <c:pt idx="1168">
                  <c:v>418.408344435</c:v>
                </c:pt>
                <c:pt idx="1169">
                  <c:v>417.1339849</c:v>
                </c:pt>
                <c:pt idx="1170">
                  <c:v>417.885867142</c:v>
                </c:pt>
                <c:pt idx="1171">
                  <c:v>419.518728432</c:v>
                </c:pt>
                <c:pt idx="1172">
                  <c:v>416.607376975</c:v>
                </c:pt>
                <c:pt idx="1173">
                  <c:v>415.636628831</c:v>
                </c:pt>
                <c:pt idx="1174">
                  <c:v>417.05561643</c:v>
                </c:pt>
                <c:pt idx="1175">
                  <c:v>420.692370002</c:v>
                </c:pt>
                <c:pt idx="1176">
                  <c:v>425.856654916</c:v>
                </c:pt>
                <c:pt idx="1177">
                  <c:v>426.053743855</c:v>
                </c:pt>
                <c:pt idx="1178">
                  <c:v>421.273475464</c:v>
                </c:pt>
                <c:pt idx="1179">
                  <c:v>397.87133423</c:v>
                </c:pt>
                <c:pt idx="1180">
                  <c:v>412.216090947</c:v>
                </c:pt>
                <c:pt idx="1181">
                  <c:v>404.121369058</c:v>
                </c:pt>
                <c:pt idx="1182">
                  <c:v>406.824499097</c:v>
                </c:pt>
                <c:pt idx="1183">
                  <c:v>419.824670979</c:v>
                </c:pt>
                <c:pt idx="1184">
                  <c:v>419.067397445</c:v>
                </c:pt>
                <c:pt idx="1185">
                  <c:v>415.702590642</c:v>
                </c:pt>
                <c:pt idx="1186">
                  <c:v>417.017630892</c:v>
                </c:pt>
                <c:pt idx="1187">
                  <c:v>426.032136552</c:v>
                </c:pt>
                <c:pt idx="1188">
                  <c:v>432.908545276</c:v>
                </c:pt>
                <c:pt idx="1189">
                  <c:v>427.244722388</c:v>
                </c:pt>
                <c:pt idx="1190">
                  <c:v>419.406410349</c:v>
                </c:pt>
                <c:pt idx="1191">
                  <c:v>427.903792367</c:v>
                </c:pt>
                <c:pt idx="1192">
                  <c:v>430.24533995</c:v>
                </c:pt>
                <c:pt idx="1193">
                  <c:v>423.742759889</c:v>
                </c:pt>
                <c:pt idx="1194">
                  <c:v>430.39201337</c:v>
                </c:pt>
                <c:pt idx="1195">
                  <c:v>429.1911403</c:v>
                </c:pt>
                <c:pt idx="1196">
                  <c:v>426.382121671</c:v>
                </c:pt>
                <c:pt idx="1197">
                  <c:v>429.784710958</c:v>
                </c:pt>
                <c:pt idx="1198">
                  <c:v>429.505365565</c:v>
                </c:pt>
                <c:pt idx="1199">
                  <c:v>427.493731857</c:v>
                </c:pt>
                <c:pt idx="1200">
                  <c:v>432.334341573</c:v>
                </c:pt>
                <c:pt idx="1201">
                  <c:v>419.825521541</c:v>
                </c:pt>
                <c:pt idx="1202">
                  <c:v>419.425797088</c:v>
                </c:pt>
                <c:pt idx="1203">
                  <c:v>415.966029731</c:v>
                </c:pt>
                <c:pt idx="1204">
                  <c:v>416.772336802</c:v>
                </c:pt>
                <c:pt idx="1205">
                  <c:v>414.618244585</c:v>
                </c:pt>
                <c:pt idx="1206">
                  <c:v>421.042984871</c:v>
                </c:pt>
                <c:pt idx="1207">
                  <c:v>420.776852907</c:v>
                </c:pt>
                <c:pt idx="1208">
                  <c:v>419.143002047</c:v>
                </c:pt>
                <c:pt idx="1209">
                  <c:v>422.442846817</c:v>
                </c:pt>
                <c:pt idx="1210">
                  <c:v>432.551166088</c:v>
                </c:pt>
                <c:pt idx="1211">
                  <c:v>430.003195034</c:v>
                </c:pt>
                <c:pt idx="1212">
                  <c:v>425.290348021</c:v>
                </c:pt>
                <c:pt idx="1213">
                  <c:v>421.188026576</c:v>
                </c:pt>
                <c:pt idx="1214">
                  <c:v>416.995403558</c:v>
                </c:pt>
                <c:pt idx="1215">
                  <c:v>415.793963085</c:v>
                </c:pt>
                <c:pt idx="1216">
                  <c:v>409.580874478</c:v>
                </c:pt>
                <c:pt idx="1217">
                  <c:v>402.584467327</c:v>
                </c:pt>
                <c:pt idx="1218">
                  <c:v>395.215974454</c:v>
                </c:pt>
                <c:pt idx="1219">
                  <c:v>391.943699512</c:v>
                </c:pt>
                <c:pt idx="1220">
                  <c:v>411.459070575</c:v>
                </c:pt>
                <c:pt idx="1221">
                  <c:v>417.2369217</c:v>
                </c:pt>
                <c:pt idx="1222">
                  <c:v>422.260009753</c:v>
                </c:pt>
                <c:pt idx="1223">
                  <c:v>409.95287778</c:v>
                </c:pt>
                <c:pt idx="1224">
                  <c:v>409.629596799</c:v>
                </c:pt>
                <c:pt idx="1225">
                  <c:v>401.209933542</c:v>
                </c:pt>
                <c:pt idx="1226">
                  <c:v>413.397513281</c:v>
                </c:pt>
                <c:pt idx="1227">
                  <c:v>417.386174342</c:v>
                </c:pt>
                <c:pt idx="1228">
                  <c:v>423.312834278</c:v>
                </c:pt>
                <c:pt idx="1229">
                  <c:v>420.251134743</c:v>
                </c:pt>
                <c:pt idx="1230">
                  <c:v>428.967907271</c:v>
                </c:pt>
                <c:pt idx="1231">
                  <c:v>432.171014569</c:v>
                </c:pt>
                <c:pt idx="1232">
                  <c:v>429.100069605</c:v>
                </c:pt>
                <c:pt idx="1233">
                  <c:v>432.34811395</c:v>
                </c:pt>
                <c:pt idx="1234">
                  <c:v>430.658180444</c:v>
                </c:pt>
                <c:pt idx="1235">
                  <c:v>433.114096622</c:v>
                </c:pt>
                <c:pt idx="1236">
                  <c:v>423.99173942</c:v>
                </c:pt>
                <c:pt idx="1237">
                  <c:v>408.895748396</c:v>
                </c:pt>
                <c:pt idx="1238">
                  <c:v>410.415684231</c:v>
                </c:pt>
                <c:pt idx="1239">
                  <c:v>416.798531319</c:v>
                </c:pt>
                <c:pt idx="1240">
                  <c:v>419.079142611</c:v>
                </c:pt>
                <c:pt idx="1241">
                  <c:v>430.834317033</c:v>
                </c:pt>
                <c:pt idx="1242">
                  <c:v>432.522761794</c:v>
                </c:pt>
                <c:pt idx="1243">
                  <c:v>439.637625218</c:v>
                </c:pt>
                <c:pt idx="1244">
                  <c:v>436.712028937</c:v>
                </c:pt>
                <c:pt idx="1245">
                  <c:v>448.229641696</c:v>
                </c:pt>
                <c:pt idx="1246">
                  <c:v>444.476035731</c:v>
                </c:pt>
                <c:pt idx="1247">
                  <c:v>446.648437259</c:v>
                </c:pt>
                <c:pt idx="1248">
                  <c:v>443.354922657</c:v>
                </c:pt>
                <c:pt idx="1249">
                  <c:v>447.125284435</c:v>
                </c:pt>
                <c:pt idx="1250">
                  <c:v>450.899495626</c:v>
                </c:pt>
                <c:pt idx="1251">
                  <c:v>449.529298083</c:v>
                </c:pt>
                <c:pt idx="1252">
                  <c:v>446.94667359</c:v>
                </c:pt>
                <c:pt idx="1253">
                  <c:v>447.920702577</c:v>
                </c:pt>
                <c:pt idx="1254">
                  <c:v>452.251992312</c:v>
                </c:pt>
                <c:pt idx="1255">
                  <c:v>444.446135135</c:v>
                </c:pt>
                <c:pt idx="1256">
                  <c:v>443.261050099</c:v>
                </c:pt>
                <c:pt idx="1257">
                  <c:v>434.664276974</c:v>
                </c:pt>
                <c:pt idx="1258">
                  <c:v>441.978761941</c:v>
                </c:pt>
                <c:pt idx="1259">
                  <c:v>446.779381095</c:v>
                </c:pt>
                <c:pt idx="1260">
                  <c:v>451.400400793</c:v>
                </c:pt>
                <c:pt idx="1261">
                  <c:v>458.360589279</c:v>
                </c:pt>
                <c:pt idx="1262">
                  <c:v>460.281590667</c:v>
                </c:pt>
                <c:pt idx="1263">
                  <c:v>461.304194101</c:v>
                </c:pt>
                <c:pt idx="1264">
                  <c:v>463.986537907</c:v>
                </c:pt>
                <c:pt idx="1265">
                  <c:v>462.15794446</c:v>
                </c:pt>
                <c:pt idx="1266">
                  <c:v>465.575950496</c:v>
                </c:pt>
                <c:pt idx="1267">
                  <c:v>462.848922528</c:v>
                </c:pt>
                <c:pt idx="1268">
                  <c:v>464.883513192</c:v>
                </c:pt>
                <c:pt idx="1269">
                  <c:v>463.464222628</c:v>
                </c:pt>
                <c:pt idx="1270">
                  <c:v>466.264945035</c:v>
                </c:pt>
                <c:pt idx="1271">
                  <c:v>466.14927306</c:v>
                </c:pt>
                <c:pt idx="1272">
                  <c:v>473.263424938</c:v>
                </c:pt>
                <c:pt idx="1273">
                  <c:v>483.103625289</c:v>
                </c:pt>
                <c:pt idx="1274">
                  <c:v>483.719623946</c:v>
                </c:pt>
                <c:pt idx="1275">
                  <c:v>485.225272763</c:v>
                </c:pt>
                <c:pt idx="1276">
                  <c:v>477.25578211</c:v>
                </c:pt>
                <c:pt idx="1277">
                  <c:v>474.739343358</c:v>
                </c:pt>
                <c:pt idx="1278">
                  <c:v>479.579153384</c:v>
                </c:pt>
                <c:pt idx="1279">
                  <c:v>479.072609808</c:v>
                </c:pt>
                <c:pt idx="1280">
                  <c:v>482.454184656</c:v>
                </c:pt>
                <c:pt idx="1281">
                  <c:v>483.305754991</c:v>
                </c:pt>
                <c:pt idx="1282">
                  <c:v>486.69698001</c:v>
                </c:pt>
                <c:pt idx="1283">
                  <c:v>488.612710902</c:v>
                </c:pt>
                <c:pt idx="1284">
                  <c:v>492.480637831</c:v>
                </c:pt>
                <c:pt idx="1285">
                  <c:v>495.877984444</c:v>
                </c:pt>
                <c:pt idx="1286">
                  <c:v>502.147859906</c:v>
                </c:pt>
                <c:pt idx="1287">
                  <c:v>505.424105576</c:v>
                </c:pt>
                <c:pt idx="1288">
                  <c:v>511.865782464</c:v>
                </c:pt>
                <c:pt idx="1289">
                  <c:v>511.95273761</c:v>
                </c:pt>
                <c:pt idx="1290">
                  <c:v>516.169502109</c:v>
                </c:pt>
                <c:pt idx="1291">
                  <c:v>522.298314449</c:v>
                </c:pt>
                <c:pt idx="1292">
                  <c:v>522.158884514</c:v>
                </c:pt>
                <c:pt idx="1293">
                  <c:v>519.513415428</c:v>
                </c:pt>
                <c:pt idx="1294">
                  <c:v>521.772379935</c:v>
                </c:pt>
                <c:pt idx="1295">
                  <c:v>522.77560524</c:v>
                </c:pt>
                <c:pt idx="1296">
                  <c:v>519.48908404</c:v>
                </c:pt>
                <c:pt idx="1297">
                  <c:v>531.89926946</c:v>
                </c:pt>
                <c:pt idx="1298">
                  <c:v>526.159488834</c:v>
                </c:pt>
                <c:pt idx="1299">
                  <c:v>527.553833774</c:v>
                </c:pt>
                <c:pt idx="1300">
                  <c:v>525.040707807</c:v>
                </c:pt>
                <c:pt idx="1301">
                  <c:v>522.828335217</c:v>
                </c:pt>
                <c:pt idx="1302">
                  <c:v>524.185749229</c:v>
                </c:pt>
                <c:pt idx="1303">
                  <c:v>525.24220507</c:v>
                </c:pt>
                <c:pt idx="1304">
                  <c:v>529.53075584</c:v>
                </c:pt>
                <c:pt idx="1305">
                  <c:v>531.288086155</c:v>
                </c:pt>
                <c:pt idx="1306">
                  <c:v>528.261180866</c:v>
                </c:pt>
                <c:pt idx="1307">
                  <c:v>535.411332941</c:v>
                </c:pt>
                <c:pt idx="1308">
                  <c:v>535.038350093</c:v>
                </c:pt>
                <c:pt idx="1309">
                  <c:v>534.401663988</c:v>
                </c:pt>
                <c:pt idx="1310">
                  <c:v>535.061680935</c:v>
                </c:pt>
                <c:pt idx="1311">
                  <c:v>519.098015168</c:v>
                </c:pt>
                <c:pt idx="1312">
                  <c:v>525.359527441</c:v>
                </c:pt>
                <c:pt idx="1313">
                  <c:v>522.557948109</c:v>
                </c:pt>
                <c:pt idx="1314">
                  <c:v>523.788143038</c:v>
                </c:pt>
                <c:pt idx="1315">
                  <c:v>525.265124624</c:v>
                </c:pt>
                <c:pt idx="1316">
                  <c:v>532.277035305</c:v>
                </c:pt>
                <c:pt idx="1317">
                  <c:v>536.487543591</c:v>
                </c:pt>
                <c:pt idx="1318">
                  <c:v>538.400512518</c:v>
                </c:pt>
                <c:pt idx="1319">
                  <c:v>537.433795667</c:v>
                </c:pt>
                <c:pt idx="1320">
                  <c:v>536.104005509</c:v>
                </c:pt>
                <c:pt idx="1321">
                  <c:v>538.09640413</c:v>
                </c:pt>
                <c:pt idx="1322">
                  <c:v>533.826434352</c:v>
                </c:pt>
                <c:pt idx="1323">
                  <c:v>534.178832405</c:v>
                </c:pt>
                <c:pt idx="1324">
                  <c:v>533.909803525</c:v>
                </c:pt>
                <c:pt idx="1325">
                  <c:v>534.275313453</c:v>
                </c:pt>
                <c:pt idx="1326">
                  <c:v>530.30360226</c:v>
                </c:pt>
                <c:pt idx="1327">
                  <c:v>525.510285641</c:v>
                </c:pt>
                <c:pt idx="1328">
                  <c:v>520.516691567</c:v>
                </c:pt>
                <c:pt idx="1329">
                  <c:v>529.22471319</c:v>
                </c:pt>
                <c:pt idx="1330">
                  <c:v>528.262874544</c:v>
                </c:pt>
                <c:pt idx="1331">
                  <c:v>528.490819573</c:v>
                </c:pt>
                <c:pt idx="1332">
                  <c:v>537.190003724</c:v>
                </c:pt>
                <c:pt idx="1333">
                  <c:v>536.706181737</c:v>
                </c:pt>
                <c:pt idx="1334">
                  <c:v>550.318637673</c:v>
                </c:pt>
                <c:pt idx="1335">
                  <c:v>558.895091085</c:v>
                </c:pt>
                <c:pt idx="1336">
                  <c:v>556.914293425</c:v>
                </c:pt>
                <c:pt idx="1337">
                  <c:v>563.015841877</c:v>
                </c:pt>
                <c:pt idx="1338">
                  <c:v>563.976131474</c:v>
                </c:pt>
                <c:pt idx="1339">
                  <c:v>572.369596243</c:v>
                </c:pt>
                <c:pt idx="1340">
                  <c:v>574.510411019</c:v>
                </c:pt>
                <c:pt idx="1341">
                  <c:v>571.255481077</c:v>
                </c:pt>
                <c:pt idx="1342">
                  <c:v>571.812154825</c:v>
                </c:pt>
                <c:pt idx="1343">
                  <c:v>576.358197611</c:v>
                </c:pt>
                <c:pt idx="1344">
                  <c:v>578.174937181</c:v>
                </c:pt>
                <c:pt idx="1345">
                  <c:v>581.800428542</c:v>
                </c:pt>
                <c:pt idx="1346">
                  <c:v>582.516467451</c:v>
                </c:pt>
                <c:pt idx="1347">
                  <c:v>580.698216087</c:v>
                </c:pt>
                <c:pt idx="1348">
                  <c:v>582.572066378</c:v>
                </c:pt>
                <c:pt idx="1349">
                  <c:v>587.106805603</c:v>
                </c:pt>
                <c:pt idx="1350">
                  <c:v>591.810167135</c:v>
                </c:pt>
                <c:pt idx="1351">
                  <c:v>561.612519422</c:v>
                </c:pt>
                <c:pt idx="1352">
                  <c:v>570.338346761</c:v>
                </c:pt>
                <c:pt idx="1353">
                  <c:v>576.22954963</c:v>
                </c:pt>
                <c:pt idx="1354">
                  <c:v>586.405958969</c:v>
                </c:pt>
                <c:pt idx="1355">
                  <c:v>587.130591347</c:v>
                </c:pt>
                <c:pt idx="1356">
                  <c:v>592.51219239</c:v>
                </c:pt>
                <c:pt idx="1357">
                  <c:v>603.574936484</c:v>
                </c:pt>
                <c:pt idx="1358">
                  <c:v>605.053756685</c:v>
                </c:pt>
                <c:pt idx="1359">
                  <c:v>606.391281647</c:v>
                </c:pt>
                <c:pt idx="1360">
                  <c:v>606.601339529</c:v>
                </c:pt>
                <c:pt idx="1361">
                  <c:v>612.214344285</c:v>
                </c:pt>
                <c:pt idx="1362">
                  <c:v>625.184103155</c:v>
                </c:pt>
                <c:pt idx="1363">
                  <c:v>624.983708987</c:v>
                </c:pt>
                <c:pt idx="1364">
                  <c:v>619.981508525</c:v>
                </c:pt>
                <c:pt idx="1365">
                  <c:v>623.867913611</c:v>
                </c:pt>
                <c:pt idx="1366">
                  <c:v>624.732258309</c:v>
                </c:pt>
                <c:pt idx="1367">
                  <c:v>597.7597298</c:v>
                </c:pt>
                <c:pt idx="1368">
                  <c:v>591.79836059</c:v>
                </c:pt>
                <c:pt idx="1369">
                  <c:v>600.647326196</c:v>
                </c:pt>
                <c:pt idx="1370">
                  <c:v>596.218833654</c:v>
                </c:pt>
                <c:pt idx="1371">
                  <c:v>591.449569137</c:v>
                </c:pt>
                <c:pt idx="1372">
                  <c:v>587.743408927</c:v>
                </c:pt>
                <c:pt idx="1373">
                  <c:v>605.603010818</c:v>
                </c:pt>
                <c:pt idx="1374">
                  <c:v>596.155148553</c:v>
                </c:pt>
                <c:pt idx="1375">
                  <c:v>605.332703068</c:v>
                </c:pt>
                <c:pt idx="1376">
                  <c:v>604.652657217</c:v>
                </c:pt>
                <c:pt idx="1377">
                  <c:v>609.170747777</c:v>
                </c:pt>
                <c:pt idx="1378">
                  <c:v>604.136639549</c:v>
                </c:pt>
                <c:pt idx="1379">
                  <c:v>582.746542955</c:v>
                </c:pt>
                <c:pt idx="1380">
                  <c:v>598.041207309</c:v>
                </c:pt>
                <c:pt idx="1381">
                  <c:v>577.530356737</c:v>
                </c:pt>
                <c:pt idx="1382">
                  <c:v>577.124122438</c:v>
                </c:pt>
                <c:pt idx="1383">
                  <c:v>568.577694548</c:v>
                </c:pt>
                <c:pt idx="1384">
                  <c:v>578.459619115</c:v>
                </c:pt>
                <c:pt idx="1385">
                  <c:v>567.484943076</c:v>
                </c:pt>
                <c:pt idx="1386">
                  <c:v>578.724912975</c:v>
                </c:pt>
                <c:pt idx="1387">
                  <c:v>585.582999266</c:v>
                </c:pt>
                <c:pt idx="1388">
                  <c:v>588.326156628</c:v>
                </c:pt>
                <c:pt idx="1389">
                  <c:v>602.726472569</c:v>
                </c:pt>
                <c:pt idx="1390">
                  <c:v>605.405429242</c:v>
                </c:pt>
                <c:pt idx="1391">
                  <c:v>615.582739995</c:v>
                </c:pt>
                <c:pt idx="1392">
                  <c:v>615.697581483</c:v>
                </c:pt>
                <c:pt idx="1393">
                  <c:v>623.029749768</c:v>
                </c:pt>
                <c:pt idx="1394">
                  <c:v>631.001817864</c:v>
                </c:pt>
                <c:pt idx="1395">
                  <c:v>632.509985935</c:v>
                </c:pt>
                <c:pt idx="1396">
                  <c:v>631.597836208</c:v>
                </c:pt>
                <c:pt idx="1397">
                  <c:v>635.43162663</c:v>
                </c:pt>
                <c:pt idx="1398">
                  <c:v>633.910136759</c:v>
                </c:pt>
                <c:pt idx="1399">
                  <c:v>637.939134761</c:v>
                </c:pt>
                <c:pt idx="1400">
                  <c:v>632.511293584</c:v>
                </c:pt>
                <c:pt idx="1401">
                  <c:v>630.11180663</c:v>
                </c:pt>
                <c:pt idx="1402">
                  <c:v>625.408248411</c:v>
                </c:pt>
                <c:pt idx="1403">
                  <c:v>628.084843506</c:v>
                </c:pt>
                <c:pt idx="1404">
                  <c:v>630.624516099</c:v>
                </c:pt>
                <c:pt idx="1405">
                  <c:v>627.11155987</c:v>
                </c:pt>
                <c:pt idx="1406">
                  <c:v>628.904799785</c:v>
                </c:pt>
                <c:pt idx="1407">
                  <c:v>636.01872201</c:v>
                </c:pt>
                <c:pt idx="1408">
                  <c:v>633.985828634</c:v>
                </c:pt>
                <c:pt idx="1409">
                  <c:v>632.596665515</c:v>
                </c:pt>
                <c:pt idx="1410">
                  <c:v>606.170924135</c:v>
                </c:pt>
                <c:pt idx="1411">
                  <c:v>614.202177726</c:v>
                </c:pt>
                <c:pt idx="1412">
                  <c:v>630.233258239</c:v>
                </c:pt>
                <c:pt idx="1413">
                  <c:v>630.914346284</c:v>
                </c:pt>
                <c:pt idx="1414">
                  <c:v>633.492098336</c:v>
                </c:pt>
                <c:pt idx="1415">
                  <c:v>606.55385873</c:v>
                </c:pt>
                <c:pt idx="1416">
                  <c:v>604.417766254</c:v>
                </c:pt>
                <c:pt idx="1417">
                  <c:v>604.59186619</c:v>
                </c:pt>
                <c:pt idx="1418">
                  <c:v>621.853761932</c:v>
                </c:pt>
                <c:pt idx="1419">
                  <c:v>616.822366739</c:v>
                </c:pt>
                <c:pt idx="1420">
                  <c:v>613.373607151</c:v>
                </c:pt>
                <c:pt idx="1421">
                  <c:v>611.632911442</c:v>
                </c:pt>
                <c:pt idx="1422">
                  <c:v>614.526717968</c:v>
                </c:pt>
                <c:pt idx="1423">
                  <c:v>619.296671504</c:v>
                </c:pt>
                <c:pt idx="1424">
                  <c:v>632.596268849</c:v>
                </c:pt>
                <c:pt idx="1425">
                  <c:v>644.283156954</c:v>
                </c:pt>
                <c:pt idx="1426">
                  <c:v>644.376072319</c:v>
                </c:pt>
                <c:pt idx="1427">
                  <c:v>632.899489054</c:v>
                </c:pt>
                <c:pt idx="1428">
                  <c:v>637.272414584</c:v>
                </c:pt>
                <c:pt idx="1429">
                  <c:v>640.011092976</c:v>
                </c:pt>
                <c:pt idx="1430">
                  <c:v>630.20261265</c:v>
                </c:pt>
                <c:pt idx="1431">
                  <c:v>644.253533917</c:v>
                </c:pt>
                <c:pt idx="1432">
                  <c:v>648.738617834</c:v>
                </c:pt>
                <c:pt idx="1433">
                  <c:v>650.908385886</c:v>
                </c:pt>
                <c:pt idx="1434">
                  <c:v>645.127095357</c:v>
                </c:pt>
                <c:pt idx="1435">
                  <c:v>649.220210913</c:v>
                </c:pt>
                <c:pt idx="1436">
                  <c:v>648.870135157</c:v>
                </c:pt>
                <c:pt idx="1437">
                  <c:v>650.794667954</c:v>
                </c:pt>
                <c:pt idx="1438">
                  <c:v>647.634609763</c:v>
                </c:pt>
                <c:pt idx="1439">
                  <c:v>639.245240869</c:v>
                </c:pt>
                <c:pt idx="1440">
                  <c:v>638.815898343</c:v>
                </c:pt>
                <c:pt idx="1441">
                  <c:v>627.337857515</c:v>
                </c:pt>
                <c:pt idx="1442">
                  <c:v>629.477980413</c:v>
                </c:pt>
                <c:pt idx="1443">
                  <c:v>639.339458968</c:v>
                </c:pt>
                <c:pt idx="1444">
                  <c:v>639.38142131</c:v>
                </c:pt>
                <c:pt idx="1445">
                  <c:v>647.492237033</c:v>
                </c:pt>
                <c:pt idx="1446">
                  <c:v>649.676866323</c:v>
                </c:pt>
                <c:pt idx="1447">
                  <c:v>652.95597271</c:v>
                </c:pt>
                <c:pt idx="1448">
                  <c:v>654.639998013</c:v>
                </c:pt>
                <c:pt idx="1449">
                  <c:v>667.075562401</c:v>
                </c:pt>
                <c:pt idx="1450">
                  <c:v>668.151599189</c:v>
                </c:pt>
                <c:pt idx="1451">
                  <c:v>667.517868865</c:v>
                </c:pt>
                <c:pt idx="1452">
                  <c:v>669.861355135</c:v>
                </c:pt>
                <c:pt idx="1453">
                  <c:v>674.008015638</c:v>
                </c:pt>
                <c:pt idx="1454">
                  <c:v>672.12818369</c:v>
                </c:pt>
                <c:pt idx="1455">
                  <c:v>677.240212389</c:v>
                </c:pt>
                <c:pt idx="1456">
                  <c:v>681.493114976</c:v>
                </c:pt>
                <c:pt idx="1457">
                  <c:v>683.066593981</c:v>
                </c:pt>
                <c:pt idx="1458">
                  <c:v>682.352309893</c:v>
                </c:pt>
                <c:pt idx="1459">
                  <c:v>678.367309625</c:v>
                </c:pt>
                <c:pt idx="1460">
                  <c:v>682.246043255</c:v>
                </c:pt>
                <c:pt idx="1461">
                  <c:v>674.744185126</c:v>
                </c:pt>
                <c:pt idx="1462">
                  <c:v>677.151201063</c:v>
                </c:pt>
                <c:pt idx="1463">
                  <c:v>670.912173641</c:v>
                </c:pt>
                <c:pt idx="1464">
                  <c:v>668.054367048</c:v>
                </c:pt>
                <c:pt idx="1465">
                  <c:v>704.288916492</c:v>
                </c:pt>
                <c:pt idx="1466">
                  <c:v>705.504915227</c:v>
                </c:pt>
                <c:pt idx="1467">
                  <c:v>710.242494498</c:v>
                </c:pt>
                <c:pt idx="1468">
                  <c:v>710.615133497</c:v>
                </c:pt>
                <c:pt idx="1469">
                  <c:v>708.680413523</c:v>
                </c:pt>
                <c:pt idx="1470">
                  <c:v>720.858751238</c:v>
                </c:pt>
                <c:pt idx="1471">
                  <c:v>724.418309642</c:v>
                </c:pt>
                <c:pt idx="1472">
                  <c:v>725.841814482</c:v>
                </c:pt>
                <c:pt idx="1473">
                  <c:v>732.23750958</c:v>
                </c:pt>
                <c:pt idx="1474">
                  <c:v>723.790208661</c:v>
                </c:pt>
                <c:pt idx="1475">
                  <c:v>723.717298118</c:v>
                </c:pt>
                <c:pt idx="1476">
                  <c:v>726.140919207</c:v>
                </c:pt>
                <c:pt idx="1477">
                  <c:v>722.055898809</c:v>
                </c:pt>
                <c:pt idx="1478">
                  <c:v>713.488421499</c:v>
                </c:pt>
                <c:pt idx="1479">
                  <c:v>732.449036124</c:v>
                </c:pt>
                <c:pt idx="1480">
                  <c:v>726.403883531</c:v>
                </c:pt>
                <c:pt idx="1481">
                  <c:v>726.254036362</c:v>
                </c:pt>
                <c:pt idx="1482">
                  <c:v>741.753981464</c:v>
                </c:pt>
                <c:pt idx="1483">
                  <c:v>742.918589839</c:v>
                </c:pt>
                <c:pt idx="1484">
                  <c:v>748.569768045</c:v>
                </c:pt>
                <c:pt idx="1485">
                  <c:v>748.105933505</c:v>
                </c:pt>
                <c:pt idx="1486">
                  <c:v>754.526726885</c:v>
                </c:pt>
                <c:pt idx="1487">
                  <c:v>731.874734543</c:v>
                </c:pt>
                <c:pt idx="1488">
                  <c:v>745.527216002</c:v>
                </c:pt>
                <c:pt idx="1489">
                  <c:v>739.042392208</c:v>
                </c:pt>
                <c:pt idx="1490">
                  <c:v>724.905612779</c:v>
                </c:pt>
                <c:pt idx="1491">
                  <c:v>724.239284557</c:v>
                </c:pt>
                <c:pt idx="1492">
                  <c:v>730.144910239</c:v>
                </c:pt>
                <c:pt idx="1493">
                  <c:v>734.263228167</c:v>
                </c:pt>
                <c:pt idx="1494">
                  <c:v>741.120281879</c:v>
                </c:pt>
                <c:pt idx="1495">
                  <c:v>752.193963716</c:v>
                </c:pt>
                <c:pt idx="1496">
                  <c:v>750.84104191</c:v>
                </c:pt>
                <c:pt idx="1497">
                  <c:v>754.040541315</c:v>
                </c:pt>
                <c:pt idx="1498">
                  <c:v>752.154293163</c:v>
                </c:pt>
                <c:pt idx="1499">
                  <c:v>769.165224261</c:v>
                </c:pt>
                <c:pt idx="1500">
                  <c:v>783.322707096</c:v>
                </c:pt>
                <c:pt idx="1501">
                  <c:v>775.665042411</c:v>
                </c:pt>
                <c:pt idx="1502">
                  <c:v>773.698303071</c:v>
                </c:pt>
                <c:pt idx="1503">
                  <c:v>772.937834437</c:v>
                </c:pt>
                <c:pt idx="1504">
                  <c:v>771.718356063</c:v>
                </c:pt>
                <c:pt idx="1505">
                  <c:v>764.290175262</c:v>
                </c:pt>
                <c:pt idx="1506">
                  <c:v>764.703198003</c:v>
                </c:pt>
                <c:pt idx="1507">
                  <c:v>766.125611925</c:v>
                </c:pt>
                <c:pt idx="1508">
                  <c:v>756.606292868</c:v>
                </c:pt>
                <c:pt idx="1509">
                  <c:v>780.86290912</c:v>
                </c:pt>
                <c:pt idx="1510">
                  <c:v>795.493457643</c:v>
                </c:pt>
                <c:pt idx="1511">
                  <c:v>799.841994723</c:v>
                </c:pt>
                <c:pt idx="1512">
                  <c:v>816.438790584</c:v>
                </c:pt>
                <c:pt idx="1513">
                  <c:v>822.665824156</c:v>
                </c:pt>
                <c:pt idx="1514">
                  <c:v>823.112293532</c:v>
                </c:pt>
                <c:pt idx="1515">
                  <c:v>818.601439375</c:v>
                </c:pt>
                <c:pt idx="1516">
                  <c:v>830.908364192</c:v>
                </c:pt>
                <c:pt idx="1517">
                  <c:v>843.592620176</c:v>
                </c:pt>
                <c:pt idx="1518">
                  <c:v>838.996901939</c:v>
                </c:pt>
                <c:pt idx="1519">
                  <c:v>860.156386804</c:v>
                </c:pt>
                <c:pt idx="1520">
                  <c:v>859.757780389</c:v>
                </c:pt>
                <c:pt idx="1521">
                  <c:v>865.932348765</c:v>
                </c:pt>
                <c:pt idx="1522">
                  <c:v>885.447425211</c:v>
                </c:pt>
                <c:pt idx="1523">
                  <c:v>898.792150013</c:v>
                </c:pt>
                <c:pt idx="1524">
                  <c:v>886.403276707</c:v>
                </c:pt>
                <c:pt idx="1525">
                  <c:v>886.24415159</c:v>
                </c:pt>
                <c:pt idx="1526">
                  <c:v>916.775794302</c:v>
                </c:pt>
                <c:pt idx="1527">
                  <c:v>906.660261514</c:v>
                </c:pt>
                <c:pt idx="1528">
                  <c:v>887.715516781</c:v>
                </c:pt>
                <c:pt idx="1529">
                  <c:v>894.654791808</c:v>
                </c:pt>
                <c:pt idx="1530">
                  <c:v>879.308037676</c:v>
                </c:pt>
                <c:pt idx="1531">
                  <c:v>839.430095034</c:v>
                </c:pt>
                <c:pt idx="1532">
                  <c:v>767.274339217</c:v>
                </c:pt>
                <c:pt idx="1533">
                  <c:v>806.600156691</c:v>
                </c:pt>
                <c:pt idx="1534">
                  <c:v>787.20974115</c:v>
                </c:pt>
                <c:pt idx="1535">
                  <c:v>718.83140674</c:v>
                </c:pt>
                <c:pt idx="1536">
                  <c:v>741.879403826</c:v>
                </c:pt>
                <c:pt idx="1537">
                  <c:v>769.64144952</c:v>
                </c:pt>
                <c:pt idx="1538">
                  <c:v>775.251207112</c:v>
                </c:pt>
                <c:pt idx="1539">
                  <c:v>803.190910402</c:v>
                </c:pt>
                <c:pt idx="1540">
                  <c:v>831.673115119</c:v>
                </c:pt>
                <c:pt idx="1541">
                  <c:v>826.539483215</c:v>
                </c:pt>
                <c:pt idx="1542">
                  <c:v>825.026659158</c:v>
                </c:pt>
                <c:pt idx="1543">
                  <c:v>817.629690658</c:v>
                </c:pt>
                <c:pt idx="1544">
                  <c:v>819.040256144</c:v>
                </c:pt>
                <c:pt idx="1545">
                  <c:v>852.839796376</c:v>
                </c:pt>
                <c:pt idx="1546">
                  <c:v>878.19815522</c:v>
                </c:pt>
                <c:pt idx="1547">
                  <c:v>855.457826273</c:v>
                </c:pt>
                <c:pt idx="1548">
                  <c:v>840.754409026</c:v>
                </c:pt>
                <c:pt idx="1549">
                  <c:v>811.773856019</c:v>
                </c:pt>
                <c:pt idx="1550">
                  <c:v>822.340870875</c:v>
                </c:pt>
                <c:pt idx="1551">
                  <c:v>838.04163613</c:v>
                </c:pt>
                <c:pt idx="1552">
                  <c:v>842.872816171</c:v>
                </c:pt>
                <c:pt idx="1553">
                  <c:v>844.477979288</c:v>
                </c:pt>
                <c:pt idx="1554">
                  <c:v>851.847426321</c:v>
                </c:pt>
                <c:pt idx="1555">
                  <c:v>879.980336884</c:v>
                </c:pt>
                <c:pt idx="1556">
                  <c:v>882.957341031</c:v>
                </c:pt>
                <c:pt idx="1557">
                  <c:v>866.833475884</c:v>
                </c:pt>
                <c:pt idx="1558">
                  <c:v>861.031109289</c:v>
                </c:pt>
                <c:pt idx="1559">
                  <c:v>859.545831317</c:v>
                </c:pt>
                <c:pt idx="1560">
                  <c:v>858.928269952</c:v>
                </c:pt>
                <c:pt idx="1561">
                  <c:v>829.607947249</c:v>
                </c:pt>
                <c:pt idx="1562">
                  <c:v>832.263494933</c:v>
                </c:pt>
                <c:pt idx="1563">
                  <c:v>825.446528489</c:v>
                </c:pt>
                <c:pt idx="1564">
                  <c:v>789.746917124</c:v>
                </c:pt>
                <c:pt idx="1565">
                  <c:v>754.772460457</c:v>
                </c:pt>
                <c:pt idx="1566">
                  <c:v>799.132052495</c:v>
                </c:pt>
                <c:pt idx="1567">
                  <c:v>762.973468734</c:v>
                </c:pt>
                <c:pt idx="1568">
                  <c:v>754.403558168</c:v>
                </c:pt>
                <c:pt idx="1569">
                  <c:v>776.139589936</c:v>
                </c:pt>
                <c:pt idx="1570">
                  <c:v>737.933113333</c:v>
                </c:pt>
                <c:pt idx="1571">
                  <c:v>754.7412319</c:v>
                </c:pt>
                <c:pt idx="1572">
                  <c:v>775.937803929</c:v>
                </c:pt>
                <c:pt idx="1573">
                  <c:v>783.746466509</c:v>
                </c:pt>
                <c:pt idx="1574">
                  <c:v>747.886633326</c:v>
                </c:pt>
                <c:pt idx="1575">
                  <c:v>754.804487607</c:v>
                </c:pt>
                <c:pt idx="1576">
                  <c:v>783.864982079</c:v>
                </c:pt>
                <c:pt idx="1577">
                  <c:v>776.275307996</c:v>
                </c:pt>
                <c:pt idx="1578">
                  <c:v>791.341800118</c:v>
                </c:pt>
                <c:pt idx="1579">
                  <c:v>785.232413263</c:v>
                </c:pt>
                <c:pt idx="1580">
                  <c:v>797.65006871</c:v>
                </c:pt>
                <c:pt idx="1581">
                  <c:v>824.512239285</c:v>
                </c:pt>
                <c:pt idx="1582">
                  <c:v>825.898893358</c:v>
                </c:pt>
                <c:pt idx="1583">
                  <c:v>809.437940724</c:v>
                </c:pt>
                <c:pt idx="1584">
                  <c:v>786.387056034</c:v>
                </c:pt>
                <c:pt idx="1585">
                  <c:v>783.670223095</c:v>
                </c:pt>
                <c:pt idx="1586">
                  <c:v>755.840293377</c:v>
                </c:pt>
                <c:pt idx="1587">
                  <c:v>759.323189885</c:v>
                </c:pt>
                <c:pt idx="1588">
                  <c:v>784.517325234</c:v>
                </c:pt>
                <c:pt idx="1589">
                  <c:v>786.059880286</c:v>
                </c:pt>
                <c:pt idx="1590">
                  <c:v>774.208483283</c:v>
                </c:pt>
                <c:pt idx="1591">
                  <c:v>783.747582574</c:v>
                </c:pt>
                <c:pt idx="1592">
                  <c:v>772.536056078</c:v>
                </c:pt>
                <c:pt idx="1593">
                  <c:v>771.726655958</c:v>
                </c:pt>
                <c:pt idx="1594">
                  <c:v>800.812628129</c:v>
                </c:pt>
                <c:pt idx="1595">
                  <c:v>811.40462717</c:v>
                </c:pt>
                <c:pt idx="1596">
                  <c:v>809.835815136</c:v>
                </c:pt>
                <c:pt idx="1597">
                  <c:v>827.913447644</c:v>
                </c:pt>
                <c:pt idx="1598">
                  <c:v>846.546702414</c:v>
                </c:pt>
                <c:pt idx="1599">
                  <c:v>846.507295018</c:v>
                </c:pt>
                <c:pt idx="1600">
                  <c:v>850.138882399</c:v>
                </c:pt>
                <c:pt idx="1601">
                  <c:v>831.718681816</c:v>
                </c:pt>
                <c:pt idx="1602">
                  <c:v>843.157467938</c:v>
                </c:pt>
                <c:pt idx="1603">
                  <c:v>838.175589962</c:v>
                </c:pt>
                <c:pt idx="1604">
                  <c:v>829.25195987</c:v>
                </c:pt>
                <c:pt idx="1605">
                  <c:v>840.917474335</c:v>
                </c:pt>
                <c:pt idx="1606">
                  <c:v>836.604151423</c:v>
                </c:pt>
                <c:pt idx="1607">
                  <c:v>849.612913088</c:v>
                </c:pt>
                <c:pt idx="1608">
                  <c:v>848.770866269</c:v>
                </c:pt>
                <c:pt idx="1609">
                  <c:v>849.758062124</c:v>
                </c:pt>
                <c:pt idx="1610">
                  <c:v>840.67374019</c:v>
                </c:pt>
                <c:pt idx="1611">
                  <c:v>856.159983691</c:v>
                </c:pt>
                <c:pt idx="1612">
                  <c:v>851.086372588</c:v>
                </c:pt>
                <c:pt idx="1613">
                  <c:v>877.899677892</c:v>
                </c:pt>
                <c:pt idx="1614">
                  <c:v>893.240939258</c:v>
                </c:pt>
                <c:pt idx="1615">
                  <c:v>899.670228082</c:v>
                </c:pt>
                <c:pt idx="1616">
                  <c:v>910.861000522</c:v>
                </c:pt>
                <c:pt idx="1617">
                  <c:v>898.969518492</c:v>
                </c:pt>
                <c:pt idx="1618">
                  <c:v>900.230361896</c:v>
                </c:pt>
                <c:pt idx="1619">
                  <c:v>905.168001203</c:v>
                </c:pt>
                <c:pt idx="1620">
                  <c:v>914.024925046</c:v>
                </c:pt>
                <c:pt idx="1621">
                  <c:v>911.491485923</c:v>
                </c:pt>
                <c:pt idx="1622">
                  <c:v>928.332143312</c:v>
                </c:pt>
                <c:pt idx="1623">
                  <c:v>923.927251535</c:v>
                </c:pt>
                <c:pt idx="1624">
                  <c:v>919.565091674</c:v>
                </c:pt>
                <c:pt idx="1625">
                  <c:v>913.605635236</c:v>
                </c:pt>
                <c:pt idx="1626">
                  <c:v>925.242687366</c:v>
                </c:pt>
                <c:pt idx="1627">
                  <c:v>908.852080401</c:v>
                </c:pt>
                <c:pt idx="1628">
                  <c:v>904.88971847</c:v>
                </c:pt>
                <c:pt idx="1629">
                  <c:v>867.089075347</c:v>
                </c:pt>
                <c:pt idx="1630">
                  <c:v>871.952448489</c:v>
                </c:pt>
                <c:pt idx="1631">
                  <c:v>848.501002812</c:v>
                </c:pt>
                <c:pt idx="1632">
                  <c:v>862.098857518</c:v>
                </c:pt>
                <c:pt idx="1633">
                  <c:v>864.582694808</c:v>
                </c:pt>
                <c:pt idx="1634">
                  <c:v>875.536342881</c:v>
                </c:pt>
                <c:pt idx="1635">
                  <c:v>856.81237875</c:v>
                </c:pt>
                <c:pt idx="1636">
                  <c:v>879.136259244</c:v>
                </c:pt>
                <c:pt idx="1637">
                  <c:v>904.292309435</c:v>
                </c:pt>
                <c:pt idx="1638">
                  <c:v>921.793267846</c:v>
                </c:pt>
                <c:pt idx="1639">
                  <c:v>926.060403979</c:v>
                </c:pt>
                <c:pt idx="1640">
                  <c:v>914.580915834</c:v>
                </c:pt>
                <c:pt idx="1641">
                  <c:v>943.890325599</c:v>
                </c:pt>
                <c:pt idx="1642">
                  <c:v>947.09415743</c:v>
                </c:pt>
                <c:pt idx="1643">
                  <c:v>942.139188606</c:v>
                </c:pt>
                <c:pt idx="1644">
                  <c:v>954.00277678</c:v>
                </c:pt>
                <c:pt idx="1645">
                  <c:v>950.580143647</c:v>
                </c:pt>
                <c:pt idx="1646">
                  <c:v>942.06655836</c:v>
                </c:pt>
                <c:pt idx="1647">
                  <c:v>940.758802446</c:v>
                </c:pt>
                <c:pt idx="1648">
                  <c:v>945.583535336</c:v>
                </c:pt>
                <c:pt idx="1649">
                  <c:v>954.189635272</c:v>
                </c:pt>
                <c:pt idx="1650">
                  <c:v>981.065669165</c:v>
                </c:pt>
                <c:pt idx="1651">
                  <c:v>956.281588154</c:v>
                </c:pt>
                <c:pt idx="1652">
                  <c:v>929.922368163</c:v>
                </c:pt>
                <c:pt idx="1653">
                  <c:v>905.327502414</c:v>
                </c:pt>
                <c:pt idx="1654">
                  <c:v>919.397286237</c:v>
                </c:pt>
                <c:pt idx="1655">
                  <c:v>923.877852033</c:v>
                </c:pt>
                <c:pt idx="1656">
                  <c:v>947.690844732</c:v>
                </c:pt>
                <c:pt idx="1657">
                  <c:v>955.602227212</c:v>
                </c:pt>
                <c:pt idx="1658">
                  <c:v>966.863251908</c:v>
                </c:pt>
                <c:pt idx="1659">
                  <c:v>973.879157229</c:v>
                </c:pt>
                <c:pt idx="1660">
                  <c:v>975.191872218</c:v>
                </c:pt>
                <c:pt idx="1661">
                  <c:v>973.71793315</c:v>
                </c:pt>
                <c:pt idx="1662">
                  <c:v>957.355042303</c:v>
                </c:pt>
                <c:pt idx="1663">
                  <c:v>954.07277321</c:v>
                </c:pt>
                <c:pt idx="1664">
                  <c:v>967.013713366</c:v>
                </c:pt>
                <c:pt idx="1665">
                  <c:v>944.875307789</c:v>
                </c:pt>
                <c:pt idx="1666">
                  <c:v>954.466680057</c:v>
                </c:pt>
                <c:pt idx="1667">
                  <c:v>956.402561732</c:v>
                </c:pt>
                <c:pt idx="1668">
                  <c:v>956.185393294</c:v>
                </c:pt>
                <c:pt idx="1669">
                  <c:v>962.945205789</c:v>
                </c:pt>
                <c:pt idx="1670">
                  <c:v>968.409169846</c:v>
                </c:pt>
                <c:pt idx="1671">
                  <c:v>965.182277395</c:v>
                </c:pt>
                <c:pt idx="1672">
                  <c:v>982.774963427</c:v>
                </c:pt>
                <c:pt idx="1673">
                  <c:v>1002.88784921</c:v>
                </c:pt>
                <c:pt idx="1674">
                  <c:v>1005.71964638</c:v>
                </c:pt>
                <c:pt idx="1675">
                  <c:v>1028.18079605</c:v>
                </c:pt>
                <c:pt idx="1676">
                  <c:v>1022.50612871</c:v>
                </c:pt>
                <c:pt idx="1677">
                  <c:v>1024.80951709</c:v>
                </c:pt>
                <c:pt idx="1678">
                  <c:v>1016.93291902</c:v>
                </c:pt>
                <c:pt idx="1679">
                  <c:v>995.762893516</c:v>
                </c:pt>
                <c:pt idx="1680">
                  <c:v>979.867413855</c:v>
                </c:pt>
                <c:pt idx="1681">
                  <c:v>973.149240625</c:v>
                </c:pt>
                <c:pt idx="1682">
                  <c:v>979.647298524</c:v>
                </c:pt>
                <c:pt idx="1683">
                  <c:v>991.671004619</c:v>
                </c:pt>
                <c:pt idx="1684">
                  <c:v>987.558043992</c:v>
                </c:pt>
                <c:pt idx="1685">
                  <c:v>1006.18484775</c:v>
                </c:pt>
                <c:pt idx="1686">
                  <c:v>1002.12099717</c:v>
                </c:pt>
                <c:pt idx="1687">
                  <c:v>976.956376946</c:v>
                </c:pt>
                <c:pt idx="1688">
                  <c:v>992.450827611</c:v>
                </c:pt>
                <c:pt idx="1689">
                  <c:v>990.783525162</c:v>
                </c:pt>
                <c:pt idx="1690">
                  <c:v>1011.97922021</c:v>
                </c:pt>
                <c:pt idx="1691">
                  <c:v>1003.34731133</c:v>
                </c:pt>
                <c:pt idx="1692">
                  <c:v>1004.99040488</c:v>
                </c:pt>
                <c:pt idx="1693">
                  <c:v>1004.71603065</c:v>
                </c:pt>
                <c:pt idx="1694">
                  <c:v>1003.5739652</c:v>
                </c:pt>
                <c:pt idx="1695">
                  <c:v>1019.81834696</c:v>
                </c:pt>
                <c:pt idx="1696">
                  <c:v>1019.57817691</c:v>
                </c:pt>
                <c:pt idx="1697">
                  <c:v>1024.23508531</c:v>
                </c:pt>
                <c:pt idx="1698">
                  <c:v>1021.94680857</c:v>
                </c:pt>
                <c:pt idx="1699">
                  <c:v>1023.51925175</c:v>
                </c:pt>
                <c:pt idx="1700">
                  <c:v>986.558276583</c:v>
                </c:pt>
                <c:pt idx="1701">
                  <c:v>962.284501239</c:v>
                </c:pt>
                <c:pt idx="1702">
                  <c:v>954.325637707</c:v>
                </c:pt>
                <c:pt idx="1703">
                  <c:v>957.069493887</c:v>
                </c:pt>
                <c:pt idx="1704">
                  <c:v>875.520701213</c:v>
                </c:pt>
                <c:pt idx="1705">
                  <c:v>846.011822998</c:v>
                </c:pt>
                <c:pt idx="1706">
                  <c:v>887.685812931</c:v>
                </c:pt>
                <c:pt idx="1707">
                  <c:v>868.413508126</c:v>
                </c:pt>
                <c:pt idx="1708">
                  <c:v>915.892821623</c:v>
                </c:pt>
                <c:pt idx="1709">
                  <c:v>915.683553196</c:v>
                </c:pt>
                <c:pt idx="1710">
                  <c:v>875.198767873</c:v>
                </c:pt>
                <c:pt idx="1711">
                  <c:v>874.148322288</c:v>
                </c:pt>
                <c:pt idx="1712">
                  <c:v>880.292669725</c:v>
                </c:pt>
                <c:pt idx="1713">
                  <c:v>873.262863639</c:v>
                </c:pt>
                <c:pt idx="1714">
                  <c:v>798.263730814</c:v>
                </c:pt>
                <c:pt idx="1715">
                  <c:v>845.311136169</c:v>
                </c:pt>
                <c:pt idx="1716">
                  <c:v>804.77577203</c:v>
                </c:pt>
                <c:pt idx="1717">
                  <c:v>782.931382781</c:v>
                </c:pt>
                <c:pt idx="1718">
                  <c:v>806.040450121</c:v>
                </c:pt>
                <c:pt idx="1719">
                  <c:v>832.842125457</c:v>
                </c:pt>
                <c:pt idx="1720">
                  <c:v>856.368905008</c:v>
                </c:pt>
                <c:pt idx="1721">
                  <c:v>841.498536315</c:v>
                </c:pt>
                <c:pt idx="1722">
                  <c:v>845.139634278</c:v>
                </c:pt>
                <c:pt idx="1723">
                  <c:v>854.785861417</c:v>
                </c:pt>
                <c:pt idx="1724">
                  <c:v>887.890757666</c:v>
                </c:pt>
                <c:pt idx="1725">
                  <c:v>882.413138668</c:v>
                </c:pt>
                <c:pt idx="1726">
                  <c:v>863.672095802</c:v>
                </c:pt>
                <c:pt idx="1727">
                  <c:v>830.481153232</c:v>
                </c:pt>
                <c:pt idx="1728">
                  <c:v>829.926477591</c:v>
                </c:pt>
                <c:pt idx="1729">
                  <c:v>820.594879189</c:v>
                </c:pt>
                <c:pt idx="1730">
                  <c:v>838.291555152</c:v>
                </c:pt>
                <c:pt idx="1731">
                  <c:v>836.908786537</c:v>
                </c:pt>
                <c:pt idx="1732">
                  <c:v>806.581761698</c:v>
                </c:pt>
                <c:pt idx="1733">
                  <c:v>781.824927389</c:v>
                </c:pt>
                <c:pt idx="1734">
                  <c:v>787.588826305</c:v>
                </c:pt>
                <c:pt idx="1735">
                  <c:v>779.869895203</c:v>
                </c:pt>
                <c:pt idx="1736">
                  <c:v>801.397984123</c:v>
                </c:pt>
                <c:pt idx="1737">
                  <c:v>808.055747443</c:v>
                </c:pt>
                <c:pt idx="1738">
                  <c:v>840.157765347</c:v>
                </c:pt>
                <c:pt idx="1739">
                  <c:v>836.573285717</c:v>
                </c:pt>
                <c:pt idx="1740">
                  <c:v>848.30021481</c:v>
                </c:pt>
                <c:pt idx="1741">
                  <c:v>864.763680718</c:v>
                </c:pt>
                <c:pt idx="1742">
                  <c:v>810.367536162</c:v>
                </c:pt>
                <c:pt idx="1743">
                  <c:v>813.44895953</c:v>
                </c:pt>
                <c:pt idx="1744">
                  <c:v>770.851519229</c:v>
                </c:pt>
                <c:pt idx="1745">
                  <c:v>781.210365225</c:v>
                </c:pt>
                <c:pt idx="1746">
                  <c:v>785.35452858</c:v>
                </c:pt>
                <c:pt idx="1747">
                  <c:v>793.833082093</c:v>
                </c:pt>
                <c:pt idx="1748">
                  <c:v>794.569295178</c:v>
                </c:pt>
                <c:pt idx="1749">
                  <c:v>763.767477787</c:v>
                </c:pt>
                <c:pt idx="1750">
                  <c:v>734.508113385</c:v>
                </c:pt>
                <c:pt idx="1751">
                  <c:v>738.574322523</c:v>
                </c:pt>
                <c:pt idx="1752">
                  <c:v>710.895967146</c:v>
                </c:pt>
                <c:pt idx="1753">
                  <c:v>694.26729259</c:v>
                </c:pt>
                <c:pt idx="1754">
                  <c:v>664.440435229</c:v>
                </c:pt>
                <c:pt idx="1755">
                  <c:v>635.110552198</c:v>
                </c:pt>
                <c:pt idx="1756">
                  <c:v>692.145833689</c:v>
                </c:pt>
                <c:pt idx="1757">
                  <c:v>701.076128067</c:v>
                </c:pt>
                <c:pt idx="1758">
                  <c:v>698.9697211</c:v>
                </c:pt>
                <c:pt idx="1759">
                  <c:v>708.476218067</c:v>
                </c:pt>
                <c:pt idx="1760">
                  <c:v>712.134868232</c:v>
                </c:pt>
                <c:pt idx="1761">
                  <c:v>679.920478646</c:v>
                </c:pt>
                <c:pt idx="1762">
                  <c:v>720.083317587</c:v>
                </c:pt>
                <c:pt idx="1763">
                  <c:v>730.998401799</c:v>
                </c:pt>
                <c:pt idx="1764">
                  <c:v>742.727313244</c:v>
                </c:pt>
                <c:pt idx="1765">
                  <c:v>749.170440963</c:v>
                </c:pt>
                <c:pt idx="1766">
                  <c:v>753.813789967</c:v>
                </c:pt>
                <c:pt idx="1767">
                  <c:v>751.276766571</c:v>
                </c:pt>
                <c:pt idx="1768">
                  <c:v>742.255209952</c:v>
                </c:pt>
                <c:pt idx="1769">
                  <c:v>757.255786796</c:v>
                </c:pt>
                <c:pt idx="1770">
                  <c:v>755.910754896</c:v>
                </c:pt>
                <c:pt idx="1771">
                  <c:v>765.644963127</c:v>
                </c:pt>
                <c:pt idx="1772">
                  <c:v>781.296879803</c:v>
                </c:pt>
                <c:pt idx="1773">
                  <c:v>759.012417911</c:v>
                </c:pt>
                <c:pt idx="1774">
                  <c:v>761.188821215</c:v>
                </c:pt>
                <c:pt idx="1775">
                  <c:v>767.425650517</c:v>
                </c:pt>
                <c:pt idx="1776">
                  <c:v>778.935031655</c:v>
                </c:pt>
                <c:pt idx="1777">
                  <c:v>765.720750481</c:v>
                </c:pt>
                <c:pt idx="1778">
                  <c:v>758.65529714</c:v>
                </c:pt>
                <c:pt idx="1779">
                  <c:v>783.064689428</c:v>
                </c:pt>
                <c:pt idx="1780">
                  <c:v>800.279310107</c:v>
                </c:pt>
                <c:pt idx="1781">
                  <c:v>797.473180438</c:v>
                </c:pt>
                <c:pt idx="1782">
                  <c:v>813.659549516</c:v>
                </c:pt>
                <c:pt idx="1783">
                  <c:v>825.018281335</c:v>
                </c:pt>
                <c:pt idx="1784">
                  <c:v>823.391488897</c:v>
                </c:pt>
                <c:pt idx="1785">
                  <c:v>804.274161684</c:v>
                </c:pt>
                <c:pt idx="1786">
                  <c:v>806.212717527</c:v>
                </c:pt>
                <c:pt idx="1787">
                  <c:v>806.170680766</c:v>
                </c:pt>
                <c:pt idx="1788">
                  <c:v>828.74268748</c:v>
                </c:pt>
                <c:pt idx="1789">
                  <c:v>832.004801843</c:v>
                </c:pt>
                <c:pt idx="1790">
                  <c:v>832.104718394</c:v>
                </c:pt>
                <c:pt idx="1791">
                  <c:v>841.864066241</c:v>
                </c:pt>
                <c:pt idx="1792">
                  <c:v>845.980118741</c:v>
                </c:pt>
                <c:pt idx="1793">
                  <c:v>845.572345899</c:v>
                </c:pt>
                <c:pt idx="1794">
                  <c:v>839.360053698</c:v>
                </c:pt>
                <c:pt idx="1795">
                  <c:v>851.215337754</c:v>
                </c:pt>
                <c:pt idx="1796">
                  <c:v>855.738861668</c:v>
                </c:pt>
                <c:pt idx="1797">
                  <c:v>856.015627952</c:v>
                </c:pt>
                <c:pt idx="1798">
                  <c:v>853.62289392</c:v>
                </c:pt>
                <c:pt idx="1799">
                  <c:v>850.953326012</c:v>
                </c:pt>
                <c:pt idx="1800">
                  <c:v>860.682071623</c:v>
                </c:pt>
                <c:pt idx="1801">
                  <c:v>859.457630017</c:v>
                </c:pt>
                <c:pt idx="1802">
                  <c:v>859.952887163</c:v>
                </c:pt>
                <c:pt idx="1803">
                  <c:v>849.703663703</c:v>
                </c:pt>
                <c:pt idx="1804">
                  <c:v>828.842255714</c:v>
                </c:pt>
                <c:pt idx="1805">
                  <c:v>825.07271686</c:v>
                </c:pt>
                <c:pt idx="1806">
                  <c:v>860.283546442</c:v>
                </c:pt>
                <c:pt idx="1807">
                  <c:v>869.17639976</c:v>
                </c:pt>
                <c:pt idx="1808">
                  <c:v>882.765273574</c:v>
                </c:pt>
                <c:pt idx="1809">
                  <c:v>879.392383836</c:v>
                </c:pt>
                <c:pt idx="1810">
                  <c:v>894.53440902</c:v>
                </c:pt>
                <c:pt idx="1811">
                  <c:v>901.213843086</c:v>
                </c:pt>
                <c:pt idx="1812">
                  <c:v>906.370357654</c:v>
                </c:pt>
                <c:pt idx="1813">
                  <c:v>910.633726977</c:v>
                </c:pt>
                <c:pt idx="1814">
                  <c:v>940.622124724</c:v>
                </c:pt>
                <c:pt idx="1815">
                  <c:v>896.93416174</c:v>
                </c:pt>
                <c:pt idx="1816">
                  <c:v>892.729047026</c:v>
                </c:pt>
                <c:pt idx="1817">
                  <c:v>904.19970191</c:v>
                </c:pt>
                <c:pt idx="1818">
                  <c:v>891.95420097</c:v>
                </c:pt>
                <c:pt idx="1819">
                  <c:v>896.159340496</c:v>
                </c:pt>
                <c:pt idx="1820">
                  <c:v>910.425950771</c:v>
                </c:pt>
                <c:pt idx="1821">
                  <c:v>936.481132609</c:v>
                </c:pt>
                <c:pt idx="1822">
                  <c:v>941.550042706</c:v>
                </c:pt>
                <c:pt idx="1823">
                  <c:v>952.015721193</c:v>
                </c:pt>
                <c:pt idx="1824">
                  <c:v>953.21127111</c:v>
                </c:pt>
                <c:pt idx="1825">
                  <c:v>963.31104493</c:v>
                </c:pt>
                <c:pt idx="1826">
                  <c:v>969.236953341</c:v>
                </c:pt>
                <c:pt idx="1827">
                  <c:v>959.490121115</c:v>
                </c:pt>
                <c:pt idx="1828">
                  <c:v>969.432636648</c:v>
                </c:pt>
                <c:pt idx="1829">
                  <c:v>966.081032234</c:v>
                </c:pt>
                <c:pt idx="1830">
                  <c:v>975.741316299</c:v>
                </c:pt>
                <c:pt idx="1831">
                  <c:v>976.572644561</c:v>
                </c:pt>
                <c:pt idx="1832">
                  <c:v>985.368138341</c:v>
                </c:pt>
                <c:pt idx="1833">
                  <c:v>992.44200857</c:v>
                </c:pt>
                <c:pt idx="1834">
                  <c:v>994.279600132</c:v>
                </c:pt>
                <c:pt idx="1835">
                  <c:v>999.573944045</c:v>
                </c:pt>
                <c:pt idx="1836">
                  <c:v>1025.57245153</c:v>
                </c:pt>
                <c:pt idx="1837">
                  <c:v>1019.01618412</c:v>
                </c:pt>
                <c:pt idx="1838">
                  <c:v>1020.19811186</c:v>
                </c:pt>
                <c:pt idx="1839">
                  <c:v>1022.62995515</c:v>
                </c:pt>
                <c:pt idx="1840">
                  <c:v>1025.42759338</c:v>
                </c:pt>
                <c:pt idx="1841">
                  <c:v>1012.83321859</c:v>
                </c:pt>
                <c:pt idx="1842">
                  <c:v>1002.18734995</c:v>
                </c:pt>
                <c:pt idx="1843">
                  <c:v>995.27316602</c:v>
                </c:pt>
                <c:pt idx="1844">
                  <c:v>1026.55309534</c:v>
                </c:pt>
                <c:pt idx="1845">
                  <c:v>1012.9423013</c:v>
                </c:pt>
                <c:pt idx="1846">
                  <c:v>970.74224372</c:v>
                </c:pt>
                <c:pt idx="1847">
                  <c:v>964.85520766</c:v>
                </c:pt>
                <c:pt idx="1848">
                  <c:v>953.811297302</c:v>
                </c:pt>
                <c:pt idx="1849">
                  <c:v>957.474359612</c:v>
                </c:pt>
                <c:pt idx="1850">
                  <c:v>890.906866335</c:v>
                </c:pt>
                <c:pt idx="1851">
                  <c:v>909.436865187</c:v>
                </c:pt>
                <c:pt idx="1852">
                  <c:v>933.091594585</c:v>
                </c:pt>
                <c:pt idx="1853">
                  <c:v>951.152572393</c:v>
                </c:pt>
                <c:pt idx="1854">
                  <c:v>931.582202925</c:v>
                </c:pt>
                <c:pt idx="1855">
                  <c:v>902.25477842</c:v>
                </c:pt>
                <c:pt idx="1856">
                  <c:v>920.56661236</c:v>
                </c:pt>
                <c:pt idx="1857">
                  <c:v>912.164213592</c:v>
                </c:pt>
                <c:pt idx="1858">
                  <c:v>883.748303454</c:v>
                </c:pt>
                <c:pt idx="1859">
                  <c:v>882.787209585</c:v>
                </c:pt>
                <c:pt idx="1860">
                  <c:v>871.453460194</c:v>
                </c:pt>
                <c:pt idx="1861">
                  <c:v>858.219725315</c:v>
                </c:pt>
                <c:pt idx="1862">
                  <c:v>864.750927064</c:v>
                </c:pt>
                <c:pt idx="1863">
                  <c:v>835.900442241</c:v>
                </c:pt>
                <c:pt idx="1864">
                  <c:v>810.537930771</c:v>
                </c:pt>
                <c:pt idx="1865">
                  <c:v>856.569392323</c:v>
                </c:pt>
                <c:pt idx="1866">
                  <c:v>869.440110302</c:v>
                </c:pt>
                <c:pt idx="1867">
                  <c:v>884.295687407</c:v>
                </c:pt>
                <c:pt idx="1868">
                  <c:v>917.82298161</c:v>
                </c:pt>
                <c:pt idx="1869">
                  <c:v>940.313497212</c:v>
                </c:pt>
                <c:pt idx="1870">
                  <c:v>943.296297795</c:v>
                </c:pt>
                <c:pt idx="1871">
                  <c:v>932.091634819</c:v>
                </c:pt>
                <c:pt idx="1872">
                  <c:v>944.064796779</c:v>
                </c:pt>
                <c:pt idx="1873">
                  <c:v>935.046318124</c:v>
                </c:pt>
                <c:pt idx="1874">
                  <c:v>945.007211236</c:v>
                </c:pt>
                <c:pt idx="1875">
                  <c:v>974.366280556</c:v>
                </c:pt>
                <c:pt idx="1876">
                  <c:v>982.520877059</c:v>
                </c:pt>
                <c:pt idx="1877">
                  <c:v>1003.51263739</c:v>
                </c:pt>
                <c:pt idx="1878">
                  <c:v>1000.12713258</c:v>
                </c:pt>
                <c:pt idx="1879">
                  <c:v>998.69877389</c:v>
                </c:pt>
                <c:pt idx="1880">
                  <c:v>963.256483143</c:v>
                </c:pt>
                <c:pt idx="1881">
                  <c:v>971.124076752</c:v>
                </c:pt>
                <c:pt idx="1882">
                  <c:v>978.858227196</c:v>
                </c:pt>
                <c:pt idx="1883">
                  <c:v>982.843756075</c:v>
                </c:pt>
                <c:pt idx="1884">
                  <c:v>1010.96926167</c:v>
                </c:pt>
                <c:pt idx="1885">
                  <c:v>1018.1856579</c:v>
                </c:pt>
                <c:pt idx="1886">
                  <c:v>1034.9603986</c:v>
                </c:pt>
                <c:pt idx="1887">
                  <c:v>1029.69018266</c:v>
                </c:pt>
                <c:pt idx="1888">
                  <c:v>1014.97406988</c:v>
                </c:pt>
                <c:pt idx="1889">
                  <c:v>1022.39846328</c:v>
                </c:pt>
                <c:pt idx="1890">
                  <c:v>1041.85601315</c:v>
                </c:pt>
                <c:pt idx="1891">
                  <c:v>1041.36454723</c:v>
                </c:pt>
                <c:pt idx="1892">
                  <c:v>1055.4380568</c:v>
                </c:pt>
                <c:pt idx="1893">
                  <c:v>1061.52097357</c:v>
                </c:pt>
                <c:pt idx="1894">
                  <c:v>1052.0374529</c:v>
                </c:pt>
                <c:pt idx="1895">
                  <c:v>1039.24888828</c:v>
                </c:pt>
                <c:pt idx="1896">
                  <c:v>1043.34805323</c:v>
                </c:pt>
                <c:pt idx="1897">
                  <c:v>1027.04523464</c:v>
                </c:pt>
                <c:pt idx="1898">
                  <c:v>1041.45920235</c:v>
                </c:pt>
                <c:pt idx="1899">
                  <c:v>1058.12024361</c:v>
                </c:pt>
                <c:pt idx="1900">
                  <c:v>1075.99073149</c:v>
                </c:pt>
                <c:pt idx="1901">
                  <c:v>1056.6463365</c:v>
                </c:pt>
                <c:pt idx="1902">
                  <c:v>1077.69047352</c:v>
                </c:pt>
                <c:pt idx="1903">
                  <c:v>1071.39987438</c:v>
                </c:pt>
                <c:pt idx="1904">
                  <c:v>1061.02880951</c:v>
                </c:pt>
                <c:pt idx="1905">
                  <c:v>1027.23392464</c:v>
                </c:pt>
                <c:pt idx="1906">
                  <c:v>1012.7177706</c:v>
                </c:pt>
                <c:pt idx="1907">
                  <c:v>982.777148984</c:v>
                </c:pt>
                <c:pt idx="1908">
                  <c:v>910.551190607</c:v>
                </c:pt>
                <c:pt idx="1909">
                  <c:v>935.228188133</c:v>
                </c:pt>
                <c:pt idx="1910">
                  <c:v>944.338408314</c:v>
                </c:pt>
                <c:pt idx="1911">
                  <c:v>987.456602682</c:v>
                </c:pt>
                <c:pt idx="1912">
                  <c:v>965.524178101</c:v>
                </c:pt>
                <c:pt idx="1913">
                  <c:v>942.357872671</c:v>
                </c:pt>
                <c:pt idx="1914">
                  <c:v>983.747014687</c:v>
                </c:pt>
                <c:pt idx="1915">
                  <c:v>921.288811179</c:v>
                </c:pt>
                <c:pt idx="1916">
                  <c:v>919.872088938</c:v>
                </c:pt>
                <c:pt idx="1917">
                  <c:v>951.153116029</c:v>
                </c:pt>
                <c:pt idx="1918">
                  <c:v>982.261588528</c:v>
                </c:pt>
                <c:pt idx="1919">
                  <c:v>967.893157885</c:v>
                </c:pt>
                <c:pt idx="1920">
                  <c:v>985.940802717</c:v>
                </c:pt>
                <c:pt idx="1921">
                  <c:v>981.522794249</c:v>
                </c:pt>
                <c:pt idx="1922">
                  <c:v>917.909544104</c:v>
                </c:pt>
                <c:pt idx="1923">
                  <c:v>942.949405029</c:v>
                </c:pt>
                <c:pt idx="1924">
                  <c:v>938.44268001</c:v>
                </c:pt>
                <c:pt idx="1925">
                  <c:v>948.080944751</c:v>
                </c:pt>
                <c:pt idx="1926">
                  <c:v>977.013447352</c:v>
                </c:pt>
                <c:pt idx="1927">
                  <c:v>973.888028339</c:v>
                </c:pt>
                <c:pt idx="1928">
                  <c:v>954.774916365</c:v>
                </c:pt>
                <c:pt idx="1929">
                  <c:v>979.145424247</c:v>
                </c:pt>
                <c:pt idx="1930">
                  <c:v>1010.54774503</c:v>
                </c:pt>
                <c:pt idx="1931">
                  <c:v>1011.12498811</c:v>
                </c:pt>
                <c:pt idx="1932">
                  <c:v>1011.7156845</c:v>
                </c:pt>
                <c:pt idx="1933">
                  <c:v>1011.13356718</c:v>
                </c:pt>
                <c:pt idx="1934">
                  <c:v>1027.37819348</c:v>
                </c:pt>
                <c:pt idx="1935">
                  <c:v>1035.47073111</c:v>
                </c:pt>
                <c:pt idx="1936">
                  <c:v>1029.27395466</c:v>
                </c:pt>
                <c:pt idx="1937">
                  <c:v>1019.33215202</c:v>
                </c:pt>
                <c:pt idx="1938">
                  <c:v>1025.72754821</c:v>
                </c:pt>
                <c:pt idx="1939">
                  <c:v>1025.13747251</c:v>
                </c:pt>
                <c:pt idx="1940">
                  <c:v>1025.66069514</c:v>
                </c:pt>
                <c:pt idx="1941">
                  <c:v>1007.95829977</c:v>
                </c:pt>
                <c:pt idx="1942">
                  <c:v>1009.78789813</c:v>
                </c:pt>
                <c:pt idx="1943">
                  <c:v>987.611483061</c:v>
                </c:pt>
                <c:pt idx="1944">
                  <c:v>1004.39573883</c:v>
                </c:pt>
                <c:pt idx="1945">
                  <c:v>1000.20420579</c:v>
                </c:pt>
                <c:pt idx="1946">
                  <c:v>984.531268407</c:v>
                </c:pt>
                <c:pt idx="1947">
                  <c:v>998.904367624</c:v>
                </c:pt>
                <c:pt idx="1948">
                  <c:v>980.469294792</c:v>
                </c:pt>
                <c:pt idx="1949">
                  <c:v>942.367938761</c:v>
                </c:pt>
                <c:pt idx="1950">
                  <c:v>963.800152514</c:v>
                </c:pt>
                <c:pt idx="1951">
                  <c:v>993.421558879</c:v>
                </c:pt>
                <c:pt idx="1952">
                  <c:v>984.944879661</c:v>
                </c:pt>
                <c:pt idx="1953">
                  <c:v>951.616642029</c:v>
                </c:pt>
                <c:pt idx="1954">
                  <c:v>972.165647748</c:v>
                </c:pt>
                <c:pt idx="1955">
                  <c:v>988.096153706</c:v>
                </c:pt>
                <c:pt idx="1956">
                  <c:v>1015.64217067</c:v>
                </c:pt>
                <c:pt idx="1957">
                  <c:v>1015.45581988</c:v>
                </c:pt>
                <c:pt idx="1958">
                  <c:v>1041.92556806</c:v>
                </c:pt>
                <c:pt idx="1959">
                  <c:v>1036.19060749</c:v>
                </c:pt>
                <c:pt idx="1960">
                  <c:v>1041.6070377</c:v>
                </c:pt>
                <c:pt idx="1961">
                  <c:v>1022.97974188</c:v>
                </c:pt>
                <c:pt idx="1962">
                  <c:v>1042.26371753</c:v>
                </c:pt>
                <c:pt idx="1963">
                  <c:v>1028.0528701</c:v>
                </c:pt>
                <c:pt idx="1964">
                  <c:v>1030.4059378</c:v>
                </c:pt>
                <c:pt idx="1965">
                  <c:v>1048.13390412</c:v>
                </c:pt>
                <c:pt idx="1966">
                  <c:v>1065.94797963</c:v>
                </c:pt>
                <c:pt idx="1967">
                  <c:v>1088.2219824</c:v>
                </c:pt>
                <c:pt idx="1968">
                  <c:v>1072.55063491</c:v>
                </c:pt>
                <c:pt idx="1969">
                  <c:v>1082.59149585</c:v>
                </c:pt>
                <c:pt idx="1970">
                  <c:v>1080.46805221</c:v>
                </c:pt>
                <c:pt idx="1971">
                  <c:v>1102.88764441</c:v>
                </c:pt>
                <c:pt idx="1972">
                  <c:v>1117.13485635</c:v>
                </c:pt>
                <c:pt idx="1973">
                  <c:v>1117.81433057</c:v>
                </c:pt>
                <c:pt idx="1974">
                  <c:v>1114.95242724</c:v>
                </c:pt>
                <c:pt idx="1975">
                  <c:v>1123.94255001</c:v>
                </c:pt>
                <c:pt idx="1976">
                  <c:v>1132.80469591</c:v>
                </c:pt>
                <c:pt idx="1977">
                  <c:v>1127.56265323</c:v>
                </c:pt>
                <c:pt idx="1978">
                  <c:v>1133.22075109</c:v>
                </c:pt>
                <c:pt idx="1979">
                  <c:v>1131.64716354</c:v>
                </c:pt>
                <c:pt idx="1980">
                  <c:v>1132.16892261</c:v>
                </c:pt>
                <c:pt idx="1981">
                  <c:v>1147.68938157</c:v>
                </c:pt>
                <c:pt idx="1982">
                  <c:v>1151.31600373</c:v>
                </c:pt>
                <c:pt idx="1983">
                  <c:v>1151.44638917</c:v>
                </c:pt>
                <c:pt idx="1984">
                  <c:v>1137.58473948</c:v>
                </c:pt>
                <c:pt idx="1985">
                  <c:v>1132.26984663</c:v>
                </c:pt>
                <c:pt idx="1986">
                  <c:v>1135.15230549</c:v>
                </c:pt>
                <c:pt idx="1987">
                  <c:v>1161.72380273</c:v>
                </c:pt>
                <c:pt idx="1988">
                  <c:v>1167.33807464</c:v>
                </c:pt>
                <c:pt idx="1989">
                  <c:v>1183.4954778</c:v>
                </c:pt>
                <c:pt idx="1990">
                  <c:v>1171.84445152</c:v>
                </c:pt>
                <c:pt idx="1991">
                  <c:v>1146.5188626</c:v>
                </c:pt>
                <c:pt idx="1992">
                  <c:v>1126.62866506</c:v>
                </c:pt>
                <c:pt idx="1993">
                  <c:v>1140.30695255</c:v>
                </c:pt>
                <c:pt idx="1994">
                  <c:v>1144.43751493</c:v>
                </c:pt>
                <c:pt idx="1995">
                  <c:v>1169.92638582</c:v>
                </c:pt>
                <c:pt idx="1996">
                  <c:v>1161.88597637</c:v>
                </c:pt>
                <c:pt idx="1997">
                  <c:v>1158.79835396</c:v>
                </c:pt>
                <c:pt idx="1998">
                  <c:v>1170.76568123</c:v>
                </c:pt>
                <c:pt idx="1999">
                  <c:v>1191.5535789</c:v>
                </c:pt>
                <c:pt idx="2000">
                  <c:v>1196.98776246</c:v>
                </c:pt>
                <c:pt idx="2001">
                  <c:v>1219.55273328</c:v>
                </c:pt>
                <c:pt idx="2002">
                  <c:v>1220.6397077</c:v>
                </c:pt>
                <c:pt idx="2003">
                  <c:v>1221.48214471</c:v>
                </c:pt>
                <c:pt idx="2004">
                  <c:v>1237.57491289</c:v>
                </c:pt>
                <c:pt idx="2005">
                  <c:v>1250.70426242</c:v>
                </c:pt>
                <c:pt idx="2006">
                  <c:v>1256.05789695</c:v>
                </c:pt>
                <c:pt idx="2007">
                  <c:v>1256.74747493</c:v>
                </c:pt>
                <c:pt idx="2008">
                  <c:v>1278.03920164</c:v>
                </c:pt>
                <c:pt idx="2009">
                  <c:v>1276.23042203</c:v>
                </c:pt>
                <c:pt idx="2010">
                  <c:v>1257.2953873</c:v>
                </c:pt>
                <c:pt idx="2011">
                  <c:v>1262.83466427</c:v>
                </c:pt>
                <c:pt idx="2012">
                  <c:v>1303.14838841</c:v>
                </c:pt>
                <c:pt idx="2013">
                  <c:v>1278.11639047</c:v>
                </c:pt>
                <c:pt idx="2014">
                  <c:v>1292.48860234</c:v>
                </c:pt>
                <c:pt idx="2015">
                  <c:v>1290.82378194</c:v>
                </c:pt>
                <c:pt idx="2016">
                  <c:v>1310.61722325</c:v>
                </c:pt>
                <c:pt idx="2017">
                  <c:v>1333.90912998</c:v>
                </c:pt>
                <c:pt idx="2018">
                  <c:v>1325.84476071</c:v>
                </c:pt>
                <c:pt idx="2019">
                  <c:v>1357.85311857</c:v>
                </c:pt>
                <c:pt idx="2020">
                  <c:v>1347.94608816</c:v>
                </c:pt>
                <c:pt idx="2021">
                  <c:v>1349.36025832</c:v>
                </c:pt>
                <c:pt idx="2022">
                  <c:v>1376.20346739</c:v>
                </c:pt>
                <c:pt idx="2023">
                  <c:v>1390.83222013</c:v>
                </c:pt>
                <c:pt idx="2024">
                  <c:v>1388.96577094</c:v>
                </c:pt>
                <c:pt idx="2025">
                  <c:v>1396.7938846</c:v>
                </c:pt>
                <c:pt idx="2026">
                  <c:v>1405.4276969</c:v>
                </c:pt>
                <c:pt idx="2027">
                  <c:v>1378.83921046</c:v>
                </c:pt>
                <c:pt idx="2028">
                  <c:v>1318.79343493</c:v>
                </c:pt>
                <c:pt idx="2029">
                  <c:v>1358.67723061</c:v>
                </c:pt>
                <c:pt idx="2030">
                  <c:v>1358.01051878</c:v>
                </c:pt>
                <c:pt idx="2031">
                  <c:v>1367.74874385</c:v>
                </c:pt>
                <c:pt idx="2032">
                  <c:v>1316.75087312</c:v>
                </c:pt>
                <c:pt idx="2033">
                  <c:v>1355.11384495</c:v>
                </c:pt>
                <c:pt idx="2034">
                  <c:v>1417.21006395</c:v>
                </c:pt>
                <c:pt idx="2035">
                  <c:v>1437.98895054</c:v>
                </c:pt>
                <c:pt idx="2036">
                  <c:v>1460.35869294</c:v>
                </c:pt>
                <c:pt idx="2037">
                  <c:v>1443.98613575</c:v>
                </c:pt>
                <c:pt idx="2038">
                  <c:v>1478.59750329</c:v>
                </c:pt>
                <c:pt idx="2039">
                  <c:v>1481.25641962</c:v>
                </c:pt>
                <c:pt idx="2040">
                  <c:v>1509.75826514</c:v>
                </c:pt>
                <c:pt idx="2041">
                  <c:v>1504.30075924</c:v>
                </c:pt>
                <c:pt idx="2042">
                  <c:v>1509.93363695</c:v>
                </c:pt>
                <c:pt idx="2043">
                  <c:v>1508.26950569</c:v>
                </c:pt>
                <c:pt idx="2044">
                  <c:v>1538.20756983</c:v>
                </c:pt>
                <c:pt idx="2045">
                  <c:v>1509.07740379</c:v>
                </c:pt>
                <c:pt idx="2046">
                  <c:v>1450.62526167</c:v>
                </c:pt>
                <c:pt idx="2047">
                  <c:v>1330.08168076</c:v>
                </c:pt>
                <c:pt idx="2048">
                  <c:v>1250.71973771</c:v>
                </c:pt>
                <c:pt idx="2049">
                  <c:v>1258.10551622</c:v>
                </c:pt>
                <c:pt idx="2050">
                  <c:v>1125.20986177</c:v>
                </c:pt>
                <c:pt idx="2051">
                  <c:v>1129.21224105</c:v>
                </c:pt>
                <c:pt idx="2052">
                  <c:v>1237.04343239</c:v>
                </c:pt>
                <c:pt idx="2053">
                  <c:v>1169.84026969</c:v>
                </c:pt>
                <c:pt idx="2054">
                  <c:v>1258.82404506</c:v>
                </c:pt>
                <c:pt idx="2055">
                  <c:v>1189.34824009</c:v>
                </c:pt>
                <c:pt idx="2056">
                  <c:v>1152.1183861</c:v>
                </c:pt>
                <c:pt idx="2057">
                  <c:v>1008.86421731</c:v>
                </c:pt>
                <c:pt idx="2058">
                  <c:v>1095.4532313</c:v>
                </c:pt>
                <c:pt idx="2059">
                  <c:v>1010.11149478</c:v>
                </c:pt>
                <c:pt idx="2060">
                  <c:v>845.217562148</c:v>
                </c:pt>
                <c:pt idx="2061">
                  <c:v>968.277569953</c:v>
                </c:pt>
                <c:pt idx="2062">
                  <c:v>788.613714259</c:v>
                </c:pt>
                <c:pt idx="2063">
                  <c:v>869.879163214</c:v>
                </c:pt>
                <c:pt idx="2064">
                  <c:v>816.584504067</c:v>
                </c:pt>
                <c:pt idx="2065">
                  <c:v>809.964628322</c:v>
                </c:pt>
                <c:pt idx="2066">
                  <c:v>749.962345174</c:v>
                </c:pt>
                <c:pt idx="2067">
                  <c:v>736.832170118</c:v>
                </c:pt>
                <c:pt idx="2068">
                  <c:v>826.370034734</c:v>
                </c:pt>
                <c:pt idx="2069">
                  <c:v>825.5782778</c:v>
                </c:pt>
                <c:pt idx="2070">
                  <c:v>905.225404499</c:v>
                </c:pt>
                <c:pt idx="2071">
                  <c:v>860.269188651</c:v>
                </c:pt>
                <c:pt idx="2072">
                  <c:v>905.970763911</c:v>
                </c:pt>
                <c:pt idx="2073">
                  <c:v>887.651263555</c:v>
                </c:pt>
                <c:pt idx="2074">
                  <c:v>832.853353269</c:v>
                </c:pt>
                <c:pt idx="2075">
                  <c:v>859.70636933</c:v>
                </c:pt>
                <c:pt idx="2076">
                  <c:v>846.950673392</c:v>
                </c:pt>
                <c:pt idx="2077">
                  <c:v>911.831143215</c:v>
                </c:pt>
                <c:pt idx="2078">
                  <c:v>912.055903411</c:v>
                </c:pt>
                <c:pt idx="2079">
                  <c:v>944.877445022</c:v>
                </c:pt>
                <c:pt idx="2080">
                  <c:v>953.185533579</c:v>
                </c:pt>
                <c:pt idx="2081">
                  <c:v>950.238947248</c:v>
                </c:pt>
                <c:pt idx="2082">
                  <c:v>992.604866599</c:v>
                </c:pt>
                <c:pt idx="2083">
                  <c:v>963.891708982</c:v>
                </c:pt>
                <c:pt idx="2084">
                  <c:v>976.002516867</c:v>
                </c:pt>
                <c:pt idx="2085">
                  <c:v>1005.37046163</c:v>
                </c:pt>
                <c:pt idx="2086">
                  <c:v>983.488459712</c:v>
                </c:pt>
                <c:pt idx="2087">
                  <c:v>944.63898406</c:v>
                </c:pt>
                <c:pt idx="2088">
                  <c:v>972.782837871</c:v>
                </c:pt>
                <c:pt idx="2089">
                  <c:v>972.167206484</c:v>
                </c:pt>
                <c:pt idx="2090">
                  <c:v>994.508320051</c:v>
                </c:pt>
                <c:pt idx="2091">
                  <c:v>1012.98668206</c:v>
                </c:pt>
                <c:pt idx="2092">
                  <c:v>1009.53514248</c:v>
                </c:pt>
                <c:pt idx="2093">
                  <c:v>1040.94816097</c:v>
                </c:pt>
                <c:pt idx="2094">
                  <c:v>1026.00223134</c:v>
                </c:pt>
                <c:pt idx="2095">
                  <c:v>986.636193203</c:v>
                </c:pt>
                <c:pt idx="2096">
                  <c:v>998.938591492</c:v>
                </c:pt>
                <c:pt idx="2097">
                  <c:v>1014.91302983</c:v>
                </c:pt>
                <c:pt idx="2098">
                  <c:v>1016.35574029</c:v>
                </c:pt>
                <c:pt idx="2099">
                  <c:v>1032.43275355</c:v>
                </c:pt>
                <c:pt idx="2100">
                  <c:v>1062.72750227</c:v>
                </c:pt>
                <c:pt idx="2101">
                  <c:v>1071.51447205</c:v>
                </c:pt>
                <c:pt idx="2102">
                  <c:v>1035.05818159</c:v>
                </c:pt>
                <c:pt idx="2103">
                  <c:v>1009.42256176</c:v>
                </c:pt>
                <c:pt idx="2104">
                  <c:v>1028.84100155</c:v>
                </c:pt>
                <c:pt idx="2105">
                  <c:v>1036.28578355</c:v>
                </c:pt>
                <c:pt idx="2106">
                  <c:v>1080.74418923</c:v>
                </c:pt>
                <c:pt idx="2107">
                  <c:v>1066.50773067</c:v>
                </c:pt>
                <c:pt idx="2108">
                  <c:v>1097.11320477</c:v>
                </c:pt>
                <c:pt idx="2109">
                  <c:v>1078.93766545</c:v>
                </c:pt>
                <c:pt idx="2110">
                  <c:v>1083.26673016</c:v>
                </c:pt>
                <c:pt idx="2111">
                  <c:v>1093.90910008</c:v>
                </c:pt>
                <c:pt idx="2112">
                  <c:v>1114.80838254</c:v>
                </c:pt>
                <c:pt idx="2113">
                  <c:v>1108.33172905</c:v>
                </c:pt>
                <c:pt idx="2114">
                  <c:v>1125.50335977</c:v>
                </c:pt>
                <c:pt idx="2115">
                  <c:v>1128.95279248</c:v>
                </c:pt>
                <c:pt idx="2116">
                  <c:v>1149.14349205</c:v>
                </c:pt>
                <c:pt idx="2117">
                  <c:v>1165.93636681</c:v>
                </c:pt>
                <c:pt idx="2118">
                  <c:v>1153.20062276</c:v>
                </c:pt>
                <c:pt idx="2119">
                  <c:v>1206.10368769</c:v>
                </c:pt>
                <c:pt idx="2120">
                  <c:v>1229.11705049</c:v>
                </c:pt>
                <c:pt idx="2121">
                  <c:v>1239.22190351</c:v>
                </c:pt>
                <c:pt idx="2122">
                  <c:v>1260.25643445</c:v>
                </c:pt>
                <c:pt idx="2123">
                  <c:v>1115.82607134</c:v>
                </c:pt>
                <c:pt idx="2124">
                  <c:v>1134.45033474</c:v>
                </c:pt>
                <c:pt idx="2125">
                  <c:v>1161.75663637</c:v>
                </c:pt>
                <c:pt idx="2126">
                  <c:v>1208.22314118</c:v>
                </c:pt>
                <c:pt idx="2127">
                  <c:v>1213.01159753</c:v>
                </c:pt>
                <c:pt idx="2128">
                  <c:v>1218.3559712</c:v>
                </c:pt>
                <c:pt idx="2129">
                  <c:v>1214.44171059</c:v>
                </c:pt>
                <c:pt idx="2130">
                  <c:v>1238.55505833</c:v>
                </c:pt>
                <c:pt idx="2131">
                  <c:v>1260.33557544</c:v>
                </c:pt>
                <c:pt idx="2132">
                  <c:v>1198.4159096</c:v>
                </c:pt>
                <c:pt idx="2133">
                  <c:v>1224.28079449</c:v>
                </c:pt>
                <c:pt idx="2134">
                  <c:v>1157.16166706</c:v>
                </c:pt>
                <c:pt idx="2135">
                  <c:v>1189.41787041</c:v>
                </c:pt>
                <c:pt idx="2136">
                  <c:v>1237.83103374</c:v>
                </c:pt>
                <c:pt idx="2137">
                  <c:v>1260.86300319</c:v>
                </c:pt>
                <c:pt idx="2138">
                  <c:v>1278.94746912</c:v>
                </c:pt>
                <c:pt idx="2139">
                  <c:v>1329.59905714</c:v>
                </c:pt>
                <c:pt idx="2140">
                  <c:v>1306.05511307</c:v>
                </c:pt>
                <c:pt idx="2141">
                  <c:v>1331.35477352</c:v>
                </c:pt>
                <c:pt idx="2142">
                  <c:v>1333.08200441</c:v>
                </c:pt>
                <c:pt idx="2143">
                  <c:v>1362.01626433</c:v>
                </c:pt>
                <c:pt idx="2144">
                  <c:v>1322.68553547</c:v>
                </c:pt>
                <c:pt idx="2145">
                  <c:v>1344.56667928</c:v>
                </c:pt>
                <c:pt idx="2146">
                  <c:v>1361.01375318</c:v>
                </c:pt>
                <c:pt idx="2147">
                  <c:v>1348.26138124</c:v>
                </c:pt>
                <c:pt idx="2148">
                  <c:v>1350.20343221</c:v>
                </c:pt>
                <c:pt idx="2149">
                  <c:v>1398.90284774</c:v>
                </c:pt>
                <c:pt idx="2150">
                  <c:v>1387.09650032</c:v>
                </c:pt>
                <c:pt idx="2151">
                  <c:v>1399.43441421</c:v>
                </c:pt>
                <c:pt idx="2152">
                  <c:v>1346.52750994</c:v>
                </c:pt>
                <c:pt idx="2153">
                  <c:v>1324.66735149</c:v>
                </c:pt>
                <c:pt idx="2154">
                  <c:v>1362.62492825</c:v>
                </c:pt>
                <c:pt idx="2155">
                  <c:v>1334.11250417</c:v>
                </c:pt>
                <c:pt idx="2156">
                  <c:v>1365.72214617</c:v>
                </c:pt>
                <c:pt idx="2157">
                  <c:v>1375.76565228</c:v>
                </c:pt>
                <c:pt idx="2158">
                  <c:v>1408.76090817</c:v>
                </c:pt>
                <c:pt idx="2159">
                  <c:v>1437.29975252</c:v>
                </c:pt>
                <c:pt idx="2160">
                  <c:v>1449.75400192</c:v>
                </c:pt>
                <c:pt idx="2161">
                  <c:v>1463.28751817</c:v>
                </c:pt>
                <c:pt idx="2162">
                  <c:v>1492.42641944</c:v>
                </c:pt>
                <c:pt idx="2163">
                  <c:v>1475.48412014</c:v>
                </c:pt>
                <c:pt idx="2164">
                  <c:v>1473.61913043</c:v>
                </c:pt>
                <c:pt idx="2165">
                  <c:v>1433.03839982</c:v>
                </c:pt>
                <c:pt idx="2166">
                  <c:v>1492.06051139</c:v>
                </c:pt>
                <c:pt idx="2167">
                  <c:v>1492.96711512</c:v>
                </c:pt>
                <c:pt idx="2168">
                  <c:v>1493.3461841</c:v>
                </c:pt>
                <c:pt idx="2169">
                  <c:v>1516.37137822</c:v>
                </c:pt>
                <c:pt idx="2170">
                  <c:v>1537.40299849</c:v>
                </c:pt>
                <c:pt idx="2171">
                  <c:v>1518.84365541</c:v>
                </c:pt>
                <c:pt idx="2172">
                  <c:v>1548.61147185</c:v>
                </c:pt>
                <c:pt idx="2173">
                  <c:v>1565.98284018</c:v>
                </c:pt>
                <c:pt idx="2174">
                  <c:v>1596.54260129</c:v>
                </c:pt>
                <c:pt idx="2175">
                  <c:v>1613.79159303</c:v>
                </c:pt>
                <c:pt idx="2176">
                  <c:v>1670.02575015</c:v>
                </c:pt>
                <c:pt idx="2177">
                  <c:v>1665.45608692</c:v>
                </c:pt>
                <c:pt idx="2178">
                  <c:v>1686.48207089</c:v>
                </c:pt>
                <c:pt idx="2179">
                  <c:v>1702.001014</c:v>
                </c:pt>
                <c:pt idx="2180">
                  <c:v>1756.32767718</c:v>
                </c:pt>
                <c:pt idx="2181">
                  <c:v>1799.27007788</c:v>
                </c:pt>
                <c:pt idx="2182">
                  <c:v>1616.87054147</c:v>
                </c:pt>
                <c:pt idx="2183">
                  <c:v>1580.28472157</c:v>
                </c:pt>
                <c:pt idx="2184">
                  <c:v>1438.99956225</c:v>
                </c:pt>
                <c:pt idx="2185">
                  <c:v>1511.94566961</c:v>
                </c:pt>
                <c:pt idx="2186">
                  <c:v>1454.24386685</c:v>
                </c:pt>
                <c:pt idx="2187">
                  <c:v>1442.12591642</c:v>
                </c:pt>
                <c:pt idx="2188">
                  <c:v>1491.32217648</c:v>
                </c:pt>
                <c:pt idx="2189">
                  <c:v>1523.99475837</c:v>
                </c:pt>
                <c:pt idx="2190">
                  <c:v>1488.60097881</c:v>
                </c:pt>
                <c:pt idx="2191">
                  <c:v>1450.5707532</c:v>
                </c:pt>
                <c:pt idx="2192">
                  <c:v>1415.15796118</c:v>
                </c:pt>
                <c:pt idx="2193">
                  <c:v>1405.87491719</c:v>
                </c:pt>
                <c:pt idx="2194">
                  <c:v>1445.85647525</c:v>
                </c:pt>
                <c:pt idx="2195">
                  <c:v>1361.22332895</c:v>
                </c:pt>
                <c:pt idx="2196">
                  <c:v>1373.68982721</c:v>
                </c:pt>
                <c:pt idx="2197">
                  <c:v>1430.39527457</c:v>
                </c:pt>
                <c:pt idx="2198">
                  <c:v>1490.16172915</c:v>
                </c:pt>
                <c:pt idx="2199">
                  <c:v>1475.05060477</c:v>
                </c:pt>
                <c:pt idx="2200">
                  <c:v>1495.5118596</c:v>
                </c:pt>
                <c:pt idx="2201">
                  <c:v>1532.22560744</c:v>
                </c:pt>
                <c:pt idx="2202">
                  <c:v>1493.40332812</c:v>
                </c:pt>
                <c:pt idx="2203">
                  <c:v>1545.87113678</c:v>
                </c:pt>
                <c:pt idx="2204">
                  <c:v>1511.57552679</c:v>
                </c:pt>
                <c:pt idx="2205">
                  <c:v>1558.03735349</c:v>
                </c:pt>
                <c:pt idx="2206">
                  <c:v>1581.21808843</c:v>
                </c:pt>
                <c:pt idx="2207">
                  <c:v>1606.28953837</c:v>
                </c:pt>
                <c:pt idx="2208">
                  <c:v>1663.53854378</c:v>
                </c:pt>
                <c:pt idx="2209">
                  <c:v>1654.69455165</c:v>
                </c:pt>
                <c:pt idx="2210">
                  <c:v>1639.52373005</c:v>
                </c:pt>
                <c:pt idx="2211">
                  <c:v>1633.04866065</c:v>
                </c:pt>
                <c:pt idx="2212">
                  <c:v>1626.19409859</c:v>
                </c:pt>
                <c:pt idx="2213">
                  <c:v>1584.86511695</c:v>
                </c:pt>
                <c:pt idx="2214">
                  <c:v>1591.19410552</c:v>
                </c:pt>
                <c:pt idx="2215">
                  <c:v>1582.16601569</c:v>
                </c:pt>
                <c:pt idx="2216">
                  <c:v>1594.45076792</c:v>
                </c:pt>
                <c:pt idx="2217">
                  <c:v>1603.38578211</c:v>
                </c:pt>
                <c:pt idx="2218">
                  <c:v>1554.61586633</c:v>
                </c:pt>
                <c:pt idx="2219">
                  <c:v>1551.73907625</c:v>
                </c:pt>
                <c:pt idx="2220">
                  <c:v>1458.7615261</c:v>
                </c:pt>
                <c:pt idx="2221">
                  <c:v>1495.32257747</c:v>
                </c:pt>
                <c:pt idx="2222">
                  <c:v>1461.43978142</c:v>
                </c:pt>
                <c:pt idx="2223">
                  <c:v>1483.48540887</c:v>
                </c:pt>
                <c:pt idx="2224">
                  <c:v>1531.95515873</c:v>
                </c:pt>
                <c:pt idx="2225">
                  <c:v>1618.5566339</c:v>
                </c:pt>
                <c:pt idx="2226">
                  <c:v>1700.30272645</c:v>
                </c:pt>
                <c:pt idx="2227">
                  <c:v>1697.57888728</c:v>
                </c:pt>
                <c:pt idx="2228">
                  <c:v>1683.31646643</c:v>
                </c:pt>
                <c:pt idx="2229">
                  <c:v>1648.06973044</c:v>
                </c:pt>
                <c:pt idx="2230">
                  <c:v>1700.16468813</c:v>
                </c:pt>
                <c:pt idx="2231">
                  <c:v>1673.00216507</c:v>
                </c:pt>
                <c:pt idx="2232">
                  <c:v>1710.74409509</c:v>
                </c:pt>
                <c:pt idx="2233">
                  <c:v>1749.46736836</c:v>
                </c:pt>
                <c:pt idx="2234">
                  <c:v>1739.70779809</c:v>
                </c:pt>
                <c:pt idx="2235">
                  <c:v>1710.78776089</c:v>
                </c:pt>
                <c:pt idx="2236">
                  <c:v>1734.0531625</c:v>
                </c:pt>
                <c:pt idx="2237">
                  <c:v>1710.67915056</c:v>
                </c:pt>
                <c:pt idx="2238">
                  <c:v>1724.88822213</c:v>
                </c:pt>
                <c:pt idx="2239">
                  <c:v>1781.09790136</c:v>
                </c:pt>
                <c:pt idx="2240">
                  <c:v>1788.94415134</c:v>
                </c:pt>
                <c:pt idx="2241">
                  <c:v>1811.25500745</c:v>
                </c:pt>
                <c:pt idx="2242">
                  <c:v>1803.74266988</c:v>
                </c:pt>
                <c:pt idx="2243">
                  <c:v>1851.22963448</c:v>
                </c:pt>
                <c:pt idx="2244">
                  <c:v>1859.1505655</c:v>
                </c:pt>
                <c:pt idx="2245">
                  <c:v>1865.02103328</c:v>
                </c:pt>
                <c:pt idx="2246">
                  <c:v>1891.60656258</c:v>
                </c:pt>
                <c:pt idx="2247">
                  <c:v>1902.10143358</c:v>
                </c:pt>
                <c:pt idx="2248">
                  <c:v>1916.9514036</c:v>
                </c:pt>
                <c:pt idx="2249">
                  <c:v>1850.70150309</c:v>
                </c:pt>
                <c:pt idx="2250">
                  <c:v>1857.94601298</c:v>
                </c:pt>
                <c:pt idx="2251">
                  <c:v>1846.19821167</c:v>
                </c:pt>
                <c:pt idx="2252">
                  <c:v>1854.59659371</c:v>
                </c:pt>
                <c:pt idx="2253">
                  <c:v>1896.33590301</c:v>
                </c:pt>
                <c:pt idx="2254">
                  <c:v>1913.92788161</c:v>
                </c:pt>
                <c:pt idx="2255">
                  <c:v>1936.53192853</c:v>
                </c:pt>
                <c:pt idx="2256">
                  <c:v>1922.65359121</c:v>
                </c:pt>
                <c:pt idx="2257">
                  <c:v>1912.62378518</c:v>
                </c:pt>
                <c:pt idx="2258">
                  <c:v>1915.63606137</c:v>
                </c:pt>
                <c:pt idx="2259">
                  <c:v>1908.34922811</c:v>
                </c:pt>
                <c:pt idx="2260">
                  <c:v>1922.95597749</c:v>
                </c:pt>
                <c:pt idx="2261">
                  <c:v>1953.90021779</c:v>
                </c:pt>
                <c:pt idx="2262">
                  <c:v>1951.73634757</c:v>
                </c:pt>
                <c:pt idx="2263">
                  <c:v>1955.53489122</c:v>
                </c:pt>
                <c:pt idx="2264">
                  <c:v>1968.99725879</c:v>
                </c:pt>
                <c:pt idx="2265">
                  <c:v>1909.38262039</c:v>
                </c:pt>
                <c:pt idx="2266">
                  <c:v>1944.27165496</c:v>
                </c:pt>
                <c:pt idx="2267">
                  <c:v>1916.97497885</c:v>
                </c:pt>
                <c:pt idx="2268">
                  <c:v>2003.59739626</c:v>
                </c:pt>
                <c:pt idx="2269">
                  <c:v>2047.96154717</c:v>
                </c:pt>
                <c:pt idx="2270">
                  <c:v>1995.81166727</c:v>
                </c:pt>
                <c:pt idx="2271">
                  <c:v>1997.7348745</c:v>
                </c:pt>
                <c:pt idx="2272">
                  <c:v>2017.90691918</c:v>
                </c:pt>
                <c:pt idx="2273">
                  <c:v>2003.25821427</c:v>
                </c:pt>
                <c:pt idx="2274">
                  <c:v>1964.4703836</c:v>
                </c:pt>
                <c:pt idx="2275">
                  <c:v>2020.33381698</c:v>
                </c:pt>
                <c:pt idx="2276">
                  <c:v>2106.41711949</c:v>
                </c:pt>
                <c:pt idx="2277">
                  <c:v>2136.65962698</c:v>
                </c:pt>
                <c:pt idx="2278">
                  <c:v>2118.61594561</c:v>
                </c:pt>
                <c:pt idx="2279">
                  <c:v>2156.83166951</c:v>
                </c:pt>
                <c:pt idx="2280">
                  <c:v>2157.31461612</c:v>
                </c:pt>
                <c:pt idx="2281">
                  <c:v>2032.18992888</c:v>
                </c:pt>
                <c:pt idx="2282">
                  <c:v>2056.43797077</c:v>
                </c:pt>
                <c:pt idx="2283">
                  <c:v>1960.08438563</c:v>
                </c:pt>
                <c:pt idx="2284">
                  <c:v>2055.39390868</c:v>
                </c:pt>
                <c:pt idx="2285">
                  <c:v>2120.41693658</c:v>
                </c:pt>
                <c:pt idx="2286">
                  <c:v>2110.23755924</c:v>
                </c:pt>
                <c:pt idx="2287">
                  <c:v>2159.87872761</c:v>
                </c:pt>
                <c:pt idx="2288">
                  <c:v>2177.09456009</c:v>
                </c:pt>
                <c:pt idx="2289">
                  <c:v>2212.53859777</c:v>
                </c:pt>
                <c:pt idx="2290">
                  <c:v>2212.94844063</c:v>
                </c:pt>
                <c:pt idx="2291">
                  <c:v>2204.73567159</c:v>
                </c:pt>
                <c:pt idx="2292">
                  <c:v>2221.51612423</c:v>
                </c:pt>
                <c:pt idx="2293">
                  <c:v>2247.68200947</c:v>
                </c:pt>
                <c:pt idx="2294">
                  <c:v>2241.86328885</c:v>
                </c:pt>
                <c:pt idx="2295">
                  <c:v>2225.29494135</c:v>
                </c:pt>
                <c:pt idx="2296">
                  <c:v>2204.99061813</c:v>
                </c:pt>
                <c:pt idx="2297">
                  <c:v>2196.52619958</c:v>
                </c:pt>
                <c:pt idx="2298">
                  <c:v>2109.28738158</c:v>
                </c:pt>
                <c:pt idx="2299">
                  <c:v>2101.467073</c:v>
                </c:pt>
                <c:pt idx="2300">
                  <c:v>2145.40231187</c:v>
                </c:pt>
                <c:pt idx="2301">
                  <c:v>2004.9475856</c:v>
                </c:pt>
                <c:pt idx="2302">
                  <c:v>2007.91503104</c:v>
                </c:pt>
                <c:pt idx="2303">
                  <c:v>2123.19876489</c:v>
                </c:pt>
                <c:pt idx="2304">
                  <c:v>2062.79584092</c:v>
                </c:pt>
                <c:pt idx="2305">
                  <c:v>1966.99675913</c:v>
                </c:pt>
                <c:pt idx="2306">
                  <c:v>1906.53528245</c:v>
                </c:pt>
                <c:pt idx="2307">
                  <c:v>1975.28710373</c:v>
                </c:pt>
                <c:pt idx="2308">
                  <c:v>1900.04597378</c:v>
                </c:pt>
                <c:pt idx="2309">
                  <c:v>2005.25829091</c:v>
                </c:pt>
                <c:pt idx="2310">
                  <c:v>2012.11420925</c:v>
                </c:pt>
                <c:pt idx="2311">
                  <c:v>2084.48138803</c:v>
                </c:pt>
                <c:pt idx="2312">
                  <c:v>2065.81811076</c:v>
                </c:pt>
                <c:pt idx="2313">
                  <c:v>2101.60501713</c:v>
                </c:pt>
                <c:pt idx="2314">
                  <c:v>2111.89367591</c:v>
                </c:pt>
                <c:pt idx="2315">
                  <c:v>2130.56564261</c:v>
                </c:pt>
                <c:pt idx="2316">
                  <c:v>2023.38049757</c:v>
                </c:pt>
                <c:pt idx="2317">
                  <c:v>2033.09940057</c:v>
                </c:pt>
                <c:pt idx="2318">
                  <c:v>2093.01192519</c:v>
                </c:pt>
                <c:pt idx="2319">
                  <c:v>2067.60964478</c:v>
                </c:pt>
                <c:pt idx="2320">
                  <c:v>2013.87883142</c:v>
                </c:pt>
                <c:pt idx="2321">
                  <c:v>2020.89240023</c:v>
                </c:pt>
                <c:pt idx="2322">
                  <c:v>2089.60470602</c:v>
                </c:pt>
                <c:pt idx="2323">
                  <c:v>2087.2220942</c:v>
                </c:pt>
                <c:pt idx="2324">
                  <c:v>2067.14390462</c:v>
                </c:pt>
                <c:pt idx="2325">
                  <c:v>2111.40716342</c:v>
                </c:pt>
                <c:pt idx="2326">
                  <c:v>2173.15921507</c:v>
                </c:pt>
                <c:pt idx="2327">
                  <c:v>2247.05605017</c:v>
                </c:pt>
                <c:pt idx="2328">
                  <c:v>2240.20746039</c:v>
                </c:pt>
                <c:pt idx="2329">
                  <c:v>2245.08401828</c:v>
                </c:pt>
                <c:pt idx="2330">
                  <c:v>2278.10296827</c:v>
                </c:pt>
                <c:pt idx="2331">
                  <c:v>2304.42659652</c:v>
                </c:pt>
                <c:pt idx="2332">
                  <c:v>2303.40392754</c:v>
                </c:pt>
                <c:pt idx="2333">
                  <c:v>2333.87970495</c:v>
                </c:pt>
                <c:pt idx="2334">
                  <c:v>2297.41112577</c:v>
                </c:pt>
                <c:pt idx="2335">
                  <c:v>2350.98312932</c:v>
                </c:pt>
                <c:pt idx="2336">
                  <c:v>2365.8831196</c:v>
                </c:pt>
                <c:pt idx="2337">
                  <c:v>2329.23861009</c:v>
                </c:pt>
                <c:pt idx="2338">
                  <c:v>2297.6330478</c:v>
                </c:pt>
                <c:pt idx="2339">
                  <c:v>2338.75719071</c:v>
                </c:pt>
                <c:pt idx="2340">
                  <c:v>2282.78701008</c:v>
                </c:pt>
                <c:pt idx="2341">
                  <c:v>2334.09084776</c:v>
                </c:pt>
                <c:pt idx="2342">
                  <c:v>2353.83493882</c:v>
                </c:pt>
                <c:pt idx="2343">
                  <c:v>2337.47976815</c:v>
                </c:pt>
                <c:pt idx="2344">
                  <c:v>2318.62073902</c:v>
                </c:pt>
                <c:pt idx="2345">
                  <c:v>2340.00585196</c:v>
                </c:pt>
                <c:pt idx="2346">
                  <c:v>2312.80497163</c:v>
                </c:pt>
                <c:pt idx="2347">
                  <c:v>2306.3345295</c:v>
                </c:pt>
                <c:pt idx="2348">
                  <c:v>2239.07803391</c:v>
                </c:pt>
                <c:pt idx="2349">
                  <c:v>2228.32923774</c:v>
                </c:pt>
                <c:pt idx="2350">
                  <c:v>2268.44471421</c:v>
                </c:pt>
                <c:pt idx="2351">
                  <c:v>2304.88743618</c:v>
                </c:pt>
                <c:pt idx="2352">
                  <c:v>2203.97204243</c:v>
                </c:pt>
                <c:pt idx="2353">
                  <c:v>2187.89522208</c:v>
                </c:pt>
                <c:pt idx="2354">
                  <c:v>2076.25217852</c:v>
                </c:pt>
                <c:pt idx="2355">
                  <c:v>2116.85309733</c:v>
                </c:pt>
                <c:pt idx="2356">
                  <c:v>2201.98686634</c:v>
                </c:pt>
                <c:pt idx="2357">
                  <c:v>2181.43659713</c:v>
                </c:pt>
                <c:pt idx="2358">
                  <c:v>2145.15129396</c:v>
                </c:pt>
                <c:pt idx="2359">
                  <c:v>2145.79294374</c:v>
                </c:pt>
                <c:pt idx="2360">
                  <c:v>2221.32999025</c:v>
                </c:pt>
                <c:pt idx="2361">
                  <c:v>2201.51512613</c:v>
                </c:pt>
                <c:pt idx="2362">
                  <c:v>2267.55413806</c:v>
                </c:pt>
                <c:pt idx="2363">
                  <c:v>2267.33630261</c:v>
                </c:pt>
                <c:pt idx="2364">
                  <c:v>2280.66912873</c:v>
                </c:pt>
                <c:pt idx="2365">
                  <c:v>2268.67026042</c:v>
                </c:pt>
                <c:pt idx="2366">
                  <c:v>2283.19685903</c:v>
                </c:pt>
                <c:pt idx="2367">
                  <c:v>2270.63962179</c:v>
                </c:pt>
                <c:pt idx="2368">
                  <c:v>2280.46102322</c:v>
                </c:pt>
                <c:pt idx="2369">
                  <c:v>2236.8237701</c:v>
                </c:pt>
                <c:pt idx="2370">
                  <c:v>2310.59523566</c:v>
                </c:pt>
                <c:pt idx="2371">
                  <c:v>2318.92089617</c:v>
                </c:pt>
                <c:pt idx="2372">
                  <c:v>2319.5861788</c:v>
                </c:pt>
                <c:pt idx="2373">
                  <c:v>2318.36340522</c:v>
                </c:pt>
                <c:pt idx="2374">
                  <c:v>2364.14059803</c:v>
                </c:pt>
                <c:pt idx="2375">
                  <c:v>2377.08878329</c:v>
                </c:pt>
                <c:pt idx="2376">
                  <c:v>2413.63995149</c:v>
                </c:pt>
                <c:pt idx="2377">
                  <c:v>2385.27486999</c:v>
                </c:pt>
                <c:pt idx="2378">
                  <c:v>2362.60750948</c:v>
                </c:pt>
                <c:pt idx="2379">
                  <c:v>2405.2699873</c:v>
                </c:pt>
                <c:pt idx="2380">
                  <c:v>2353.13382136</c:v>
                </c:pt>
                <c:pt idx="2381">
                  <c:v>2396.03333213</c:v>
                </c:pt>
                <c:pt idx="2382">
                  <c:v>2439.32119107</c:v>
                </c:pt>
                <c:pt idx="2383">
                  <c:v>2437.96258133</c:v>
                </c:pt>
                <c:pt idx="2384">
                  <c:v>2472.46809756</c:v>
                </c:pt>
                <c:pt idx="2385">
                  <c:v>2473.32969576</c:v>
                </c:pt>
                <c:pt idx="2386">
                  <c:v>2526.50180128</c:v>
                </c:pt>
                <c:pt idx="2387">
                  <c:v>2543.92285469</c:v>
                </c:pt>
                <c:pt idx="2388">
                  <c:v>2541.43473755</c:v>
                </c:pt>
                <c:pt idx="2389">
                  <c:v>2546.05391085</c:v>
                </c:pt>
                <c:pt idx="2390">
                  <c:v>2599.25274591</c:v>
                </c:pt>
                <c:pt idx="2391">
                  <c:v>2609.5887788</c:v>
                </c:pt>
                <c:pt idx="2392">
                  <c:v>2624.36811488</c:v>
                </c:pt>
                <c:pt idx="2393">
                  <c:v>2587.32986277</c:v>
                </c:pt>
                <c:pt idx="2394">
                  <c:v>2629.00913387</c:v>
                </c:pt>
                <c:pt idx="2395">
                  <c:v>2651.61660066</c:v>
                </c:pt>
                <c:pt idx="2396">
                  <c:v>2645.24869519</c:v>
                </c:pt>
                <c:pt idx="2397">
                  <c:v>2655.30612834</c:v>
                </c:pt>
                <c:pt idx="2398">
                  <c:v>2623.40898223</c:v>
                </c:pt>
                <c:pt idx="2399">
                  <c:v>2576.10822211</c:v>
                </c:pt>
                <c:pt idx="2400">
                  <c:v>2522.23404308</c:v>
                </c:pt>
                <c:pt idx="2401">
                  <c:v>2585.86572319</c:v>
                </c:pt>
                <c:pt idx="2402">
                  <c:v>2629.66598204</c:v>
                </c:pt>
                <c:pt idx="2403">
                  <c:v>2655.80048464</c:v>
                </c:pt>
                <c:pt idx="2404">
                  <c:v>2718.4339837</c:v>
                </c:pt>
                <c:pt idx="2405">
                  <c:v>2728.08619464</c:v>
                </c:pt>
                <c:pt idx="2406">
                  <c:v>2671.43367143</c:v>
                </c:pt>
                <c:pt idx="2407">
                  <c:v>2688.17019782</c:v>
                </c:pt>
                <c:pt idx="2408">
                  <c:v>2702.69635353</c:v>
                </c:pt>
                <c:pt idx="2409">
                  <c:v>2674.83467211</c:v>
                </c:pt>
                <c:pt idx="2410">
                  <c:v>2672.44264543</c:v>
                </c:pt>
                <c:pt idx="2411">
                  <c:v>2712.8772696</c:v>
                </c:pt>
                <c:pt idx="2412">
                  <c:v>2707.32751705</c:v>
                </c:pt>
                <c:pt idx="2413">
                  <c:v>2744.05075615</c:v>
                </c:pt>
                <c:pt idx="2414">
                  <c:v>2725.67593548</c:v>
                </c:pt>
                <c:pt idx="2415">
                  <c:v>2733.65297531</c:v>
                </c:pt>
                <c:pt idx="2416">
                  <c:v>2718.58729182</c:v>
                </c:pt>
                <c:pt idx="2417">
                  <c:v>2715.53428177</c:v>
                </c:pt>
                <c:pt idx="2418">
                  <c:v>2733.43645374</c:v>
                </c:pt>
                <c:pt idx="2419">
                  <c:v>2752.12123387</c:v>
                </c:pt>
                <c:pt idx="2420">
                  <c:v>2759.24246197</c:v>
                </c:pt>
                <c:pt idx="2421">
                  <c:v>2708.16269181</c:v>
                </c:pt>
                <c:pt idx="2422">
                  <c:v>2645.54054951</c:v>
                </c:pt>
                <c:pt idx="2423">
                  <c:v>2668.03645103</c:v>
                </c:pt>
                <c:pt idx="2424">
                  <c:v>2723.12735376</c:v>
                </c:pt>
                <c:pt idx="2425">
                  <c:v>2802.98845849</c:v>
                </c:pt>
                <c:pt idx="2426">
                  <c:v>2819.06215947</c:v>
                </c:pt>
                <c:pt idx="2427">
                  <c:v>2823.10613823</c:v>
                </c:pt>
                <c:pt idx="2428">
                  <c:v>2788.25475791</c:v>
                </c:pt>
                <c:pt idx="2429">
                  <c:v>2847.04415273</c:v>
                </c:pt>
                <c:pt idx="2430">
                  <c:v>2903.76310272</c:v>
                </c:pt>
                <c:pt idx="2431">
                  <c:v>2899.53074562</c:v>
                </c:pt>
                <c:pt idx="2432">
                  <c:v>2904.15538072</c:v>
                </c:pt>
                <c:pt idx="2433">
                  <c:v>2909.07998967</c:v>
                </c:pt>
                <c:pt idx="2434">
                  <c:v>2924.13092942</c:v>
                </c:pt>
                <c:pt idx="2435">
                  <c:v>2915.84962569</c:v>
                </c:pt>
                <c:pt idx="2436">
                  <c:v>2898.3647584</c:v>
                </c:pt>
                <c:pt idx="2437">
                  <c:v>2873.5412782</c:v>
                </c:pt>
                <c:pt idx="2438">
                  <c:v>2829.29633988</c:v>
                </c:pt>
                <c:pt idx="2439">
                  <c:v>2831.02767543</c:v>
                </c:pt>
                <c:pt idx="2440">
                  <c:v>2808.57567904</c:v>
                </c:pt>
                <c:pt idx="2441">
                  <c:v>2855.77165665</c:v>
                </c:pt>
                <c:pt idx="2442">
                  <c:v>2851.47470118</c:v>
                </c:pt>
                <c:pt idx="2443">
                  <c:v>2783.71279157</c:v>
                </c:pt>
                <c:pt idx="2444">
                  <c:v>2666.50001255</c:v>
                </c:pt>
                <c:pt idx="2445">
                  <c:v>2664.41607289</c:v>
                </c:pt>
                <c:pt idx="2446">
                  <c:v>2719.54110561</c:v>
                </c:pt>
                <c:pt idx="2447">
                  <c:v>2778.96658359</c:v>
                </c:pt>
                <c:pt idx="2448">
                  <c:v>2785.87464444</c:v>
                </c:pt>
                <c:pt idx="2449">
                  <c:v>2753.64254279</c:v>
                </c:pt>
                <c:pt idx="2450">
                  <c:v>2606.22869456</c:v>
                </c:pt>
                <c:pt idx="2451">
                  <c:v>2601.93984173</c:v>
                </c:pt>
                <c:pt idx="2452">
                  <c:v>2568.06798724</c:v>
                </c:pt>
                <c:pt idx="2453">
                  <c:v>2609.08666895</c:v>
                </c:pt>
                <c:pt idx="2454">
                  <c:v>2508.66431674</c:v>
                </c:pt>
                <c:pt idx="2455">
                  <c:v>2571.42929992</c:v>
                </c:pt>
                <c:pt idx="2456">
                  <c:v>2603.20678009</c:v>
                </c:pt>
                <c:pt idx="2457">
                  <c:v>2653.19758842</c:v>
                </c:pt>
                <c:pt idx="2458">
                  <c:v>2628.3619626</c:v>
                </c:pt>
                <c:pt idx="2459">
                  <c:v>2588.30318138</c:v>
                </c:pt>
                <c:pt idx="2460">
                  <c:v>2567.49626053</c:v>
                </c:pt>
                <c:pt idx="2461">
                  <c:v>2605.79819852</c:v>
                </c:pt>
                <c:pt idx="2462">
                  <c:v>2707.90931304</c:v>
                </c:pt>
                <c:pt idx="2463">
                  <c:v>2743.10903167</c:v>
                </c:pt>
                <c:pt idx="2464">
                  <c:v>2789.86832578</c:v>
                </c:pt>
                <c:pt idx="2465">
                  <c:v>2837.18943467</c:v>
                </c:pt>
                <c:pt idx="2466">
                  <c:v>2842.04195271</c:v>
                </c:pt>
                <c:pt idx="2467">
                  <c:v>2868.10024104</c:v>
                </c:pt>
                <c:pt idx="2468">
                  <c:v>2825.72290838</c:v>
                </c:pt>
                <c:pt idx="2469">
                  <c:v>2880.68469843</c:v>
                </c:pt>
                <c:pt idx="2470">
                  <c:v>2894.55474538</c:v>
                </c:pt>
                <c:pt idx="2471">
                  <c:v>2894.02475313</c:v>
                </c:pt>
                <c:pt idx="2472">
                  <c:v>2962.74291301</c:v>
                </c:pt>
                <c:pt idx="2473">
                  <c:v>2990.21772362</c:v>
                </c:pt>
                <c:pt idx="2474">
                  <c:v>3011.07961514</c:v>
                </c:pt>
                <c:pt idx="2475">
                  <c:v>3043.39646081</c:v>
                </c:pt>
                <c:pt idx="2476">
                  <c:v>3108.64639373</c:v>
                </c:pt>
                <c:pt idx="2477">
                  <c:v>3175.07350903</c:v>
                </c:pt>
                <c:pt idx="2478">
                  <c:v>3189.77895726</c:v>
                </c:pt>
                <c:pt idx="2479">
                  <c:v>3180.77708255</c:v>
                </c:pt>
                <c:pt idx="2480">
                  <c:v>3138.09174631</c:v>
                </c:pt>
                <c:pt idx="2481">
                  <c:v>3055.57721384</c:v>
                </c:pt>
                <c:pt idx="2482">
                  <c:v>3072.62300921</c:v>
                </c:pt>
                <c:pt idx="2483">
                  <c:v>3134.72884915</c:v>
                </c:pt>
                <c:pt idx="2484">
                  <c:v>3134.92758248</c:v>
                </c:pt>
                <c:pt idx="2485">
                  <c:v>3175.75988741</c:v>
                </c:pt>
                <c:pt idx="2486">
                  <c:v>3173.26137041</c:v>
                </c:pt>
                <c:pt idx="2487">
                  <c:v>3228.07330083</c:v>
                </c:pt>
                <c:pt idx="2488">
                  <c:v>3254.34027599</c:v>
                </c:pt>
                <c:pt idx="2489">
                  <c:v>3189.27253192</c:v>
                </c:pt>
                <c:pt idx="2490">
                  <c:v>3169.22475409</c:v>
                </c:pt>
                <c:pt idx="2491">
                  <c:v>3183.4934042</c:v>
                </c:pt>
                <c:pt idx="2492">
                  <c:v>3052.88931546</c:v>
                </c:pt>
                <c:pt idx="2493">
                  <c:v>3172.1197521</c:v>
                </c:pt>
                <c:pt idx="2494">
                  <c:v>3062.21022412</c:v>
                </c:pt>
                <c:pt idx="2495">
                  <c:v>2959.99838485</c:v>
                </c:pt>
                <c:pt idx="2496">
                  <c:v>3011.13863251</c:v>
                </c:pt>
                <c:pt idx="2497">
                  <c:v>2922.41290013</c:v>
                </c:pt>
                <c:pt idx="2498">
                  <c:v>2974.51202031</c:v>
                </c:pt>
                <c:pt idx="2499">
                  <c:v>3146.10960682</c:v>
                </c:pt>
                <c:pt idx="2500">
                  <c:v>3169.94767012</c:v>
                </c:pt>
                <c:pt idx="2501">
                  <c:v>3083.32831265</c:v>
                </c:pt>
                <c:pt idx="2502">
                  <c:v>3153.87559626</c:v>
                </c:pt>
                <c:pt idx="2503">
                  <c:v>3067.32372112</c:v>
                </c:pt>
                <c:pt idx="2504">
                  <c:v>3011.91349937</c:v>
                </c:pt>
                <c:pt idx="2505">
                  <c:v>3145.84998218</c:v>
                </c:pt>
                <c:pt idx="2506">
                  <c:v>3009.99960792</c:v>
                </c:pt>
                <c:pt idx="2507">
                  <c:v>2968.20178169</c:v>
                </c:pt>
                <c:pt idx="2508">
                  <c:v>2908.34707256</c:v>
                </c:pt>
                <c:pt idx="2509">
                  <c:v>3030.12692299</c:v>
                </c:pt>
                <c:pt idx="2510">
                  <c:v>3100.85683123</c:v>
                </c:pt>
                <c:pt idx="2511">
                  <c:v>3151.93459123</c:v>
                </c:pt>
                <c:pt idx="2512">
                  <c:v>3257.35439641</c:v>
                </c:pt>
                <c:pt idx="2513">
                  <c:v>3236.5213526</c:v>
                </c:pt>
                <c:pt idx="2514">
                  <c:v>3235.95675549</c:v>
                </c:pt>
                <c:pt idx="2515">
                  <c:v>3215.26702611</c:v>
                </c:pt>
                <c:pt idx="2516">
                  <c:v>3181.09187268</c:v>
                </c:pt>
                <c:pt idx="2517">
                  <c:v>3234.88795606</c:v>
                </c:pt>
                <c:pt idx="2518">
                  <c:v>3188.71396259</c:v>
                </c:pt>
                <c:pt idx="2519">
                  <c:v>3030.58285622</c:v>
                </c:pt>
                <c:pt idx="2520">
                  <c:v>3031.20239487</c:v>
                </c:pt>
                <c:pt idx="2521">
                  <c:v>2986.23728727</c:v>
                </c:pt>
                <c:pt idx="2522">
                  <c:v>2991.42458066</c:v>
                </c:pt>
                <c:pt idx="2523">
                  <c:v>3059.27481313</c:v>
                </c:pt>
                <c:pt idx="2524">
                  <c:v>3075.33771138</c:v>
                </c:pt>
                <c:pt idx="2525">
                  <c:v>2964.76242814</c:v>
                </c:pt>
                <c:pt idx="2526">
                  <c:v>2984.1646753</c:v>
                </c:pt>
                <c:pt idx="2527">
                  <c:v>2864.42306264</c:v>
                </c:pt>
                <c:pt idx="2528">
                  <c:v>2801.05512557</c:v>
                </c:pt>
                <c:pt idx="2529">
                  <c:v>2730.69145192</c:v>
                </c:pt>
                <c:pt idx="2530">
                  <c:v>2608.43175695</c:v>
                </c:pt>
                <c:pt idx="2531">
                  <c:v>2630.66090489</c:v>
                </c:pt>
                <c:pt idx="2532">
                  <c:v>2548.62355355</c:v>
                </c:pt>
                <c:pt idx="2533">
                  <c:v>2534.69799375</c:v>
                </c:pt>
                <c:pt idx="2534">
                  <c:v>2497.58820332</c:v>
                </c:pt>
                <c:pt idx="2535">
                  <c:v>2610.4727298</c:v>
                </c:pt>
                <c:pt idx="2536">
                  <c:v>2727.97511378</c:v>
                </c:pt>
                <c:pt idx="2537">
                  <c:v>2760.00513015</c:v>
                </c:pt>
                <c:pt idx="2538">
                  <c:v>2800.79338934</c:v>
                </c:pt>
                <c:pt idx="2539">
                  <c:v>2637.1798483</c:v>
                </c:pt>
                <c:pt idx="2540">
                  <c:v>2667.91397536</c:v>
                </c:pt>
                <c:pt idx="2541">
                  <c:v>2646.85255</c:v>
                </c:pt>
                <c:pt idx="2542">
                  <c:v>2696.30115915</c:v>
                </c:pt>
                <c:pt idx="2543">
                  <c:v>2772.94914598</c:v>
                </c:pt>
                <c:pt idx="2544">
                  <c:v>2667.58691651</c:v>
                </c:pt>
                <c:pt idx="2545">
                  <c:v>2552.53682974</c:v>
                </c:pt>
                <c:pt idx="2546">
                  <c:v>2543.42218619</c:v>
                </c:pt>
                <c:pt idx="2547">
                  <c:v>2631.60657837</c:v>
                </c:pt>
                <c:pt idx="2548">
                  <c:v>2633.40801525</c:v>
                </c:pt>
                <c:pt idx="2549">
                  <c:v>2520.45221035</c:v>
                </c:pt>
                <c:pt idx="2550">
                  <c:v>2488.51981127</c:v>
                </c:pt>
                <c:pt idx="2551">
                  <c:v>2445.22066287</c:v>
                </c:pt>
                <c:pt idx="2552">
                  <c:v>2355.50419656</c:v>
                </c:pt>
                <c:pt idx="2553">
                  <c:v>2428.17792217</c:v>
                </c:pt>
                <c:pt idx="2554">
                  <c:v>2517.78889614</c:v>
                </c:pt>
                <c:pt idx="2555">
                  <c:v>2521.7769561</c:v>
                </c:pt>
                <c:pt idx="2556">
                  <c:v>2448.76523119</c:v>
                </c:pt>
                <c:pt idx="2557">
                  <c:v>2527.44800801</c:v>
                </c:pt>
                <c:pt idx="2558">
                  <c:v>2494.9680744</c:v>
                </c:pt>
                <c:pt idx="2559">
                  <c:v>2454.0732495</c:v>
                </c:pt>
                <c:pt idx="2560">
                  <c:v>2331.09770585</c:v>
                </c:pt>
                <c:pt idx="2561">
                  <c:v>2304.56461511</c:v>
                </c:pt>
                <c:pt idx="2562">
                  <c:v>2407.86716585</c:v>
                </c:pt>
                <c:pt idx="2563">
                  <c:v>2370.93582247</c:v>
                </c:pt>
                <c:pt idx="2564">
                  <c:v>2312.81460515</c:v>
                </c:pt>
                <c:pt idx="2565">
                  <c:v>2278.1386012</c:v>
                </c:pt>
                <c:pt idx="2566">
                  <c:v>2363.50598032</c:v>
                </c:pt>
                <c:pt idx="2567">
                  <c:v>2465.6123371</c:v>
                </c:pt>
                <c:pt idx="2568">
                  <c:v>2508.38275638</c:v>
                </c:pt>
                <c:pt idx="2569">
                  <c:v>2566.56439778</c:v>
                </c:pt>
                <c:pt idx="2570">
                  <c:v>2562.57965048</c:v>
                </c:pt>
                <c:pt idx="2571">
                  <c:v>2628.81137143</c:v>
                </c:pt>
                <c:pt idx="2572">
                  <c:v>2567.26887161</c:v>
                </c:pt>
                <c:pt idx="2573">
                  <c:v>2643.68974567</c:v>
                </c:pt>
                <c:pt idx="2574">
                  <c:v>2657.96024299</c:v>
                </c:pt>
                <c:pt idx="2575">
                  <c:v>2700.14281227</c:v>
                </c:pt>
                <c:pt idx="2576">
                  <c:v>2769.59903498</c:v>
                </c:pt>
                <c:pt idx="2577">
                  <c:v>2732.17780207</c:v>
                </c:pt>
                <c:pt idx="2578">
                  <c:v>2668.03970001</c:v>
                </c:pt>
                <c:pt idx="2579">
                  <c:v>2670.63035628</c:v>
                </c:pt>
                <c:pt idx="2580">
                  <c:v>2734.37927115</c:v>
                </c:pt>
                <c:pt idx="2581">
                  <c:v>2655.32742223</c:v>
                </c:pt>
                <c:pt idx="2582">
                  <c:v>2593.33844557</c:v>
                </c:pt>
                <c:pt idx="2583">
                  <c:v>2606.09320675</c:v>
                </c:pt>
                <c:pt idx="2584">
                  <c:v>2572.22684449</c:v>
                </c:pt>
                <c:pt idx="2585">
                  <c:v>2497.87276035</c:v>
                </c:pt>
                <c:pt idx="2586">
                  <c:v>2482.45572251</c:v>
                </c:pt>
                <c:pt idx="2587">
                  <c:v>2541.02628466</c:v>
                </c:pt>
                <c:pt idx="2588">
                  <c:v>2473.93527889</c:v>
                </c:pt>
                <c:pt idx="2589">
                  <c:v>2473.37093453</c:v>
                </c:pt>
                <c:pt idx="2590">
                  <c:v>2543.09022504</c:v>
                </c:pt>
                <c:pt idx="2591">
                  <c:v>2522.01124236</c:v>
                </c:pt>
                <c:pt idx="2592">
                  <c:v>2459.64504978</c:v>
                </c:pt>
                <c:pt idx="2593">
                  <c:v>2360.78243055</c:v>
                </c:pt>
                <c:pt idx="2594">
                  <c:v>2390.31413006</c:v>
                </c:pt>
                <c:pt idx="2595">
                  <c:v>2279.87856233</c:v>
                </c:pt>
                <c:pt idx="2596">
                  <c:v>2279.55167031</c:v>
                </c:pt>
                <c:pt idx="2597">
                  <c:v>2370.96432451</c:v>
                </c:pt>
                <c:pt idx="2598">
                  <c:v>2231.1416521</c:v>
                </c:pt>
                <c:pt idx="2599">
                  <c:v>2265.99676166</c:v>
                </c:pt>
                <c:pt idx="2600">
                  <c:v>2278.80357443</c:v>
                </c:pt>
                <c:pt idx="2601">
                  <c:v>2403.95833978</c:v>
                </c:pt>
                <c:pt idx="2602">
                  <c:v>2232.6062536</c:v>
                </c:pt>
                <c:pt idx="2603">
                  <c:v>2209.38921835</c:v>
                </c:pt>
                <c:pt idx="2604">
                  <c:v>2102.31004578</c:v>
                </c:pt>
                <c:pt idx="2605">
                  <c:v>2117.44152329</c:v>
                </c:pt>
                <c:pt idx="2606">
                  <c:v>2046.0607624</c:v>
                </c:pt>
                <c:pt idx="2607">
                  <c:v>2049.75190481</c:v>
                </c:pt>
                <c:pt idx="2608">
                  <c:v>2131.90058931</c:v>
                </c:pt>
                <c:pt idx="2609">
                  <c:v>2115.96981307</c:v>
                </c:pt>
                <c:pt idx="2610">
                  <c:v>2191.77875513</c:v>
                </c:pt>
                <c:pt idx="2611">
                  <c:v>2042.79508972</c:v>
                </c:pt>
                <c:pt idx="2612">
                  <c:v>2009.24725002</c:v>
                </c:pt>
                <c:pt idx="2613">
                  <c:v>2010.43292665</c:v>
                </c:pt>
                <c:pt idx="2614">
                  <c:v>2057.17509331</c:v>
                </c:pt>
                <c:pt idx="2615">
                  <c:v>2027.40990977</c:v>
                </c:pt>
                <c:pt idx="2616">
                  <c:v>2064.95671136</c:v>
                </c:pt>
                <c:pt idx="2617">
                  <c:v>2134.71961616</c:v>
                </c:pt>
                <c:pt idx="2618">
                  <c:v>2221.16393563</c:v>
                </c:pt>
                <c:pt idx="2619">
                  <c:v>2205.92249053</c:v>
                </c:pt>
                <c:pt idx="2620">
                  <c:v>2176.71247181</c:v>
                </c:pt>
                <c:pt idx="2621">
                  <c:v>2240.77598768</c:v>
                </c:pt>
                <c:pt idx="2622">
                  <c:v>2176.37575688</c:v>
                </c:pt>
                <c:pt idx="2623">
                  <c:v>2185.74337519</c:v>
                </c:pt>
                <c:pt idx="2624">
                  <c:v>2216.01272437</c:v>
                </c:pt>
                <c:pt idx="2625">
                  <c:v>2179.13638855</c:v>
                </c:pt>
                <c:pt idx="2626">
                  <c:v>2099.18852672</c:v>
                </c:pt>
                <c:pt idx="2627">
                  <c:v>2005.75857357</c:v>
                </c:pt>
                <c:pt idx="2628">
                  <c:v>1891.47942862</c:v>
                </c:pt>
                <c:pt idx="2629">
                  <c:v>1885.84860766</c:v>
                </c:pt>
                <c:pt idx="2630">
                  <c:v>1923.09135791</c:v>
                </c:pt>
                <c:pt idx="2631">
                  <c:v>1828.20117358</c:v>
                </c:pt>
                <c:pt idx="2632">
                  <c:v>1838.38575076</c:v>
                </c:pt>
                <c:pt idx="2633">
                  <c:v>1904.63225973</c:v>
                </c:pt>
                <c:pt idx="2634">
                  <c:v>1895.53520485</c:v>
                </c:pt>
                <c:pt idx="2635">
                  <c:v>1919.97255242</c:v>
                </c:pt>
                <c:pt idx="2636">
                  <c:v>2009.64072723</c:v>
                </c:pt>
                <c:pt idx="2637">
                  <c:v>1997.00797001</c:v>
                </c:pt>
                <c:pt idx="2638">
                  <c:v>1933.33539579</c:v>
                </c:pt>
                <c:pt idx="2639">
                  <c:v>1926.07719334</c:v>
                </c:pt>
                <c:pt idx="2640">
                  <c:v>1904.55000471</c:v>
                </c:pt>
                <c:pt idx="2641">
                  <c:v>1922.53428494</c:v>
                </c:pt>
                <c:pt idx="2642">
                  <c:v>1945.24318427</c:v>
                </c:pt>
                <c:pt idx="2643">
                  <c:v>1961.14736213</c:v>
                </c:pt>
                <c:pt idx="2644">
                  <c:v>2016.82730105</c:v>
                </c:pt>
                <c:pt idx="2645">
                  <c:v>2017.61347919</c:v>
                </c:pt>
                <c:pt idx="2646">
                  <c:v>1965.07193248</c:v>
                </c:pt>
                <c:pt idx="2647">
                  <c:v>1940.4890467</c:v>
                </c:pt>
                <c:pt idx="2648">
                  <c:v>1926.85707487</c:v>
                </c:pt>
                <c:pt idx="2649">
                  <c:v>1924.64181305</c:v>
                </c:pt>
                <c:pt idx="2650">
                  <c:v>1977.15904492</c:v>
                </c:pt>
                <c:pt idx="2651">
                  <c:v>1951.27212017</c:v>
                </c:pt>
                <c:pt idx="2652">
                  <c:v>2033.9319087</c:v>
                </c:pt>
                <c:pt idx="2653">
                  <c:v>2067.28148806</c:v>
                </c:pt>
                <c:pt idx="2654">
                  <c:v>2100.70402911</c:v>
                </c:pt>
                <c:pt idx="2655">
                  <c:v>2053.60597027</c:v>
                </c:pt>
                <c:pt idx="2656">
                  <c:v>2048.53206218</c:v>
                </c:pt>
                <c:pt idx="2657">
                  <c:v>1999.92658606</c:v>
                </c:pt>
                <c:pt idx="2658">
                  <c:v>2105.33685621</c:v>
                </c:pt>
                <c:pt idx="2659">
                  <c:v>2136.58224146</c:v>
                </c:pt>
                <c:pt idx="2660">
                  <c:v>2191.71144942</c:v>
                </c:pt>
                <c:pt idx="2661">
                  <c:v>2191.22564524</c:v>
                </c:pt>
                <c:pt idx="2662">
                  <c:v>2171.20388912</c:v>
                </c:pt>
                <c:pt idx="2663">
                  <c:v>2263.22511748</c:v>
                </c:pt>
                <c:pt idx="2664">
                  <c:v>2275.45638431</c:v>
                </c:pt>
                <c:pt idx="2665">
                  <c:v>2252.80752076</c:v>
                </c:pt>
                <c:pt idx="2666">
                  <c:v>2243.20077554</c:v>
                </c:pt>
                <c:pt idx="2667">
                  <c:v>2206.46158557</c:v>
                </c:pt>
                <c:pt idx="2668">
                  <c:v>2310.67931277</c:v>
                </c:pt>
                <c:pt idx="2669">
                  <c:v>2296.28540721</c:v>
                </c:pt>
                <c:pt idx="2670">
                  <c:v>2375.91626541</c:v>
                </c:pt>
                <c:pt idx="2671">
                  <c:v>2405.95913999</c:v>
                </c:pt>
                <c:pt idx="2672">
                  <c:v>2405.87837858</c:v>
                </c:pt>
                <c:pt idx="2673">
                  <c:v>2357.43446747</c:v>
                </c:pt>
                <c:pt idx="2674">
                  <c:v>2372.46270649</c:v>
                </c:pt>
                <c:pt idx="2675">
                  <c:v>2296.2816875</c:v>
                </c:pt>
                <c:pt idx="2676">
                  <c:v>2189.53502732</c:v>
                </c:pt>
                <c:pt idx="2677">
                  <c:v>2183.82603794</c:v>
                </c:pt>
                <c:pt idx="2678">
                  <c:v>2191.85780079</c:v>
                </c:pt>
                <c:pt idx="2679">
                  <c:v>2257.19062838</c:v>
                </c:pt>
                <c:pt idx="2680">
                  <c:v>2094.79699969</c:v>
                </c:pt>
                <c:pt idx="2681">
                  <c:v>2059.0612933</c:v>
                </c:pt>
                <c:pt idx="2682">
                  <c:v>2017.04390261</c:v>
                </c:pt>
                <c:pt idx="2683">
                  <c:v>1991.63071713</c:v>
                </c:pt>
                <c:pt idx="2684">
                  <c:v>1996.71377653</c:v>
                </c:pt>
                <c:pt idx="2685">
                  <c:v>1946.45204143</c:v>
                </c:pt>
                <c:pt idx="2686">
                  <c:v>1921.37150022</c:v>
                </c:pt>
                <c:pt idx="2687">
                  <c:v>1990.51438526</c:v>
                </c:pt>
                <c:pt idx="2688">
                  <c:v>2014.51671058</c:v>
                </c:pt>
                <c:pt idx="2689">
                  <c:v>2089.51811517</c:v>
                </c:pt>
                <c:pt idx="2690">
                  <c:v>2132.29488953</c:v>
                </c:pt>
                <c:pt idx="2691">
                  <c:v>1912.11286323</c:v>
                </c:pt>
                <c:pt idx="2692">
                  <c:v>1933.48958444</c:v>
                </c:pt>
                <c:pt idx="2693">
                  <c:v>1878.45823093</c:v>
                </c:pt>
                <c:pt idx="2694">
                  <c:v>1861.10328434</c:v>
                </c:pt>
                <c:pt idx="2695">
                  <c:v>1889.92539339</c:v>
                </c:pt>
                <c:pt idx="2696">
                  <c:v>1858.24668316</c:v>
                </c:pt>
                <c:pt idx="2697">
                  <c:v>1796.92166792</c:v>
                </c:pt>
                <c:pt idx="2698">
                  <c:v>1763.23560175</c:v>
                </c:pt>
                <c:pt idx="2699">
                  <c:v>1709.7647311</c:v>
                </c:pt>
                <c:pt idx="2700">
                  <c:v>1688.97155518</c:v>
                </c:pt>
                <c:pt idx="2701">
                  <c:v>1685.3305798</c:v>
                </c:pt>
                <c:pt idx="2702">
                  <c:v>1746.57232171</c:v>
                </c:pt>
                <c:pt idx="2703">
                  <c:v>1665.3953286</c:v>
                </c:pt>
                <c:pt idx="2704">
                  <c:v>1616.27419575</c:v>
                </c:pt>
                <c:pt idx="2705">
                  <c:v>1688.63618852</c:v>
                </c:pt>
                <c:pt idx="2706">
                  <c:v>1780.03659734</c:v>
                </c:pt>
                <c:pt idx="2707">
                  <c:v>1778.31188405</c:v>
                </c:pt>
                <c:pt idx="2708">
                  <c:v>1745.8366069</c:v>
                </c:pt>
                <c:pt idx="2709">
                  <c:v>1639.9610527</c:v>
                </c:pt>
                <c:pt idx="2710">
                  <c:v>1615.888492</c:v>
                </c:pt>
                <c:pt idx="2711">
                  <c:v>1588.02372879</c:v>
                </c:pt>
                <c:pt idx="2712">
                  <c:v>1585.78981525</c:v>
                </c:pt>
                <c:pt idx="2713">
                  <c:v>1655.58371075</c:v>
                </c:pt>
                <c:pt idx="2714">
                  <c:v>1578.83388267</c:v>
                </c:pt>
                <c:pt idx="2715">
                  <c:v>1654.2344692</c:v>
                </c:pt>
                <c:pt idx="2716">
                  <c:v>1684.05599963</c:v>
                </c:pt>
                <c:pt idx="2717">
                  <c:v>1664.76133584</c:v>
                </c:pt>
                <c:pt idx="2718">
                  <c:v>1643.53140016</c:v>
                </c:pt>
                <c:pt idx="2719">
                  <c:v>1712.71752625</c:v>
                </c:pt>
                <c:pt idx="2720">
                  <c:v>1754.67992633</c:v>
                </c:pt>
                <c:pt idx="2721">
                  <c:v>1808.76190698</c:v>
                </c:pt>
                <c:pt idx="2722">
                  <c:v>1762.28629097</c:v>
                </c:pt>
                <c:pt idx="2723">
                  <c:v>1724.5352005</c:v>
                </c:pt>
                <c:pt idx="2724">
                  <c:v>1810.38518341</c:v>
                </c:pt>
                <c:pt idx="2725">
                  <c:v>1780.07627084</c:v>
                </c:pt>
                <c:pt idx="2726">
                  <c:v>1760.38473335</c:v>
                </c:pt>
                <c:pt idx="2727">
                  <c:v>1672.98098276</c:v>
                </c:pt>
                <c:pt idx="2728">
                  <c:v>1630.70407882</c:v>
                </c:pt>
                <c:pt idx="2729">
                  <c:v>1676.23881606</c:v>
                </c:pt>
                <c:pt idx="2730">
                  <c:v>1706.01757438</c:v>
                </c:pt>
                <c:pt idx="2731">
                  <c:v>1730.96058256</c:v>
                </c:pt>
                <c:pt idx="2732">
                  <c:v>1669.54812321</c:v>
                </c:pt>
                <c:pt idx="2733">
                  <c:v>1836.9155796</c:v>
                </c:pt>
                <c:pt idx="2734">
                  <c:v>1878.92699644</c:v>
                </c:pt>
                <c:pt idx="2735">
                  <c:v>1852.98990878</c:v>
                </c:pt>
                <c:pt idx="2736">
                  <c:v>1885.34956515</c:v>
                </c:pt>
                <c:pt idx="2737">
                  <c:v>1847.20993726</c:v>
                </c:pt>
                <c:pt idx="2738">
                  <c:v>1845.82473704</c:v>
                </c:pt>
                <c:pt idx="2739">
                  <c:v>1852.68673143</c:v>
                </c:pt>
                <c:pt idx="2740">
                  <c:v>1834.73298336</c:v>
                </c:pt>
                <c:pt idx="2741">
                  <c:v>1880.29516672</c:v>
                </c:pt>
                <c:pt idx="2742">
                  <c:v>1900.94953561</c:v>
                </c:pt>
                <c:pt idx="2743">
                  <c:v>1888.62104722</c:v>
                </c:pt>
                <c:pt idx="2744">
                  <c:v>1840.48112813</c:v>
                </c:pt>
                <c:pt idx="2745">
                  <c:v>1827.62395727</c:v>
                </c:pt>
                <c:pt idx="2746">
                  <c:v>1937.541878</c:v>
                </c:pt>
                <c:pt idx="2747">
                  <c:v>1943.22779725</c:v>
                </c:pt>
                <c:pt idx="2748">
                  <c:v>1935.09263583</c:v>
                </c:pt>
                <c:pt idx="2749">
                  <c:v>1881.53544998</c:v>
                </c:pt>
                <c:pt idx="2750">
                  <c:v>1829.19606294</c:v>
                </c:pt>
                <c:pt idx="2751">
                  <c:v>1822.90132974</c:v>
                </c:pt>
                <c:pt idx="2752">
                  <c:v>1849.71016111</c:v>
                </c:pt>
                <c:pt idx="2753">
                  <c:v>1830.90148356</c:v>
                </c:pt>
                <c:pt idx="2754">
                  <c:v>1866.95499252</c:v>
                </c:pt>
                <c:pt idx="2755">
                  <c:v>1891.10642524</c:v>
                </c:pt>
                <c:pt idx="2756">
                  <c:v>1871.87903228</c:v>
                </c:pt>
                <c:pt idx="2757">
                  <c:v>1789.35761484</c:v>
                </c:pt>
                <c:pt idx="2758">
                  <c:v>1763.2417332</c:v>
                </c:pt>
                <c:pt idx="2759">
                  <c:v>1738.42410425</c:v>
                </c:pt>
                <c:pt idx="2760">
                  <c:v>1738.2012327</c:v>
                </c:pt>
                <c:pt idx="2761">
                  <c:v>1776.55990708</c:v>
                </c:pt>
                <c:pt idx="2762">
                  <c:v>1730.40572962</c:v>
                </c:pt>
                <c:pt idx="2763">
                  <c:v>1740.17860238</c:v>
                </c:pt>
                <c:pt idx="2764">
                  <c:v>1724.93359411</c:v>
                </c:pt>
                <c:pt idx="2765">
                  <c:v>1691.38103395</c:v>
                </c:pt>
                <c:pt idx="2766">
                  <c:v>1735.6288816</c:v>
                </c:pt>
                <c:pt idx="2767">
                  <c:v>1731.73580908</c:v>
                </c:pt>
                <c:pt idx="2768">
                  <c:v>1718.40755341</c:v>
                </c:pt>
                <c:pt idx="2769">
                  <c:v>1740.46932958</c:v>
                </c:pt>
                <c:pt idx="2770">
                  <c:v>1691.79948297</c:v>
                </c:pt>
                <c:pt idx="2771">
                  <c:v>1781.24666959</c:v>
                </c:pt>
                <c:pt idx="2772">
                  <c:v>1795.33746861</c:v>
                </c:pt>
                <c:pt idx="2773">
                  <c:v>1825.49074046</c:v>
                </c:pt>
                <c:pt idx="2774">
                  <c:v>1878.41851167</c:v>
                </c:pt>
                <c:pt idx="2775">
                  <c:v>1896.0546202</c:v>
                </c:pt>
                <c:pt idx="2776">
                  <c:v>1917.92886619</c:v>
                </c:pt>
                <c:pt idx="2777">
                  <c:v>1915.59360582</c:v>
                </c:pt>
                <c:pt idx="2778">
                  <c:v>1859.22124981</c:v>
                </c:pt>
                <c:pt idx="2779">
                  <c:v>1819.25958295</c:v>
                </c:pt>
                <c:pt idx="2780">
                  <c:v>1912.26533256</c:v>
                </c:pt>
                <c:pt idx="2781">
                  <c:v>1991.24513183</c:v>
                </c:pt>
                <c:pt idx="2782">
                  <c:v>1983.5643728</c:v>
                </c:pt>
                <c:pt idx="2783">
                  <c:v>1975.00195543</c:v>
                </c:pt>
                <c:pt idx="2784">
                  <c:v>2042.0771546</c:v>
                </c:pt>
                <c:pt idx="2785">
                  <c:v>2076.01693434</c:v>
                </c:pt>
                <c:pt idx="2786">
                  <c:v>1996.87055009</c:v>
                </c:pt>
                <c:pt idx="2787">
                  <c:v>2061.23745914</c:v>
                </c:pt>
                <c:pt idx="2788">
                  <c:v>2144.88072066</c:v>
                </c:pt>
                <c:pt idx="2789">
                  <c:v>2275.48635584</c:v>
                </c:pt>
                <c:pt idx="2790">
                  <c:v>2199.64254732</c:v>
                </c:pt>
                <c:pt idx="2791">
                  <c:v>2162.830548</c:v>
                </c:pt>
                <c:pt idx="2792">
                  <c:v>2243.35129271</c:v>
                </c:pt>
                <c:pt idx="2793">
                  <c:v>2165.66752322</c:v>
                </c:pt>
                <c:pt idx="2794">
                  <c:v>2124.69495796</c:v>
                </c:pt>
                <c:pt idx="2795">
                  <c:v>2108.6969846</c:v>
                </c:pt>
                <c:pt idx="2796">
                  <c:v>2174.58309859</c:v>
                </c:pt>
                <c:pt idx="2797">
                  <c:v>2194.86842356</c:v>
                </c:pt>
                <c:pt idx="2798">
                  <c:v>2224.69552954</c:v>
                </c:pt>
                <c:pt idx="2799">
                  <c:v>2144.91882472</c:v>
                </c:pt>
                <c:pt idx="2800">
                  <c:v>2120.84580882</c:v>
                </c:pt>
                <c:pt idx="2801">
                  <c:v>2020.00017971</c:v>
                </c:pt>
                <c:pt idx="2802">
                  <c:v>2017.19261539</c:v>
                </c:pt>
                <c:pt idx="2803">
                  <c:v>2047.50648474</c:v>
                </c:pt>
                <c:pt idx="2804">
                  <c:v>1984.30299322</c:v>
                </c:pt>
                <c:pt idx="2805">
                  <c:v>2007.50735702</c:v>
                </c:pt>
                <c:pt idx="2806">
                  <c:v>1998.19320998</c:v>
                </c:pt>
                <c:pt idx="2807">
                  <c:v>1970.96595737</c:v>
                </c:pt>
                <c:pt idx="2808">
                  <c:v>1997.47554758</c:v>
                </c:pt>
                <c:pt idx="2809">
                  <c:v>2067.38521166</c:v>
                </c:pt>
                <c:pt idx="2810">
                  <c:v>2071.35686678</c:v>
                </c:pt>
                <c:pt idx="2811">
                  <c:v>2016.27964796</c:v>
                </c:pt>
                <c:pt idx="2812">
                  <c:v>2028.49602485</c:v>
                </c:pt>
                <c:pt idx="2813">
                  <c:v>1956.20149901</c:v>
                </c:pt>
                <c:pt idx="2814">
                  <c:v>1904.64596583</c:v>
                </c:pt>
                <c:pt idx="2815">
                  <c:v>1910.21599417</c:v>
                </c:pt>
                <c:pt idx="2816">
                  <c:v>1982.44780623</c:v>
                </c:pt>
                <c:pt idx="2817">
                  <c:v>1988.80545203</c:v>
                </c:pt>
                <c:pt idx="2818">
                  <c:v>2078.38441849</c:v>
                </c:pt>
                <c:pt idx="2819">
                  <c:v>2046.49157389</c:v>
                </c:pt>
                <c:pt idx="2820">
                  <c:v>2072.46229262</c:v>
                </c:pt>
                <c:pt idx="2821">
                  <c:v>2128.94438009</c:v>
                </c:pt>
                <c:pt idx="2822">
                  <c:v>2063.33260317</c:v>
                </c:pt>
                <c:pt idx="2823">
                  <c:v>2101.3076045</c:v>
                </c:pt>
                <c:pt idx="2824">
                  <c:v>2120.53513213</c:v>
                </c:pt>
                <c:pt idx="2825">
                  <c:v>2101.32132022</c:v>
                </c:pt>
                <c:pt idx="2826">
                  <c:v>2084.32508389</c:v>
                </c:pt>
                <c:pt idx="2827">
                  <c:v>2155.94176909</c:v>
                </c:pt>
                <c:pt idx="2828">
                  <c:v>2190.16200667</c:v>
                </c:pt>
                <c:pt idx="2829">
                  <c:v>2260.29207602</c:v>
                </c:pt>
                <c:pt idx="2830">
                  <c:v>2256.66606738</c:v>
                </c:pt>
                <c:pt idx="2831">
                  <c:v>2234.44262036</c:v>
                </c:pt>
                <c:pt idx="2832">
                  <c:v>2193.58783419</c:v>
                </c:pt>
                <c:pt idx="2833">
                  <c:v>2218.90584502</c:v>
                </c:pt>
                <c:pt idx="2834">
                  <c:v>2219.32472365</c:v>
                </c:pt>
                <c:pt idx="2835">
                  <c:v>2197.55710638</c:v>
                </c:pt>
                <c:pt idx="2836">
                  <c:v>2159.4961188</c:v>
                </c:pt>
                <c:pt idx="2837">
                  <c:v>2238.1286252</c:v>
                </c:pt>
                <c:pt idx="2838">
                  <c:v>2228.4447737</c:v>
                </c:pt>
                <c:pt idx="2839">
                  <c:v>2234.0651528</c:v>
                </c:pt>
                <c:pt idx="2840">
                  <c:v>2235.2759054</c:v>
                </c:pt>
                <c:pt idx="2841">
                  <c:v>2230.29447047</c:v>
                </c:pt>
                <c:pt idx="2842">
                  <c:v>2193.76951651</c:v>
                </c:pt>
                <c:pt idx="2843">
                  <c:v>2194.34086235</c:v>
                </c:pt>
                <c:pt idx="2844">
                  <c:v>2188.4620986</c:v>
                </c:pt>
                <c:pt idx="2845">
                  <c:v>2101.49264331</c:v>
                </c:pt>
                <c:pt idx="2846">
                  <c:v>2108.62490349</c:v>
                </c:pt>
                <c:pt idx="2847">
                  <c:v>2217.4591366</c:v>
                </c:pt>
                <c:pt idx="2848">
                  <c:v>2253.68294252</c:v>
                </c:pt>
                <c:pt idx="2849">
                  <c:v>2250.53432856</c:v>
                </c:pt>
                <c:pt idx="2850">
                  <c:v>2195.74343346</c:v>
                </c:pt>
                <c:pt idx="2851">
                  <c:v>2162.04998815</c:v>
                </c:pt>
                <c:pt idx="2852">
                  <c:v>2139.48914675</c:v>
                </c:pt>
                <c:pt idx="2853">
                  <c:v>2232.12491387</c:v>
                </c:pt>
                <c:pt idx="2854">
                  <c:v>2238.56431056</c:v>
                </c:pt>
                <c:pt idx="2855">
                  <c:v>2208.97733566</c:v>
                </c:pt>
                <c:pt idx="2856">
                  <c:v>2250.38373728</c:v>
                </c:pt>
                <c:pt idx="2857">
                  <c:v>2258.04622635</c:v>
                </c:pt>
                <c:pt idx="2858">
                  <c:v>2245.40069268</c:v>
                </c:pt>
                <c:pt idx="2859">
                  <c:v>2268.35110611</c:v>
                </c:pt>
                <c:pt idx="2860">
                  <c:v>2260.98220772</c:v>
                </c:pt>
                <c:pt idx="2861">
                  <c:v>2323.58452792</c:v>
                </c:pt>
                <c:pt idx="2862">
                  <c:v>2406.05666073</c:v>
                </c:pt>
                <c:pt idx="2863">
                  <c:v>2396.3786096</c:v>
                </c:pt>
                <c:pt idx="2864">
                  <c:v>2412.32116018</c:v>
                </c:pt>
                <c:pt idx="2865">
                  <c:v>2352.63363861</c:v>
                </c:pt>
                <c:pt idx="2866">
                  <c:v>2320.36197902</c:v>
                </c:pt>
                <c:pt idx="2867">
                  <c:v>2421.99362785</c:v>
                </c:pt>
                <c:pt idx="2868">
                  <c:v>2549.70552935</c:v>
                </c:pt>
                <c:pt idx="2869">
                  <c:v>2569.97137575</c:v>
                </c:pt>
                <c:pt idx="2870">
                  <c:v>2528.26936958</c:v>
                </c:pt>
                <c:pt idx="2871">
                  <c:v>2591.62764087</c:v>
                </c:pt>
                <c:pt idx="2872">
                  <c:v>2646.93253922</c:v>
                </c:pt>
                <c:pt idx="2873">
                  <c:v>2643.71351207</c:v>
                </c:pt>
                <c:pt idx="2874">
                  <c:v>2644.95195019</c:v>
                </c:pt>
                <c:pt idx="2875">
                  <c:v>2575.76828704</c:v>
                </c:pt>
                <c:pt idx="2876">
                  <c:v>2629.22794073</c:v>
                </c:pt>
                <c:pt idx="2877">
                  <c:v>2645.56202851</c:v>
                </c:pt>
                <c:pt idx="2878">
                  <c:v>2732.26094381</c:v>
                </c:pt>
                <c:pt idx="2879">
                  <c:v>2776.07960592</c:v>
                </c:pt>
                <c:pt idx="2880">
                  <c:v>2809.98587692</c:v>
                </c:pt>
                <c:pt idx="2881">
                  <c:v>2884.82687722</c:v>
                </c:pt>
                <c:pt idx="2882">
                  <c:v>2849.97833658</c:v>
                </c:pt>
                <c:pt idx="2883">
                  <c:v>2830.95733882</c:v>
                </c:pt>
                <c:pt idx="2884">
                  <c:v>2757.01359009</c:v>
                </c:pt>
                <c:pt idx="2885">
                  <c:v>2808.26486951</c:v>
                </c:pt>
                <c:pt idx="2886">
                  <c:v>2746.07724569</c:v>
                </c:pt>
                <c:pt idx="2887">
                  <c:v>2684.74281214</c:v>
                </c:pt>
                <c:pt idx="2888">
                  <c:v>2774.02920549</c:v>
                </c:pt>
                <c:pt idx="2889">
                  <c:v>2782.03237651</c:v>
                </c:pt>
                <c:pt idx="2890">
                  <c:v>2777.66874017</c:v>
                </c:pt>
                <c:pt idx="2891">
                  <c:v>2863.48873156</c:v>
                </c:pt>
                <c:pt idx="2892">
                  <c:v>2881.88125778</c:v>
                </c:pt>
                <c:pt idx="2893">
                  <c:v>2875.57542894</c:v>
                </c:pt>
                <c:pt idx="2894">
                  <c:v>2822.47619129</c:v>
                </c:pt>
                <c:pt idx="2895">
                  <c:v>2803.25009675</c:v>
                </c:pt>
                <c:pt idx="2896">
                  <c:v>2813.50057057</c:v>
                </c:pt>
                <c:pt idx="2897">
                  <c:v>2850.63267896</c:v>
                </c:pt>
                <c:pt idx="2898">
                  <c:v>2916.93928812</c:v>
                </c:pt>
                <c:pt idx="2899">
                  <c:v>3009.85492463</c:v>
                </c:pt>
                <c:pt idx="2900">
                  <c:v>3001.8677212</c:v>
                </c:pt>
                <c:pt idx="2901">
                  <c:v>3049.97647347</c:v>
                </c:pt>
                <c:pt idx="2902">
                  <c:v>3104.52723351</c:v>
                </c:pt>
                <c:pt idx="2903">
                  <c:v>3115.88772971</c:v>
                </c:pt>
                <c:pt idx="2904">
                  <c:v>2984.47793131</c:v>
                </c:pt>
                <c:pt idx="2905">
                  <c:v>2971.2418064</c:v>
                </c:pt>
                <c:pt idx="2906">
                  <c:v>2985.30636059</c:v>
                </c:pt>
                <c:pt idx="2907">
                  <c:v>3020.06983061</c:v>
                </c:pt>
                <c:pt idx="2908">
                  <c:v>3003.42789658</c:v>
                </c:pt>
                <c:pt idx="2909">
                  <c:v>2983.03728382</c:v>
                </c:pt>
                <c:pt idx="2910">
                  <c:v>3087.63887148</c:v>
                </c:pt>
                <c:pt idx="2911">
                  <c:v>3091.88246471</c:v>
                </c:pt>
                <c:pt idx="2912">
                  <c:v>3071.73598279</c:v>
                </c:pt>
                <c:pt idx="2913">
                  <c:v>2938.4885154</c:v>
                </c:pt>
                <c:pt idx="2914">
                  <c:v>2924.88549372</c:v>
                </c:pt>
                <c:pt idx="2915">
                  <c:v>2896.21536049</c:v>
                </c:pt>
                <c:pt idx="2916">
                  <c:v>2948.63219764</c:v>
                </c:pt>
                <c:pt idx="2917">
                  <c:v>2899.9542781</c:v>
                </c:pt>
                <c:pt idx="2918">
                  <c:v>2840.69223102</c:v>
                </c:pt>
                <c:pt idx="2919">
                  <c:v>2848.23403727</c:v>
                </c:pt>
                <c:pt idx="2920">
                  <c:v>2818.86444798</c:v>
                </c:pt>
                <c:pt idx="2921">
                  <c:v>2870.19963383</c:v>
                </c:pt>
                <c:pt idx="2922">
                  <c:v>2805.01224386</c:v>
                </c:pt>
                <c:pt idx="2923">
                  <c:v>2746.82492628</c:v>
                </c:pt>
                <c:pt idx="2924">
                  <c:v>2696.14672827</c:v>
                </c:pt>
                <c:pt idx="2925">
                  <c:v>2692.11380461</c:v>
                </c:pt>
                <c:pt idx="2926">
                  <c:v>2763.61158658</c:v>
                </c:pt>
                <c:pt idx="2927">
                  <c:v>2747.50814857</c:v>
                </c:pt>
                <c:pt idx="2928">
                  <c:v>2831.00142084</c:v>
                </c:pt>
                <c:pt idx="2929">
                  <c:v>2714.29834412</c:v>
                </c:pt>
                <c:pt idx="2930">
                  <c:v>2755.75671395</c:v>
                </c:pt>
                <c:pt idx="2931">
                  <c:v>2797.45242961</c:v>
                </c:pt>
                <c:pt idx="2932">
                  <c:v>2910.53769114</c:v>
                </c:pt>
                <c:pt idx="2933">
                  <c:v>2940.9440362</c:v>
                </c:pt>
                <c:pt idx="2934">
                  <c:v>2955.54345165</c:v>
                </c:pt>
                <c:pt idx="2935">
                  <c:v>2951.56514599</c:v>
                </c:pt>
                <c:pt idx="2936">
                  <c:v>2945.73557366</c:v>
                </c:pt>
                <c:pt idx="2937">
                  <c:v>2889.66473079</c:v>
                </c:pt>
                <c:pt idx="2938">
                  <c:v>2851.18647815</c:v>
                </c:pt>
                <c:pt idx="2939">
                  <c:v>2860.79701086</c:v>
                </c:pt>
                <c:pt idx="2940">
                  <c:v>2920.32384723</c:v>
                </c:pt>
                <c:pt idx="2941">
                  <c:v>2863.89514704</c:v>
                </c:pt>
                <c:pt idx="2942">
                  <c:v>2877.32467009</c:v>
                </c:pt>
                <c:pt idx="2943">
                  <c:v>2930.0160637</c:v>
                </c:pt>
                <c:pt idx="2944">
                  <c:v>2828.75853056</c:v>
                </c:pt>
                <c:pt idx="2945">
                  <c:v>2832.36879389</c:v>
                </c:pt>
                <c:pt idx="2946">
                  <c:v>2819.31427873</c:v>
                </c:pt>
                <c:pt idx="2947">
                  <c:v>2742.70763067</c:v>
                </c:pt>
                <c:pt idx="2948">
                  <c:v>2635.60682979</c:v>
                </c:pt>
                <c:pt idx="2949">
                  <c:v>2634.63447878</c:v>
                </c:pt>
                <c:pt idx="2950">
                  <c:v>2657.41639868</c:v>
                </c:pt>
                <c:pt idx="2951">
                  <c:v>2576.1996375</c:v>
                </c:pt>
                <c:pt idx="2952">
                  <c:v>2585.18341591</c:v>
                </c:pt>
                <c:pt idx="2953">
                  <c:v>2626.38541843</c:v>
                </c:pt>
                <c:pt idx="2954">
                  <c:v>2625.75864436</c:v>
                </c:pt>
                <c:pt idx="2955">
                  <c:v>2652.04733772</c:v>
                </c:pt>
                <c:pt idx="2956">
                  <c:v>2556.35419802</c:v>
                </c:pt>
                <c:pt idx="2957">
                  <c:v>2617.88888579</c:v>
                </c:pt>
                <c:pt idx="2958">
                  <c:v>2597.68146075</c:v>
                </c:pt>
                <c:pt idx="2959">
                  <c:v>2682.12667377</c:v>
                </c:pt>
                <c:pt idx="2960">
                  <c:v>2717.7625502</c:v>
                </c:pt>
                <c:pt idx="2961">
                  <c:v>2750.10357343</c:v>
                </c:pt>
                <c:pt idx="2962">
                  <c:v>2787.54266967</c:v>
                </c:pt>
                <c:pt idx="2963">
                  <c:v>2761.57748905</c:v>
                </c:pt>
                <c:pt idx="2964">
                  <c:v>2695.17506864</c:v>
                </c:pt>
                <c:pt idx="2965">
                  <c:v>2762.69461822</c:v>
                </c:pt>
                <c:pt idx="2966">
                  <c:v>2750.78450469</c:v>
                </c:pt>
                <c:pt idx="2967">
                  <c:v>2667.86054757</c:v>
                </c:pt>
                <c:pt idx="2968">
                  <c:v>2615.42925219</c:v>
                </c:pt>
                <c:pt idx="2969">
                  <c:v>2534.75566506</c:v>
                </c:pt>
                <c:pt idx="2970">
                  <c:v>2539.6818226</c:v>
                </c:pt>
                <c:pt idx="2971">
                  <c:v>2590.01368322</c:v>
                </c:pt>
                <c:pt idx="2972">
                  <c:v>2465.82742423</c:v>
                </c:pt>
                <c:pt idx="2973">
                  <c:v>2377.05403061</c:v>
                </c:pt>
                <c:pt idx="2974">
                  <c:v>2376.90146233</c:v>
                </c:pt>
                <c:pt idx="2975">
                  <c:v>2432.9090485</c:v>
                </c:pt>
                <c:pt idx="2976">
                  <c:v>2459.008053</c:v>
                </c:pt>
                <c:pt idx="2977">
                  <c:v>2534.0513556</c:v>
                </c:pt>
                <c:pt idx="2978">
                  <c:v>2637.37706381</c:v>
                </c:pt>
                <c:pt idx="2979">
                  <c:v>2702.46285394</c:v>
                </c:pt>
                <c:pt idx="2980">
                  <c:v>2716.81808243</c:v>
                </c:pt>
                <c:pt idx="2981">
                  <c:v>2760.44447182</c:v>
                </c:pt>
                <c:pt idx="2982">
                  <c:v>2761.59854347</c:v>
                </c:pt>
                <c:pt idx="2983">
                  <c:v>2708.67878257</c:v>
                </c:pt>
                <c:pt idx="2984">
                  <c:v>2831.12011179</c:v>
                </c:pt>
                <c:pt idx="2985">
                  <c:v>2812.27140195</c:v>
                </c:pt>
                <c:pt idx="2986">
                  <c:v>2947.06298037</c:v>
                </c:pt>
                <c:pt idx="2987">
                  <c:v>2960.38831046</c:v>
                </c:pt>
                <c:pt idx="2988">
                  <c:v>2954.99793365</c:v>
                </c:pt>
                <c:pt idx="2989">
                  <c:v>2961.82418266</c:v>
                </c:pt>
                <c:pt idx="2990">
                  <c:v>3034.95658972</c:v>
                </c:pt>
                <c:pt idx="2991">
                  <c:v>2996.40285934</c:v>
                </c:pt>
                <c:pt idx="2992">
                  <c:v>3022.31928664</c:v>
                </c:pt>
                <c:pt idx="2993">
                  <c:v>3016.63143776</c:v>
                </c:pt>
                <c:pt idx="2994">
                  <c:v>3005.54266674</c:v>
                </c:pt>
                <c:pt idx="2995">
                  <c:v>3022.46798526</c:v>
                </c:pt>
                <c:pt idx="2996">
                  <c:v>3019.72384884</c:v>
                </c:pt>
                <c:pt idx="2997">
                  <c:v>3011.1380186</c:v>
                </c:pt>
                <c:pt idx="2998">
                  <c:v>3038.97576781</c:v>
                </c:pt>
                <c:pt idx="2999">
                  <c:v>2991.85555017</c:v>
                </c:pt>
                <c:pt idx="3000">
                  <c:v>2997.48990802</c:v>
                </c:pt>
                <c:pt idx="3001">
                  <c:v>2963.43329398</c:v>
                </c:pt>
                <c:pt idx="3002">
                  <c:v>3041.33833355</c:v>
                </c:pt>
                <c:pt idx="3003">
                  <c:v>3065.1999682</c:v>
                </c:pt>
                <c:pt idx="3004">
                  <c:v>3123.94143225</c:v>
                </c:pt>
                <c:pt idx="3005">
                  <c:v>3170.36784748</c:v>
                </c:pt>
                <c:pt idx="3006">
                  <c:v>3259.10514994</c:v>
                </c:pt>
                <c:pt idx="3007">
                  <c:v>3276.28524672</c:v>
                </c:pt>
                <c:pt idx="3008">
                  <c:v>3296.16458151</c:v>
                </c:pt>
                <c:pt idx="3009">
                  <c:v>3340.30088705</c:v>
                </c:pt>
                <c:pt idx="3010">
                  <c:v>3378.26661843</c:v>
                </c:pt>
                <c:pt idx="3011">
                  <c:v>3265.68713342</c:v>
                </c:pt>
                <c:pt idx="3012">
                  <c:v>3341.74386066</c:v>
                </c:pt>
                <c:pt idx="3013">
                  <c:v>3357.74522023</c:v>
                </c:pt>
                <c:pt idx="3014">
                  <c:v>3402.04578094</c:v>
                </c:pt>
                <c:pt idx="3015">
                  <c:v>3414.23122017</c:v>
                </c:pt>
                <c:pt idx="3016">
                  <c:v>3409.52058484</c:v>
                </c:pt>
                <c:pt idx="3017">
                  <c:v>3376.93600089</c:v>
                </c:pt>
                <c:pt idx="3018">
                  <c:v>3279.86007667</c:v>
                </c:pt>
                <c:pt idx="3019">
                  <c:v>3208.68068091</c:v>
                </c:pt>
                <c:pt idx="3020">
                  <c:v>3175.24815336</c:v>
                </c:pt>
                <c:pt idx="3021">
                  <c:v>3186.47573652</c:v>
                </c:pt>
                <c:pt idx="3022">
                  <c:v>3307.4345585</c:v>
                </c:pt>
                <c:pt idx="3023">
                  <c:v>3313.50516234</c:v>
                </c:pt>
                <c:pt idx="3024">
                  <c:v>3352.48297812</c:v>
                </c:pt>
                <c:pt idx="3025">
                  <c:v>3356.99293711</c:v>
                </c:pt>
                <c:pt idx="3026">
                  <c:v>3363.03861828</c:v>
                </c:pt>
                <c:pt idx="3027">
                  <c:v>3352.23238649</c:v>
                </c:pt>
                <c:pt idx="3028">
                  <c:v>3308.7900959</c:v>
                </c:pt>
                <c:pt idx="3029">
                  <c:v>3403.17172349</c:v>
                </c:pt>
                <c:pt idx="3030">
                  <c:v>3540.24416753</c:v>
                </c:pt>
                <c:pt idx="3031">
                  <c:v>3554.88442732</c:v>
                </c:pt>
                <c:pt idx="3032">
                  <c:v>3581.80429293</c:v>
                </c:pt>
                <c:pt idx="3033">
                  <c:v>3609.77531986</c:v>
                </c:pt>
                <c:pt idx="3034">
                  <c:v>3627.77875046</c:v>
                </c:pt>
                <c:pt idx="3035">
                  <c:v>3584.39930451</c:v>
                </c:pt>
                <c:pt idx="3036">
                  <c:v>3656.35019888</c:v>
                </c:pt>
                <c:pt idx="3037">
                  <c:v>3607.34302451</c:v>
                </c:pt>
                <c:pt idx="3038">
                  <c:v>3456.56895591</c:v>
                </c:pt>
                <c:pt idx="3039">
                  <c:v>3546.00618897</c:v>
                </c:pt>
                <c:pt idx="3040">
                  <c:v>3652.24447697</c:v>
                </c:pt>
                <c:pt idx="3041">
                  <c:v>3629.50899961</c:v>
                </c:pt>
                <c:pt idx="3042">
                  <c:v>3623.43613764</c:v>
                </c:pt>
                <c:pt idx="3043">
                  <c:v>3691.6263711</c:v>
                </c:pt>
                <c:pt idx="3044">
                  <c:v>3704.67798461</c:v>
                </c:pt>
                <c:pt idx="3045">
                  <c:v>3766.67569689</c:v>
                </c:pt>
                <c:pt idx="3046">
                  <c:v>3747.60825481</c:v>
                </c:pt>
                <c:pt idx="3047">
                  <c:v>3615.78759351</c:v>
                </c:pt>
                <c:pt idx="3048">
                  <c:v>3691.58562548</c:v>
                </c:pt>
                <c:pt idx="3049">
                  <c:v>3726.54763162</c:v>
                </c:pt>
                <c:pt idx="3050">
                  <c:v>3658.51352986</c:v>
                </c:pt>
                <c:pt idx="3051">
                  <c:v>3606.40367207</c:v>
                </c:pt>
                <c:pt idx="3052">
                  <c:v>3584.7810695</c:v>
                </c:pt>
                <c:pt idx="3053">
                  <c:v>3781.36422928</c:v>
                </c:pt>
                <c:pt idx="3054">
                  <c:v>3761.54811207</c:v>
                </c:pt>
                <c:pt idx="3055">
                  <c:v>3750.69336396</c:v>
                </c:pt>
                <c:pt idx="3056">
                  <c:v>3766.42729052</c:v>
                </c:pt>
                <c:pt idx="3057">
                  <c:v>3726.53127017</c:v>
                </c:pt>
                <c:pt idx="3058">
                  <c:v>3785.83701524</c:v>
                </c:pt>
                <c:pt idx="3059">
                  <c:v>3903.00504505</c:v>
                </c:pt>
                <c:pt idx="3060">
                  <c:v>3879.9753388</c:v>
                </c:pt>
                <c:pt idx="3061">
                  <c:v>3750.67360113</c:v>
                </c:pt>
                <c:pt idx="3062">
                  <c:v>3796.30429241</c:v>
                </c:pt>
                <c:pt idx="3063">
                  <c:v>3903.31825811</c:v>
                </c:pt>
                <c:pt idx="3064">
                  <c:v>3794.7060131</c:v>
                </c:pt>
                <c:pt idx="3065">
                  <c:v>3777.72535978</c:v>
                </c:pt>
                <c:pt idx="3066">
                  <c:v>3874.00972429</c:v>
                </c:pt>
                <c:pt idx="3067">
                  <c:v>3825.38158712</c:v>
                </c:pt>
                <c:pt idx="3068">
                  <c:v>3798.61478563</c:v>
                </c:pt>
                <c:pt idx="3069">
                  <c:v>3711.97607039</c:v>
                </c:pt>
                <c:pt idx="3070">
                  <c:v>3775.64207546</c:v>
                </c:pt>
                <c:pt idx="3071">
                  <c:v>3797.84377499</c:v>
                </c:pt>
                <c:pt idx="3072">
                  <c:v>3892.31131502</c:v>
                </c:pt>
                <c:pt idx="3073">
                  <c:v>3934.77867871</c:v>
                </c:pt>
                <c:pt idx="3074">
                  <c:v>3929.75561434</c:v>
                </c:pt>
                <c:pt idx="3075">
                  <c:v>3906.3294263</c:v>
                </c:pt>
                <c:pt idx="3076">
                  <c:v>3874.06599339</c:v>
                </c:pt>
                <c:pt idx="3077">
                  <c:v>3921.547669</c:v>
                </c:pt>
                <c:pt idx="3078">
                  <c:v>3915.07910979</c:v>
                </c:pt>
                <c:pt idx="3079">
                  <c:v>3919.2263992</c:v>
                </c:pt>
                <c:pt idx="3080">
                  <c:v>3848.1859325</c:v>
                </c:pt>
                <c:pt idx="3081">
                  <c:v>3859.45919792</c:v>
                </c:pt>
                <c:pt idx="3082">
                  <c:v>3735.23251205</c:v>
                </c:pt>
                <c:pt idx="3083">
                  <c:v>3818.1555798</c:v>
                </c:pt>
                <c:pt idx="3084">
                  <c:v>3821.4351483</c:v>
                </c:pt>
                <c:pt idx="3085">
                  <c:v>3853.77605441</c:v>
                </c:pt>
                <c:pt idx="3086">
                  <c:v>3765.63466231</c:v>
                </c:pt>
                <c:pt idx="3087">
                  <c:v>3866.88197207</c:v>
                </c:pt>
                <c:pt idx="3088">
                  <c:v>3731.83976608</c:v>
                </c:pt>
                <c:pt idx="3089">
                  <c:v>3612.21708745</c:v>
                </c:pt>
                <c:pt idx="3090">
                  <c:v>3603.01058614</c:v>
                </c:pt>
                <c:pt idx="3091">
                  <c:v>3522.07808751</c:v>
                </c:pt>
                <c:pt idx="3092">
                  <c:v>3485.63275658</c:v>
                </c:pt>
                <c:pt idx="3093">
                  <c:v>3377.92310594</c:v>
                </c:pt>
                <c:pt idx="3094">
                  <c:v>3444.1335386</c:v>
                </c:pt>
                <c:pt idx="3095">
                  <c:v>3540.67945552</c:v>
                </c:pt>
                <c:pt idx="3096">
                  <c:v>3567.46324032</c:v>
                </c:pt>
                <c:pt idx="3097">
                  <c:v>3523.66331633</c:v>
                </c:pt>
                <c:pt idx="3098">
                  <c:v>3614.35082794</c:v>
                </c:pt>
                <c:pt idx="3099">
                  <c:v>3648.01436279</c:v>
                </c:pt>
                <c:pt idx="3100">
                  <c:v>3508.33708165</c:v>
                </c:pt>
                <c:pt idx="3101">
                  <c:v>3462.74455758</c:v>
                </c:pt>
                <c:pt idx="3102">
                  <c:v>3546.49077451</c:v>
                </c:pt>
                <c:pt idx="3103">
                  <c:v>3687.53688146</c:v>
                </c:pt>
                <c:pt idx="3104">
                  <c:v>3765.30600383</c:v>
                </c:pt>
                <c:pt idx="3105">
                  <c:v>3767.46783116</c:v>
                </c:pt>
                <c:pt idx="3106">
                  <c:v>3767.72298479</c:v>
                </c:pt>
                <c:pt idx="3107">
                  <c:v>3792.31711116</c:v>
                </c:pt>
                <c:pt idx="3108">
                  <c:v>3810.94377192</c:v>
                </c:pt>
                <c:pt idx="3109">
                  <c:v>3831.32995905</c:v>
                </c:pt>
                <c:pt idx="3110">
                  <c:v>3878.36281086</c:v>
                </c:pt>
                <c:pt idx="3111">
                  <c:v>3999.38286579</c:v>
                </c:pt>
                <c:pt idx="3112">
                  <c:v>3980.9787088</c:v>
                </c:pt>
                <c:pt idx="3113">
                  <c:v>3976.78314919</c:v>
                </c:pt>
                <c:pt idx="3114">
                  <c:v>4021.9168549</c:v>
                </c:pt>
                <c:pt idx="3115">
                  <c:v>4031.23952166</c:v>
                </c:pt>
                <c:pt idx="3116">
                  <c:v>4024.94501889</c:v>
                </c:pt>
                <c:pt idx="3117">
                  <c:v>3964.31439349</c:v>
                </c:pt>
                <c:pt idx="3118">
                  <c:v>4038.14229559</c:v>
                </c:pt>
                <c:pt idx="3119">
                  <c:v>4054.83804</c:v>
                </c:pt>
                <c:pt idx="3120">
                  <c:v>3980.90044146</c:v>
                </c:pt>
                <c:pt idx="3121">
                  <c:v>3910.3075351</c:v>
                </c:pt>
                <c:pt idx="3122">
                  <c:v>3933.07169545</c:v>
                </c:pt>
                <c:pt idx="3123">
                  <c:v>3949.370143</c:v>
                </c:pt>
                <c:pt idx="3124">
                  <c:v>3967.81951423</c:v>
                </c:pt>
                <c:pt idx="3125">
                  <c:v>4111.34523583</c:v>
                </c:pt>
                <c:pt idx="3126">
                  <c:v>4106.92837292</c:v>
                </c:pt>
                <c:pt idx="3127">
                  <c:v>4093.7042264</c:v>
                </c:pt>
                <c:pt idx="3128">
                  <c:v>4117.92807057</c:v>
                </c:pt>
                <c:pt idx="3129">
                  <c:v>4165.01844239</c:v>
                </c:pt>
                <c:pt idx="3130">
                  <c:v>4266.27544635</c:v>
                </c:pt>
                <c:pt idx="3131">
                  <c:v>4302.76987788</c:v>
                </c:pt>
                <c:pt idx="3132">
                  <c:v>4336.08861914</c:v>
                </c:pt>
                <c:pt idx="3133">
                  <c:v>4447.36494569</c:v>
                </c:pt>
                <c:pt idx="3134">
                  <c:v>4455.73866472</c:v>
                </c:pt>
                <c:pt idx="3135">
                  <c:v>4396.29064847</c:v>
                </c:pt>
                <c:pt idx="3136">
                  <c:v>4371.60495002</c:v>
                </c:pt>
                <c:pt idx="3137">
                  <c:v>4299.04977474</c:v>
                </c:pt>
                <c:pt idx="3138">
                  <c:v>4376.39791407</c:v>
                </c:pt>
                <c:pt idx="3139">
                  <c:v>4387.18405915</c:v>
                </c:pt>
                <c:pt idx="3140">
                  <c:v>4404.26194547</c:v>
                </c:pt>
                <c:pt idx="3141">
                  <c:v>4369.81117427</c:v>
                </c:pt>
                <c:pt idx="3142">
                  <c:v>4407.70785148</c:v>
                </c:pt>
                <c:pt idx="3143">
                  <c:v>4489.69842428</c:v>
                </c:pt>
                <c:pt idx="3144">
                  <c:v>4550.52867695</c:v>
                </c:pt>
                <c:pt idx="3145">
                  <c:v>4631.49013781</c:v>
                </c:pt>
                <c:pt idx="3146">
                  <c:v>4652.11927303</c:v>
                </c:pt>
                <c:pt idx="3147">
                  <c:v>4658.92078323</c:v>
                </c:pt>
                <c:pt idx="3148">
                  <c:v>4767.17666787</c:v>
                </c:pt>
                <c:pt idx="3149">
                  <c:v>4592.10398355</c:v>
                </c:pt>
                <c:pt idx="3150">
                  <c:v>4656.25200135</c:v>
                </c:pt>
                <c:pt idx="3151">
                  <c:v>4684.00721224</c:v>
                </c:pt>
                <c:pt idx="3152">
                  <c:v>4716.40882428</c:v>
                </c:pt>
                <c:pt idx="3153">
                  <c:v>4488.49544263</c:v>
                </c:pt>
                <c:pt idx="3154">
                  <c:v>4433.19751892</c:v>
                </c:pt>
                <c:pt idx="3155">
                  <c:v>4352.01330413</c:v>
                </c:pt>
                <c:pt idx="3156">
                  <c:v>4462.88794803</c:v>
                </c:pt>
                <c:pt idx="3157">
                  <c:v>4418.74621548</c:v>
                </c:pt>
                <c:pt idx="3158">
                  <c:v>4144.91324344</c:v>
                </c:pt>
                <c:pt idx="3159">
                  <c:v>4078.99481998</c:v>
                </c:pt>
                <c:pt idx="3160">
                  <c:v>4172.17619879</c:v>
                </c:pt>
                <c:pt idx="3161">
                  <c:v>4178.28450791</c:v>
                </c:pt>
                <c:pt idx="3162">
                  <c:v>4098.96394215</c:v>
                </c:pt>
                <c:pt idx="3163">
                  <c:v>4287.48707487</c:v>
                </c:pt>
                <c:pt idx="3164">
                  <c:v>4094.83446318</c:v>
                </c:pt>
                <c:pt idx="3165">
                  <c:v>3921.15503101</c:v>
                </c:pt>
                <c:pt idx="3166">
                  <c:v>3709.7973224</c:v>
                </c:pt>
                <c:pt idx="3167">
                  <c:v>3763.20745901</c:v>
                </c:pt>
                <c:pt idx="3168">
                  <c:v>3693.61570154</c:v>
                </c:pt>
                <c:pt idx="3169">
                  <c:v>3884.63620515</c:v>
                </c:pt>
                <c:pt idx="3170">
                  <c:v>3908.98652245</c:v>
                </c:pt>
                <c:pt idx="3171">
                  <c:v>3912.45890836</c:v>
                </c:pt>
                <c:pt idx="3172">
                  <c:v>4073.34666477</c:v>
                </c:pt>
                <c:pt idx="3173">
                  <c:v>4079.4080283</c:v>
                </c:pt>
                <c:pt idx="3174">
                  <c:v>4255.84997279</c:v>
                </c:pt>
                <c:pt idx="3175">
                  <c:v>4270.92204439</c:v>
                </c:pt>
                <c:pt idx="3176">
                  <c:v>4369.10363603</c:v>
                </c:pt>
                <c:pt idx="3177">
                  <c:v>4349.35251403</c:v>
                </c:pt>
                <c:pt idx="3178">
                  <c:v>4389.52373546</c:v>
                </c:pt>
                <c:pt idx="3179">
                  <c:v>4271.98640744</c:v>
                </c:pt>
                <c:pt idx="3180">
                  <c:v>4371.12258201</c:v>
                </c:pt>
                <c:pt idx="3181">
                  <c:v>4306.5429755</c:v>
                </c:pt>
                <c:pt idx="3182">
                  <c:v>4321.84143621</c:v>
                </c:pt>
                <c:pt idx="3183">
                  <c:v>4246.5149718</c:v>
                </c:pt>
                <c:pt idx="3184">
                  <c:v>4244.16382349</c:v>
                </c:pt>
                <c:pt idx="3185">
                  <c:v>4334.12787545</c:v>
                </c:pt>
                <c:pt idx="3186">
                  <c:v>4112.07766014</c:v>
                </c:pt>
                <c:pt idx="3187">
                  <c:v>4087.10266472</c:v>
                </c:pt>
                <c:pt idx="3188">
                  <c:v>4075.84530715</c:v>
                </c:pt>
                <c:pt idx="3189">
                  <c:v>3883.78438855</c:v>
                </c:pt>
                <c:pt idx="3190">
                  <c:v>3980.6829339</c:v>
                </c:pt>
                <c:pt idx="3191">
                  <c:v>4037.8277017</c:v>
                </c:pt>
                <c:pt idx="3192">
                  <c:v>4161.20570353</c:v>
                </c:pt>
                <c:pt idx="3193">
                  <c:v>4229.75748285</c:v>
                </c:pt>
                <c:pt idx="3194">
                  <c:v>4276.99749539</c:v>
                </c:pt>
                <c:pt idx="3195">
                  <c:v>4263.8082301</c:v>
                </c:pt>
                <c:pt idx="3196">
                  <c:v>4263.81983426</c:v>
                </c:pt>
                <c:pt idx="3197">
                  <c:v>4234.5915461</c:v>
                </c:pt>
                <c:pt idx="3198">
                  <c:v>4424.66951182</c:v>
                </c:pt>
                <c:pt idx="3199">
                  <c:v>4399.94733382</c:v>
                </c:pt>
                <c:pt idx="3200">
                  <c:v>4428.49953591</c:v>
                </c:pt>
                <c:pt idx="3201">
                  <c:v>4466.42500782</c:v>
                </c:pt>
                <c:pt idx="3202">
                  <c:v>4453.40017014</c:v>
                </c:pt>
                <c:pt idx="3203">
                  <c:v>4515.27558741</c:v>
                </c:pt>
                <c:pt idx="3204">
                  <c:v>4483.24469064</c:v>
                </c:pt>
                <c:pt idx="3205">
                  <c:v>4509.15536629</c:v>
                </c:pt>
                <c:pt idx="3206">
                  <c:v>4399.90346224</c:v>
                </c:pt>
                <c:pt idx="3207">
                  <c:v>4410.9405945</c:v>
                </c:pt>
                <c:pt idx="3208">
                  <c:v>4400.26288847</c:v>
                </c:pt>
                <c:pt idx="3209">
                  <c:v>4499.26990438</c:v>
                </c:pt>
                <c:pt idx="3210">
                  <c:v>4402.84283134</c:v>
                </c:pt>
                <c:pt idx="3211">
                  <c:v>4513.27900162</c:v>
                </c:pt>
                <c:pt idx="3212">
                  <c:v>4595.76281236</c:v>
                </c:pt>
                <c:pt idx="3213">
                  <c:v>4578.99498218</c:v>
                </c:pt>
                <c:pt idx="3214">
                  <c:v>4607.3546364</c:v>
                </c:pt>
                <c:pt idx="3215">
                  <c:v>4688.25411999</c:v>
                </c:pt>
                <c:pt idx="3216">
                  <c:v>4566.45459817</c:v>
                </c:pt>
                <c:pt idx="3217">
                  <c:v>4579.59724927</c:v>
                </c:pt>
                <c:pt idx="3218">
                  <c:v>4588.49549472</c:v>
                </c:pt>
                <c:pt idx="3219">
                  <c:v>4637.31330842</c:v>
                </c:pt>
                <c:pt idx="3220">
                  <c:v>4631.06113072</c:v>
                </c:pt>
                <c:pt idx="3221">
                  <c:v>4630.40846667</c:v>
                </c:pt>
                <c:pt idx="3222">
                  <c:v>4496.54376547</c:v>
                </c:pt>
                <c:pt idx="3223">
                  <c:v>4563.94097423</c:v>
                </c:pt>
                <c:pt idx="3224">
                  <c:v>4599.04435506</c:v>
                </c:pt>
                <c:pt idx="3225">
                  <c:v>4612.49746449</c:v>
                </c:pt>
                <c:pt idx="3226">
                  <c:v>4675.58553532</c:v>
                </c:pt>
                <c:pt idx="3227">
                  <c:v>4617.10171683</c:v>
                </c:pt>
                <c:pt idx="3228">
                  <c:v>4405.48711746</c:v>
                </c:pt>
                <c:pt idx="3229">
                  <c:v>4452.76157963</c:v>
                </c:pt>
                <c:pt idx="3230">
                  <c:v>4429.80325847</c:v>
                </c:pt>
                <c:pt idx="3231">
                  <c:v>4546.21834416</c:v>
                </c:pt>
                <c:pt idx="3232">
                  <c:v>4811.03476171</c:v>
                </c:pt>
                <c:pt idx="3233">
                  <c:v>4941.78275125</c:v>
                </c:pt>
                <c:pt idx="3234">
                  <c:v>4960.0908719</c:v>
                </c:pt>
                <c:pt idx="3235">
                  <c:v>4959.5121388</c:v>
                </c:pt>
                <c:pt idx="3236">
                  <c:v>4926.71613372</c:v>
                </c:pt>
                <c:pt idx="3237">
                  <c:v>4919.49457285</c:v>
                </c:pt>
                <c:pt idx="3238">
                  <c:v>4846.0918412</c:v>
                </c:pt>
                <c:pt idx="3239">
                  <c:v>4612.16007604</c:v>
                </c:pt>
                <c:pt idx="3240">
                  <c:v>4678.80060157</c:v>
                </c:pt>
                <c:pt idx="3241">
                  <c:v>4726.54517785</c:v>
                </c:pt>
                <c:pt idx="3242">
                  <c:v>4727.59242636</c:v>
                </c:pt>
                <c:pt idx="3243">
                  <c:v>4773.33258328</c:v>
                </c:pt>
                <c:pt idx="3244">
                  <c:v>4807.70759798</c:v>
                </c:pt>
                <c:pt idx="3245">
                  <c:v>4831.40950805</c:v>
                </c:pt>
                <c:pt idx="3246">
                  <c:v>4873.55866756</c:v>
                </c:pt>
                <c:pt idx="3247">
                  <c:v>4800.22977185</c:v>
                </c:pt>
                <c:pt idx="3248">
                  <c:v>4880.88969897</c:v>
                </c:pt>
                <c:pt idx="3249">
                  <c:v>4966.02198778</c:v>
                </c:pt>
                <c:pt idx="3250">
                  <c:v>4981.56425233</c:v>
                </c:pt>
                <c:pt idx="3251">
                  <c:v>5075.14671506</c:v>
                </c:pt>
                <c:pt idx="3252">
                  <c:v>5050.17288403</c:v>
                </c:pt>
                <c:pt idx="3253">
                  <c:v>5120.85405844</c:v>
                </c:pt>
                <c:pt idx="3254">
                  <c:v>5044.76081876</c:v>
                </c:pt>
                <c:pt idx="3255">
                  <c:v>5003.71544074</c:v>
                </c:pt>
                <c:pt idx="3256">
                  <c:v>5156.10102498</c:v>
                </c:pt>
                <c:pt idx="3257">
                  <c:v>5088.73838988</c:v>
                </c:pt>
                <c:pt idx="3258">
                  <c:v>5151.87638411</c:v>
                </c:pt>
                <c:pt idx="3259">
                  <c:v>5274.64970854</c:v>
                </c:pt>
                <c:pt idx="3260">
                  <c:v>5225.38965588</c:v>
                </c:pt>
                <c:pt idx="3261">
                  <c:v>4816.03687213</c:v>
                </c:pt>
                <c:pt idx="3262">
                  <c:v>4763.87960643</c:v>
                </c:pt>
                <c:pt idx="3263">
                  <c:v>4864.34610267</c:v>
                </c:pt>
                <c:pt idx="3264">
                  <c:v>4953.36387649</c:v>
                </c:pt>
                <c:pt idx="3265">
                  <c:v>5090.23099773</c:v>
                </c:pt>
                <c:pt idx="3266">
                  <c:v>5084.02738995</c:v>
                </c:pt>
                <c:pt idx="3267">
                  <c:v>4945.69753606</c:v>
                </c:pt>
                <c:pt idx="3268">
                  <c:v>4806.05579432</c:v>
                </c:pt>
                <c:pt idx="3269">
                  <c:v>4734.99647344</c:v>
                </c:pt>
                <c:pt idx="3270">
                  <c:v>4712.706202</c:v>
                </c:pt>
                <c:pt idx="3271">
                  <c:v>4860.72941025</c:v>
                </c:pt>
                <c:pt idx="3272">
                  <c:v>4950.02619443</c:v>
                </c:pt>
                <c:pt idx="3273">
                  <c:v>4784.27020123</c:v>
                </c:pt>
                <c:pt idx="3274">
                  <c:v>4790.57675528</c:v>
                </c:pt>
                <c:pt idx="3275">
                  <c:v>4630.68802078</c:v>
                </c:pt>
                <c:pt idx="3276">
                  <c:v>4621.97262532</c:v>
                </c:pt>
                <c:pt idx="3277">
                  <c:v>4627.47588163</c:v>
                </c:pt>
                <c:pt idx="3278">
                  <c:v>4832.34454242</c:v>
                </c:pt>
                <c:pt idx="3279">
                  <c:v>4773.69955593</c:v>
                </c:pt>
                <c:pt idx="3280">
                  <c:v>4925.37356821</c:v>
                </c:pt>
                <c:pt idx="3281">
                  <c:v>4990.90470251</c:v>
                </c:pt>
                <c:pt idx="3282">
                  <c:v>5088.11414096</c:v>
                </c:pt>
                <c:pt idx="3283">
                  <c:v>5119.28842516</c:v>
                </c:pt>
                <c:pt idx="3284">
                  <c:v>5060.72704856</c:v>
                </c:pt>
                <c:pt idx="3285">
                  <c:v>4813.33596097</c:v>
                </c:pt>
                <c:pt idx="3286">
                  <c:v>4913.28441194</c:v>
                </c:pt>
                <c:pt idx="3287">
                  <c:v>4890.7946938</c:v>
                </c:pt>
                <c:pt idx="3288">
                  <c:v>4925.76036394</c:v>
                </c:pt>
                <c:pt idx="3289">
                  <c:v>4899.20585425</c:v>
                </c:pt>
                <c:pt idx="3290">
                  <c:v>4819.64368711</c:v>
                </c:pt>
                <c:pt idx="3291">
                  <c:v>4927.39354525</c:v>
                </c:pt>
                <c:pt idx="3292">
                  <c:v>4979.65598359</c:v>
                </c:pt>
                <c:pt idx="3293">
                  <c:v>5011.2453166</c:v>
                </c:pt>
                <c:pt idx="3294">
                  <c:v>4880.52499231</c:v>
                </c:pt>
                <c:pt idx="3295">
                  <c:v>4993.12138187</c:v>
                </c:pt>
                <c:pt idx="3296">
                  <c:v>4984.48199738</c:v>
                </c:pt>
                <c:pt idx="3297">
                  <c:v>4975.27206617</c:v>
                </c:pt>
                <c:pt idx="3298">
                  <c:v>5117.79404392</c:v>
                </c:pt>
                <c:pt idx="3299">
                  <c:v>5150.87881802</c:v>
                </c:pt>
                <c:pt idx="3300">
                  <c:v>5184.85051156</c:v>
                </c:pt>
                <c:pt idx="3301">
                  <c:v>5198.42249709</c:v>
                </c:pt>
                <c:pt idx="3302">
                  <c:v>5168.75173967</c:v>
                </c:pt>
                <c:pt idx="3303">
                  <c:v>4960.83812522</c:v>
                </c:pt>
                <c:pt idx="3304">
                  <c:v>4856.4825361</c:v>
                </c:pt>
                <c:pt idx="3305">
                  <c:v>4759.35483762</c:v>
                </c:pt>
                <c:pt idx="3306">
                  <c:v>4756.40344021</c:v>
                </c:pt>
                <c:pt idx="3307">
                  <c:v>4525.64797396</c:v>
                </c:pt>
                <c:pt idx="3308">
                  <c:v>4668.88608994</c:v>
                </c:pt>
                <c:pt idx="3309">
                  <c:v>4485.21322048</c:v>
                </c:pt>
                <c:pt idx="3310">
                  <c:v>4425.32033526</c:v>
                </c:pt>
                <c:pt idx="3311">
                  <c:v>4537.20778945</c:v>
                </c:pt>
                <c:pt idx="3312">
                  <c:v>4309.23770657</c:v>
                </c:pt>
                <c:pt idx="3313">
                  <c:v>4386.48217125</c:v>
                </c:pt>
                <c:pt idx="3314">
                  <c:v>4089.60531769</c:v>
                </c:pt>
                <c:pt idx="3315">
                  <c:v>4022.29216532</c:v>
                </c:pt>
                <c:pt idx="3316">
                  <c:v>4080.90136474</c:v>
                </c:pt>
                <c:pt idx="3317">
                  <c:v>3943.17615649</c:v>
                </c:pt>
                <c:pt idx="3318">
                  <c:v>4122.71946319</c:v>
                </c:pt>
                <c:pt idx="3319">
                  <c:v>4189.0143294</c:v>
                </c:pt>
                <c:pt idx="3320">
                  <c:v>4064.38235839</c:v>
                </c:pt>
                <c:pt idx="3321">
                  <c:v>4160.79876995</c:v>
                </c:pt>
                <c:pt idx="3322">
                  <c:v>4131.16975089</c:v>
                </c:pt>
                <c:pt idx="3323">
                  <c:v>4141.43664292</c:v>
                </c:pt>
                <c:pt idx="3324">
                  <c:v>4313.95632298</c:v>
                </c:pt>
                <c:pt idx="3325">
                  <c:v>4343.47047088</c:v>
                </c:pt>
                <c:pt idx="3326">
                  <c:v>4213.07202451</c:v>
                </c:pt>
                <c:pt idx="3327">
                  <c:v>4168.29230787</c:v>
                </c:pt>
                <c:pt idx="3328">
                  <c:v>3966.44052312</c:v>
                </c:pt>
                <c:pt idx="3329">
                  <c:v>3989.1249373</c:v>
                </c:pt>
                <c:pt idx="3330">
                  <c:v>4032.96804975</c:v>
                </c:pt>
                <c:pt idx="3331">
                  <c:v>4074.06460606</c:v>
                </c:pt>
                <c:pt idx="3332">
                  <c:v>3682.21399091</c:v>
                </c:pt>
                <c:pt idx="3333">
                  <c:v>3279.13643936</c:v>
                </c:pt>
                <c:pt idx="3334">
                  <c:v>3257.3902944</c:v>
                </c:pt>
                <c:pt idx="3335">
                  <c:v>3134.86003852</c:v>
                </c:pt>
                <c:pt idx="3336">
                  <c:v>3686.98208293</c:v>
                </c:pt>
                <c:pt idx="3337">
                  <c:v>3413.15867503</c:v>
                </c:pt>
                <c:pt idx="3338">
                  <c:v>3515.68344951</c:v>
                </c:pt>
                <c:pt idx="3339">
                  <c:v>3571.29892606</c:v>
                </c:pt>
                <c:pt idx="3340">
                  <c:v>3563.87691593</c:v>
                </c:pt>
                <c:pt idx="3341">
                  <c:v>3399.08834551</c:v>
                </c:pt>
                <c:pt idx="3342">
                  <c:v>3417.83940168</c:v>
                </c:pt>
                <c:pt idx="3343">
                  <c:v>3283.61186385</c:v>
                </c:pt>
                <c:pt idx="3344">
                  <c:v>3416.2767792</c:v>
                </c:pt>
                <c:pt idx="3345">
                  <c:v>3508.50311285</c:v>
                </c:pt>
                <c:pt idx="3346">
                  <c:v>3659.64189115</c:v>
                </c:pt>
                <c:pt idx="3347">
                  <c:v>3710.45209418</c:v>
                </c:pt>
                <c:pt idx="3348">
                  <c:v>3718.64392185</c:v>
                </c:pt>
                <c:pt idx="3349">
                  <c:v>3759.45570623</c:v>
                </c:pt>
                <c:pt idx="3350">
                  <c:v>3754.25936785</c:v>
                </c:pt>
                <c:pt idx="3351">
                  <c:v>3801.88360215</c:v>
                </c:pt>
                <c:pt idx="3352">
                  <c:v>3879.48313094</c:v>
                </c:pt>
                <c:pt idx="3353">
                  <c:v>3834.79213272</c:v>
                </c:pt>
                <c:pt idx="3354">
                  <c:v>3782.65058541</c:v>
                </c:pt>
                <c:pt idx="3355">
                  <c:v>3802.27596528</c:v>
                </c:pt>
                <c:pt idx="3356">
                  <c:v>3842.1627055</c:v>
                </c:pt>
                <c:pt idx="3357">
                  <c:v>3834.36332481</c:v>
                </c:pt>
                <c:pt idx="3358">
                  <c:v>4014.48589363</c:v>
                </c:pt>
                <c:pt idx="3359">
                  <c:v>4041.86181873</c:v>
                </c:pt>
                <c:pt idx="3360">
                  <c:v>4022.10075443</c:v>
                </c:pt>
                <c:pt idx="3361">
                  <c:v>4074.52162616</c:v>
                </c:pt>
                <c:pt idx="3362">
                  <c:v>4107.61021604</c:v>
                </c:pt>
                <c:pt idx="3363">
                  <c:v>4107.85944009</c:v>
                </c:pt>
                <c:pt idx="3364">
                  <c:v>4085.82504677</c:v>
                </c:pt>
                <c:pt idx="3365">
                  <c:v>3990.1379508</c:v>
                </c:pt>
                <c:pt idx="3366">
                  <c:v>3989.04900457</c:v>
                </c:pt>
                <c:pt idx="3367">
                  <c:v>3953.83649087</c:v>
                </c:pt>
                <c:pt idx="3368">
                  <c:v>4061.80606093</c:v>
                </c:pt>
                <c:pt idx="3369">
                  <c:v>4022.28770996</c:v>
                </c:pt>
                <c:pt idx="3370">
                  <c:v>4044.58950866</c:v>
                </c:pt>
                <c:pt idx="3371">
                  <c:v>4037.16935615</c:v>
                </c:pt>
                <c:pt idx="3372">
                  <c:v>4064.25267727</c:v>
                </c:pt>
                <c:pt idx="3373">
                  <c:v>4132.85973894</c:v>
                </c:pt>
                <c:pt idx="3374">
                  <c:v>4143.63750248</c:v>
                </c:pt>
                <c:pt idx="3375">
                  <c:v>4081.38792612</c:v>
                </c:pt>
                <c:pt idx="3376">
                  <c:v>4170.70665302</c:v>
                </c:pt>
                <c:pt idx="3377">
                  <c:v>4188.75593626</c:v>
                </c:pt>
                <c:pt idx="3378">
                  <c:v>4256.35704842</c:v>
                </c:pt>
                <c:pt idx="3379">
                  <c:v>4224.23456615</c:v>
                </c:pt>
                <c:pt idx="3380">
                  <c:v>4250.82865751</c:v>
                </c:pt>
                <c:pt idx="3381">
                  <c:v>4146.06639755</c:v>
                </c:pt>
                <c:pt idx="3382">
                  <c:v>4248.37174032</c:v>
                </c:pt>
                <c:pt idx="3383">
                  <c:v>4159.74767851</c:v>
                </c:pt>
                <c:pt idx="3384">
                  <c:v>4151.38513153</c:v>
                </c:pt>
                <c:pt idx="3385">
                  <c:v>4120.73564561</c:v>
                </c:pt>
                <c:pt idx="3386">
                  <c:v>4197.30048184</c:v>
                </c:pt>
                <c:pt idx="3387">
                  <c:v>4315.47837094</c:v>
                </c:pt>
                <c:pt idx="3388">
                  <c:v>4318.35484305</c:v>
                </c:pt>
                <c:pt idx="3389">
                  <c:v>4403.61660373</c:v>
                </c:pt>
                <c:pt idx="3390">
                  <c:v>4430.57450004</c:v>
                </c:pt>
                <c:pt idx="3391">
                  <c:v>4491.37711761</c:v>
                </c:pt>
                <c:pt idx="3392">
                  <c:v>4453.54693366</c:v>
                </c:pt>
                <c:pt idx="3393">
                  <c:v>4523.85594449</c:v>
                </c:pt>
                <c:pt idx="3394">
                  <c:v>4602.80315506</c:v>
                </c:pt>
                <c:pt idx="3395">
                  <c:v>4521.26846449</c:v>
                </c:pt>
                <c:pt idx="3396">
                  <c:v>4542.02332897</c:v>
                </c:pt>
                <c:pt idx="3397">
                  <c:v>4596.86992908</c:v>
                </c:pt>
                <c:pt idx="3398">
                  <c:v>4598.47308395</c:v>
                </c:pt>
                <c:pt idx="3399">
                  <c:v>4565.47698384</c:v>
                </c:pt>
                <c:pt idx="3400">
                  <c:v>4593.56212221</c:v>
                </c:pt>
                <c:pt idx="3401">
                  <c:v>4571.85552236</c:v>
                </c:pt>
                <c:pt idx="3402">
                  <c:v>4583.73560358</c:v>
                </c:pt>
                <c:pt idx="3403">
                  <c:v>4662.97556121</c:v>
                </c:pt>
                <c:pt idx="3404">
                  <c:v>4645.1626311</c:v>
                </c:pt>
                <c:pt idx="3405">
                  <c:v>4684.16074996</c:v>
                </c:pt>
                <c:pt idx="3406">
                  <c:v>4657.997772</c:v>
                </c:pt>
                <c:pt idx="3407">
                  <c:v>4704.87818366</c:v>
                </c:pt>
                <c:pt idx="3408">
                  <c:v>4717.45392978</c:v>
                </c:pt>
                <c:pt idx="3409">
                  <c:v>4736.60576231</c:v>
                </c:pt>
                <c:pt idx="3410">
                  <c:v>4757.44541619</c:v>
                </c:pt>
                <c:pt idx="3411">
                  <c:v>4741.92486832</c:v>
                </c:pt>
                <c:pt idx="3412">
                  <c:v>4730.4354528</c:v>
                </c:pt>
                <c:pt idx="3413">
                  <c:v>4659.15276412</c:v>
                </c:pt>
                <c:pt idx="3414">
                  <c:v>4476.33103506</c:v>
                </c:pt>
                <c:pt idx="3415">
                  <c:v>4638.99797759</c:v>
                </c:pt>
                <c:pt idx="3416">
                  <c:v>4588.86882874</c:v>
                </c:pt>
                <c:pt idx="3417">
                  <c:v>4688.44914942</c:v>
                </c:pt>
                <c:pt idx="3418">
                  <c:v>4722.35221932</c:v>
                </c:pt>
                <c:pt idx="3419">
                  <c:v>4809.56293448</c:v>
                </c:pt>
                <c:pt idx="3420">
                  <c:v>4777.21726929</c:v>
                </c:pt>
                <c:pt idx="3421">
                  <c:v>4907.41641842</c:v>
                </c:pt>
                <c:pt idx="3422">
                  <c:v>4936.38487761</c:v>
                </c:pt>
                <c:pt idx="3423">
                  <c:v>4919.81843962</c:v>
                </c:pt>
                <c:pt idx="3424">
                  <c:v>4875.73545131</c:v>
                </c:pt>
                <c:pt idx="3425">
                  <c:v>4867.09713296</c:v>
                </c:pt>
                <c:pt idx="3426">
                  <c:v>4756.90538227</c:v>
                </c:pt>
                <c:pt idx="3427">
                  <c:v>4708.17967273</c:v>
                </c:pt>
                <c:pt idx="3428">
                  <c:v>4669.34116442</c:v>
                </c:pt>
                <c:pt idx="3429">
                  <c:v>4824.52813127</c:v>
                </c:pt>
                <c:pt idx="3430">
                  <c:v>4786.72193037</c:v>
                </c:pt>
                <c:pt idx="3431">
                  <c:v>4819.05181223</c:v>
                </c:pt>
                <c:pt idx="3432">
                  <c:v>4840.47702716</c:v>
                </c:pt>
                <c:pt idx="3433">
                  <c:v>4890.8529707</c:v>
                </c:pt>
                <c:pt idx="3434">
                  <c:v>4789.45286127</c:v>
                </c:pt>
                <c:pt idx="3435">
                  <c:v>4710.1533504</c:v>
                </c:pt>
                <c:pt idx="3436">
                  <c:v>4759.79308543</c:v>
                </c:pt>
                <c:pt idx="3437">
                  <c:v>4844.09741242</c:v>
                </c:pt>
                <c:pt idx="3438">
                  <c:v>4850.44979954</c:v>
                </c:pt>
                <c:pt idx="3439">
                  <c:v>4879.42930544</c:v>
                </c:pt>
                <c:pt idx="3440">
                  <c:v>4904.77097211</c:v>
                </c:pt>
                <c:pt idx="3441">
                  <c:v>4911.39988118</c:v>
                </c:pt>
                <c:pt idx="3442">
                  <c:v>4977.5655657</c:v>
                </c:pt>
                <c:pt idx="3443">
                  <c:v>4999.94418927</c:v>
                </c:pt>
                <c:pt idx="3444">
                  <c:v>5070.63069006</c:v>
                </c:pt>
                <c:pt idx="3445">
                  <c:v>5067.28217981</c:v>
                </c:pt>
                <c:pt idx="3446">
                  <c:v>5050.21984011</c:v>
                </c:pt>
                <c:pt idx="3447">
                  <c:v>5134.86943474</c:v>
                </c:pt>
                <c:pt idx="3448">
                  <c:v>5191.65589082</c:v>
                </c:pt>
                <c:pt idx="3449">
                  <c:v>5242.71163458</c:v>
                </c:pt>
                <c:pt idx="3450">
                  <c:v>5184.38577404</c:v>
                </c:pt>
                <c:pt idx="3451">
                  <c:v>5149.9534283</c:v>
                </c:pt>
                <c:pt idx="3452">
                  <c:v>5094.15910015</c:v>
                </c:pt>
                <c:pt idx="3453">
                  <c:v>5148.17183648</c:v>
                </c:pt>
                <c:pt idx="3454">
                  <c:v>5184.5113098</c:v>
                </c:pt>
                <c:pt idx="3455">
                  <c:v>5224.16385713</c:v>
                </c:pt>
                <c:pt idx="3456">
                  <c:v>5286.60593975</c:v>
                </c:pt>
                <c:pt idx="3457">
                  <c:v>5310.73879462</c:v>
                </c:pt>
                <c:pt idx="3458">
                  <c:v>5272.54962972</c:v>
                </c:pt>
                <c:pt idx="3459">
                  <c:v>5337.96732361</c:v>
                </c:pt>
                <c:pt idx="3460">
                  <c:v>5281.02108506</c:v>
                </c:pt>
                <c:pt idx="3461">
                  <c:v>5381.34611759</c:v>
                </c:pt>
                <c:pt idx="3462">
                  <c:v>5354.51345152</c:v>
                </c:pt>
                <c:pt idx="3463">
                  <c:v>4974.90199638</c:v>
                </c:pt>
                <c:pt idx="3464">
                  <c:v>5168.17553533</c:v>
                </c:pt>
                <c:pt idx="3465">
                  <c:v>5123.0743725</c:v>
                </c:pt>
                <c:pt idx="3466">
                  <c:v>5178.7873858</c:v>
                </c:pt>
                <c:pt idx="3467">
                  <c:v>5127.86850805</c:v>
                </c:pt>
                <c:pt idx="3468">
                  <c:v>5203.45571845</c:v>
                </c:pt>
                <c:pt idx="3469">
                  <c:v>5336.80392638</c:v>
                </c:pt>
                <c:pt idx="3470">
                  <c:v>5339.31699961</c:v>
                </c:pt>
                <c:pt idx="3471">
                  <c:v>5237.26984108</c:v>
                </c:pt>
                <c:pt idx="3472">
                  <c:v>5319.60611288</c:v>
                </c:pt>
                <c:pt idx="3473">
                  <c:v>5420.65264878</c:v>
                </c:pt>
                <c:pt idx="3474">
                  <c:v>5605.15270647</c:v>
                </c:pt>
                <c:pt idx="3475">
                  <c:v>5676.41126026</c:v>
                </c:pt>
                <c:pt idx="3476">
                  <c:v>5702.4292689</c:v>
                </c:pt>
                <c:pt idx="3477">
                  <c:v>5530.82196207</c:v>
                </c:pt>
                <c:pt idx="3478">
                  <c:v>5585.51069252</c:v>
                </c:pt>
                <c:pt idx="3479">
                  <c:v>5611.77885709</c:v>
                </c:pt>
                <c:pt idx="3480">
                  <c:v>5403.18151671</c:v>
                </c:pt>
                <c:pt idx="3481">
                  <c:v>5475.6781599</c:v>
                </c:pt>
                <c:pt idx="3482">
                  <c:v>5290.71467742</c:v>
                </c:pt>
                <c:pt idx="3483">
                  <c:v>5276.08092791</c:v>
                </c:pt>
                <c:pt idx="3484">
                  <c:v>5477.55192368</c:v>
                </c:pt>
                <c:pt idx="3485">
                  <c:v>5485.84640648</c:v>
                </c:pt>
                <c:pt idx="3486">
                  <c:v>5480.14829908</c:v>
                </c:pt>
                <c:pt idx="3487">
                  <c:v>5286.59924329</c:v>
                </c:pt>
                <c:pt idx="3488">
                  <c:v>5290.57134337</c:v>
                </c:pt>
                <c:pt idx="3489">
                  <c:v>5193.66411724</c:v>
                </c:pt>
                <c:pt idx="3490">
                  <c:v>5102.21073198</c:v>
                </c:pt>
                <c:pt idx="3491">
                  <c:v>5130.80779712</c:v>
                </c:pt>
                <c:pt idx="3492">
                  <c:v>4901.03087808</c:v>
                </c:pt>
                <c:pt idx="3493">
                  <c:v>5000.35772707</c:v>
                </c:pt>
                <c:pt idx="3494">
                  <c:v>5192.55502199</c:v>
                </c:pt>
                <c:pt idx="3495">
                  <c:v>5276.86313601</c:v>
                </c:pt>
                <c:pt idx="3496">
                  <c:v>5365.29796342</c:v>
                </c:pt>
                <c:pt idx="3497">
                  <c:v>5443.76635784</c:v>
                </c:pt>
                <c:pt idx="3498">
                  <c:v>5410.71101529</c:v>
                </c:pt>
                <c:pt idx="3499">
                  <c:v>5471.54547818</c:v>
                </c:pt>
                <c:pt idx="3500">
                  <c:v>5527.47302461</c:v>
                </c:pt>
                <c:pt idx="3501">
                  <c:v>5512.94965474</c:v>
                </c:pt>
                <c:pt idx="3502">
                  <c:v>5546.32418938</c:v>
                </c:pt>
                <c:pt idx="3503">
                  <c:v>5515.33578026</c:v>
                </c:pt>
                <c:pt idx="3504">
                  <c:v>5517.32351148</c:v>
                </c:pt>
                <c:pt idx="3505">
                  <c:v>5586.92549185</c:v>
                </c:pt>
                <c:pt idx="3506">
                  <c:v>5565.25435272</c:v>
                </c:pt>
                <c:pt idx="3507">
                  <c:v>5376.44263346</c:v>
                </c:pt>
                <c:pt idx="3508">
                  <c:v>5337.3089387</c:v>
                </c:pt>
                <c:pt idx="3509">
                  <c:v>5330.53013448</c:v>
                </c:pt>
                <c:pt idx="3510">
                  <c:v>5173.39226306</c:v>
                </c:pt>
                <c:pt idx="3511">
                  <c:v>5284.31757333</c:v>
                </c:pt>
                <c:pt idx="3512">
                  <c:v>5397.97646827</c:v>
                </c:pt>
                <c:pt idx="3513">
                  <c:v>5453.42664469</c:v>
                </c:pt>
                <c:pt idx="3514">
                  <c:v>5490.26496338</c:v>
                </c:pt>
                <c:pt idx="3515">
                  <c:v>5525.49287707</c:v>
                </c:pt>
                <c:pt idx="3516">
                  <c:v>5520.92413481</c:v>
                </c:pt>
                <c:pt idx="3517">
                  <c:v>5472.09689434</c:v>
                </c:pt>
                <c:pt idx="3518">
                  <c:v>5450.52665155</c:v>
                </c:pt>
                <c:pt idx="3519">
                  <c:v>5354.26050775</c:v>
                </c:pt>
                <c:pt idx="3520">
                  <c:v>5357.79165378</c:v>
                </c:pt>
                <c:pt idx="3521">
                  <c:v>5448.45776657</c:v>
                </c:pt>
                <c:pt idx="3522">
                  <c:v>5548.94875717</c:v>
                </c:pt>
                <c:pt idx="3523">
                  <c:v>5544.08718971</c:v>
                </c:pt>
                <c:pt idx="3524">
                  <c:v>5524.10521072</c:v>
                </c:pt>
                <c:pt idx="3525">
                  <c:v>5630.55562885</c:v>
                </c:pt>
                <c:pt idx="3526">
                  <c:v>5634.67347409</c:v>
                </c:pt>
                <c:pt idx="3527">
                  <c:v>5626.14169266</c:v>
                </c:pt>
                <c:pt idx="3528">
                  <c:v>5549.92291903</c:v>
                </c:pt>
                <c:pt idx="3529">
                  <c:v>5582.92148774</c:v>
                </c:pt>
                <c:pt idx="3530">
                  <c:v>5558.13637486</c:v>
                </c:pt>
                <c:pt idx="3531">
                  <c:v>5333.29485361</c:v>
                </c:pt>
                <c:pt idx="3532">
                  <c:v>5490.88229912</c:v>
                </c:pt>
                <c:pt idx="3533">
                  <c:v>5564.26944439</c:v>
                </c:pt>
                <c:pt idx="3534">
                  <c:v>5591.42366573</c:v>
                </c:pt>
                <c:pt idx="3535">
                  <c:v>5637.4972758</c:v>
                </c:pt>
                <c:pt idx="3536">
                  <c:v>5741.83102887</c:v>
                </c:pt>
                <c:pt idx="3537">
                  <c:v>5768.34986163</c:v>
                </c:pt>
                <c:pt idx="3538">
                  <c:v>5711.12973128</c:v>
                </c:pt>
                <c:pt idx="3539">
                  <c:v>5620.65059776</c:v>
                </c:pt>
                <c:pt idx="3540">
                  <c:v>5701.99150923</c:v>
                </c:pt>
                <c:pt idx="3541">
                  <c:v>5579.81371961</c:v>
                </c:pt>
                <c:pt idx="3542">
                  <c:v>5447.22036494</c:v>
                </c:pt>
                <c:pt idx="3543">
                  <c:v>5312.54893341</c:v>
                </c:pt>
                <c:pt idx="3544">
                  <c:v>5533.72759276</c:v>
                </c:pt>
                <c:pt idx="3545">
                  <c:v>5596.00775065</c:v>
                </c:pt>
                <c:pt idx="3546">
                  <c:v>5547.50154888</c:v>
                </c:pt>
                <c:pt idx="3547">
                  <c:v>5596.94557567</c:v>
                </c:pt>
                <c:pt idx="3548">
                  <c:v>5379.17476468</c:v>
                </c:pt>
                <c:pt idx="3549">
                  <c:v>5412.74133923</c:v>
                </c:pt>
                <c:pt idx="3550">
                  <c:v>5390.84510023</c:v>
                </c:pt>
                <c:pt idx="3551">
                  <c:v>5466.06241729</c:v>
                </c:pt>
                <c:pt idx="3552">
                  <c:v>5432.05265339</c:v>
                </c:pt>
                <c:pt idx="3553">
                  <c:v>5511.46396321</c:v>
                </c:pt>
                <c:pt idx="3554">
                  <c:v>5392.3786933</c:v>
                </c:pt>
                <c:pt idx="3555">
                  <c:v>5496.35958638</c:v>
                </c:pt>
                <c:pt idx="3556">
                  <c:v>5616.24385559</c:v>
                </c:pt>
                <c:pt idx="3557">
                  <c:v>5503.2406724</c:v>
                </c:pt>
                <c:pt idx="3558">
                  <c:v>5490.10024721</c:v>
                </c:pt>
                <c:pt idx="3559">
                  <c:v>5507.46178419</c:v>
                </c:pt>
                <c:pt idx="3560">
                  <c:v>5382.41682993</c:v>
                </c:pt>
                <c:pt idx="3561">
                  <c:v>5522.56286924</c:v>
                </c:pt>
                <c:pt idx="3562">
                  <c:v>5472.61733502</c:v>
                </c:pt>
                <c:pt idx="3563">
                  <c:v>5313.37556757</c:v>
                </c:pt>
                <c:pt idx="3564">
                  <c:v>5428.76242767</c:v>
                </c:pt>
                <c:pt idx="3565">
                  <c:v>5421.12889573</c:v>
                </c:pt>
                <c:pt idx="3566">
                  <c:v>5424.71983006</c:v>
                </c:pt>
                <c:pt idx="3567">
                  <c:v>5244.73475813</c:v>
                </c:pt>
                <c:pt idx="3568">
                  <c:v>5183.51695343</c:v>
                </c:pt>
                <c:pt idx="3569">
                  <c:v>5290.07676942</c:v>
                </c:pt>
                <c:pt idx="3570">
                  <c:v>5342.14735051</c:v>
                </c:pt>
                <c:pt idx="3571">
                  <c:v>5179.60510464</c:v>
                </c:pt>
                <c:pt idx="3572">
                  <c:v>5153.03841723</c:v>
                </c:pt>
                <c:pt idx="3573">
                  <c:v>4965.68653192</c:v>
                </c:pt>
                <c:pt idx="3574">
                  <c:v>5075.11965054</c:v>
                </c:pt>
                <c:pt idx="3575">
                  <c:v>5018.87611328</c:v>
                </c:pt>
                <c:pt idx="3576">
                  <c:v>5085.89639986</c:v>
                </c:pt>
                <c:pt idx="3577">
                  <c:v>4881.04154071</c:v>
                </c:pt>
                <c:pt idx="3578">
                  <c:v>4705.33511718</c:v>
                </c:pt>
                <c:pt idx="3579">
                  <c:v>4648.85678061</c:v>
                </c:pt>
                <c:pt idx="3580">
                  <c:v>4915.19275958</c:v>
                </c:pt>
                <c:pt idx="3581">
                  <c:v>5005.9733572</c:v>
                </c:pt>
                <c:pt idx="3582">
                  <c:v>5015.9871836</c:v>
                </c:pt>
                <c:pt idx="3583">
                  <c:v>5069.88342544</c:v>
                </c:pt>
                <c:pt idx="3584">
                  <c:v>5066.89956908</c:v>
                </c:pt>
                <c:pt idx="3585">
                  <c:v>5328.7709191</c:v>
                </c:pt>
                <c:pt idx="3586">
                  <c:v>5394.46379731</c:v>
                </c:pt>
                <c:pt idx="3587">
                  <c:v>5378.58302854</c:v>
                </c:pt>
                <c:pt idx="3588">
                  <c:v>5484.79350064</c:v>
                </c:pt>
                <c:pt idx="3589">
                  <c:v>5653.25348942</c:v>
                </c:pt>
                <c:pt idx="3590">
                  <c:v>5787.76527866</c:v>
                </c:pt>
                <c:pt idx="3591">
                  <c:v>5848.37095518</c:v>
                </c:pt>
                <c:pt idx="3592">
                  <c:v>6000.74611305</c:v>
                </c:pt>
                <c:pt idx="3593">
                  <c:v>5967.55942985</c:v>
                </c:pt>
                <c:pt idx="3594">
                  <c:v>5921.53392338</c:v>
                </c:pt>
                <c:pt idx="3595">
                  <c:v>6098.28512056</c:v>
                </c:pt>
                <c:pt idx="3596">
                  <c:v>6068.01987523</c:v>
                </c:pt>
                <c:pt idx="3597">
                  <c:v>6258.65262031</c:v>
                </c:pt>
                <c:pt idx="3598">
                  <c:v>6258.29252</c:v>
                </c:pt>
                <c:pt idx="3599">
                  <c:v>6154.02312255</c:v>
                </c:pt>
                <c:pt idx="3600">
                  <c:v>6234.21659359</c:v>
                </c:pt>
                <c:pt idx="3601">
                  <c:v>6385.70865698</c:v>
                </c:pt>
                <c:pt idx="3602">
                  <c:v>6478.50367108</c:v>
                </c:pt>
                <c:pt idx="3603">
                  <c:v>6427.63508061</c:v>
                </c:pt>
                <c:pt idx="3604">
                  <c:v>6589.09828682</c:v>
                </c:pt>
                <c:pt idx="3605">
                  <c:v>6835.50001914</c:v>
                </c:pt>
                <c:pt idx="3606">
                  <c:v>6812.04836513</c:v>
                </c:pt>
                <c:pt idx="3607">
                  <c:v>7112.63995591</c:v>
                </c:pt>
                <c:pt idx="3608">
                  <c:v>7163.69336968</c:v>
                </c:pt>
                <c:pt idx="3609">
                  <c:v>7045.44394604</c:v>
                </c:pt>
                <c:pt idx="3610">
                  <c:v>7180.36253745</c:v>
                </c:pt>
                <c:pt idx="3611">
                  <c:v>7286.22742422</c:v>
                </c:pt>
                <c:pt idx="3612">
                  <c:v>7064.81278395</c:v>
                </c:pt>
                <c:pt idx="3613">
                  <c:v>7030.11612387</c:v>
                </c:pt>
                <c:pt idx="3614">
                  <c:v>6952.24627083</c:v>
                </c:pt>
                <c:pt idx="3615">
                  <c:v>7166.99567667</c:v>
                </c:pt>
                <c:pt idx="3616">
                  <c:v>7203.76222644</c:v>
                </c:pt>
                <c:pt idx="3617">
                  <c:v>7303.91506034</c:v>
                </c:pt>
                <c:pt idx="3618">
                  <c:v>7535.57647779</c:v>
                </c:pt>
                <c:pt idx="3619">
                  <c:v>7509.14881629</c:v>
                </c:pt>
                <c:pt idx="3620">
                  <c:v>7635.31288317</c:v>
                </c:pt>
                <c:pt idx="3621">
                  <c:v>7677.12821183</c:v>
                </c:pt>
                <c:pt idx="3622">
                  <c:v>7737.77717551</c:v>
                </c:pt>
                <c:pt idx="3623">
                  <c:v>7819.73016908</c:v>
                </c:pt>
                <c:pt idx="3624">
                  <c:v>7784.10964111</c:v>
                </c:pt>
                <c:pt idx="3625">
                  <c:v>7732.9456945</c:v>
                </c:pt>
                <c:pt idx="3626">
                  <c:v>7048.25333347</c:v>
                </c:pt>
                <c:pt idx="3627">
                  <c:v>7221.07281016</c:v>
                </c:pt>
                <c:pt idx="3628">
                  <c:v>7093.06643668</c:v>
                </c:pt>
                <c:pt idx="3629">
                  <c:v>6840.40231809</c:v>
                </c:pt>
                <c:pt idx="3630">
                  <c:v>7230.11817801</c:v>
                </c:pt>
                <c:pt idx="3631">
                  <c:v>7339.49662915</c:v>
                </c:pt>
                <c:pt idx="3632">
                  <c:v>7702.79076551</c:v>
                </c:pt>
                <c:pt idx="3633">
                  <c:v>7441.67832829</c:v>
                </c:pt>
                <c:pt idx="3634">
                  <c:v>7254.99861319</c:v>
                </c:pt>
                <c:pt idx="3635">
                  <c:v>7535.92474325</c:v>
                </c:pt>
                <c:pt idx="3636">
                  <c:v>7523.15824607</c:v>
                </c:pt>
                <c:pt idx="3637">
                  <c:v>7096.34766531</c:v>
                </c:pt>
                <c:pt idx="3638">
                  <c:v>7039.37543531</c:v>
                </c:pt>
                <c:pt idx="3639">
                  <c:v>7151.89058079</c:v>
                </c:pt>
                <c:pt idx="3640">
                  <c:v>6995.71837234</c:v>
                </c:pt>
                <c:pt idx="3641">
                  <c:v>7270.1529224</c:v>
                </c:pt>
                <c:pt idx="3642">
                  <c:v>7454.927376</c:v>
                </c:pt>
                <c:pt idx="3643">
                  <c:v>7272.37176267</c:v>
                </c:pt>
                <c:pt idx="3644">
                  <c:v>7210.52597162</c:v>
                </c:pt>
                <c:pt idx="3645">
                  <c:v>7293.53659799</c:v>
                </c:pt>
                <c:pt idx="3646">
                  <c:v>7194.08665281</c:v>
                </c:pt>
                <c:pt idx="3647">
                  <c:v>7181.75348513</c:v>
                </c:pt>
                <c:pt idx="3648">
                  <c:v>7293.7112535</c:v>
                </c:pt>
                <c:pt idx="3649">
                  <c:v>7337.61019262</c:v>
                </c:pt>
                <c:pt idx="3650">
                  <c:v>7210.98926502</c:v>
                </c:pt>
                <c:pt idx="3651">
                  <c:v>7239.92976383</c:v>
                </c:pt>
                <c:pt idx="3652">
                  <c:v>7240.47239452</c:v>
                </c:pt>
                <c:pt idx="3653">
                  <c:v>7215.87239384</c:v>
                </c:pt>
                <c:pt idx="3654">
                  <c:v>7087.3964418</c:v>
                </c:pt>
                <c:pt idx="3655">
                  <c:v>7068.2445042</c:v>
                </c:pt>
                <c:pt idx="3656">
                  <c:v>7205.4125675</c:v>
                </c:pt>
                <c:pt idx="3657">
                  <c:v>7179.82555514</c:v>
                </c:pt>
                <c:pt idx="3658">
                  <c:v>7029.42196406</c:v>
                </c:pt>
                <c:pt idx="3659">
                  <c:v>7022.10267143</c:v>
                </c:pt>
                <c:pt idx="3660">
                  <c:v>7021.96236327</c:v>
                </c:pt>
                <c:pt idx="3661">
                  <c:v>7025.98664983</c:v>
                </c:pt>
                <c:pt idx="3662">
                  <c:v>6887.19992718</c:v>
                </c:pt>
                <c:pt idx="3663">
                  <c:v>7015.6418738</c:v>
                </c:pt>
                <c:pt idx="3664">
                  <c:v>7069.42405267</c:v>
                </c:pt>
                <c:pt idx="3665">
                  <c:v>7192.33704562</c:v>
                </c:pt>
                <c:pt idx="3666">
                  <c:v>7597.25294577</c:v>
                </c:pt>
                <c:pt idx="3667">
                  <c:v>7467.29049845</c:v>
                </c:pt>
                <c:pt idx="3668">
                  <c:v>7429.24871455</c:v>
                </c:pt>
                <c:pt idx="3669">
                  <c:v>7583.3110229</c:v>
                </c:pt>
                <c:pt idx="3670">
                  <c:v>7576.76038089</c:v>
                </c:pt>
                <c:pt idx="3671">
                  <c:v>7544.61649411</c:v>
                </c:pt>
                <c:pt idx="3672">
                  <c:v>7627.73130197</c:v>
                </c:pt>
                <c:pt idx="3673">
                  <c:v>7784.69427523</c:v>
                </c:pt>
                <c:pt idx="3674">
                  <c:v>7774.3520138</c:v>
                </c:pt>
                <c:pt idx="3675">
                  <c:v>7729.19946015</c:v>
                </c:pt>
                <c:pt idx="3676">
                  <c:v>7540.53298691</c:v>
                </c:pt>
                <c:pt idx="3677">
                  <c:v>7574.97222197</c:v>
                </c:pt>
                <c:pt idx="3678">
                  <c:v>7461.68471644</c:v>
                </c:pt>
                <c:pt idx="3679">
                  <c:v>7528.41234889</c:v>
                </c:pt>
                <c:pt idx="3680">
                  <c:v>7420.74832715</c:v>
                </c:pt>
                <c:pt idx="3681">
                  <c:v>7479.23311918</c:v>
                </c:pt>
                <c:pt idx="3682">
                  <c:v>7483.94253219</c:v>
                </c:pt>
                <c:pt idx="3683">
                  <c:v>7615.77952481</c:v>
                </c:pt>
                <c:pt idx="3684">
                  <c:v>7543.80216276</c:v>
                </c:pt>
                <c:pt idx="3685">
                  <c:v>7546.59038026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0"/>
      </c:valAx>
      <c:valAx>
        <c:axId val="48650112"/>
        <c:scaling>
          <c:orientation val="minMax"/>
          <c:max val="2026.75"/>
          <c:min val="2012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방어 적용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2018년
4분기</c:v>
                </c:pt>
                <c:pt idx="1">
                  <c:v>2020년
코로나</c:v>
                </c:pt>
                <c:pt idx="2">
                  <c:v>2022년
금리 인상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0.3067</c:v>
                </c:pt>
                <c:pt idx="1">
                  <c:v>0.3121</c:v>
                </c:pt>
                <c:pt idx="2">
                  <c:v>0.2763</c:v>
                </c:pt>
              </c:numCache>
            </c:numRef>
          </c:val>
        </c:ser>
        <c:ser>
          <c:idx val="1"/>
          <c:order val="1"/>
          <c:tx>
            <c:v>방어 없음</c:v>
          </c:tx>
          <c:spPr>
            <a:solidFill xmlns:a="http://schemas.openxmlformats.org/drawingml/2006/main">
              <a:srgbClr val="C56822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2018년
4분기</c:v>
                </c:pt>
                <c:pt idx="1">
                  <c:v>2020년
코로나</c:v>
                </c:pt>
                <c:pt idx="2">
                  <c:v>2022년
금리 인상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0.3799</c:v>
                </c:pt>
                <c:pt idx="1">
                  <c:v>0.521</c:v>
                </c:pt>
                <c:pt idx="2">
                  <c:v>0.5119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납입 원금</c:v>
          </c:tx>
          <c:spPr>
            <a:solidFill xmlns:a="http://schemas.openxmlformats.org/drawingml/2006/main">
              <a:srgbClr val="C5682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5년</c:v>
                </c:pt>
                <c:pt idx="1">
                  <c:v>10년</c:v>
                </c:pt>
                <c:pt idx="2">
                  <c:v>20년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1200</c:v>
                </c:pt>
                <c:pt idx="1">
                  <c:v>2400</c:v>
                </c:pt>
                <c:pt idx="2">
                  <c:v>4800</c:v>
                </c:pt>
              </c:numCache>
            </c:numRef>
          </c:val>
        </c:ser>
        <c:ser>
          <c:idx val="1"/>
          <c:order val="1"/>
          <c:tx>
            <c:v>연 3%</c:v>
          </c:tx>
          <c:spPr>
            <a:solidFill xmlns:a="http://schemas.openxmlformats.org/drawingml/2006/main">
              <a:srgbClr val="2864B7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5년</c:v>
                </c:pt>
                <c:pt idx="1">
                  <c:v>10년</c:v>
                </c:pt>
                <c:pt idx="2">
                  <c:v>20년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1294.89822406</c:v>
                </c:pt>
                <c:pt idx="1">
                  <c:v>2796.04016407</c:v>
                </c:pt>
                <c:pt idx="2">
                  <c:v>6553.68433786</c:v>
                </c:pt>
              </c:numCache>
            </c:numRef>
          </c:val>
        </c:ser>
        <c:ser>
          <c:idx val="2"/>
          <c:order val="2"/>
          <c:tx>
            <c:v>연 4%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5년</c:v>
                </c:pt>
                <c:pt idx="1">
                  <c:v>10년</c:v>
                </c:pt>
                <c:pt idx="2">
                  <c:v>20년</c:v>
                </c:pt>
              </c:strCache>
            </c:strRef>
          </c:cat>
          <c:val>
            <c:numRef>
              <c:f>'Chart Data'!$F$2:$F$4</c:f>
              <c:numCache>
                <c:formatCode>#,##0</c:formatCode>
                <c:ptCount val="3"/>
                <c:pt idx="0">
                  <c:v>1328.08229171</c:v>
                </c:pt>
                <c:pt idx="1">
                  <c:v>2943.89746655</c:v>
                </c:pt>
                <c:pt idx="2">
                  <c:v>7301.58486679</c:v>
                </c:pt>
              </c:numCache>
            </c:numRef>
          </c:val>
        </c:ser>
        <c:ser>
          <c:idx val="3"/>
          <c:order val="3"/>
          <c:tx>
            <c:v>연 5%</c:v>
          </c:tx>
          <c:spPr>
            <a:solidFill xmlns:a="http://schemas.openxmlformats.org/drawingml/2006/main">
              <a:srgbClr val="8050A8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5년</c:v>
                </c:pt>
                <c:pt idx="1">
                  <c:v>10년</c:v>
                </c:pt>
                <c:pt idx="2">
                  <c:v>20년</c:v>
                </c:pt>
              </c:strCache>
            </c:strRef>
          </c:cat>
          <c:val>
            <c:numRef>
              <c:f>'Chart Data'!$H$2:$H$4</c:f>
              <c:numCache>
                <c:formatCode>#,##0</c:formatCode>
                <c:ptCount val="3"/>
                <c:pt idx="0">
                  <c:v>1362.06810313</c:v>
                </c:pt>
                <c:pt idx="1">
                  <c:v>3100.45051001</c:v>
                </c:pt>
                <c:pt idx="2">
                  <c:v>8150.75768636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9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30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최종자산</c:v>
          </c:tx>
          <c:spPr>
            <a:solidFill xmlns:a="http://schemas.openxmlformats.org/drawingml/2006/main">
              <a:srgbClr val="174D3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5682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4D3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864B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하위 10%</c:v>
                </c:pt>
                <c:pt idx="1">
                  <c:v>중간</c:v>
                </c:pt>
                <c:pt idx="2">
                  <c:v>상위 10%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11230.332189</c:v>
                </c:pt>
                <c:pt idx="1">
                  <c:v>17878.3661999</c:v>
                </c:pt>
                <c:pt idx="2">
                  <c:v>26891.1841111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3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CAD8D05B-0F7E-440C-832A-1E4B7D2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600559F-47CC-47E4-8B02-7600C9D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기초자산의 성장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FAE74-3DBF-4670-855E-3DD71744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4D3B"/>
            </a:solidFill>
            <a:prstDash val="solid"/>
          </a:ln>
        </p:spPr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985C6E67-3864-48C9-821B-D5F2995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" name="2015년 말의 가치를 100으로 맞춘 달러">
            <a:extLst xmlns:a="http://schemas.openxmlformats.org/drawingml/2006/main">
              <a:ext uri="{FF2B5EF4-FFF2-40B4-BE49-F238E27FC236}">
                <a16:creationId xmlns:a16="http://schemas.microsoft.com/office/drawing/2014/main" id="{9D042E84-3361-49BB-85FE-7FC0026C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2015년 말의 가치를 100으로 맞춘 달러 기준 가격, 2026년 9월까지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4629B47-2A7B-47D4-96DD-837F638376DB}"/>
              </a:ext>
            </a:extLst>
          </p:cNvPr>
          <p:cNvGraphicFramePr/>
          <p:nvPr/>
        </p:nvGraphicFramePr>
        <p:xfrm>
          <a:off xmlns:a="http://schemas.openxmlformats.org/drawingml/2006/main" x="523875" y="2809875"/>
          <a:ext xmlns:a="http://schemas.openxmlformats.org/drawingml/2006/main" cx="1419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953bb0d944ca4"/>
          </a:graphicData>
        </a:graphic>
      </p:graphicFrame>
      <p:sp>
        <p:nvSpPr>
          <p:cNvPr id="7" name="성장 경로의 차이">
            <a:extLst xmlns:a="http://schemas.openxmlformats.org/drawingml/2006/main">
              <a:ext uri="{FF2B5EF4-FFF2-40B4-BE49-F238E27FC236}">
                <a16:creationId xmlns:a16="http://schemas.microsoft.com/office/drawing/2014/main" id="{B24EE435-FB42-4FB2-BC15-0260745E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676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성장 경로의 차이</a:t>
            </a:r>
          </a:p>
        </p:txBody>
      </p:sp>
      <p:sp>
        <p:nvSpPr>
          <p:cNvPr id="8" name="나스닥 100은 성장주 비중이 크고, S&amp;P">
            <a:extLst xmlns:a="http://schemas.openxmlformats.org/drawingml/2006/main">
              <a:ext uri="{FF2B5EF4-FFF2-40B4-BE49-F238E27FC236}">
                <a16:creationId xmlns:a16="http://schemas.microsoft.com/office/drawing/2014/main" id="{F495B4EA-534D-4198-9BC1-22B50379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나스닥 100은 성장주 비중이 크고, S&amp;P 500은 미국 대형주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전반을 담는다. 이 기간에는 나스닥이 더 많이 올랐지만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하락과 회복 과정도 달랐다. 마지막 금액뿐 아니라 중간에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감수해야 했던 움직임을 함께 볼 필요가 있다.</a:t>
            </a:r>
          </a:p>
        </p:txBody>
      </p:sp>
      <p:sp>
        <p:nvSpPr>
          <p:cNvPr id="9" name="배당주의 역할">
            <a:extLst xmlns:a="http://schemas.openxmlformats.org/drawingml/2006/main">
              <a:ext uri="{FF2B5EF4-FFF2-40B4-BE49-F238E27FC236}">
                <a16:creationId xmlns:a16="http://schemas.microsoft.com/office/drawing/2014/main" id="{005F612D-C38A-42BC-A6E0-F12D455C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4676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배당주의 역할</a:t>
            </a:r>
          </a:p>
        </p:txBody>
      </p:sp>
      <p:sp>
        <p:nvSpPr>
          <p:cNvPr id="10" name="SCHD는 성장주에 집중된 보유 구성을 배당">
            <a:extLst xmlns:a="http://schemas.openxmlformats.org/drawingml/2006/main">
              <a:ext uri="{FF2B5EF4-FFF2-40B4-BE49-F238E27FC236}">
                <a16:creationId xmlns:a16="http://schemas.microsoft.com/office/drawing/2014/main" id="{5C004F27-9905-460E-AFCC-0280C15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3910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SCHD는 성장주에 집중된 보유 구성을 배당주로 나누는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역할을 한다. 다만 배당주도 주식이므로 시장 하락을 피하는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현금과는 다르다. 이 그래프는 배당을 반영한 가격이며,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납입금·세금·환율은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81939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01EC4D85-2809-4BF1-9B37-A67A3E6A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298CAA2-955B-4209-A398-02C22C9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전략 구성과 투자 배율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AACD7-318F-4AB3-98FD-6BA4576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4D3B"/>
            </a:solidFill>
            <a:prstDash val="solid"/>
          </a:ln>
        </p:spPr>
      </p:sp>
      <p:sp>
        <p:nvSpPr>
          <p:cNvPr id="4" name="2">
            <a:extLst xmlns:a="http://schemas.openxmlformats.org/drawingml/2006/main">
              <a:ext uri="{FF2B5EF4-FFF2-40B4-BE49-F238E27FC236}">
                <a16:creationId xmlns:a16="http://schemas.microsoft.com/office/drawing/2014/main" id="{00791544-892F-476C-ABBF-330841B3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" name="Deneb">
            <a:extLst xmlns:a="http://schemas.openxmlformats.org/drawingml/2006/main">
              <a:ext uri="{FF2B5EF4-FFF2-40B4-BE49-F238E27FC236}">
                <a16:creationId xmlns:a16="http://schemas.microsoft.com/office/drawing/2014/main" id="{8AD008DE-59ED-40D0-9EBB-135ED62C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571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4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QQQ 최대 60%, 나머지는 SCHD">
            <a:extLst xmlns:a="http://schemas.openxmlformats.org/drawingml/2006/main">
              <a:ext uri="{FF2B5EF4-FFF2-40B4-BE49-F238E27FC236}">
                <a16:creationId xmlns:a16="http://schemas.microsoft.com/office/drawing/2014/main" id="{7CB61B4B-CBC7-490D-B2F7-07B70AFE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TQQQ 최대 60%, 나머지는 SCHD</a:t>
            </a:r>
          </a:p>
        </p:txBody>
      </p:sp>
      <p:sp>
        <p:nvSpPr>
          <p:cNvPr id="7" name="Polaris">
            <a:extLst xmlns:a="http://schemas.openxmlformats.org/drawingml/2006/main">
              <a:ext uri="{FF2B5EF4-FFF2-40B4-BE49-F238E27FC236}">
                <a16:creationId xmlns:a16="http://schemas.microsoft.com/office/drawing/2014/main" id="{3F61112B-1F92-40D4-862E-EB8E65D0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5715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4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8" name="주식 60%, 미국채 20%, 금 20%">
            <a:extLst xmlns:a="http://schemas.openxmlformats.org/drawingml/2006/main">
              <a:ext uri="{FF2B5EF4-FFF2-40B4-BE49-F238E27FC236}">
                <a16:creationId xmlns:a16="http://schemas.microsoft.com/office/drawing/2014/main" id="{92F8CB6F-8507-4F8E-89C2-1480FE11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주식 60%, 미국채 20%, 금 20%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227CEBE9-920F-462A-935D-83234F5F7B9A}"/>
              </a:ext>
            </a:extLst>
          </p:cNvPr>
          <p:cNvGraphicFramePr/>
          <p:nvPr/>
        </p:nvGraphicFramePr>
        <p:xfrm>
          <a:off xmlns:a="http://schemas.openxmlformats.org/drawingml/2006/main" x="1047750" y="3333750"/>
          <a:ext xmlns:a="http://schemas.openxmlformats.org/drawingml/2006/main" cx="5715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1383d6ab284174"/>
          </a:graphicData>
        </a:graphic>
      </p:graphicFrame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F1CE47E9-F0EE-41F1-B73E-49EF6016FA61}"/>
              </a:ext>
            </a:extLst>
          </p:cNvPr>
          <p:cNvGraphicFramePr/>
          <p:nvPr/>
        </p:nvGraphicFramePr>
        <p:xfrm>
          <a:off xmlns:a="http://schemas.openxmlformats.org/drawingml/2006/main" x="8286750" y="3333750"/>
          <a:ext xmlns:a="http://schemas.openxmlformats.org/drawingml/2006/main" cx="5715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2fb027f28343a0"/>
          </a:graphicData>
        </a:graphic>
      </p:graphicFrame>
      <p:sp>
        <p:nvSpPr>
          <p:cNvPr id="11" name="배율과 보유 비중">
            <a:extLst xmlns:a="http://schemas.openxmlformats.org/drawingml/2006/main">
              <a:ext uri="{FF2B5EF4-FFF2-40B4-BE49-F238E27FC236}">
                <a16:creationId xmlns:a16="http://schemas.microsoft.com/office/drawing/2014/main" id="{73825D6B-FFEF-451C-8828-EEAB60A3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배율과 보유 비중</a:t>
            </a:r>
          </a:p>
        </p:txBody>
      </p:sp>
      <p:sp>
        <p:nvSpPr>
          <p:cNvPr id="12" name="TQQQ의 3배는 나스닥의 하루 움직임을 기">
            <a:extLst xmlns:a="http://schemas.openxmlformats.org/drawingml/2006/main">
              <a:ext uri="{FF2B5EF4-FFF2-40B4-BE49-F238E27FC236}">
                <a16:creationId xmlns:a16="http://schemas.microsoft.com/office/drawing/2014/main" id="{35138D27-6CBC-4042-A94C-837B4B59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TQQQ의 3배는 나스닥의 하루 움직임을 기준으로 한다. 계좌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전체가 항상 3배로 움직인다는 뜻은 아니다. Deneb는 TQQQ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비중을 최대 60%로 제한하고 변동성이 커지면 줄인다.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60:40은 모든 기간의 최적 비율로 입증된 값은 아니다.</a:t>
            </a:r>
          </a:p>
        </p:txBody>
      </p:sp>
      <p:sp>
        <p:nvSpPr>
          <p:cNvPr id="13" name="자산배분과 매달 적립">
            <a:extLst xmlns:a="http://schemas.openxmlformats.org/drawingml/2006/main">
              <a:ext uri="{FF2B5EF4-FFF2-40B4-BE49-F238E27FC236}">
                <a16:creationId xmlns:a16="http://schemas.microsoft.com/office/drawing/2014/main" id="{29F4080F-CEE3-4703-B948-F6B2826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3342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자산배분과 매달 적립</a:t>
            </a:r>
          </a:p>
        </p:txBody>
      </p:sp>
      <p:sp>
        <p:nvSpPr>
          <p:cNvPr id="14" name="Polaris는 두 주가지수에 각각 30%를">
            <a:extLst xmlns:a="http://schemas.openxmlformats.org/drawingml/2006/main">
              <a:ext uri="{FF2B5EF4-FFF2-40B4-BE49-F238E27FC236}">
                <a16:creationId xmlns:a16="http://schemas.microsoft.com/office/drawing/2014/main" id="{B2B29979-3ABA-4420-BE98-690BD702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05750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Polaris는 두 주가지수에 각각 30%를 두고 채권·금으로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나눈다. 나스닥의 성장 노출과 자산 분산을 함께 고려한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구성이다. 보고서에서는 두 전략 모두 매달 계속 납입하는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조건으로 비교하며, 납입 주기와 비중 조정 주기는 구분한다.</a:t>
            </a:r>
          </a:p>
        </p:txBody>
      </p:sp>
    </p:spTree>
    <p:extLst>
      <p:ext uri="{BB962C8B-B14F-4D97-AF65-F5344CB8AC3E}">
        <p14:creationId xmlns:p14="http://schemas.microsoft.com/office/powerpoint/2010/main" val="2038857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6B1E5C71-F5FC-41A4-A6E2-B12D70C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6E2A8DC-5A60-4950-9F40-D78A0A6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방어 유무와 정기 적립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C69B7-1991-451C-8A02-4D60D775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4D3B"/>
            </a:solidFill>
            <a:prstDash val="solid"/>
          </a:ln>
        </p:spPr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80647A61-A219-44D7-AEB7-47FCD923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" name="평가가치의 성장 경로">
            <a:extLst xmlns:a="http://schemas.openxmlformats.org/drawingml/2006/main">
              <a:ext uri="{FF2B5EF4-FFF2-40B4-BE49-F238E27FC236}">
                <a16:creationId xmlns:a16="http://schemas.microsoft.com/office/drawing/2014/main" id="{F2DFF5CA-4DE2-4C21-88FE-351A9D49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평가가치의 성장 경로</a:t>
            </a:r>
          </a:p>
        </p:txBody>
      </p:sp>
      <p:sp>
        <p:nvSpPr>
          <p:cNvPr id="6" name="2012년 1월 = 100, 2026년 8월">
            <a:extLst xmlns:a="http://schemas.openxmlformats.org/drawingml/2006/main">
              <a:ext uri="{FF2B5EF4-FFF2-40B4-BE49-F238E27FC236}">
                <a16:creationId xmlns:a16="http://schemas.microsoft.com/office/drawing/2014/main" id="{3D980FCF-08E5-4F24-ABF8-9F9FED8C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8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2012년 1월 = 100, 2026년 8월까지</a:t>
            </a:r>
          </a:p>
        </p:txBody>
      </p:sp>
      <p:sp>
        <p:nvSpPr>
          <p:cNvPr id="7" name="위기 구간의 하락폭 크기">
            <a:extLst xmlns:a="http://schemas.openxmlformats.org/drawingml/2006/main">
              <a:ext uri="{FF2B5EF4-FFF2-40B4-BE49-F238E27FC236}">
                <a16:creationId xmlns:a16="http://schemas.microsoft.com/office/drawing/2014/main" id="{D7C7291F-CCC1-40D9-A7D8-0B3F2F7F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812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위기 구간의 하락폭 크기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68F10C6-5516-4C2A-B0A2-8B7A01BAFDE0}"/>
              </a:ext>
            </a:extLst>
          </p:cNvPr>
          <p:cNvGraphicFramePr/>
          <p:nvPr/>
        </p:nvGraphicFramePr>
        <p:xfrm>
          <a:off xmlns:a="http://schemas.openxmlformats.org/drawingml/2006/main" x="523875" y="3286125"/>
          <a:ext xmlns:a="http://schemas.openxmlformats.org/drawingml/2006/main" cx="88106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bdfcef386b4e61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2B1F94E-39BB-4636-AAE4-FA1983F83D65}"/>
              </a:ext>
            </a:extLst>
          </p:cNvPr>
          <p:cNvGraphicFramePr/>
          <p:nvPr/>
        </p:nvGraphicFramePr>
        <p:xfrm>
          <a:off xmlns:a="http://schemas.openxmlformats.org/drawingml/2006/main" x="9477375" y="2952750"/>
          <a:ext xmlns:a="http://schemas.openxmlformats.org/drawingml/2006/main" cx="5238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efddf1a0e545ef"/>
          </a:graphicData>
        </a:graphic>
      </p:graphicFrame>
      <p:sp>
        <p:nvSpPr>
          <p:cNvPr id="10" name="적립과 방어의 구분">
            <a:extLst xmlns:a="http://schemas.openxmlformats.org/drawingml/2006/main">
              <a:ext uri="{FF2B5EF4-FFF2-40B4-BE49-F238E27FC236}">
                <a16:creationId xmlns:a16="http://schemas.microsoft.com/office/drawing/2014/main" id="{BFF9C97D-F5A8-42B4-B7BF-49101B3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71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적립과 방어의 구분</a:t>
            </a:r>
          </a:p>
        </p:txBody>
      </p:sp>
      <p:sp>
        <p:nvSpPr>
          <p:cNvPr id="11" name="정기 적립은 매수 시점의 규칙이다. Dene">
            <a:extLst xmlns:a="http://schemas.openxmlformats.org/drawingml/2006/main">
              <a:ext uri="{FF2B5EF4-FFF2-40B4-BE49-F238E27FC236}">
                <a16:creationId xmlns:a16="http://schemas.microsoft.com/office/drawing/2014/main" id="{055E47B3-A4B2-4321-87D5-4738A10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057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정기 적립은 매수 시점의 규칙이다. Deneb는 자산배분·비중 조절·매도와 복귀를 더한다. 위의 두 모형은 모두 비중 조절을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사용하므로 방어가 없는 모형도 지수 단독 적립과는 다르다.</a:t>
            </a:r>
          </a:p>
        </p:txBody>
      </p:sp>
      <p:sp>
        <p:nvSpPr>
          <p:cNvPr id="12" name="TQQQ 고점에서 15% 하락하면 절반, 3">
            <a:extLst xmlns:a="http://schemas.openxmlformats.org/drawingml/2006/main">
              <a:ext uri="{FF2B5EF4-FFF2-40B4-BE49-F238E27FC236}">
                <a16:creationId xmlns:a16="http://schemas.microsoft.com/office/drawing/2014/main" id="{DD707EC2-392D-43E7-8F4F-2D37182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9725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TQQQ 고점에서 15% 하락하면 절반, 30% 하락하면 나머지를 매도하고 추세가 꺼졌다 다시 켜질 때 복귀한다. 현금 대기 중 반등을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놓칠 수 있으므로, 피한 손실과 놓친 수익을 함께 비교해야 한다.</a:t>
            </a:r>
          </a:p>
        </p:txBody>
      </p:sp>
    </p:spTree>
    <p:extLst>
      <p:ext uri="{BB962C8B-B14F-4D97-AF65-F5344CB8AC3E}">
        <p14:creationId xmlns:p14="http://schemas.microsoft.com/office/powerpoint/2010/main" val="956543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932BA95-E192-47E3-97AF-CAE2F221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601F26A-9874-4072-B961-481C5BB2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적금 3~5%와 정기 적립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B532F-8145-4ACD-BC33-B22A8EAE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4D3B"/>
            </a:solidFill>
            <a:prstDash val="solid"/>
          </a:ln>
        </p:spPr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5C9E8383-7B94-4ED7-89EA-F8CE66DF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" name="매달 20만원 납입, 적금 만기금액을 같은 ">
            <a:extLst xmlns:a="http://schemas.openxmlformats.org/drawingml/2006/main">
              <a:ext uri="{FF2B5EF4-FFF2-40B4-BE49-F238E27FC236}">
                <a16:creationId xmlns:a16="http://schemas.microsoft.com/office/drawing/2014/main" id="{CAB1C79A-5B89-4CDF-B646-A308A194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매달 20만원 납입, 적금 만기금액을 같은 금리의 예금에 재예치하는 세전 가정</a:t>
            </a:r>
          </a:p>
        </p:txBody>
      </p:sp>
      <p:sp>
        <p:nvSpPr>
          <p:cNvPr id="6" name="기간별 만기금액  (만원)">
            <a:extLst xmlns:a="http://schemas.openxmlformats.org/drawingml/2006/main">
              <a:ext uri="{FF2B5EF4-FFF2-40B4-BE49-F238E27FC236}">
                <a16:creationId xmlns:a16="http://schemas.microsoft.com/office/drawing/2014/main" id="{37795191-51E1-4F2C-BA22-3E961A82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기간별 만기금액  (만원)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B6BBD28-B528-449D-81C9-96F5D8D2F496}"/>
              </a:ext>
            </a:extLst>
          </p:cNvPr>
          <p:cNvGraphicFramePr/>
          <p:nvPr/>
        </p:nvGraphicFramePr>
        <p:xfrm>
          <a:off xmlns:a="http://schemas.openxmlformats.org/drawingml/2006/main" x="523875" y="3476625"/>
          <a:ext xmlns:a="http://schemas.openxmlformats.org/drawingml/2006/main" cx="8191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b2e28f7484080"/>
          </a:graphicData>
        </a:graphic>
      </p:graphicFrame>
      <p:sp>
        <p:nvSpPr>
          <p:cNvPr id="8" name="원금과 만기금액  (만원)">
            <a:extLst xmlns:a="http://schemas.openxmlformats.org/drawingml/2006/main">
              <a:ext uri="{FF2B5EF4-FFF2-40B4-BE49-F238E27FC236}">
                <a16:creationId xmlns:a16="http://schemas.microsoft.com/office/drawing/2014/main" id="{C2F22C85-2303-4FC5-B45F-5E474AA3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533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원금과 만기금액  (만원)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D1BEF-CBAB-4735-BEBB-34BB26B18272}"/>
              </a:ext>
            </a:extLst>
          </p:cNvPr>
          <p:cNvGraphicFramePr/>
          <p:nvPr/>
        </p:nvGraphicFramePr>
        <p:xfrm>
          <a:off xmlns:a="http://schemas.openxmlformats.org/drawingml/2006/main" x="9144000" y="3571875"/>
          <a:ext xmlns:a="http://schemas.openxmlformats.org/drawingml/2006/main" cx="5334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1143000"/>
                <a:gridCol w="1143000"/>
                <a:gridCol w="1143000"/>
                <a:gridCol w="1143000"/>
              </a:tblGrid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원금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1,295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1,362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2,796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2,944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6,554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7,302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8,151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9EB5F-FD22-4B89-828D-5DAF1DDC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D3B"/>
            </a:solidFill>
            <a:prstDash val="solid"/>
          </a:ln>
        </p:spPr>
      </p:sp>
      <p:sp>
        <p:nvSpPr>
          <p:cNvPr id="11" name="적금의 비교 조건">
            <a:extLst xmlns:a="http://schemas.openxmlformats.org/drawingml/2006/main">
              <a:ext uri="{FF2B5EF4-FFF2-40B4-BE49-F238E27FC236}">
                <a16:creationId xmlns:a16="http://schemas.microsoft.com/office/drawing/2014/main" id="{3682FEB8-E831-4216-9C1C-8B9CCC6F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적금의 비교 조건</a:t>
            </a:r>
          </a:p>
        </p:txBody>
      </p:sp>
      <p:sp>
        <p:nvSpPr>
          <p:cNvPr id="12" name="매년 12개월 적금에 월초 납입하고, 이전 ">
            <a:extLst xmlns:a="http://schemas.openxmlformats.org/drawingml/2006/main">
              <a:ext uri="{FF2B5EF4-FFF2-40B4-BE49-F238E27FC236}">
                <a16:creationId xmlns:a16="http://schemas.microsoft.com/office/drawing/2014/main" id="{4C3F42E6-7F19-4DEA-9889-E5E9ABC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매년 12개월 적금에 월초 납입하고, 이전 만기금액은 같은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금리의 예금에 둔다. 3~5% 금리가 계속 유지된다는 계산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가정이며 실제 상품의 미래 금리를 뜻하지 않는다. 표의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금액에서 원금을 빼면 이자다.</a:t>
            </a:r>
          </a:p>
        </p:txBody>
      </p:sp>
      <p:sp>
        <p:nvSpPr>
          <p:cNvPr id="13" name="투자의 비교 조건">
            <a:extLst xmlns:a="http://schemas.openxmlformats.org/drawingml/2006/main">
              <a:ext uri="{FF2B5EF4-FFF2-40B4-BE49-F238E27FC236}">
                <a16:creationId xmlns:a16="http://schemas.microsoft.com/office/drawing/2014/main" id="{D28B34C0-9941-4002-8A21-C6DEF202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7533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투자의 비교 조건</a:t>
            </a:r>
          </a:p>
        </p:txBody>
      </p:sp>
      <p:sp>
        <p:nvSpPr>
          <p:cNvPr id="14" name="투자는 시장 가격에 따라 최종금액과 중간 손">
            <a:extLst xmlns:a="http://schemas.openxmlformats.org/drawingml/2006/main">
              <a:ext uri="{FF2B5EF4-FFF2-40B4-BE49-F238E27FC236}">
                <a16:creationId xmlns:a16="http://schemas.microsoft.com/office/drawing/2014/main" id="{C4C98A34-B283-4594-9BFE-8276B5FF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324850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투자는 시장 가격에 따라 최종금액과 중간 손실이 달라진다.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적금과 비교할 때는 같은 월 납입액·기간을 사용하고, 총자산과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이익을 구분해야 한다. 세금·비용·환율의 포함 범위도 같아야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비교가 가능하다.</a:t>
            </a:r>
          </a:p>
        </p:txBody>
      </p:sp>
    </p:spTree>
    <p:extLst>
      <p:ext uri="{BB962C8B-B14F-4D97-AF65-F5344CB8AC3E}">
        <p14:creationId xmlns:p14="http://schemas.microsoft.com/office/powerpoint/2010/main" val="2007962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B9EA5970-CB8A-4C75-A9BA-608475D9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D40AC848-DE69-49F1-91EC-0B462F4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장기 적립의 결과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11AA7-2BE7-451D-887D-5B62CD6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4D3B"/>
            </a:solidFill>
            <a:prstDash val="solid"/>
          </a:ln>
        </p:spPr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4AD849D6-D648-4396-8D48-808AC0F4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" name="20년 지속 적립, 기존 월간 4자산 배분 ">
            <a:extLst xmlns:a="http://schemas.openxmlformats.org/drawingml/2006/main">
              <a:ext uri="{FF2B5EF4-FFF2-40B4-BE49-F238E27FC236}">
                <a16:creationId xmlns:a16="http://schemas.microsoft.com/office/drawing/2014/main" id="{53EADBEE-B74C-44F7-8446-D158ADE3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20년 지속 적립, 기존 월간 4자산 배분 참고 모형의 재표시다. 현행 전략의 미래 예측치는 아니다.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금액은 만원 단위의 최종자산 (이익)이며 세금·환율은 제외했다.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29C59-2DA5-434D-9DFE-DB6C0D3FCDB0}"/>
              </a:ext>
            </a:extLst>
          </p:cNvPr>
          <p:cNvGraphicFramePr/>
          <p:nvPr/>
        </p:nvGraphicFramePr>
        <p:xfrm>
          <a:off xmlns:a="http://schemas.openxmlformats.org/drawingml/2006/main" x="762000" y="3286125"/>
          <a:ext xmlns:a="http://schemas.openxmlformats.org/drawingml/2006/main" cx="9620250" cy="676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381125"/>
                <a:gridCol w="2333625"/>
                <a:gridCol w="2333625"/>
                <a:gridCol w="2333625"/>
              </a:tblGrid>
              <a:tr h="59055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넣은 돈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 10% 지점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중간값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 10% 지점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5,615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(+3,215)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8,939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(+6,539)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13,446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(+11,046)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11,230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(+6,430)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17,878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(+13,078)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26,891</a:t>
                      </a:r>
                    </a:p>
                    <a:p>
                      <a:pPr algn="r"/>
                      <a:r>
                        <a:rPr sz="1650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(+22,091)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16,845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(+9,645)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26,818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(+19,618)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40,337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(+33,137)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22,461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(+12,861)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35,757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(+26,157)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53,782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(+44,182)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28,076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(+16,076)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44,696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(+32,696)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67,228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(+55,228)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14,400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33,691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(+19,291)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53,635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(+39,235)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80,674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(+66,274)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16,800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39,306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(+22,506)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62,574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(+45,774)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94,119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(+77,319)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19,200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44,921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(+25,721)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71,513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(+52,313)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107,565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(+88,365)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21,600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50,536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(+28,936)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80,453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(+58,853)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121,010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(+99,410)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none"/>
                    <a:lstStyle/>
                    <a:p>
                      <a:pPr algn="l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100만원</a:t>
                      </a:r>
                    </a:p>
                  </a:txBody>
                  <a:tcPr marL="114300" marR="114300" marT="57150" marB="5715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24,000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56,152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(+32,152)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89,392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(+65,392)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134,456</a:t>
                      </a:r>
                    </a:p>
                    <a:p>
                      <a:pPr algn="r"/>
                      <a:r>
                        <a:rPr sz="1650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(+110,456)</a:t>
                      </a:r>
                    </a:p>
                  </a:txBody>
                  <a:tcPr marL="114300" marR="114300" marT="57150" marB="5715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CBC87-C25D-4C61-8DD8-C8E5ED1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4D3B"/>
            </a:solidFill>
            <a:prstDash val="solid"/>
          </a:ln>
        </p:spPr>
      </p:sp>
      <p:sp>
        <p:nvSpPr>
          <p:cNvPr id="8" name="월 20만원의 결과 범위">
            <a:extLst xmlns:a="http://schemas.openxmlformats.org/drawingml/2006/main">
              <a:ext uri="{FF2B5EF4-FFF2-40B4-BE49-F238E27FC236}">
                <a16:creationId xmlns:a16="http://schemas.microsoft.com/office/drawing/2014/main" id="{C3232B54-95E0-4431-8BB1-4528A82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0"/>
            <a:ext cx="342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 20만원의 결과 범위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E1B513E-2B42-46F2-8433-2C23A38AE349}"/>
              </a:ext>
            </a:extLst>
          </p:cNvPr>
          <p:cNvGraphicFramePr/>
          <p:nvPr/>
        </p:nvGraphicFramePr>
        <p:xfrm>
          <a:off xmlns:a="http://schemas.openxmlformats.org/drawingml/2006/main" x="10829925" y="4191000"/>
          <a:ext xmlns:a="http://schemas.openxmlformats.org/drawingml/2006/main" cx="38576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b6bc708276486d"/>
          </a:graphicData>
        </a:graphic>
      </p:graphicFrame>
      <p:sp>
        <p:nvSpPr>
          <p:cNvPr id="10" name="하위 10%는 최악의 결과가 아니다. 그 지">
            <a:extLst xmlns:a="http://schemas.openxmlformats.org/drawingml/2006/main">
              <a:ext uri="{FF2B5EF4-FFF2-40B4-BE49-F238E27FC236}">
                <a16:creationId xmlns:a16="http://schemas.microsoft.com/office/drawing/2014/main" id="{F1C8D6A1-8E9D-4C53-A833-151A342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324850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하위 10%는 최악의 결과가 아니다.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그 지점보다 더 나쁜 결과도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가능하다.</a:t>
            </a:r>
          </a:p>
        </p:txBody>
      </p:sp>
    </p:spTree>
    <p:extLst>
      <p:ext uri="{BB962C8B-B14F-4D97-AF65-F5344CB8AC3E}">
        <p14:creationId xmlns:p14="http://schemas.microsoft.com/office/powerpoint/2010/main" val="1129917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2026-10-17T12:05:54.1820000Z</dcterms:created>
  <dcterms:modified xsi:type="dcterms:W3CDTF">2026-10-17T12:05:54.1820000Z</dcterms:modified>
</coreProperties>
</file>